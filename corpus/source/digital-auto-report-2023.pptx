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023359"/>
            <a:ext cx="12192000" cy="91440"/>
          </a:xfrm>
          <a:custGeom>
            <a:avLst/>
            <a:gdLst/>
            <a:ahLst/>
            <a:cxnLst/>
            <a:rect l="l" t="t" r="r" b="b"/>
            <a:pathLst>
              <a:path w="12192000" h="91439">
                <a:moveTo>
                  <a:pt x="12192000" y="0"/>
                </a:moveTo>
                <a:lnTo>
                  <a:pt x="0" y="0"/>
                </a:lnTo>
                <a:lnTo>
                  <a:pt x="0" y="91439"/>
                </a:lnTo>
                <a:lnTo>
                  <a:pt x="12192000" y="91439"/>
                </a:lnTo>
                <a:lnTo>
                  <a:pt x="12192000" y="0"/>
                </a:lnTo>
                <a:close/>
              </a:path>
            </a:pathLst>
          </a:custGeom>
          <a:solidFill>
            <a:srgbClr val="A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0174" y="296926"/>
            <a:ext cx="11186795" cy="9283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1289" y="2305621"/>
            <a:ext cx="7501890" cy="34944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jp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4.jp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0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21.jp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4.jp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12" Type="http://schemas.openxmlformats.org/officeDocument/2006/relationships/image" Target="../media/image30.png"/><Relationship Id="rId13" Type="http://schemas.openxmlformats.org/officeDocument/2006/relationships/image" Target="../media/image31.png"/><Relationship Id="rId14" Type="http://schemas.openxmlformats.org/officeDocument/2006/relationships/image" Target="../media/image32.png"/><Relationship Id="rId15" Type="http://schemas.openxmlformats.org/officeDocument/2006/relationships/image" Target="../media/image33.png"/><Relationship Id="rId16" Type="http://schemas.openxmlformats.org/officeDocument/2006/relationships/image" Target="../media/image34.png"/><Relationship Id="rId17" Type="http://schemas.openxmlformats.org/officeDocument/2006/relationships/image" Target="../media/image35.png"/><Relationship Id="rId18" Type="http://schemas.openxmlformats.org/officeDocument/2006/relationships/image" Target="../media/image36.png"/><Relationship Id="rId19" Type="http://schemas.openxmlformats.org/officeDocument/2006/relationships/image" Target="../media/image37.png"/><Relationship Id="rId20" Type="http://schemas.openxmlformats.org/officeDocument/2006/relationships/image" Target="../media/image38.png"/><Relationship Id="rId21" Type="http://schemas.openxmlformats.org/officeDocument/2006/relationships/image" Target="../media/image39.png"/><Relationship Id="rId22" Type="http://schemas.openxmlformats.org/officeDocument/2006/relationships/image" Target="../media/image40.png"/><Relationship Id="rId23" Type="http://schemas.openxmlformats.org/officeDocument/2006/relationships/image" Target="../media/image41.png"/><Relationship Id="rId24" Type="http://schemas.openxmlformats.org/officeDocument/2006/relationships/image" Target="../media/image42.png"/><Relationship Id="rId25" Type="http://schemas.openxmlformats.org/officeDocument/2006/relationships/image" Target="../media/image43.png"/><Relationship Id="rId26" Type="http://schemas.openxmlformats.org/officeDocument/2006/relationships/image" Target="../media/image44.png"/><Relationship Id="rId27" Type="http://schemas.openxmlformats.org/officeDocument/2006/relationships/image" Target="../media/image45.png"/><Relationship Id="rId28" Type="http://schemas.openxmlformats.org/officeDocument/2006/relationships/image" Target="../media/image46.png"/><Relationship Id="rId29" Type="http://schemas.openxmlformats.org/officeDocument/2006/relationships/image" Target="../media/image47.png"/><Relationship Id="rId30" Type="http://schemas.openxmlformats.org/officeDocument/2006/relationships/image" Target="../media/image48.png"/><Relationship Id="rId31" Type="http://schemas.openxmlformats.org/officeDocument/2006/relationships/image" Target="../media/image49.png"/><Relationship Id="rId32" Type="http://schemas.openxmlformats.org/officeDocument/2006/relationships/image" Target="../media/image50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4.jp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54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4.jp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14.jpg"/><Relationship Id="rId6" Type="http://schemas.openxmlformats.org/officeDocument/2006/relationships/image" Target="../media/image8.png"/><Relationship Id="rId7" Type="http://schemas.openxmlformats.org/officeDocument/2006/relationships/image" Target="../media/image7.png"/><Relationship Id="rId8" Type="http://schemas.openxmlformats.org/officeDocument/2006/relationships/image" Target="../media/image61.png"/><Relationship Id="rId9" Type="http://schemas.openxmlformats.org/officeDocument/2006/relationships/image" Target="../media/image62.png"/><Relationship Id="rId10" Type="http://schemas.openxmlformats.org/officeDocument/2006/relationships/image" Target="../media/image63.png"/><Relationship Id="rId11" Type="http://schemas.openxmlformats.org/officeDocument/2006/relationships/image" Target="../media/image64.png"/><Relationship Id="rId12" Type="http://schemas.openxmlformats.org/officeDocument/2006/relationships/image" Target="../media/image65.png"/><Relationship Id="rId13" Type="http://schemas.openxmlformats.org/officeDocument/2006/relationships/image" Target="../media/image66.png"/><Relationship Id="rId14" Type="http://schemas.openxmlformats.org/officeDocument/2006/relationships/image" Target="../media/image67.png"/><Relationship Id="rId15" Type="http://schemas.openxmlformats.org/officeDocument/2006/relationships/image" Target="../media/image68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9.png"/><Relationship Id="rId3" Type="http://schemas.openxmlformats.org/officeDocument/2006/relationships/image" Target="../media/image14.jp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70.png"/><Relationship Id="rId7" Type="http://schemas.openxmlformats.org/officeDocument/2006/relationships/image" Target="../media/image71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2.png"/><Relationship Id="rId3" Type="http://schemas.openxmlformats.org/officeDocument/2006/relationships/image" Target="../media/image14.jp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Relationship Id="rId8" Type="http://schemas.openxmlformats.org/officeDocument/2006/relationships/image" Target="../media/image75.png"/><Relationship Id="rId9" Type="http://schemas.openxmlformats.org/officeDocument/2006/relationships/image" Target="../media/image76.png"/><Relationship Id="rId10" Type="http://schemas.openxmlformats.org/officeDocument/2006/relationships/image" Target="../media/image77.png"/><Relationship Id="rId11" Type="http://schemas.openxmlformats.org/officeDocument/2006/relationships/image" Target="../media/image78.png"/><Relationship Id="rId12" Type="http://schemas.openxmlformats.org/officeDocument/2006/relationships/image" Target="../media/image79.png"/><Relationship Id="rId13" Type="http://schemas.openxmlformats.org/officeDocument/2006/relationships/image" Target="../media/image80.png"/><Relationship Id="rId14" Type="http://schemas.openxmlformats.org/officeDocument/2006/relationships/image" Target="../media/image81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2.png"/><Relationship Id="rId3" Type="http://schemas.openxmlformats.org/officeDocument/2006/relationships/image" Target="../media/image14.jp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83.jpg"/><Relationship Id="rId4" Type="http://schemas.openxmlformats.org/officeDocument/2006/relationships/image" Target="../media/image84.png"/><Relationship Id="rId5" Type="http://schemas.openxmlformats.org/officeDocument/2006/relationships/image" Target="../media/image85.png"/><Relationship Id="rId6" Type="http://schemas.openxmlformats.org/officeDocument/2006/relationships/image" Target="../media/image86.png"/><Relationship Id="rId7" Type="http://schemas.openxmlformats.org/officeDocument/2006/relationships/image" Target="../media/image87.png"/><Relationship Id="rId8" Type="http://schemas.openxmlformats.org/officeDocument/2006/relationships/image" Target="../media/image7.png"/><Relationship Id="rId9" Type="http://schemas.openxmlformats.org/officeDocument/2006/relationships/image" Target="../media/image88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9.png"/><Relationship Id="rId3" Type="http://schemas.openxmlformats.org/officeDocument/2006/relationships/image" Target="../media/image90.png"/><Relationship Id="rId4" Type="http://schemas.openxmlformats.org/officeDocument/2006/relationships/image" Target="../media/image91.png"/><Relationship Id="rId5" Type="http://schemas.openxmlformats.org/officeDocument/2006/relationships/image" Target="../media/image14.jp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2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83.jp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3.jp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4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5.png"/><Relationship Id="rId3" Type="http://schemas.openxmlformats.org/officeDocument/2006/relationships/image" Target="../media/image96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7.png"/><Relationship Id="rId3" Type="http://schemas.openxmlformats.org/officeDocument/2006/relationships/image" Target="../media/image98.png"/><Relationship Id="rId4" Type="http://schemas.openxmlformats.org/officeDocument/2006/relationships/image" Target="../media/image99.png"/><Relationship Id="rId5" Type="http://schemas.openxmlformats.org/officeDocument/2006/relationships/image" Target="../media/image100.png"/><Relationship Id="rId6" Type="http://schemas.openxmlformats.org/officeDocument/2006/relationships/image" Target="../media/image101.png"/><Relationship Id="rId7" Type="http://schemas.openxmlformats.org/officeDocument/2006/relationships/image" Target="../media/image102.png"/><Relationship Id="rId8" Type="http://schemas.openxmlformats.org/officeDocument/2006/relationships/image" Target="../media/image103.png"/><Relationship Id="rId9" Type="http://schemas.openxmlformats.org/officeDocument/2006/relationships/image" Target="../media/image104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5.jpg"/><Relationship Id="rId3" Type="http://schemas.openxmlformats.org/officeDocument/2006/relationships/image" Target="../media/image106.jpg"/><Relationship Id="rId4" Type="http://schemas.openxmlformats.org/officeDocument/2006/relationships/image" Target="../media/image107.jpg"/><Relationship Id="rId5" Type="http://schemas.openxmlformats.org/officeDocument/2006/relationships/image" Target="../media/image108.jp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9.png"/><Relationship Id="rId3" Type="http://schemas.openxmlformats.org/officeDocument/2006/relationships/image" Target="../media/image110.png"/><Relationship Id="rId4" Type="http://schemas.openxmlformats.org/officeDocument/2006/relationships/image" Target="../media/image111.png"/><Relationship Id="rId5" Type="http://schemas.openxmlformats.org/officeDocument/2006/relationships/image" Target="../media/image112.png"/><Relationship Id="rId6" Type="http://schemas.openxmlformats.org/officeDocument/2006/relationships/image" Target="../media/image113.png"/><Relationship Id="rId7" Type="http://schemas.openxmlformats.org/officeDocument/2006/relationships/image" Target="../media/image114.pn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5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6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7.png"/><Relationship Id="rId3" Type="http://schemas.openxmlformats.org/officeDocument/2006/relationships/image" Target="../media/image118.png"/><Relationship Id="rId4" Type="http://schemas.openxmlformats.org/officeDocument/2006/relationships/image" Target="../media/image119.png"/><Relationship Id="rId5" Type="http://schemas.openxmlformats.org/officeDocument/2006/relationships/image" Target="../media/image120.png"/><Relationship Id="rId6" Type="http://schemas.openxmlformats.org/officeDocument/2006/relationships/image" Target="../media/image121.png"/><Relationship Id="rId7" Type="http://schemas.openxmlformats.org/officeDocument/2006/relationships/image" Target="../media/image122.pn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3.png"/><Relationship Id="rId3" Type="http://schemas.openxmlformats.org/officeDocument/2006/relationships/image" Target="../media/image124.png"/><Relationship Id="rId4" Type="http://schemas.openxmlformats.org/officeDocument/2006/relationships/image" Target="../media/image125.png"/><Relationship Id="rId5" Type="http://schemas.openxmlformats.org/officeDocument/2006/relationships/image" Target="../media/image126.png"/><Relationship Id="rId6" Type="http://schemas.openxmlformats.org/officeDocument/2006/relationships/image" Target="../media/image127.png"/><Relationship Id="rId7" Type="http://schemas.openxmlformats.org/officeDocument/2006/relationships/image" Target="../media/image128.png"/><Relationship Id="rId8" Type="http://schemas.openxmlformats.org/officeDocument/2006/relationships/image" Target="../media/image129.png"/><Relationship Id="rId9" Type="http://schemas.openxmlformats.org/officeDocument/2006/relationships/image" Target="../media/image130.png"/><Relationship Id="rId10" Type="http://schemas.openxmlformats.org/officeDocument/2006/relationships/image" Target="../media/image131.png"/><Relationship Id="rId11" Type="http://schemas.openxmlformats.org/officeDocument/2006/relationships/image" Target="../media/image132.png"/><Relationship Id="rId12" Type="http://schemas.openxmlformats.org/officeDocument/2006/relationships/image" Target="../media/image133.png"/><Relationship Id="rId13" Type="http://schemas.openxmlformats.org/officeDocument/2006/relationships/image" Target="../media/image134.png"/><Relationship Id="rId14" Type="http://schemas.openxmlformats.org/officeDocument/2006/relationships/image" Target="../media/image135.png"/><Relationship Id="rId15" Type="http://schemas.openxmlformats.org/officeDocument/2006/relationships/image" Target="../media/image136.png"/><Relationship Id="rId16" Type="http://schemas.openxmlformats.org/officeDocument/2006/relationships/image" Target="../media/image137.png"/><Relationship Id="rId17" Type="http://schemas.openxmlformats.org/officeDocument/2006/relationships/image" Target="../media/image138.png"/><Relationship Id="rId18" Type="http://schemas.openxmlformats.org/officeDocument/2006/relationships/image" Target="../media/image139.png"/><Relationship Id="rId19" Type="http://schemas.openxmlformats.org/officeDocument/2006/relationships/image" Target="../media/image140.png"/><Relationship Id="rId20" Type="http://schemas.openxmlformats.org/officeDocument/2006/relationships/image" Target="../media/image141.png"/><Relationship Id="rId21" Type="http://schemas.openxmlformats.org/officeDocument/2006/relationships/image" Target="../media/image142.png"/><Relationship Id="rId22" Type="http://schemas.openxmlformats.org/officeDocument/2006/relationships/image" Target="../media/image143.png"/><Relationship Id="rId23" Type="http://schemas.openxmlformats.org/officeDocument/2006/relationships/image" Target="../media/image144.png"/><Relationship Id="rId24" Type="http://schemas.openxmlformats.org/officeDocument/2006/relationships/image" Target="../media/image145.png"/><Relationship Id="rId25" Type="http://schemas.openxmlformats.org/officeDocument/2006/relationships/image" Target="../media/image146.png"/><Relationship Id="rId26" Type="http://schemas.openxmlformats.org/officeDocument/2006/relationships/image" Target="../media/image147.png"/><Relationship Id="rId27" Type="http://schemas.openxmlformats.org/officeDocument/2006/relationships/image" Target="../media/image148.png"/><Relationship Id="rId28" Type="http://schemas.openxmlformats.org/officeDocument/2006/relationships/image" Target="../media/image149.png"/><Relationship Id="rId29" Type="http://schemas.openxmlformats.org/officeDocument/2006/relationships/image" Target="../media/image150.pn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1.png"/><Relationship Id="rId3" Type="http://schemas.openxmlformats.org/officeDocument/2006/relationships/image" Target="../media/image152.png"/><Relationship Id="rId4" Type="http://schemas.openxmlformats.org/officeDocument/2006/relationships/image" Target="../media/image153.png"/><Relationship Id="rId5" Type="http://schemas.openxmlformats.org/officeDocument/2006/relationships/image" Target="../media/image154.png"/><Relationship Id="rId6" Type="http://schemas.openxmlformats.org/officeDocument/2006/relationships/image" Target="../media/image155.png"/><Relationship Id="rId7" Type="http://schemas.openxmlformats.org/officeDocument/2006/relationships/image" Target="../media/image156.png"/><Relationship Id="rId8" Type="http://schemas.openxmlformats.org/officeDocument/2006/relationships/image" Target="../media/image157.png"/><Relationship Id="rId9" Type="http://schemas.openxmlformats.org/officeDocument/2006/relationships/image" Target="../media/image158.png"/><Relationship Id="rId10" Type="http://schemas.openxmlformats.org/officeDocument/2006/relationships/image" Target="../media/image159.png"/><Relationship Id="rId11" Type="http://schemas.openxmlformats.org/officeDocument/2006/relationships/image" Target="../media/image160.png"/><Relationship Id="rId12" Type="http://schemas.openxmlformats.org/officeDocument/2006/relationships/image" Target="../media/image161.png"/><Relationship Id="rId13" Type="http://schemas.openxmlformats.org/officeDocument/2006/relationships/image" Target="../media/image162.png"/><Relationship Id="rId14" Type="http://schemas.openxmlformats.org/officeDocument/2006/relationships/image" Target="../media/image163.png"/><Relationship Id="rId15" Type="http://schemas.openxmlformats.org/officeDocument/2006/relationships/image" Target="../media/image164.png"/><Relationship Id="rId16" Type="http://schemas.openxmlformats.org/officeDocument/2006/relationships/image" Target="../media/image165.png"/><Relationship Id="rId17" Type="http://schemas.openxmlformats.org/officeDocument/2006/relationships/image" Target="../media/image166.png"/><Relationship Id="rId18" Type="http://schemas.openxmlformats.org/officeDocument/2006/relationships/image" Target="../media/image167.pn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8.jpg"/><Relationship Id="rId3" Type="http://schemas.openxmlformats.org/officeDocument/2006/relationships/image" Target="../media/image169.png"/><Relationship Id="rId4" Type="http://schemas.openxmlformats.org/officeDocument/2006/relationships/image" Target="../media/image170.png"/><Relationship Id="rId5" Type="http://schemas.openxmlformats.org/officeDocument/2006/relationships/image" Target="../media/image171.pn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2.png"/><Relationship Id="rId3" Type="http://schemas.openxmlformats.org/officeDocument/2006/relationships/image" Target="../media/image173.png"/><Relationship Id="rId4" Type="http://schemas.openxmlformats.org/officeDocument/2006/relationships/image" Target="../media/image174.png"/><Relationship Id="rId5" Type="http://schemas.openxmlformats.org/officeDocument/2006/relationships/image" Target="../media/image175.png"/><Relationship Id="rId6" Type="http://schemas.openxmlformats.org/officeDocument/2006/relationships/image" Target="../media/image176.png"/><Relationship Id="rId7" Type="http://schemas.openxmlformats.org/officeDocument/2006/relationships/image" Target="../media/image177.png"/><Relationship Id="rId8" Type="http://schemas.openxmlformats.org/officeDocument/2006/relationships/image" Target="../media/image178.pn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9.pn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0.jpg"/><Relationship Id="rId3" Type="http://schemas.openxmlformats.org/officeDocument/2006/relationships/image" Target="../media/image181.png"/><Relationship Id="rId4" Type="http://schemas.openxmlformats.org/officeDocument/2006/relationships/image" Target="../media/image182.png"/><Relationship Id="rId5" Type="http://schemas.openxmlformats.org/officeDocument/2006/relationships/image" Target="../media/image183.pn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4.jpg"/><Relationship Id="rId3" Type="http://schemas.openxmlformats.org/officeDocument/2006/relationships/image" Target="../media/image185.png"/><Relationship Id="rId4" Type="http://schemas.openxmlformats.org/officeDocument/2006/relationships/image" Target="../media/image186.png"/><Relationship Id="rId5" Type="http://schemas.openxmlformats.org/officeDocument/2006/relationships/image" Target="../media/image187.png"/><Relationship Id="rId6" Type="http://schemas.openxmlformats.org/officeDocument/2006/relationships/image" Target="../media/image188.png"/><Relationship Id="rId7" Type="http://schemas.openxmlformats.org/officeDocument/2006/relationships/image" Target="../media/image189.pn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0.png"/><Relationship Id="rId3" Type="http://schemas.openxmlformats.org/officeDocument/2006/relationships/image" Target="../media/image191.png"/><Relationship Id="rId4" Type="http://schemas.openxmlformats.org/officeDocument/2006/relationships/image" Target="../media/image192.png"/><Relationship Id="rId5" Type="http://schemas.openxmlformats.org/officeDocument/2006/relationships/image" Target="../media/image193.png"/><Relationship Id="rId6" Type="http://schemas.openxmlformats.org/officeDocument/2006/relationships/image" Target="../media/image184.jpg"/><Relationship Id="rId7" Type="http://schemas.openxmlformats.org/officeDocument/2006/relationships/image" Target="../media/image194.pn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5.png"/><Relationship Id="rId3" Type="http://schemas.openxmlformats.org/officeDocument/2006/relationships/image" Target="../media/image196.png"/><Relationship Id="rId4" Type="http://schemas.openxmlformats.org/officeDocument/2006/relationships/image" Target="../media/image197.png"/><Relationship Id="rId5" Type="http://schemas.openxmlformats.org/officeDocument/2006/relationships/image" Target="../media/image198.png"/><Relationship Id="rId6" Type="http://schemas.openxmlformats.org/officeDocument/2006/relationships/image" Target="../media/image199.png"/><Relationship Id="rId7" Type="http://schemas.openxmlformats.org/officeDocument/2006/relationships/image" Target="../media/image200.png"/><Relationship Id="rId8" Type="http://schemas.openxmlformats.org/officeDocument/2006/relationships/image" Target="../media/image201.png"/><Relationship Id="rId9" Type="http://schemas.openxmlformats.org/officeDocument/2006/relationships/image" Target="../media/image202.png"/><Relationship Id="rId10" Type="http://schemas.openxmlformats.org/officeDocument/2006/relationships/image" Target="../media/image203.png"/><Relationship Id="rId11" Type="http://schemas.openxmlformats.org/officeDocument/2006/relationships/image" Target="../media/image204.png"/><Relationship Id="rId12" Type="http://schemas.openxmlformats.org/officeDocument/2006/relationships/image" Target="../media/image205.png"/><Relationship Id="rId13" Type="http://schemas.openxmlformats.org/officeDocument/2006/relationships/image" Target="../media/image206.png"/><Relationship Id="rId14" Type="http://schemas.openxmlformats.org/officeDocument/2006/relationships/image" Target="../media/image207.png"/><Relationship Id="rId15" Type="http://schemas.openxmlformats.org/officeDocument/2006/relationships/image" Target="../media/image208.png"/><Relationship Id="rId16" Type="http://schemas.openxmlformats.org/officeDocument/2006/relationships/image" Target="../media/image209.png"/><Relationship Id="rId17" Type="http://schemas.openxmlformats.org/officeDocument/2006/relationships/image" Target="../media/image210.png"/><Relationship Id="rId18" Type="http://schemas.openxmlformats.org/officeDocument/2006/relationships/image" Target="../media/image211.png"/><Relationship Id="rId19" Type="http://schemas.openxmlformats.org/officeDocument/2006/relationships/image" Target="../media/image212.png"/><Relationship Id="rId20" Type="http://schemas.openxmlformats.org/officeDocument/2006/relationships/image" Target="../media/image213.png"/><Relationship Id="rId21" Type="http://schemas.openxmlformats.org/officeDocument/2006/relationships/image" Target="../media/image214.png"/><Relationship Id="rId22" Type="http://schemas.openxmlformats.org/officeDocument/2006/relationships/image" Target="../media/image215.png"/><Relationship Id="rId23" Type="http://schemas.openxmlformats.org/officeDocument/2006/relationships/image" Target="../media/image216.png"/><Relationship Id="rId24" Type="http://schemas.openxmlformats.org/officeDocument/2006/relationships/image" Target="../media/image217.png"/><Relationship Id="rId25" Type="http://schemas.openxmlformats.org/officeDocument/2006/relationships/image" Target="../media/image218.png"/><Relationship Id="rId26" Type="http://schemas.openxmlformats.org/officeDocument/2006/relationships/image" Target="../media/image219.png"/><Relationship Id="rId27" Type="http://schemas.openxmlformats.org/officeDocument/2006/relationships/image" Target="../media/image220.png"/><Relationship Id="rId28" Type="http://schemas.openxmlformats.org/officeDocument/2006/relationships/image" Target="../media/image221.png"/><Relationship Id="rId29" Type="http://schemas.openxmlformats.org/officeDocument/2006/relationships/image" Target="../media/image222.png"/><Relationship Id="rId30" Type="http://schemas.openxmlformats.org/officeDocument/2006/relationships/image" Target="../media/image223.pn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4.png"/><Relationship Id="rId3" Type="http://schemas.openxmlformats.org/officeDocument/2006/relationships/image" Target="../media/image225.png"/><Relationship Id="rId4" Type="http://schemas.openxmlformats.org/officeDocument/2006/relationships/image" Target="../media/image226.png"/><Relationship Id="rId5" Type="http://schemas.openxmlformats.org/officeDocument/2006/relationships/image" Target="../media/image227.png"/><Relationship Id="rId6" Type="http://schemas.openxmlformats.org/officeDocument/2006/relationships/image" Target="../media/image228.png"/><Relationship Id="rId7" Type="http://schemas.openxmlformats.org/officeDocument/2006/relationships/image" Target="../media/image229.png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0.png"/><Relationship Id="rId3" Type="http://schemas.openxmlformats.org/officeDocument/2006/relationships/image" Target="../media/image231.png"/><Relationship Id="rId4" Type="http://schemas.openxmlformats.org/officeDocument/2006/relationships/image" Target="../media/image232.png"/><Relationship Id="rId5" Type="http://schemas.openxmlformats.org/officeDocument/2006/relationships/image" Target="../media/image233.png"/><Relationship Id="rId6" Type="http://schemas.openxmlformats.org/officeDocument/2006/relationships/image" Target="../media/image234.png"/><Relationship Id="rId7" Type="http://schemas.openxmlformats.org/officeDocument/2006/relationships/image" Target="../media/image235.png"/><Relationship Id="rId8" Type="http://schemas.openxmlformats.org/officeDocument/2006/relationships/hyperlink" Target="http://www.pwc.com/structure" TargetMode="External"/><Relationship Id="rId9" Type="http://schemas.openxmlformats.org/officeDocument/2006/relationships/hyperlink" Target="http://www.strategyand.pwc.com/" TargetMode="External"/><Relationship Id="rId10" Type="http://schemas.openxmlformats.org/officeDocument/2006/relationships/image" Target="../media/image236.png"/><Relationship Id="rId11" Type="http://schemas.openxmlformats.org/officeDocument/2006/relationships/image" Target="../media/image237.png"/><Relationship Id="rId12" Type="http://schemas.openxmlformats.org/officeDocument/2006/relationships/image" Target="../media/image238.png"/><Relationship Id="rId13" Type="http://schemas.openxmlformats.org/officeDocument/2006/relationships/image" Target="../media/image239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7C7C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48055" y="1505711"/>
            <a:ext cx="5473065" cy="91440"/>
          </a:xfrm>
          <a:custGeom>
            <a:avLst/>
            <a:gdLst/>
            <a:ahLst/>
            <a:cxnLst/>
            <a:rect l="l" t="t" r="r" b="b"/>
            <a:pathLst>
              <a:path w="5473065" h="91440">
                <a:moveTo>
                  <a:pt x="5472684" y="0"/>
                </a:moveTo>
                <a:lnTo>
                  <a:pt x="0" y="0"/>
                </a:lnTo>
                <a:lnTo>
                  <a:pt x="0" y="91439"/>
                </a:lnTo>
                <a:lnTo>
                  <a:pt x="5472684" y="91439"/>
                </a:lnTo>
                <a:lnTo>
                  <a:pt x="54726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3483" y="429768"/>
              <a:ext cx="1511808" cy="46634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" y="0"/>
              <a:ext cx="12182856" cy="685799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698944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6832727" y="6858000"/>
                  </a:lnTo>
                  <a:lnTo>
                    <a:pt x="6689090" y="6756400"/>
                  </a:lnTo>
                  <a:lnTo>
                    <a:pt x="6649696" y="6718300"/>
                  </a:lnTo>
                  <a:lnTo>
                    <a:pt x="6611288" y="6680200"/>
                  </a:lnTo>
                  <a:lnTo>
                    <a:pt x="6573865" y="6654800"/>
                  </a:lnTo>
                  <a:lnTo>
                    <a:pt x="6537425" y="6616700"/>
                  </a:lnTo>
                  <a:lnTo>
                    <a:pt x="6501965" y="6578600"/>
                  </a:lnTo>
                  <a:lnTo>
                    <a:pt x="6467484" y="6540500"/>
                  </a:lnTo>
                  <a:lnTo>
                    <a:pt x="6433980" y="6515100"/>
                  </a:lnTo>
                  <a:lnTo>
                    <a:pt x="6401450" y="6477000"/>
                  </a:lnTo>
                  <a:lnTo>
                    <a:pt x="6369893" y="6438900"/>
                  </a:lnTo>
                  <a:lnTo>
                    <a:pt x="6339307" y="6400800"/>
                  </a:lnTo>
                  <a:lnTo>
                    <a:pt x="6309689" y="6362700"/>
                  </a:lnTo>
                  <a:lnTo>
                    <a:pt x="6281038" y="6324600"/>
                  </a:lnTo>
                  <a:lnTo>
                    <a:pt x="6253353" y="6286500"/>
                  </a:lnTo>
                  <a:lnTo>
                    <a:pt x="6226630" y="6248400"/>
                  </a:lnTo>
                  <a:lnTo>
                    <a:pt x="6200868" y="6197600"/>
                  </a:lnTo>
                  <a:lnTo>
                    <a:pt x="6176065" y="6159500"/>
                  </a:lnTo>
                  <a:lnTo>
                    <a:pt x="6152218" y="6121400"/>
                  </a:lnTo>
                  <a:lnTo>
                    <a:pt x="6129327" y="6083300"/>
                  </a:lnTo>
                  <a:lnTo>
                    <a:pt x="6107390" y="6032500"/>
                  </a:lnTo>
                  <a:lnTo>
                    <a:pt x="6086403" y="5994400"/>
                  </a:lnTo>
                  <a:lnTo>
                    <a:pt x="6066365" y="5956300"/>
                  </a:lnTo>
                  <a:lnTo>
                    <a:pt x="6047275" y="5905500"/>
                  </a:lnTo>
                  <a:lnTo>
                    <a:pt x="6029129" y="5867400"/>
                  </a:lnTo>
                  <a:lnTo>
                    <a:pt x="6011927" y="5816600"/>
                  </a:lnTo>
                  <a:lnTo>
                    <a:pt x="5995666" y="5778500"/>
                  </a:lnTo>
                  <a:lnTo>
                    <a:pt x="5980345" y="5727700"/>
                  </a:lnTo>
                  <a:lnTo>
                    <a:pt x="5965961" y="5676900"/>
                  </a:lnTo>
                  <a:lnTo>
                    <a:pt x="5952512" y="5638800"/>
                  </a:lnTo>
                  <a:lnTo>
                    <a:pt x="5939997" y="5588000"/>
                  </a:lnTo>
                  <a:lnTo>
                    <a:pt x="5928413" y="5537200"/>
                  </a:lnTo>
                  <a:lnTo>
                    <a:pt x="5917758" y="5486400"/>
                  </a:lnTo>
                  <a:lnTo>
                    <a:pt x="5908031" y="5448300"/>
                  </a:lnTo>
                  <a:lnTo>
                    <a:pt x="5899230" y="5397500"/>
                  </a:lnTo>
                  <a:lnTo>
                    <a:pt x="5891352" y="5346700"/>
                  </a:lnTo>
                  <a:lnTo>
                    <a:pt x="5884396" y="5295900"/>
                  </a:lnTo>
                  <a:lnTo>
                    <a:pt x="5878360" y="5245100"/>
                  </a:lnTo>
                  <a:lnTo>
                    <a:pt x="5873241" y="5194300"/>
                  </a:lnTo>
                  <a:lnTo>
                    <a:pt x="5869038" y="5143500"/>
                  </a:lnTo>
                  <a:lnTo>
                    <a:pt x="5865749" y="5080000"/>
                  </a:lnTo>
                  <a:lnTo>
                    <a:pt x="5864615" y="5029200"/>
                  </a:lnTo>
                  <a:lnTo>
                    <a:pt x="5864646" y="4978400"/>
                  </a:lnTo>
                  <a:lnTo>
                    <a:pt x="5865828" y="4914900"/>
                  </a:lnTo>
                  <a:lnTo>
                    <a:pt x="5868143" y="4864100"/>
                  </a:lnTo>
                  <a:lnTo>
                    <a:pt x="5871579" y="4813300"/>
                  </a:lnTo>
                  <a:lnTo>
                    <a:pt x="5876118" y="4762500"/>
                  </a:lnTo>
                  <a:lnTo>
                    <a:pt x="5881745" y="4711700"/>
                  </a:lnTo>
                  <a:lnTo>
                    <a:pt x="5888446" y="4648200"/>
                  </a:lnTo>
                  <a:lnTo>
                    <a:pt x="5896204" y="4597400"/>
                  </a:lnTo>
                  <a:lnTo>
                    <a:pt x="5905004" y="4546600"/>
                  </a:lnTo>
                  <a:lnTo>
                    <a:pt x="5914832" y="4508500"/>
                  </a:lnTo>
                  <a:lnTo>
                    <a:pt x="5925672" y="4457700"/>
                  </a:lnTo>
                  <a:lnTo>
                    <a:pt x="5937507" y="4406900"/>
                  </a:lnTo>
                  <a:lnTo>
                    <a:pt x="5950324" y="4356100"/>
                  </a:lnTo>
                  <a:lnTo>
                    <a:pt x="5964106" y="4305300"/>
                  </a:lnTo>
                  <a:lnTo>
                    <a:pt x="5978839" y="4267200"/>
                  </a:lnTo>
                  <a:lnTo>
                    <a:pt x="5994506" y="4216400"/>
                  </a:lnTo>
                  <a:lnTo>
                    <a:pt x="6011093" y="4165600"/>
                  </a:lnTo>
                  <a:lnTo>
                    <a:pt x="6028584" y="4127500"/>
                  </a:lnTo>
                  <a:lnTo>
                    <a:pt x="6046964" y="4076700"/>
                  </a:lnTo>
                  <a:lnTo>
                    <a:pt x="6066217" y="4038600"/>
                  </a:lnTo>
                  <a:lnTo>
                    <a:pt x="6086328" y="3987800"/>
                  </a:lnTo>
                  <a:lnTo>
                    <a:pt x="6107282" y="3949700"/>
                  </a:lnTo>
                  <a:lnTo>
                    <a:pt x="6129064" y="3911600"/>
                  </a:lnTo>
                  <a:lnTo>
                    <a:pt x="6151657" y="3873500"/>
                  </a:lnTo>
                  <a:lnTo>
                    <a:pt x="6175047" y="3822700"/>
                  </a:lnTo>
                  <a:lnTo>
                    <a:pt x="6199219" y="3784600"/>
                  </a:lnTo>
                  <a:lnTo>
                    <a:pt x="6224156" y="3746500"/>
                  </a:lnTo>
                  <a:lnTo>
                    <a:pt x="6249844" y="3708400"/>
                  </a:lnTo>
                  <a:lnTo>
                    <a:pt x="6276267" y="3670300"/>
                  </a:lnTo>
                  <a:lnTo>
                    <a:pt x="6303410" y="3632200"/>
                  </a:lnTo>
                  <a:lnTo>
                    <a:pt x="6331257" y="3594100"/>
                  </a:lnTo>
                  <a:lnTo>
                    <a:pt x="6359794" y="3556000"/>
                  </a:lnTo>
                  <a:lnTo>
                    <a:pt x="6389004" y="3517900"/>
                  </a:lnTo>
                  <a:lnTo>
                    <a:pt x="6418872" y="3479800"/>
                  </a:lnTo>
                  <a:lnTo>
                    <a:pt x="6449384" y="3441700"/>
                  </a:lnTo>
                  <a:lnTo>
                    <a:pt x="6480523" y="3416300"/>
                  </a:lnTo>
                  <a:lnTo>
                    <a:pt x="6512275" y="3378200"/>
                  </a:lnTo>
                  <a:lnTo>
                    <a:pt x="6544624" y="3340100"/>
                  </a:lnTo>
                  <a:lnTo>
                    <a:pt x="6577554" y="3314700"/>
                  </a:lnTo>
                  <a:lnTo>
                    <a:pt x="6611050" y="3276600"/>
                  </a:lnTo>
                  <a:lnTo>
                    <a:pt x="6645098" y="3251200"/>
                  </a:lnTo>
                  <a:lnTo>
                    <a:pt x="6679681" y="3213100"/>
                  </a:lnTo>
                  <a:lnTo>
                    <a:pt x="6714784" y="3187700"/>
                  </a:lnTo>
                  <a:lnTo>
                    <a:pt x="6750392" y="3149600"/>
                  </a:lnTo>
                  <a:lnTo>
                    <a:pt x="6786489" y="3124200"/>
                  </a:lnTo>
                  <a:lnTo>
                    <a:pt x="6823060" y="3086100"/>
                  </a:lnTo>
                  <a:lnTo>
                    <a:pt x="6897564" y="3035300"/>
                  </a:lnTo>
                  <a:lnTo>
                    <a:pt x="6973780" y="2984500"/>
                  </a:lnTo>
                  <a:lnTo>
                    <a:pt x="7012491" y="2946400"/>
                  </a:lnTo>
                  <a:lnTo>
                    <a:pt x="7091045" y="2895600"/>
                  </a:lnTo>
                  <a:lnTo>
                    <a:pt x="7395590" y="2717800"/>
                  </a:lnTo>
                  <a:lnTo>
                    <a:pt x="7289800" y="2565400"/>
                  </a:lnTo>
                  <a:lnTo>
                    <a:pt x="7258249" y="2527300"/>
                  </a:lnTo>
                  <a:lnTo>
                    <a:pt x="7227295" y="2476500"/>
                  </a:lnTo>
                  <a:lnTo>
                    <a:pt x="7196977" y="2438400"/>
                  </a:lnTo>
                  <a:lnTo>
                    <a:pt x="7167336" y="2387600"/>
                  </a:lnTo>
                  <a:lnTo>
                    <a:pt x="7138413" y="2349500"/>
                  </a:lnTo>
                  <a:lnTo>
                    <a:pt x="7110250" y="2298700"/>
                  </a:lnTo>
                  <a:lnTo>
                    <a:pt x="7082886" y="2260600"/>
                  </a:lnTo>
                  <a:lnTo>
                    <a:pt x="7056362" y="2209800"/>
                  </a:lnTo>
                  <a:lnTo>
                    <a:pt x="7030720" y="2171700"/>
                  </a:lnTo>
                  <a:lnTo>
                    <a:pt x="7004054" y="2108200"/>
                  </a:lnTo>
                  <a:lnTo>
                    <a:pt x="6978818" y="2057400"/>
                  </a:lnTo>
                  <a:lnTo>
                    <a:pt x="6954993" y="2006600"/>
                  </a:lnTo>
                  <a:lnTo>
                    <a:pt x="6932557" y="1943100"/>
                  </a:lnTo>
                  <a:lnTo>
                    <a:pt x="6911491" y="1892300"/>
                  </a:lnTo>
                  <a:lnTo>
                    <a:pt x="6891776" y="1841500"/>
                  </a:lnTo>
                  <a:lnTo>
                    <a:pt x="6873392" y="1790700"/>
                  </a:lnTo>
                  <a:lnTo>
                    <a:pt x="6856320" y="1727200"/>
                  </a:lnTo>
                  <a:lnTo>
                    <a:pt x="6840538" y="1676400"/>
                  </a:lnTo>
                  <a:lnTo>
                    <a:pt x="6826029" y="1625600"/>
                  </a:lnTo>
                  <a:lnTo>
                    <a:pt x="6812771" y="1574800"/>
                  </a:lnTo>
                  <a:lnTo>
                    <a:pt x="6800746" y="1524000"/>
                  </a:lnTo>
                  <a:lnTo>
                    <a:pt x="6789933" y="1473200"/>
                  </a:lnTo>
                  <a:lnTo>
                    <a:pt x="6780313" y="1422400"/>
                  </a:lnTo>
                  <a:lnTo>
                    <a:pt x="6771866" y="1371600"/>
                  </a:lnTo>
                  <a:lnTo>
                    <a:pt x="6764573" y="1320800"/>
                  </a:lnTo>
                  <a:lnTo>
                    <a:pt x="6758413" y="1270000"/>
                  </a:lnTo>
                  <a:lnTo>
                    <a:pt x="6753367" y="1219200"/>
                  </a:lnTo>
                  <a:lnTo>
                    <a:pt x="6749415" y="1168400"/>
                  </a:lnTo>
                  <a:lnTo>
                    <a:pt x="6746538" y="1117600"/>
                  </a:lnTo>
                  <a:lnTo>
                    <a:pt x="6744715" y="1066800"/>
                  </a:lnTo>
                  <a:lnTo>
                    <a:pt x="6743928" y="1028700"/>
                  </a:lnTo>
                  <a:lnTo>
                    <a:pt x="6744042" y="1003300"/>
                  </a:lnTo>
                  <a:lnTo>
                    <a:pt x="6744156" y="977900"/>
                  </a:lnTo>
                  <a:lnTo>
                    <a:pt x="6745379" y="927100"/>
                  </a:lnTo>
                  <a:lnTo>
                    <a:pt x="6747578" y="876300"/>
                  </a:lnTo>
                  <a:lnTo>
                    <a:pt x="6750733" y="838200"/>
                  </a:lnTo>
                  <a:lnTo>
                    <a:pt x="6754825" y="787400"/>
                  </a:lnTo>
                  <a:lnTo>
                    <a:pt x="6759833" y="749300"/>
                  </a:lnTo>
                  <a:lnTo>
                    <a:pt x="6765738" y="698500"/>
                  </a:lnTo>
                  <a:lnTo>
                    <a:pt x="6772521" y="660400"/>
                  </a:lnTo>
                  <a:lnTo>
                    <a:pt x="6780161" y="609600"/>
                  </a:lnTo>
                  <a:lnTo>
                    <a:pt x="6788638" y="571500"/>
                  </a:lnTo>
                  <a:lnTo>
                    <a:pt x="6797934" y="520700"/>
                  </a:lnTo>
                  <a:lnTo>
                    <a:pt x="6808028" y="482600"/>
                  </a:lnTo>
                  <a:lnTo>
                    <a:pt x="6818900" y="444500"/>
                  </a:lnTo>
                  <a:lnTo>
                    <a:pt x="6830531" y="393700"/>
                  </a:lnTo>
                  <a:lnTo>
                    <a:pt x="6842902" y="355600"/>
                  </a:lnTo>
                  <a:lnTo>
                    <a:pt x="6855991" y="317500"/>
                  </a:lnTo>
                  <a:lnTo>
                    <a:pt x="6869781" y="279400"/>
                  </a:lnTo>
                  <a:lnTo>
                    <a:pt x="6884250" y="241300"/>
                  </a:lnTo>
                  <a:lnTo>
                    <a:pt x="6899380" y="203200"/>
                  </a:lnTo>
                  <a:lnTo>
                    <a:pt x="6915150" y="165100"/>
                  </a:lnTo>
                  <a:lnTo>
                    <a:pt x="6989445" y="0"/>
                  </a:lnTo>
                  <a:close/>
                </a:path>
                <a:path w="12192000" h="6858000">
                  <a:moveTo>
                    <a:pt x="10329418" y="6591300"/>
                  </a:moveTo>
                  <a:lnTo>
                    <a:pt x="10293604" y="6616700"/>
                  </a:lnTo>
                  <a:lnTo>
                    <a:pt x="10188321" y="6705600"/>
                  </a:lnTo>
                  <a:lnTo>
                    <a:pt x="10151155" y="6743700"/>
                  </a:lnTo>
                  <a:lnTo>
                    <a:pt x="10113216" y="6769100"/>
                  </a:lnTo>
                  <a:lnTo>
                    <a:pt x="10074538" y="6807200"/>
                  </a:lnTo>
                  <a:lnTo>
                    <a:pt x="10035159" y="6832600"/>
                  </a:lnTo>
                  <a:lnTo>
                    <a:pt x="10010394" y="6845300"/>
                  </a:lnTo>
                  <a:lnTo>
                    <a:pt x="9988550" y="6858000"/>
                  </a:lnTo>
                  <a:lnTo>
                    <a:pt x="10543667" y="6858000"/>
                  </a:lnTo>
                  <a:lnTo>
                    <a:pt x="10329418" y="6591300"/>
                  </a:lnTo>
                  <a:close/>
                </a:path>
                <a:path w="12192000" h="6858000">
                  <a:moveTo>
                    <a:pt x="12192000" y="5067300"/>
                  </a:moveTo>
                  <a:lnTo>
                    <a:pt x="11517757" y="5613400"/>
                  </a:lnTo>
                  <a:lnTo>
                    <a:pt x="12192000" y="6489700"/>
                  </a:lnTo>
                  <a:lnTo>
                    <a:pt x="12192000" y="5067300"/>
                  </a:lnTo>
                  <a:close/>
                </a:path>
                <a:path w="12192000" h="6858000">
                  <a:moveTo>
                    <a:pt x="8238744" y="3810000"/>
                  </a:moveTo>
                  <a:lnTo>
                    <a:pt x="8203202" y="3835400"/>
                  </a:lnTo>
                  <a:lnTo>
                    <a:pt x="8167685" y="3848100"/>
                  </a:lnTo>
                  <a:lnTo>
                    <a:pt x="8062133" y="3924300"/>
                  </a:lnTo>
                  <a:lnTo>
                    <a:pt x="7993457" y="3975100"/>
                  </a:lnTo>
                  <a:lnTo>
                    <a:pt x="7959883" y="4013200"/>
                  </a:lnTo>
                  <a:lnTo>
                    <a:pt x="7926932" y="4038600"/>
                  </a:lnTo>
                  <a:lnTo>
                    <a:pt x="7894692" y="4064000"/>
                  </a:lnTo>
                  <a:lnTo>
                    <a:pt x="7863246" y="4102100"/>
                  </a:lnTo>
                  <a:lnTo>
                    <a:pt x="7832681" y="4127500"/>
                  </a:lnTo>
                  <a:lnTo>
                    <a:pt x="7803082" y="4165600"/>
                  </a:lnTo>
                  <a:lnTo>
                    <a:pt x="7774536" y="4191000"/>
                  </a:lnTo>
                  <a:lnTo>
                    <a:pt x="7747127" y="4229100"/>
                  </a:lnTo>
                  <a:lnTo>
                    <a:pt x="7720942" y="4267200"/>
                  </a:lnTo>
                  <a:lnTo>
                    <a:pt x="7696065" y="4305300"/>
                  </a:lnTo>
                  <a:lnTo>
                    <a:pt x="7672584" y="4343400"/>
                  </a:lnTo>
                  <a:lnTo>
                    <a:pt x="7650583" y="4394200"/>
                  </a:lnTo>
                  <a:lnTo>
                    <a:pt x="7630148" y="4432300"/>
                  </a:lnTo>
                  <a:lnTo>
                    <a:pt x="7611365" y="4483100"/>
                  </a:lnTo>
                  <a:lnTo>
                    <a:pt x="7594320" y="4521200"/>
                  </a:lnTo>
                  <a:lnTo>
                    <a:pt x="7579097" y="4572000"/>
                  </a:lnTo>
                  <a:lnTo>
                    <a:pt x="7565783" y="4622800"/>
                  </a:lnTo>
                  <a:lnTo>
                    <a:pt x="7554464" y="4673600"/>
                  </a:lnTo>
                  <a:lnTo>
                    <a:pt x="7545225" y="4737100"/>
                  </a:lnTo>
                  <a:lnTo>
                    <a:pt x="7538152" y="4787900"/>
                  </a:lnTo>
                  <a:lnTo>
                    <a:pt x="7533330" y="4851400"/>
                  </a:lnTo>
                  <a:lnTo>
                    <a:pt x="7530846" y="4902200"/>
                  </a:lnTo>
                  <a:lnTo>
                    <a:pt x="7534717" y="4965700"/>
                  </a:lnTo>
                  <a:lnTo>
                    <a:pt x="7539853" y="5016500"/>
                  </a:lnTo>
                  <a:lnTo>
                    <a:pt x="7546309" y="5067300"/>
                  </a:lnTo>
                  <a:lnTo>
                    <a:pt x="7554144" y="5118100"/>
                  </a:lnTo>
                  <a:lnTo>
                    <a:pt x="7563417" y="5156200"/>
                  </a:lnTo>
                  <a:lnTo>
                    <a:pt x="7574185" y="5207000"/>
                  </a:lnTo>
                  <a:lnTo>
                    <a:pt x="7586506" y="5245100"/>
                  </a:lnTo>
                  <a:lnTo>
                    <a:pt x="7600438" y="5295900"/>
                  </a:lnTo>
                  <a:lnTo>
                    <a:pt x="7616039" y="5334000"/>
                  </a:lnTo>
                  <a:lnTo>
                    <a:pt x="7633367" y="5372100"/>
                  </a:lnTo>
                  <a:lnTo>
                    <a:pt x="7652481" y="5422900"/>
                  </a:lnTo>
                  <a:lnTo>
                    <a:pt x="7673437" y="5461000"/>
                  </a:lnTo>
                  <a:lnTo>
                    <a:pt x="7696295" y="5486400"/>
                  </a:lnTo>
                  <a:lnTo>
                    <a:pt x="7721112" y="5524500"/>
                  </a:lnTo>
                  <a:lnTo>
                    <a:pt x="7747946" y="5562600"/>
                  </a:lnTo>
                  <a:lnTo>
                    <a:pt x="7776855" y="5588000"/>
                  </a:lnTo>
                  <a:lnTo>
                    <a:pt x="7807897" y="5626100"/>
                  </a:lnTo>
                  <a:lnTo>
                    <a:pt x="7841130" y="5651500"/>
                  </a:lnTo>
                  <a:lnTo>
                    <a:pt x="7876612" y="5676900"/>
                  </a:lnTo>
                  <a:lnTo>
                    <a:pt x="7914402" y="5702300"/>
                  </a:lnTo>
                  <a:lnTo>
                    <a:pt x="7954556" y="5727700"/>
                  </a:lnTo>
                  <a:lnTo>
                    <a:pt x="7997133" y="5740400"/>
                  </a:lnTo>
                  <a:lnTo>
                    <a:pt x="8042192" y="5765800"/>
                  </a:lnTo>
                  <a:lnTo>
                    <a:pt x="8089789" y="5778500"/>
                  </a:lnTo>
                  <a:lnTo>
                    <a:pt x="8139984" y="5803900"/>
                  </a:lnTo>
                  <a:lnTo>
                    <a:pt x="8192833" y="5816600"/>
                  </a:lnTo>
                  <a:lnTo>
                    <a:pt x="8248396" y="5829300"/>
                  </a:lnTo>
                  <a:lnTo>
                    <a:pt x="8296776" y="5829300"/>
                  </a:lnTo>
                  <a:lnTo>
                    <a:pt x="8344556" y="5842000"/>
                  </a:lnTo>
                  <a:lnTo>
                    <a:pt x="8621307" y="5842000"/>
                  </a:lnTo>
                  <a:lnTo>
                    <a:pt x="8710928" y="5816600"/>
                  </a:lnTo>
                  <a:lnTo>
                    <a:pt x="8755462" y="5816600"/>
                  </a:lnTo>
                  <a:lnTo>
                    <a:pt x="8932878" y="5765800"/>
                  </a:lnTo>
                  <a:lnTo>
                    <a:pt x="8977293" y="5740400"/>
                  </a:lnTo>
                  <a:lnTo>
                    <a:pt x="9021827" y="5727700"/>
                  </a:lnTo>
                  <a:lnTo>
                    <a:pt x="9247984" y="5600700"/>
                  </a:lnTo>
                  <a:lnTo>
                    <a:pt x="9294250" y="5575300"/>
                  </a:lnTo>
                  <a:lnTo>
                    <a:pt x="9388199" y="5499100"/>
                  </a:lnTo>
                  <a:lnTo>
                    <a:pt x="9435979" y="5473700"/>
                  </a:lnTo>
                  <a:lnTo>
                    <a:pt x="9484360" y="5435600"/>
                  </a:lnTo>
                  <a:lnTo>
                    <a:pt x="9453575" y="5384800"/>
                  </a:lnTo>
                  <a:lnTo>
                    <a:pt x="9329923" y="5232400"/>
                  </a:lnTo>
                  <a:lnTo>
                    <a:pt x="9267828" y="5143500"/>
                  </a:lnTo>
                  <a:lnTo>
                    <a:pt x="9174414" y="5029200"/>
                  </a:lnTo>
                  <a:lnTo>
                    <a:pt x="9049473" y="4864100"/>
                  </a:lnTo>
                  <a:lnTo>
                    <a:pt x="8642445" y="4330700"/>
                  </a:lnTo>
                  <a:lnTo>
                    <a:pt x="8517585" y="4165600"/>
                  </a:lnTo>
                  <a:lnTo>
                    <a:pt x="8424256" y="4051300"/>
                  </a:lnTo>
                  <a:lnTo>
                    <a:pt x="8362230" y="3962400"/>
                  </a:lnTo>
                  <a:lnTo>
                    <a:pt x="8238744" y="3810000"/>
                  </a:lnTo>
                  <a:close/>
                </a:path>
                <a:path w="12192000" h="6858000">
                  <a:moveTo>
                    <a:pt x="12192000" y="0"/>
                  </a:moveTo>
                  <a:lnTo>
                    <a:pt x="10679938" y="0"/>
                  </a:lnTo>
                  <a:lnTo>
                    <a:pt x="10746359" y="152400"/>
                  </a:lnTo>
                  <a:lnTo>
                    <a:pt x="10763917" y="190500"/>
                  </a:lnTo>
                  <a:lnTo>
                    <a:pt x="10780364" y="228600"/>
                  </a:lnTo>
                  <a:lnTo>
                    <a:pt x="10795701" y="279400"/>
                  </a:lnTo>
                  <a:lnTo>
                    <a:pt x="10809933" y="330200"/>
                  </a:lnTo>
                  <a:lnTo>
                    <a:pt x="10823063" y="368300"/>
                  </a:lnTo>
                  <a:lnTo>
                    <a:pt x="10835096" y="419100"/>
                  </a:lnTo>
                  <a:lnTo>
                    <a:pt x="10846035" y="457200"/>
                  </a:lnTo>
                  <a:lnTo>
                    <a:pt x="10855883" y="508000"/>
                  </a:lnTo>
                  <a:lnTo>
                    <a:pt x="10864646" y="546100"/>
                  </a:lnTo>
                  <a:lnTo>
                    <a:pt x="10872325" y="596900"/>
                  </a:lnTo>
                  <a:lnTo>
                    <a:pt x="10878926" y="647700"/>
                  </a:lnTo>
                  <a:lnTo>
                    <a:pt x="10884452" y="685800"/>
                  </a:lnTo>
                  <a:lnTo>
                    <a:pt x="10888907" y="736600"/>
                  </a:lnTo>
                  <a:lnTo>
                    <a:pt x="10892294" y="787400"/>
                  </a:lnTo>
                  <a:lnTo>
                    <a:pt x="10894617" y="825500"/>
                  </a:lnTo>
                  <a:lnTo>
                    <a:pt x="10895880" y="876300"/>
                  </a:lnTo>
                  <a:lnTo>
                    <a:pt x="10895984" y="901700"/>
                  </a:lnTo>
                  <a:lnTo>
                    <a:pt x="10896088" y="927100"/>
                  </a:lnTo>
                  <a:lnTo>
                    <a:pt x="10895242" y="965200"/>
                  </a:lnTo>
                  <a:lnTo>
                    <a:pt x="10893348" y="1016000"/>
                  </a:lnTo>
                  <a:lnTo>
                    <a:pt x="10890409" y="1054100"/>
                  </a:lnTo>
                  <a:lnTo>
                    <a:pt x="10886429" y="1104900"/>
                  </a:lnTo>
                  <a:lnTo>
                    <a:pt x="10881412" y="1155700"/>
                  </a:lnTo>
                  <a:lnTo>
                    <a:pt x="10875361" y="1193800"/>
                  </a:lnTo>
                  <a:lnTo>
                    <a:pt x="10868281" y="1244600"/>
                  </a:lnTo>
                  <a:lnTo>
                    <a:pt x="10860174" y="1295400"/>
                  </a:lnTo>
                  <a:lnTo>
                    <a:pt x="10851045" y="1333500"/>
                  </a:lnTo>
                  <a:lnTo>
                    <a:pt x="10840897" y="1384300"/>
                  </a:lnTo>
                  <a:lnTo>
                    <a:pt x="10829735" y="1422400"/>
                  </a:lnTo>
                  <a:lnTo>
                    <a:pt x="10817562" y="1473200"/>
                  </a:lnTo>
                  <a:lnTo>
                    <a:pt x="10804382" y="1511300"/>
                  </a:lnTo>
                  <a:lnTo>
                    <a:pt x="10790198" y="1562100"/>
                  </a:lnTo>
                  <a:lnTo>
                    <a:pt x="10775015" y="1600200"/>
                  </a:lnTo>
                  <a:lnTo>
                    <a:pt x="10758835" y="1651000"/>
                  </a:lnTo>
                  <a:lnTo>
                    <a:pt x="10741664" y="1689100"/>
                  </a:lnTo>
                  <a:lnTo>
                    <a:pt x="10723504" y="1739900"/>
                  </a:lnTo>
                  <a:lnTo>
                    <a:pt x="10704360" y="1778000"/>
                  </a:lnTo>
                  <a:lnTo>
                    <a:pt x="10684235" y="1816100"/>
                  </a:lnTo>
                  <a:lnTo>
                    <a:pt x="10663133" y="1866900"/>
                  </a:lnTo>
                  <a:lnTo>
                    <a:pt x="10641058" y="1905000"/>
                  </a:lnTo>
                  <a:lnTo>
                    <a:pt x="10618013" y="1943100"/>
                  </a:lnTo>
                  <a:lnTo>
                    <a:pt x="10594003" y="1981200"/>
                  </a:lnTo>
                  <a:lnTo>
                    <a:pt x="10569031" y="2032000"/>
                  </a:lnTo>
                  <a:lnTo>
                    <a:pt x="10543100" y="2070100"/>
                  </a:lnTo>
                  <a:lnTo>
                    <a:pt x="10516215" y="2108200"/>
                  </a:lnTo>
                  <a:lnTo>
                    <a:pt x="10488380" y="2146300"/>
                  </a:lnTo>
                  <a:lnTo>
                    <a:pt x="10459598" y="2184400"/>
                  </a:lnTo>
                  <a:lnTo>
                    <a:pt x="10429872" y="2222500"/>
                  </a:lnTo>
                  <a:lnTo>
                    <a:pt x="10399208" y="2260600"/>
                  </a:lnTo>
                  <a:lnTo>
                    <a:pt x="10367607" y="2298700"/>
                  </a:lnTo>
                  <a:lnTo>
                    <a:pt x="10335075" y="2336800"/>
                  </a:lnTo>
                  <a:lnTo>
                    <a:pt x="10301616" y="2374900"/>
                  </a:lnTo>
                  <a:lnTo>
                    <a:pt x="10267231" y="2400300"/>
                  </a:lnTo>
                  <a:lnTo>
                    <a:pt x="10231927" y="2438400"/>
                  </a:lnTo>
                  <a:lnTo>
                    <a:pt x="10195706" y="2476500"/>
                  </a:lnTo>
                  <a:lnTo>
                    <a:pt x="10158572" y="2501900"/>
                  </a:lnTo>
                  <a:lnTo>
                    <a:pt x="10120528" y="2540000"/>
                  </a:lnTo>
                  <a:lnTo>
                    <a:pt x="10081580" y="2565400"/>
                  </a:lnTo>
                  <a:lnTo>
                    <a:pt x="10041730" y="2603500"/>
                  </a:lnTo>
                  <a:lnTo>
                    <a:pt x="10000982" y="2628900"/>
                  </a:lnTo>
                  <a:lnTo>
                    <a:pt x="9959340" y="2654300"/>
                  </a:lnTo>
                  <a:lnTo>
                    <a:pt x="9919054" y="2692400"/>
                  </a:lnTo>
                  <a:lnTo>
                    <a:pt x="9837524" y="2743200"/>
                  </a:lnTo>
                  <a:lnTo>
                    <a:pt x="9796302" y="2781300"/>
                  </a:lnTo>
                  <a:lnTo>
                    <a:pt x="9713000" y="2832100"/>
                  </a:lnTo>
                  <a:lnTo>
                    <a:pt x="9670943" y="2870200"/>
                  </a:lnTo>
                  <a:lnTo>
                    <a:pt x="9628632" y="2895600"/>
                  </a:lnTo>
                  <a:lnTo>
                    <a:pt x="9586076" y="2933700"/>
                  </a:lnTo>
                  <a:lnTo>
                    <a:pt x="9543288" y="2959100"/>
                  </a:lnTo>
                  <a:lnTo>
                    <a:pt x="9498203" y="2984500"/>
                  </a:lnTo>
                  <a:lnTo>
                    <a:pt x="10635234" y="4470400"/>
                  </a:lnTo>
                  <a:lnTo>
                    <a:pt x="12192000" y="3200400"/>
                  </a:lnTo>
                  <a:lnTo>
                    <a:pt x="12192000" y="0"/>
                  </a:lnTo>
                  <a:close/>
                </a:path>
                <a:path w="12192000" h="6858000">
                  <a:moveTo>
                    <a:pt x="8996199" y="355600"/>
                  </a:moveTo>
                  <a:lnTo>
                    <a:pt x="8791290" y="355600"/>
                  </a:lnTo>
                  <a:lnTo>
                    <a:pt x="8735958" y="368300"/>
                  </a:lnTo>
                  <a:lnTo>
                    <a:pt x="8683341" y="393700"/>
                  </a:lnTo>
                  <a:lnTo>
                    <a:pt x="8634147" y="406400"/>
                  </a:lnTo>
                  <a:lnTo>
                    <a:pt x="8589085" y="431800"/>
                  </a:lnTo>
                  <a:lnTo>
                    <a:pt x="8548861" y="457200"/>
                  </a:lnTo>
                  <a:lnTo>
                    <a:pt x="8514183" y="482600"/>
                  </a:lnTo>
                  <a:lnTo>
                    <a:pt x="8485759" y="508000"/>
                  </a:lnTo>
                  <a:lnTo>
                    <a:pt x="8469192" y="520700"/>
                  </a:lnTo>
                  <a:lnTo>
                    <a:pt x="8451713" y="533400"/>
                  </a:lnTo>
                  <a:lnTo>
                    <a:pt x="8433643" y="558800"/>
                  </a:lnTo>
                  <a:lnTo>
                    <a:pt x="8397027" y="609600"/>
                  </a:lnTo>
                  <a:lnTo>
                    <a:pt x="8379127" y="647700"/>
                  </a:lnTo>
                  <a:lnTo>
                    <a:pt x="8361929" y="673100"/>
                  </a:lnTo>
                  <a:lnTo>
                    <a:pt x="8345758" y="711200"/>
                  </a:lnTo>
                  <a:lnTo>
                    <a:pt x="8330935" y="762000"/>
                  </a:lnTo>
                  <a:lnTo>
                    <a:pt x="8317785" y="800100"/>
                  </a:lnTo>
                  <a:lnTo>
                    <a:pt x="8306630" y="850900"/>
                  </a:lnTo>
                  <a:lnTo>
                    <a:pt x="8297794" y="901700"/>
                  </a:lnTo>
                  <a:lnTo>
                    <a:pt x="8291600" y="952500"/>
                  </a:lnTo>
                  <a:lnTo>
                    <a:pt x="8288371" y="1003300"/>
                  </a:lnTo>
                  <a:lnTo>
                    <a:pt x="8288430" y="1066800"/>
                  </a:lnTo>
                  <a:lnTo>
                    <a:pt x="8292101" y="1130300"/>
                  </a:lnTo>
                  <a:lnTo>
                    <a:pt x="8299706" y="1193800"/>
                  </a:lnTo>
                  <a:lnTo>
                    <a:pt x="8311569" y="1257300"/>
                  </a:lnTo>
                  <a:lnTo>
                    <a:pt x="8328013" y="1333500"/>
                  </a:lnTo>
                  <a:lnTo>
                    <a:pt x="8349361" y="1409700"/>
                  </a:lnTo>
                  <a:lnTo>
                    <a:pt x="8366408" y="1447800"/>
                  </a:lnTo>
                  <a:lnTo>
                    <a:pt x="8385830" y="1498600"/>
                  </a:lnTo>
                  <a:lnTo>
                    <a:pt x="8407433" y="1549400"/>
                  </a:lnTo>
                  <a:lnTo>
                    <a:pt x="8431026" y="1587500"/>
                  </a:lnTo>
                  <a:lnTo>
                    <a:pt x="8456418" y="1638300"/>
                  </a:lnTo>
                  <a:lnTo>
                    <a:pt x="8483417" y="1676400"/>
                  </a:lnTo>
                  <a:lnTo>
                    <a:pt x="8511830" y="1714500"/>
                  </a:lnTo>
                  <a:lnTo>
                    <a:pt x="8541466" y="1765300"/>
                  </a:lnTo>
                  <a:lnTo>
                    <a:pt x="8572133" y="1803400"/>
                  </a:lnTo>
                  <a:lnTo>
                    <a:pt x="8603640" y="1841500"/>
                  </a:lnTo>
                  <a:lnTo>
                    <a:pt x="8635794" y="1879600"/>
                  </a:lnTo>
                  <a:lnTo>
                    <a:pt x="8668404" y="1930400"/>
                  </a:lnTo>
                  <a:lnTo>
                    <a:pt x="8701278" y="1968500"/>
                  </a:lnTo>
                  <a:lnTo>
                    <a:pt x="8749800" y="1943100"/>
                  </a:lnTo>
                  <a:lnTo>
                    <a:pt x="8796378" y="1917700"/>
                  </a:lnTo>
                  <a:lnTo>
                    <a:pt x="8841119" y="1892300"/>
                  </a:lnTo>
                  <a:lnTo>
                    <a:pt x="8884132" y="1866900"/>
                  </a:lnTo>
                  <a:lnTo>
                    <a:pt x="8925523" y="1828800"/>
                  </a:lnTo>
                  <a:lnTo>
                    <a:pt x="8965401" y="1803400"/>
                  </a:lnTo>
                  <a:lnTo>
                    <a:pt x="9003871" y="1778000"/>
                  </a:lnTo>
                  <a:lnTo>
                    <a:pt x="9041043" y="1752600"/>
                  </a:lnTo>
                  <a:lnTo>
                    <a:pt x="9077024" y="1714500"/>
                  </a:lnTo>
                  <a:lnTo>
                    <a:pt x="9111920" y="1689100"/>
                  </a:lnTo>
                  <a:lnTo>
                    <a:pt x="9145841" y="1651000"/>
                  </a:lnTo>
                  <a:lnTo>
                    <a:pt x="9178892" y="1625600"/>
                  </a:lnTo>
                  <a:lnTo>
                    <a:pt x="9211183" y="1587500"/>
                  </a:lnTo>
                  <a:lnTo>
                    <a:pt x="9245767" y="1549400"/>
                  </a:lnTo>
                  <a:lnTo>
                    <a:pt x="9277477" y="1511300"/>
                  </a:lnTo>
                  <a:lnTo>
                    <a:pt x="9306348" y="1473200"/>
                  </a:lnTo>
                  <a:lnTo>
                    <a:pt x="9332412" y="1435100"/>
                  </a:lnTo>
                  <a:lnTo>
                    <a:pt x="9355701" y="1397000"/>
                  </a:lnTo>
                  <a:lnTo>
                    <a:pt x="9376250" y="1346200"/>
                  </a:lnTo>
                  <a:lnTo>
                    <a:pt x="9394091" y="1295400"/>
                  </a:lnTo>
                  <a:lnTo>
                    <a:pt x="9409257" y="1257300"/>
                  </a:lnTo>
                  <a:lnTo>
                    <a:pt x="9421781" y="1206500"/>
                  </a:lnTo>
                  <a:lnTo>
                    <a:pt x="9431697" y="1155700"/>
                  </a:lnTo>
                  <a:lnTo>
                    <a:pt x="9439037" y="1104900"/>
                  </a:lnTo>
                  <a:lnTo>
                    <a:pt x="9443835" y="1054100"/>
                  </a:lnTo>
                  <a:lnTo>
                    <a:pt x="9446123" y="1003300"/>
                  </a:lnTo>
                  <a:lnTo>
                    <a:pt x="9446029" y="977900"/>
                  </a:lnTo>
                  <a:lnTo>
                    <a:pt x="9445935" y="952500"/>
                  </a:lnTo>
                  <a:lnTo>
                    <a:pt x="9443304" y="914400"/>
                  </a:lnTo>
                  <a:lnTo>
                    <a:pt x="9438262" y="863600"/>
                  </a:lnTo>
                  <a:lnTo>
                    <a:pt x="9430844" y="812800"/>
                  </a:lnTo>
                  <a:lnTo>
                    <a:pt x="9421081" y="774700"/>
                  </a:lnTo>
                  <a:lnTo>
                    <a:pt x="9409008" y="736600"/>
                  </a:lnTo>
                  <a:lnTo>
                    <a:pt x="9394657" y="698500"/>
                  </a:lnTo>
                  <a:lnTo>
                    <a:pt x="9378061" y="660400"/>
                  </a:lnTo>
                  <a:lnTo>
                    <a:pt x="9349479" y="609600"/>
                  </a:lnTo>
                  <a:lnTo>
                    <a:pt x="9317972" y="558800"/>
                  </a:lnTo>
                  <a:lnTo>
                    <a:pt x="9283836" y="520700"/>
                  </a:lnTo>
                  <a:lnTo>
                    <a:pt x="9247368" y="482600"/>
                  </a:lnTo>
                  <a:lnTo>
                    <a:pt x="9208864" y="444500"/>
                  </a:lnTo>
                  <a:lnTo>
                    <a:pt x="9168622" y="419100"/>
                  </a:lnTo>
                  <a:lnTo>
                    <a:pt x="9126937" y="393700"/>
                  </a:lnTo>
                  <a:lnTo>
                    <a:pt x="8996199" y="355600"/>
                  </a:lnTo>
                  <a:close/>
                </a:path>
              </a:pathLst>
            </a:custGeom>
            <a:solidFill>
              <a:srgbClr val="000000">
                <a:alpha val="56077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430174" y="1652778"/>
            <a:ext cx="512381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Digital</a:t>
            </a:r>
            <a:r>
              <a:rPr dirty="0" sz="3600" spc="-30"/>
              <a:t> </a:t>
            </a:r>
            <a:r>
              <a:rPr dirty="0" sz="3600"/>
              <a:t>Auto</a:t>
            </a:r>
            <a:r>
              <a:rPr dirty="0" sz="3600" spc="-20"/>
              <a:t> </a:t>
            </a:r>
            <a:r>
              <a:rPr dirty="0" sz="3600"/>
              <a:t>Report</a:t>
            </a:r>
            <a:r>
              <a:rPr dirty="0" sz="3600" spc="-15"/>
              <a:t> </a:t>
            </a:r>
            <a:r>
              <a:rPr dirty="0" sz="3600" spc="-20"/>
              <a:t>2023</a:t>
            </a:r>
            <a:endParaRPr sz="3600"/>
          </a:p>
        </p:txBody>
      </p:sp>
      <p:grpSp>
        <p:nvGrpSpPr>
          <p:cNvPr id="9" name="object 9"/>
          <p:cNvGrpSpPr/>
          <p:nvPr/>
        </p:nvGrpSpPr>
        <p:grpSpPr>
          <a:xfrm>
            <a:off x="443483" y="429768"/>
            <a:ext cx="5477510" cy="1167765"/>
            <a:chOff x="443483" y="429768"/>
            <a:chExt cx="5477510" cy="1167765"/>
          </a:xfrm>
        </p:grpSpPr>
        <p:sp>
          <p:nvSpPr>
            <p:cNvPr id="10" name="object 10"/>
            <p:cNvSpPr/>
            <p:nvPr/>
          </p:nvSpPr>
          <p:spPr>
            <a:xfrm>
              <a:off x="448055" y="1505712"/>
              <a:ext cx="5473065" cy="91440"/>
            </a:xfrm>
            <a:custGeom>
              <a:avLst/>
              <a:gdLst/>
              <a:ahLst/>
              <a:cxnLst/>
              <a:rect l="l" t="t" r="r" b="b"/>
              <a:pathLst>
                <a:path w="5473065" h="91440">
                  <a:moveTo>
                    <a:pt x="5472684" y="0"/>
                  </a:moveTo>
                  <a:lnTo>
                    <a:pt x="0" y="0"/>
                  </a:lnTo>
                  <a:lnTo>
                    <a:pt x="0" y="91439"/>
                  </a:lnTo>
                  <a:lnTo>
                    <a:pt x="5472684" y="91439"/>
                  </a:lnTo>
                  <a:lnTo>
                    <a:pt x="54726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3483" y="429768"/>
              <a:ext cx="1511808" cy="466343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430174" y="2650312"/>
            <a:ext cx="512318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FFFFFF"/>
                </a:solidFill>
                <a:latin typeface="Arial"/>
                <a:cs typeface="Arial"/>
              </a:rPr>
              <a:t>What</a:t>
            </a:r>
            <a:r>
              <a:rPr dirty="0" sz="32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200">
                <a:solidFill>
                  <a:srgbClr val="FFFFFF"/>
                </a:solidFill>
                <a:latin typeface="Arial"/>
                <a:cs typeface="Arial"/>
              </a:rPr>
              <a:t>consumers</a:t>
            </a:r>
            <a:r>
              <a:rPr dirty="0" sz="32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200">
                <a:solidFill>
                  <a:srgbClr val="FFFFFF"/>
                </a:solidFill>
                <a:latin typeface="Arial"/>
                <a:cs typeface="Arial"/>
              </a:rPr>
              <a:t>really</a:t>
            </a:r>
            <a:r>
              <a:rPr dirty="0" sz="32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200" spc="-20">
                <a:solidFill>
                  <a:srgbClr val="FFFFFF"/>
                </a:solidFill>
                <a:latin typeface="Arial"/>
                <a:cs typeface="Arial"/>
              </a:rPr>
              <a:t>want</a:t>
            </a:r>
            <a:endParaRPr sz="3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3483" y="4480559"/>
            <a:ext cx="1702435" cy="42418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100330" rIns="0" bIns="0" rtlCol="0" vert="horz">
            <a:spAutoFit/>
          </a:bodyPr>
          <a:lstStyle/>
          <a:p>
            <a:pPr marL="396240">
              <a:lnSpc>
                <a:spcPct val="100000"/>
              </a:lnSpc>
              <a:spcBef>
                <a:spcPts val="790"/>
              </a:spcBef>
            </a:pPr>
            <a:r>
              <a:rPr dirty="0" sz="1400" b="1">
                <a:latin typeface="Arial"/>
                <a:cs typeface="Arial"/>
              </a:rPr>
              <a:t>VOLUME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 spc="-50" b="1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6341160"/>
            <a:ext cx="1062355" cy="3003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300"/>
              </a:lnSpc>
              <a:spcBef>
                <a:spcPts val="95"/>
              </a:spcBef>
            </a:pPr>
            <a:r>
              <a:rPr dirty="0" sz="750">
                <a:latin typeface="Arial"/>
                <a:cs typeface="Arial"/>
              </a:rPr>
              <a:t>Digital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Auto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Report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-20">
                <a:latin typeface="Arial"/>
                <a:cs typeface="Arial"/>
              </a:rPr>
              <a:t>2023</a:t>
            </a:r>
            <a:r>
              <a:rPr dirty="0" sz="750" spc="-10">
                <a:latin typeface="Arial"/>
                <a:cs typeface="Arial"/>
              </a:rPr>
              <a:t> Strategy&amp;</a:t>
            </a:r>
            <a:endParaRPr sz="75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85332" y="0"/>
            <a:ext cx="6102096" cy="68579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678666" y="6522670"/>
            <a:ext cx="53975" cy="10731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35"/>
              </a:lnSpc>
            </a:pPr>
            <a:r>
              <a:rPr dirty="0" sz="750" spc="-50">
                <a:latin typeface="Arial"/>
                <a:cs typeface="Arial"/>
              </a:rPr>
              <a:t>2</a:t>
            </a:r>
            <a:endParaRPr sz="7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10540" y="3485388"/>
            <a:ext cx="1108075" cy="1630680"/>
          </a:xfrm>
          <a:custGeom>
            <a:avLst/>
            <a:gdLst/>
            <a:ahLst/>
            <a:cxnLst/>
            <a:rect l="l" t="t" r="r" b="b"/>
            <a:pathLst>
              <a:path w="1108075" h="1630679">
                <a:moveTo>
                  <a:pt x="396671" y="73151"/>
                </a:moveTo>
                <a:lnTo>
                  <a:pt x="68389" y="73151"/>
                </a:lnTo>
                <a:lnTo>
                  <a:pt x="43280" y="78402"/>
                </a:lnTo>
                <a:lnTo>
                  <a:pt x="21374" y="93249"/>
                </a:lnTo>
                <a:lnTo>
                  <a:pt x="5878" y="116335"/>
                </a:lnTo>
                <a:lnTo>
                  <a:pt x="0" y="146303"/>
                </a:lnTo>
                <a:lnTo>
                  <a:pt x="0" y="1557527"/>
                </a:lnTo>
                <a:lnTo>
                  <a:pt x="5878" y="1587496"/>
                </a:lnTo>
                <a:lnTo>
                  <a:pt x="21374" y="1610582"/>
                </a:lnTo>
                <a:lnTo>
                  <a:pt x="43280" y="1625429"/>
                </a:lnTo>
                <a:lnTo>
                  <a:pt x="68389" y="1630679"/>
                </a:lnTo>
                <a:lnTo>
                  <a:pt x="1039494" y="1630679"/>
                </a:lnTo>
                <a:lnTo>
                  <a:pt x="1064656" y="1625429"/>
                </a:lnTo>
                <a:lnTo>
                  <a:pt x="1086580" y="1610582"/>
                </a:lnTo>
                <a:lnTo>
                  <a:pt x="1102074" y="1587496"/>
                </a:lnTo>
                <a:lnTo>
                  <a:pt x="1107948" y="1557527"/>
                </a:lnTo>
                <a:lnTo>
                  <a:pt x="75234" y="1557527"/>
                </a:lnTo>
                <a:lnTo>
                  <a:pt x="75234" y="160908"/>
                </a:lnTo>
                <a:lnTo>
                  <a:pt x="369316" y="160908"/>
                </a:lnTo>
                <a:lnTo>
                  <a:pt x="375410" y="154140"/>
                </a:lnTo>
                <a:lnTo>
                  <a:pt x="382144" y="145335"/>
                </a:lnTo>
                <a:lnTo>
                  <a:pt x="387595" y="135173"/>
                </a:lnTo>
                <a:lnTo>
                  <a:pt x="389839" y="124332"/>
                </a:lnTo>
                <a:lnTo>
                  <a:pt x="389945" y="109120"/>
                </a:lnTo>
                <a:lnTo>
                  <a:pt x="390693" y="95980"/>
                </a:lnTo>
                <a:lnTo>
                  <a:pt x="392721" y="84220"/>
                </a:lnTo>
                <a:lnTo>
                  <a:pt x="396671" y="73151"/>
                </a:lnTo>
                <a:close/>
              </a:path>
              <a:path w="1108075" h="1630679">
                <a:moveTo>
                  <a:pt x="1039494" y="73151"/>
                </a:moveTo>
                <a:lnTo>
                  <a:pt x="711276" y="73151"/>
                </a:lnTo>
                <a:lnTo>
                  <a:pt x="715226" y="84220"/>
                </a:lnTo>
                <a:lnTo>
                  <a:pt x="717254" y="95980"/>
                </a:lnTo>
                <a:lnTo>
                  <a:pt x="718002" y="109120"/>
                </a:lnTo>
                <a:lnTo>
                  <a:pt x="718108" y="124332"/>
                </a:lnTo>
                <a:lnTo>
                  <a:pt x="719392" y="135173"/>
                </a:lnTo>
                <a:lnTo>
                  <a:pt x="723241" y="145335"/>
                </a:lnTo>
                <a:lnTo>
                  <a:pt x="729654" y="154140"/>
                </a:lnTo>
                <a:lnTo>
                  <a:pt x="738632" y="160908"/>
                </a:lnTo>
                <a:lnTo>
                  <a:pt x="1032763" y="160908"/>
                </a:lnTo>
                <a:lnTo>
                  <a:pt x="1032763" y="1557527"/>
                </a:lnTo>
                <a:lnTo>
                  <a:pt x="1107948" y="1557527"/>
                </a:lnTo>
                <a:lnTo>
                  <a:pt x="1107948" y="146303"/>
                </a:lnTo>
                <a:lnTo>
                  <a:pt x="1102074" y="116335"/>
                </a:lnTo>
                <a:lnTo>
                  <a:pt x="1086580" y="93249"/>
                </a:lnTo>
                <a:lnTo>
                  <a:pt x="1064656" y="78402"/>
                </a:lnTo>
                <a:lnTo>
                  <a:pt x="1039494" y="73151"/>
                </a:lnTo>
                <a:close/>
              </a:path>
              <a:path w="1108075" h="1630679">
                <a:moveTo>
                  <a:pt x="950594" y="446024"/>
                </a:moveTo>
                <a:lnTo>
                  <a:pt x="157302" y="446024"/>
                </a:lnTo>
                <a:lnTo>
                  <a:pt x="157302" y="1462532"/>
                </a:lnTo>
                <a:lnTo>
                  <a:pt x="950594" y="1462532"/>
                </a:lnTo>
                <a:lnTo>
                  <a:pt x="950594" y="1133474"/>
                </a:lnTo>
                <a:lnTo>
                  <a:pt x="376161" y="1133474"/>
                </a:lnTo>
                <a:lnTo>
                  <a:pt x="366965" y="1132210"/>
                </a:lnTo>
                <a:lnTo>
                  <a:pt x="359055" y="1128887"/>
                </a:lnTo>
                <a:lnTo>
                  <a:pt x="351149" y="1124205"/>
                </a:lnTo>
                <a:lnTo>
                  <a:pt x="341960" y="1118870"/>
                </a:lnTo>
                <a:lnTo>
                  <a:pt x="259892" y="1031113"/>
                </a:lnTo>
                <a:lnTo>
                  <a:pt x="252198" y="1017688"/>
                </a:lnTo>
                <a:lnTo>
                  <a:pt x="249634" y="1000871"/>
                </a:lnTo>
                <a:lnTo>
                  <a:pt x="252198" y="982696"/>
                </a:lnTo>
                <a:lnTo>
                  <a:pt x="259892" y="965199"/>
                </a:lnTo>
                <a:lnTo>
                  <a:pt x="276345" y="956984"/>
                </a:lnTo>
                <a:lnTo>
                  <a:pt x="294082" y="954246"/>
                </a:lnTo>
                <a:lnTo>
                  <a:pt x="441166" y="954246"/>
                </a:lnTo>
                <a:lnTo>
                  <a:pt x="519772" y="870203"/>
                </a:lnTo>
                <a:lnTo>
                  <a:pt x="532277" y="857845"/>
                </a:lnTo>
                <a:lnTo>
                  <a:pt x="547989" y="853725"/>
                </a:lnTo>
                <a:lnTo>
                  <a:pt x="950594" y="853725"/>
                </a:lnTo>
                <a:lnTo>
                  <a:pt x="950594" y="840878"/>
                </a:lnTo>
                <a:lnTo>
                  <a:pt x="366965" y="840878"/>
                </a:lnTo>
                <a:lnTo>
                  <a:pt x="359055" y="840073"/>
                </a:lnTo>
                <a:lnTo>
                  <a:pt x="259892" y="745870"/>
                </a:lnTo>
                <a:lnTo>
                  <a:pt x="249634" y="710215"/>
                </a:lnTo>
                <a:lnTo>
                  <a:pt x="252198" y="693435"/>
                </a:lnTo>
                <a:lnTo>
                  <a:pt x="259892" y="680084"/>
                </a:lnTo>
                <a:lnTo>
                  <a:pt x="276345" y="667726"/>
                </a:lnTo>
                <a:lnTo>
                  <a:pt x="294082" y="663606"/>
                </a:lnTo>
                <a:lnTo>
                  <a:pt x="439444" y="663606"/>
                </a:lnTo>
                <a:lnTo>
                  <a:pt x="519772" y="577722"/>
                </a:lnTo>
                <a:lnTo>
                  <a:pt x="532277" y="569507"/>
                </a:lnTo>
                <a:lnTo>
                  <a:pt x="547989" y="566769"/>
                </a:lnTo>
                <a:lnTo>
                  <a:pt x="950594" y="566769"/>
                </a:lnTo>
                <a:lnTo>
                  <a:pt x="950594" y="446024"/>
                </a:lnTo>
                <a:close/>
              </a:path>
              <a:path w="1108075" h="1630679">
                <a:moveTo>
                  <a:pt x="950594" y="853725"/>
                </a:moveTo>
                <a:lnTo>
                  <a:pt x="547989" y="853725"/>
                </a:lnTo>
                <a:lnTo>
                  <a:pt x="564982" y="857845"/>
                </a:lnTo>
                <a:lnTo>
                  <a:pt x="581329" y="870203"/>
                </a:lnTo>
                <a:lnTo>
                  <a:pt x="589023" y="886662"/>
                </a:lnTo>
                <a:lnTo>
                  <a:pt x="591588" y="903096"/>
                </a:lnTo>
                <a:lnTo>
                  <a:pt x="589023" y="919531"/>
                </a:lnTo>
                <a:lnTo>
                  <a:pt x="581329" y="935989"/>
                </a:lnTo>
                <a:lnTo>
                  <a:pt x="410349" y="1118870"/>
                </a:lnTo>
                <a:lnTo>
                  <a:pt x="401160" y="1124205"/>
                </a:lnTo>
                <a:lnTo>
                  <a:pt x="393255" y="1128887"/>
                </a:lnTo>
                <a:lnTo>
                  <a:pt x="385350" y="1132210"/>
                </a:lnTo>
                <a:lnTo>
                  <a:pt x="376161" y="1133474"/>
                </a:lnTo>
                <a:lnTo>
                  <a:pt x="950594" y="1133474"/>
                </a:lnTo>
                <a:lnTo>
                  <a:pt x="950594" y="853725"/>
                </a:lnTo>
                <a:close/>
              </a:path>
              <a:path w="1108075" h="1630679">
                <a:moveTo>
                  <a:pt x="441166" y="954246"/>
                </a:moveTo>
                <a:lnTo>
                  <a:pt x="294082" y="954246"/>
                </a:lnTo>
                <a:lnTo>
                  <a:pt x="311822" y="956984"/>
                </a:lnTo>
                <a:lnTo>
                  <a:pt x="328282" y="965199"/>
                </a:lnTo>
                <a:lnTo>
                  <a:pt x="376161" y="1023746"/>
                </a:lnTo>
                <a:lnTo>
                  <a:pt x="441166" y="954246"/>
                </a:lnTo>
                <a:close/>
              </a:path>
              <a:path w="1108075" h="1630679">
                <a:moveTo>
                  <a:pt x="950594" y="566769"/>
                </a:moveTo>
                <a:lnTo>
                  <a:pt x="547989" y="566769"/>
                </a:lnTo>
                <a:lnTo>
                  <a:pt x="564982" y="569507"/>
                </a:lnTo>
                <a:lnTo>
                  <a:pt x="581329" y="577722"/>
                </a:lnTo>
                <a:lnTo>
                  <a:pt x="589023" y="595163"/>
                </a:lnTo>
                <a:lnTo>
                  <a:pt x="591588" y="613330"/>
                </a:lnTo>
                <a:lnTo>
                  <a:pt x="589023" y="630140"/>
                </a:lnTo>
                <a:lnTo>
                  <a:pt x="410349" y="833627"/>
                </a:lnTo>
                <a:lnTo>
                  <a:pt x="385350" y="840878"/>
                </a:lnTo>
                <a:lnTo>
                  <a:pt x="950594" y="840878"/>
                </a:lnTo>
                <a:lnTo>
                  <a:pt x="950594" y="566769"/>
                </a:lnTo>
                <a:close/>
              </a:path>
              <a:path w="1108075" h="1630679">
                <a:moveTo>
                  <a:pt x="439444" y="663606"/>
                </a:moveTo>
                <a:lnTo>
                  <a:pt x="294082" y="663606"/>
                </a:lnTo>
                <a:lnTo>
                  <a:pt x="311822" y="667726"/>
                </a:lnTo>
                <a:lnTo>
                  <a:pt x="328282" y="680084"/>
                </a:lnTo>
                <a:lnTo>
                  <a:pt x="376161" y="731265"/>
                </a:lnTo>
                <a:lnTo>
                  <a:pt x="439444" y="663606"/>
                </a:lnTo>
                <a:close/>
              </a:path>
              <a:path w="1108075" h="1630679">
                <a:moveTo>
                  <a:pt x="882269" y="226694"/>
                </a:moveTo>
                <a:lnTo>
                  <a:pt x="225691" y="226694"/>
                </a:lnTo>
                <a:lnTo>
                  <a:pt x="197694" y="232981"/>
                </a:lnTo>
                <a:lnTo>
                  <a:pt x="176109" y="249554"/>
                </a:lnTo>
                <a:lnTo>
                  <a:pt x="162217" y="272986"/>
                </a:lnTo>
                <a:lnTo>
                  <a:pt x="157302" y="299846"/>
                </a:lnTo>
                <a:lnTo>
                  <a:pt x="157302" y="387603"/>
                </a:lnTo>
                <a:lnTo>
                  <a:pt x="950594" y="387603"/>
                </a:lnTo>
                <a:lnTo>
                  <a:pt x="950594" y="299846"/>
                </a:lnTo>
                <a:lnTo>
                  <a:pt x="944723" y="272986"/>
                </a:lnTo>
                <a:lnTo>
                  <a:pt x="929243" y="249554"/>
                </a:lnTo>
                <a:lnTo>
                  <a:pt x="907357" y="232981"/>
                </a:lnTo>
                <a:lnTo>
                  <a:pt x="882269" y="226694"/>
                </a:lnTo>
                <a:close/>
              </a:path>
              <a:path w="1108075" h="1630679">
                <a:moveTo>
                  <a:pt x="553974" y="0"/>
                </a:moveTo>
                <a:lnTo>
                  <a:pt x="509837" y="10175"/>
                </a:lnTo>
                <a:lnTo>
                  <a:pt x="472755" y="37496"/>
                </a:lnTo>
                <a:lnTo>
                  <a:pt x="447216" y="77152"/>
                </a:lnTo>
                <a:lnTo>
                  <a:pt x="437705" y="124332"/>
                </a:lnTo>
                <a:lnTo>
                  <a:pt x="430439" y="164972"/>
                </a:lnTo>
                <a:lnTo>
                  <a:pt x="410349" y="197421"/>
                </a:lnTo>
                <a:lnTo>
                  <a:pt x="380001" y="218916"/>
                </a:lnTo>
                <a:lnTo>
                  <a:pt x="341960" y="226694"/>
                </a:lnTo>
                <a:lnTo>
                  <a:pt x="765937" y="226694"/>
                </a:lnTo>
                <a:lnTo>
                  <a:pt x="727924" y="218916"/>
                </a:lnTo>
                <a:lnTo>
                  <a:pt x="697591" y="197421"/>
                </a:lnTo>
                <a:lnTo>
                  <a:pt x="684032" y="175513"/>
                </a:lnTo>
                <a:lnTo>
                  <a:pt x="553974" y="175513"/>
                </a:lnTo>
                <a:lnTo>
                  <a:pt x="534952" y="171624"/>
                </a:lnTo>
                <a:lnTo>
                  <a:pt x="519820" y="160908"/>
                </a:lnTo>
                <a:lnTo>
                  <a:pt x="509729" y="144652"/>
                </a:lnTo>
                <a:lnTo>
                  <a:pt x="506095" y="124332"/>
                </a:lnTo>
                <a:lnTo>
                  <a:pt x="509729" y="104012"/>
                </a:lnTo>
                <a:lnTo>
                  <a:pt x="519776" y="87788"/>
                </a:lnTo>
                <a:lnTo>
                  <a:pt x="534795" y="77152"/>
                </a:lnTo>
                <a:lnTo>
                  <a:pt x="534408" y="77152"/>
                </a:lnTo>
                <a:lnTo>
                  <a:pt x="553974" y="73151"/>
                </a:lnTo>
                <a:lnTo>
                  <a:pt x="658155" y="73151"/>
                </a:lnTo>
                <a:lnTo>
                  <a:pt x="635192" y="37496"/>
                </a:lnTo>
                <a:lnTo>
                  <a:pt x="598110" y="10175"/>
                </a:lnTo>
                <a:lnTo>
                  <a:pt x="553974" y="0"/>
                </a:lnTo>
                <a:close/>
              </a:path>
              <a:path w="1108075" h="1630679">
                <a:moveTo>
                  <a:pt x="658155" y="73151"/>
                </a:moveTo>
                <a:lnTo>
                  <a:pt x="553974" y="73151"/>
                </a:lnTo>
                <a:lnTo>
                  <a:pt x="573539" y="77152"/>
                </a:lnTo>
                <a:lnTo>
                  <a:pt x="573152" y="77152"/>
                </a:lnTo>
                <a:lnTo>
                  <a:pt x="588171" y="87788"/>
                </a:lnTo>
                <a:lnTo>
                  <a:pt x="598218" y="104012"/>
                </a:lnTo>
                <a:lnTo>
                  <a:pt x="601853" y="124332"/>
                </a:lnTo>
                <a:lnTo>
                  <a:pt x="598218" y="144652"/>
                </a:lnTo>
                <a:lnTo>
                  <a:pt x="588127" y="160908"/>
                </a:lnTo>
                <a:lnTo>
                  <a:pt x="572995" y="171624"/>
                </a:lnTo>
                <a:lnTo>
                  <a:pt x="553974" y="175513"/>
                </a:lnTo>
                <a:lnTo>
                  <a:pt x="684032" y="175513"/>
                </a:lnTo>
                <a:lnTo>
                  <a:pt x="677508" y="164972"/>
                </a:lnTo>
                <a:lnTo>
                  <a:pt x="670242" y="124332"/>
                </a:lnTo>
                <a:lnTo>
                  <a:pt x="660731" y="77152"/>
                </a:lnTo>
                <a:lnTo>
                  <a:pt x="658155" y="73151"/>
                </a:lnTo>
                <a:close/>
              </a:path>
            </a:pathLst>
          </a:custGeom>
          <a:solidFill>
            <a:srgbClr val="A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815210" y="3387674"/>
            <a:ext cx="3990975" cy="24828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29895" indent="-417195">
              <a:lnSpc>
                <a:spcPts val="1825"/>
              </a:lnSpc>
              <a:spcBef>
                <a:spcPts val="95"/>
              </a:spcBef>
              <a:buClr>
                <a:srgbClr val="A21F1F"/>
              </a:buClr>
              <a:buSzPct val="118750"/>
              <a:buFont typeface="Wingdings"/>
              <a:buChar char=""/>
              <a:tabLst>
                <a:tab pos="429895" algn="l"/>
              </a:tabLst>
            </a:pPr>
            <a:r>
              <a:rPr dirty="0" sz="1600">
                <a:latin typeface="Arial"/>
                <a:cs typeface="Arial"/>
              </a:rPr>
              <a:t>Eleventh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annual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Digital</a:t>
            </a:r>
            <a:r>
              <a:rPr dirty="0" sz="1600" spc="-6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Auto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Report,</a:t>
            </a:r>
            <a:endParaRPr sz="1600">
              <a:latin typeface="Arial"/>
              <a:cs typeface="Arial"/>
            </a:endParaRPr>
          </a:p>
          <a:p>
            <a:pPr marL="430530">
              <a:lnSpc>
                <a:spcPts val="1825"/>
              </a:lnSpc>
            </a:pPr>
            <a:r>
              <a:rPr dirty="0" sz="1600">
                <a:latin typeface="Arial"/>
                <a:cs typeface="Arial"/>
              </a:rPr>
              <a:t>developed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by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Strategy&amp;</a:t>
            </a:r>
            <a:r>
              <a:rPr dirty="0" sz="1600" spc="-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 spc="-25">
                <a:latin typeface="Arial"/>
                <a:cs typeface="Arial"/>
              </a:rPr>
              <a:t>PwC</a:t>
            </a:r>
            <a:endParaRPr sz="1600">
              <a:latin typeface="Arial"/>
              <a:cs typeface="Arial"/>
            </a:endParaRPr>
          </a:p>
          <a:p>
            <a:pPr marL="430530" marR="227965" indent="-417830">
              <a:lnSpc>
                <a:spcPts val="1730"/>
              </a:lnSpc>
              <a:spcBef>
                <a:spcPts val="1225"/>
              </a:spcBef>
              <a:buClr>
                <a:srgbClr val="A21F1F"/>
              </a:buClr>
              <a:buSzPct val="118750"/>
              <a:buFont typeface="Wingdings"/>
              <a:buChar char=""/>
              <a:tabLst>
                <a:tab pos="430530" algn="l"/>
              </a:tabLst>
            </a:pPr>
            <a:r>
              <a:rPr dirty="0" sz="1600">
                <a:latin typeface="Arial"/>
                <a:cs typeface="Arial"/>
              </a:rPr>
              <a:t>Global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consumer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survey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with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 spc="-20">
                <a:latin typeface="Arial"/>
                <a:cs typeface="Arial"/>
              </a:rPr>
              <a:t>focus </a:t>
            </a:r>
            <a:r>
              <a:rPr dirty="0" sz="1600">
                <a:latin typeface="Arial"/>
                <a:cs typeface="Arial"/>
              </a:rPr>
              <a:t>on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the</a:t>
            </a:r>
            <a:r>
              <a:rPr dirty="0" sz="1600" spc="-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US,</a:t>
            </a:r>
            <a:r>
              <a:rPr dirty="0" sz="1600" spc="-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EU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China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(n =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3,000)</a:t>
            </a:r>
            <a:endParaRPr sz="1600">
              <a:latin typeface="Arial"/>
              <a:cs typeface="Arial"/>
            </a:endParaRPr>
          </a:p>
          <a:p>
            <a:pPr marL="429895" indent="-417195">
              <a:lnSpc>
                <a:spcPts val="1825"/>
              </a:lnSpc>
              <a:spcBef>
                <a:spcPts val="980"/>
              </a:spcBef>
              <a:buClr>
                <a:srgbClr val="A21F1F"/>
              </a:buClr>
              <a:buSzPct val="118750"/>
              <a:buFont typeface="Wingdings"/>
              <a:buChar char=""/>
              <a:tabLst>
                <a:tab pos="429895" algn="l"/>
              </a:tabLst>
            </a:pPr>
            <a:r>
              <a:rPr dirty="0" sz="1600">
                <a:latin typeface="Arial"/>
                <a:cs typeface="Arial"/>
              </a:rPr>
              <a:t>Quantitative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market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outlook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up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to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 spc="-20">
                <a:latin typeface="Arial"/>
                <a:cs typeface="Arial"/>
              </a:rPr>
              <a:t>2035,</a:t>
            </a:r>
            <a:endParaRPr sz="1600">
              <a:latin typeface="Arial"/>
              <a:cs typeface="Arial"/>
            </a:endParaRPr>
          </a:p>
          <a:p>
            <a:pPr marL="430530">
              <a:lnSpc>
                <a:spcPts val="1825"/>
              </a:lnSpc>
            </a:pPr>
            <a:r>
              <a:rPr dirty="0" sz="1600">
                <a:latin typeface="Arial"/>
                <a:cs typeface="Arial"/>
              </a:rPr>
              <a:t>based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on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regional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structural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analysis</a:t>
            </a:r>
            <a:endParaRPr sz="1600">
              <a:latin typeface="Arial"/>
              <a:cs typeface="Arial"/>
            </a:endParaRPr>
          </a:p>
          <a:p>
            <a:pPr marL="430530" marR="142875" indent="-417830">
              <a:lnSpc>
                <a:spcPts val="1730"/>
              </a:lnSpc>
              <a:spcBef>
                <a:spcPts val="1230"/>
              </a:spcBef>
              <a:buClr>
                <a:srgbClr val="A21F1F"/>
              </a:buClr>
              <a:buSzPct val="118750"/>
              <a:buFont typeface="Wingdings"/>
              <a:buChar char=""/>
              <a:tabLst>
                <a:tab pos="430530" algn="l"/>
              </a:tabLst>
            </a:pPr>
            <a:r>
              <a:rPr dirty="0" sz="1600">
                <a:latin typeface="Arial"/>
                <a:cs typeface="Arial"/>
              </a:rPr>
              <a:t>Interviews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with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industry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executives</a:t>
            </a:r>
            <a:r>
              <a:rPr dirty="0" sz="1600" spc="-75">
                <a:latin typeface="Arial"/>
                <a:cs typeface="Arial"/>
              </a:rPr>
              <a:t> </a:t>
            </a:r>
            <a:r>
              <a:rPr dirty="0" sz="1600" spc="-35">
                <a:latin typeface="Arial"/>
                <a:cs typeface="Arial"/>
              </a:rPr>
              <a:t>at </a:t>
            </a:r>
            <a:r>
              <a:rPr dirty="0" sz="1600">
                <a:latin typeface="Arial"/>
                <a:cs typeface="Arial"/>
              </a:rPr>
              <a:t>OEMs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suppliers,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with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leading </a:t>
            </a:r>
            <a:r>
              <a:rPr dirty="0" sz="1600">
                <a:latin typeface="Arial"/>
                <a:cs typeface="Arial"/>
              </a:rPr>
              <a:t>academics</a:t>
            </a:r>
            <a:r>
              <a:rPr dirty="0" sz="1600" spc="-6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industry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analysts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43483" y="3011423"/>
            <a:ext cx="5473065" cy="91440"/>
          </a:xfrm>
          <a:custGeom>
            <a:avLst/>
            <a:gdLst/>
            <a:ahLst/>
            <a:cxnLst/>
            <a:rect l="l" t="t" r="r" b="b"/>
            <a:pathLst>
              <a:path w="5473065" h="91439">
                <a:moveTo>
                  <a:pt x="5472684" y="0"/>
                </a:moveTo>
                <a:lnTo>
                  <a:pt x="0" y="0"/>
                </a:lnTo>
                <a:lnTo>
                  <a:pt x="0" y="91439"/>
                </a:lnTo>
                <a:lnTo>
                  <a:pt x="5472684" y="91439"/>
                </a:lnTo>
                <a:lnTo>
                  <a:pt x="5472684" y="0"/>
                </a:lnTo>
                <a:close/>
              </a:path>
            </a:pathLst>
          </a:custGeom>
          <a:solidFill>
            <a:srgbClr val="A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30174" y="1556715"/>
            <a:ext cx="4859020" cy="1267460"/>
          </a:xfrm>
          <a:prstGeom prst="rect">
            <a:avLst/>
          </a:prstGeom>
        </p:spPr>
        <p:txBody>
          <a:bodyPr wrap="square" lIns="0" tIns="116205" rIns="0" bIns="0" rtlCol="0" vert="horz">
            <a:spAutoFit/>
          </a:bodyPr>
          <a:lstStyle/>
          <a:p>
            <a:pPr marL="12700" marR="5080">
              <a:lnSpc>
                <a:spcPts val="4490"/>
              </a:lnSpc>
              <a:spcBef>
                <a:spcPts val="915"/>
              </a:spcBef>
              <a:tabLst>
                <a:tab pos="3971290" algn="l"/>
              </a:tabLst>
            </a:pPr>
            <a:r>
              <a:rPr dirty="0" sz="4400">
                <a:latin typeface="Georgia"/>
                <a:cs typeface="Georgia"/>
              </a:rPr>
              <a:t>Digital</a:t>
            </a:r>
            <a:r>
              <a:rPr dirty="0" sz="4400" spc="-35">
                <a:latin typeface="Georgia"/>
                <a:cs typeface="Georgia"/>
              </a:rPr>
              <a:t> </a:t>
            </a:r>
            <a:r>
              <a:rPr dirty="0" sz="4400">
                <a:latin typeface="Georgia"/>
                <a:cs typeface="Georgia"/>
              </a:rPr>
              <a:t>Auto</a:t>
            </a:r>
            <a:r>
              <a:rPr dirty="0" sz="4400" spc="5">
                <a:latin typeface="Georgia"/>
                <a:cs typeface="Georgia"/>
              </a:rPr>
              <a:t> </a:t>
            </a:r>
            <a:r>
              <a:rPr dirty="0" sz="4400" spc="-10">
                <a:latin typeface="Georgia"/>
                <a:cs typeface="Georgia"/>
              </a:rPr>
              <a:t>Report </a:t>
            </a:r>
            <a:r>
              <a:rPr dirty="0" sz="4400">
                <a:latin typeface="Georgia"/>
                <a:cs typeface="Georgia"/>
              </a:rPr>
              <a:t>2023</a:t>
            </a:r>
            <a:r>
              <a:rPr dirty="0" sz="4400" spc="-10">
                <a:latin typeface="Georgia"/>
                <a:cs typeface="Georgia"/>
              </a:rPr>
              <a:t> </a:t>
            </a:r>
            <a:r>
              <a:rPr dirty="0" sz="4400">
                <a:latin typeface="Georgia"/>
                <a:cs typeface="Georgia"/>
              </a:rPr>
              <a:t>–</a:t>
            </a:r>
            <a:r>
              <a:rPr dirty="0" sz="4400" spc="-10">
                <a:latin typeface="Georgia"/>
                <a:cs typeface="Georgia"/>
              </a:rPr>
              <a:t> Volume</a:t>
            </a:r>
            <a:r>
              <a:rPr dirty="0" sz="4400">
                <a:latin typeface="Georgia"/>
                <a:cs typeface="Georgia"/>
              </a:rPr>
              <a:t>	</a:t>
            </a:r>
            <a:r>
              <a:rPr dirty="0" sz="4400" spc="-50">
                <a:latin typeface="Georgia"/>
                <a:cs typeface="Georgia"/>
              </a:rPr>
              <a:t>1</a:t>
            </a:r>
            <a:endParaRPr sz="4400">
              <a:latin typeface="Georgia"/>
              <a:cs typeface="Georg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039611" y="0"/>
            <a:ext cx="6152515" cy="6858000"/>
          </a:xfrm>
          <a:custGeom>
            <a:avLst/>
            <a:gdLst/>
            <a:ahLst/>
            <a:cxnLst/>
            <a:rect l="l" t="t" r="r" b="b"/>
            <a:pathLst>
              <a:path w="6152515" h="6858000">
                <a:moveTo>
                  <a:pt x="0" y="0"/>
                </a:moveTo>
                <a:lnTo>
                  <a:pt x="0" y="6858000"/>
                </a:lnTo>
                <a:lnTo>
                  <a:pt x="6152388" y="6858000"/>
                </a:lnTo>
                <a:lnTo>
                  <a:pt x="615238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8195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481953" y="3154732"/>
            <a:ext cx="4065904" cy="975994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1400" b="1">
                <a:solidFill>
                  <a:srgbClr val="A21F1F"/>
                </a:solidFill>
                <a:latin typeface="Arial"/>
                <a:cs typeface="Arial"/>
              </a:rPr>
              <a:t>Coming</a:t>
            </a:r>
            <a:r>
              <a:rPr dirty="0" sz="1400" spc="-3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A21F1F"/>
                </a:solidFill>
                <a:latin typeface="Arial"/>
                <a:cs typeface="Arial"/>
              </a:rPr>
              <a:t>up</a:t>
            </a:r>
            <a:r>
              <a:rPr dirty="0" sz="1400" spc="-2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A21F1F"/>
                </a:solidFill>
                <a:latin typeface="Arial"/>
                <a:cs typeface="Arial"/>
              </a:rPr>
              <a:t>next:</a:t>
            </a:r>
            <a:r>
              <a:rPr dirty="0" sz="1400" spc="-3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A21F1F"/>
                </a:solidFill>
                <a:latin typeface="Arial"/>
                <a:cs typeface="Arial"/>
              </a:rPr>
              <a:t>Volume</a:t>
            </a:r>
            <a:r>
              <a:rPr dirty="0" sz="1400" spc="-2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400" spc="-50" b="1">
                <a:solidFill>
                  <a:srgbClr val="A21F1F"/>
                </a:solidFill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dirty="0" sz="2000" b="1">
                <a:latin typeface="Arial"/>
                <a:cs typeface="Arial"/>
              </a:rPr>
              <a:t>Assessing</a:t>
            </a:r>
            <a:r>
              <a:rPr dirty="0" sz="2000" spc="-4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global</a:t>
            </a:r>
            <a:r>
              <a:rPr dirty="0" sz="2000" spc="-1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mobility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market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000" spc="-10" b="1">
                <a:latin typeface="Arial"/>
                <a:cs typeface="Arial"/>
              </a:rPr>
              <a:t>dynamics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1160252" y="1207008"/>
            <a:ext cx="782320" cy="3065145"/>
            <a:chOff x="11160252" y="1207008"/>
            <a:chExt cx="782320" cy="3065145"/>
          </a:xfrm>
        </p:grpSpPr>
        <p:sp>
          <p:nvSpPr>
            <p:cNvPr id="12" name="object 12"/>
            <p:cNvSpPr/>
            <p:nvPr/>
          </p:nvSpPr>
          <p:spPr>
            <a:xfrm>
              <a:off x="11179302" y="3548634"/>
              <a:ext cx="0" cy="703580"/>
            </a:xfrm>
            <a:custGeom>
              <a:avLst/>
              <a:gdLst/>
              <a:ahLst/>
              <a:cxnLst/>
              <a:rect l="l" t="t" r="r" b="b"/>
              <a:pathLst>
                <a:path w="0" h="703579">
                  <a:moveTo>
                    <a:pt x="0" y="0"/>
                  </a:moveTo>
                  <a:lnTo>
                    <a:pt x="0" y="703453"/>
                  </a:lnTo>
                </a:path>
              </a:pathLst>
            </a:custGeom>
            <a:ln w="38100">
              <a:solidFill>
                <a:srgbClr val="A2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1179302" y="4252722"/>
              <a:ext cx="703580" cy="0"/>
            </a:xfrm>
            <a:custGeom>
              <a:avLst/>
              <a:gdLst/>
              <a:ahLst/>
              <a:cxnLst/>
              <a:rect l="l" t="t" r="r" b="b"/>
              <a:pathLst>
                <a:path w="703579" h="0">
                  <a:moveTo>
                    <a:pt x="0" y="0"/>
                  </a:moveTo>
                  <a:lnTo>
                    <a:pt x="703453" y="0"/>
                  </a:lnTo>
                </a:path>
              </a:pathLst>
            </a:custGeom>
            <a:ln w="38100">
              <a:solidFill>
                <a:srgbClr val="A2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1316462" y="3845813"/>
              <a:ext cx="0" cy="275590"/>
            </a:xfrm>
            <a:custGeom>
              <a:avLst/>
              <a:gdLst/>
              <a:ahLst/>
              <a:cxnLst/>
              <a:rect l="l" t="t" r="r" b="b"/>
              <a:pathLst>
                <a:path w="0" h="275589">
                  <a:moveTo>
                    <a:pt x="0" y="0"/>
                  </a:moveTo>
                  <a:lnTo>
                    <a:pt x="0" y="275082"/>
                  </a:lnTo>
                </a:path>
              </a:pathLst>
            </a:custGeom>
            <a:ln w="38100">
              <a:solidFill>
                <a:srgbClr val="A2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1262360" y="3921252"/>
              <a:ext cx="108585" cy="157480"/>
            </a:xfrm>
            <a:custGeom>
              <a:avLst/>
              <a:gdLst/>
              <a:ahLst/>
              <a:cxnLst/>
              <a:rect l="l" t="t" r="r" b="b"/>
              <a:pathLst>
                <a:path w="108584" h="157479">
                  <a:moveTo>
                    <a:pt x="108203" y="0"/>
                  </a:moveTo>
                  <a:lnTo>
                    <a:pt x="0" y="0"/>
                  </a:lnTo>
                  <a:lnTo>
                    <a:pt x="0" y="156972"/>
                  </a:lnTo>
                  <a:lnTo>
                    <a:pt x="108203" y="156972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1262360" y="3921252"/>
              <a:ext cx="108585" cy="157480"/>
            </a:xfrm>
            <a:custGeom>
              <a:avLst/>
              <a:gdLst/>
              <a:ahLst/>
              <a:cxnLst/>
              <a:rect l="l" t="t" r="r" b="b"/>
              <a:pathLst>
                <a:path w="108584" h="157479">
                  <a:moveTo>
                    <a:pt x="0" y="156972"/>
                  </a:moveTo>
                  <a:lnTo>
                    <a:pt x="108203" y="156972"/>
                  </a:lnTo>
                  <a:lnTo>
                    <a:pt x="108203" y="0"/>
                  </a:lnTo>
                  <a:lnTo>
                    <a:pt x="0" y="0"/>
                  </a:lnTo>
                  <a:lnTo>
                    <a:pt x="0" y="156972"/>
                  </a:lnTo>
                  <a:close/>
                </a:path>
              </a:pathLst>
            </a:custGeom>
            <a:ln w="9525">
              <a:solidFill>
                <a:srgbClr val="A2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1474958" y="3786378"/>
              <a:ext cx="0" cy="348615"/>
            </a:xfrm>
            <a:custGeom>
              <a:avLst/>
              <a:gdLst/>
              <a:ahLst/>
              <a:cxnLst/>
              <a:rect l="l" t="t" r="r" b="b"/>
              <a:pathLst>
                <a:path w="0" h="348614">
                  <a:moveTo>
                    <a:pt x="0" y="0"/>
                  </a:moveTo>
                  <a:lnTo>
                    <a:pt x="0" y="348234"/>
                  </a:lnTo>
                </a:path>
              </a:pathLst>
            </a:custGeom>
            <a:ln w="38100">
              <a:solidFill>
                <a:srgbClr val="A2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1422380" y="3845052"/>
              <a:ext cx="106680" cy="195580"/>
            </a:xfrm>
            <a:custGeom>
              <a:avLst/>
              <a:gdLst/>
              <a:ahLst/>
              <a:cxnLst/>
              <a:rect l="l" t="t" r="r" b="b"/>
              <a:pathLst>
                <a:path w="106679" h="195579">
                  <a:moveTo>
                    <a:pt x="106679" y="0"/>
                  </a:moveTo>
                  <a:lnTo>
                    <a:pt x="0" y="0"/>
                  </a:lnTo>
                  <a:lnTo>
                    <a:pt x="0" y="195072"/>
                  </a:lnTo>
                  <a:lnTo>
                    <a:pt x="106679" y="195072"/>
                  </a:lnTo>
                  <a:lnTo>
                    <a:pt x="106679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1422380" y="3845052"/>
              <a:ext cx="106680" cy="195580"/>
            </a:xfrm>
            <a:custGeom>
              <a:avLst/>
              <a:gdLst/>
              <a:ahLst/>
              <a:cxnLst/>
              <a:rect l="l" t="t" r="r" b="b"/>
              <a:pathLst>
                <a:path w="106679" h="195579">
                  <a:moveTo>
                    <a:pt x="0" y="195072"/>
                  </a:moveTo>
                  <a:lnTo>
                    <a:pt x="106679" y="195072"/>
                  </a:lnTo>
                  <a:lnTo>
                    <a:pt x="106679" y="0"/>
                  </a:lnTo>
                  <a:lnTo>
                    <a:pt x="0" y="0"/>
                  </a:lnTo>
                  <a:lnTo>
                    <a:pt x="0" y="195072"/>
                  </a:lnTo>
                  <a:close/>
                </a:path>
              </a:pathLst>
            </a:custGeom>
            <a:ln w="9524">
              <a:solidFill>
                <a:srgbClr val="A2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1633454" y="3601974"/>
              <a:ext cx="0" cy="383540"/>
            </a:xfrm>
            <a:custGeom>
              <a:avLst/>
              <a:gdLst/>
              <a:ahLst/>
              <a:cxnLst/>
              <a:rect l="l" t="t" r="r" b="b"/>
              <a:pathLst>
                <a:path w="0" h="383539">
                  <a:moveTo>
                    <a:pt x="0" y="0"/>
                  </a:moveTo>
                  <a:lnTo>
                    <a:pt x="0" y="383032"/>
                  </a:lnTo>
                </a:path>
              </a:pathLst>
            </a:custGeom>
            <a:ln w="38100">
              <a:solidFill>
                <a:srgbClr val="A2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1580876" y="3707891"/>
              <a:ext cx="108585" cy="234950"/>
            </a:xfrm>
            <a:custGeom>
              <a:avLst/>
              <a:gdLst/>
              <a:ahLst/>
              <a:cxnLst/>
              <a:rect l="l" t="t" r="r" b="b"/>
              <a:pathLst>
                <a:path w="108584" h="234950">
                  <a:moveTo>
                    <a:pt x="108203" y="0"/>
                  </a:moveTo>
                  <a:lnTo>
                    <a:pt x="0" y="0"/>
                  </a:lnTo>
                  <a:lnTo>
                    <a:pt x="0" y="234695"/>
                  </a:lnTo>
                  <a:lnTo>
                    <a:pt x="108203" y="2346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1580876" y="3707891"/>
              <a:ext cx="108585" cy="234950"/>
            </a:xfrm>
            <a:custGeom>
              <a:avLst/>
              <a:gdLst/>
              <a:ahLst/>
              <a:cxnLst/>
              <a:rect l="l" t="t" r="r" b="b"/>
              <a:pathLst>
                <a:path w="108584" h="234950">
                  <a:moveTo>
                    <a:pt x="0" y="234695"/>
                  </a:moveTo>
                  <a:lnTo>
                    <a:pt x="108203" y="234695"/>
                  </a:lnTo>
                  <a:lnTo>
                    <a:pt x="108203" y="0"/>
                  </a:lnTo>
                  <a:lnTo>
                    <a:pt x="0" y="0"/>
                  </a:lnTo>
                  <a:lnTo>
                    <a:pt x="0" y="234695"/>
                  </a:lnTo>
                  <a:close/>
                </a:path>
              </a:pathLst>
            </a:custGeom>
            <a:ln w="9525">
              <a:solidFill>
                <a:srgbClr val="A2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1788902" y="3708653"/>
              <a:ext cx="0" cy="275590"/>
            </a:xfrm>
            <a:custGeom>
              <a:avLst/>
              <a:gdLst/>
              <a:ahLst/>
              <a:cxnLst/>
              <a:rect l="l" t="t" r="r" b="b"/>
              <a:pathLst>
                <a:path w="0" h="275589">
                  <a:moveTo>
                    <a:pt x="0" y="0"/>
                  </a:moveTo>
                  <a:lnTo>
                    <a:pt x="0" y="275082"/>
                  </a:lnTo>
                </a:path>
              </a:pathLst>
            </a:custGeom>
            <a:ln w="38100">
              <a:solidFill>
                <a:srgbClr val="A2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1736324" y="3774947"/>
              <a:ext cx="108585" cy="167640"/>
            </a:xfrm>
            <a:custGeom>
              <a:avLst/>
              <a:gdLst/>
              <a:ahLst/>
              <a:cxnLst/>
              <a:rect l="l" t="t" r="r" b="b"/>
              <a:pathLst>
                <a:path w="108584" h="167639">
                  <a:moveTo>
                    <a:pt x="108203" y="0"/>
                  </a:moveTo>
                  <a:lnTo>
                    <a:pt x="0" y="0"/>
                  </a:lnTo>
                  <a:lnTo>
                    <a:pt x="0" y="167639"/>
                  </a:lnTo>
                  <a:lnTo>
                    <a:pt x="108203" y="167639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1736324" y="3774947"/>
              <a:ext cx="108585" cy="167640"/>
            </a:xfrm>
            <a:custGeom>
              <a:avLst/>
              <a:gdLst/>
              <a:ahLst/>
              <a:cxnLst/>
              <a:rect l="l" t="t" r="r" b="b"/>
              <a:pathLst>
                <a:path w="108584" h="167639">
                  <a:moveTo>
                    <a:pt x="0" y="167639"/>
                  </a:moveTo>
                  <a:lnTo>
                    <a:pt x="108203" y="167639"/>
                  </a:lnTo>
                  <a:lnTo>
                    <a:pt x="108203" y="0"/>
                  </a:lnTo>
                  <a:lnTo>
                    <a:pt x="0" y="0"/>
                  </a:lnTo>
                  <a:lnTo>
                    <a:pt x="0" y="167639"/>
                  </a:lnTo>
                  <a:close/>
                </a:path>
              </a:pathLst>
            </a:custGeom>
            <a:ln w="9525">
              <a:solidFill>
                <a:srgbClr val="A2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1178540" y="1207008"/>
              <a:ext cx="763905" cy="883919"/>
            </a:xfrm>
            <a:custGeom>
              <a:avLst/>
              <a:gdLst/>
              <a:ahLst/>
              <a:cxnLst/>
              <a:rect l="l" t="t" r="r" b="b"/>
              <a:pathLst>
                <a:path w="763904" h="883919">
                  <a:moveTo>
                    <a:pt x="198882" y="63754"/>
                  </a:moveTo>
                  <a:lnTo>
                    <a:pt x="190881" y="63754"/>
                  </a:lnTo>
                  <a:lnTo>
                    <a:pt x="178943" y="67945"/>
                  </a:lnTo>
                  <a:lnTo>
                    <a:pt x="170942" y="72263"/>
                  </a:lnTo>
                  <a:lnTo>
                    <a:pt x="167005" y="84963"/>
                  </a:lnTo>
                  <a:lnTo>
                    <a:pt x="163068" y="93472"/>
                  </a:lnTo>
                  <a:lnTo>
                    <a:pt x="167005" y="106299"/>
                  </a:lnTo>
                  <a:lnTo>
                    <a:pt x="202819" y="174244"/>
                  </a:lnTo>
                  <a:lnTo>
                    <a:pt x="214757" y="182753"/>
                  </a:lnTo>
                  <a:lnTo>
                    <a:pt x="226695" y="186944"/>
                  </a:lnTo>
                  <a:lnTo>
                    <a:pt x="242570" y="182753"/>
                  </a:lnTo>
                  <a:lnTo>
                    <a:pt x="250571" y="174244"/>
                  </a:lnTo>
                  <a:lnTo>
                    <a:pt x="254508" y="165735"/>
                  </a:lnTo>
                  <a:lnTo>
                    <a:pt x="254508" y="153035"/>
                  </a:lnTo>
                  <a:lnTo>
                    <a:pt x="250571" y="144526"/>
                  </a:lnTo>
                  <a:lnTo>
                    <a:pt x="214757" y="76454"/>
                  </a:lnTo>
                  <a:lnTo>
                    <a:pt x="210820" y="67945"/>
                  </a:lnTo>
                  <a:lnTo>
                    <a:pt x="198882" y="63754"/>
                  </a:lnTo>
                  <a:close/>
                </a:path>
                <a:path w="763904" h="883919">
                  <a:moveTo>
                    <a:pt x="75565" y="220980"/>
                  </a:moveTo>
                  <a:lnTo>
                    <a:pt x="55626" y="220980"/>
                  </a:lnTo>
                  <a:lnTo>
                    <a:pt x="47752" y="225171"/>
                  </a:lnTo>
                  <a:lnTo>
                    <a:pt x="43688" y="233680"/>
                  </a:lnTo>
                  <a:lnTo>
                    <a:pt x="39751" y="242189"/>
                  </a:lnTo>
                  <a:lnTo>
                    <a:pt x="39751" y="250698"/>
                  </a:lnTo>
                  <a:lnTo>
                    <a:pt x="43688" y="259207"/>
                  </a:lnTo>
                  <a:lnTo>
                    <a:pt x="51689" y="267716"/>
                  </a:lnTo>
                  <a:lnTo>
                    <a:pt x="103378" y="301752"/>
                  </a:lnTo>
                  <a:lnTo>
                    <a:pt x="127254" y="301752"/>
                  </a:lnTo>
                  <a:lnTo>
                    <a:pt x="135255" y="288925"/>
                  </a:lnTo>
                  <a:lnTo>
                    <a:pt x="139192" y="280416"/>
                  </a:lnTo>
                  <a:lnTo>
                    <a:pt x="139192" y="272034"/>
                  </a:lnTo>
                  <a:lnTo>
                    <a:pt x="135255" y="263525"/>
                  </a:lnTo>
                  <a:lnTo>
                    <a:pt x="127254" y="255016"/>
                  </a:lnTo>
                  <a:lnTo>
                    <a:pt x="75565" y="220980"/>
                  </a:lnTo>
                  <a:close/>
                </a:path>
                <a:path w="763904" h="883919">
                  <a:moveTo>
                    <a:pt x="445389" y="777621"/>
                  </a:moveTo>
                  <a:lnTo>
                    <a:pt x="318135" y="777621"/>
                  </a:lnTo>
                  <a:lnTo>
                    <a:pt x="310134" y="781939"/>
                  </a:lnTo>
                  <a:lnTo>
                    <a:pt x="306197" y="790448"/>
                  </a:lnTo>
                  <a:lnTo>
                    <a:pt x="306197" y="807466"/>
                  </a:lnTo>
                  <a:lnTo>
                    <a:pt x="310134" y="811657"/>
                  </a:lnTo>
                  <a:lnTo>
                    <a:pt x="318135" y="815975"/>
                  </a:lnTo>
                  <a:lnTo>
                    <a:pt x="326136" y="820166"/>
                  </a:lnTo>
                  <a:lnTo>
                    <a:pt x="437388" y="820166"/>
                  </a:lnTo>
                  <a:lnTo>
                    <a:pt x="445389" y="815975"/>
                  </a:lnTo>
                  <a:lnTo>
                    <a:pt x="453390" y="811657"/>
                  </a:lnTo>
                  <a:lnTo>
                    <a:pt x="457327" y="807466"/>
                  </a:lnTo>
                  <a:lnTo>
                    <a:pt x="457327" y="790448"/>
                  </a:lnTo>
                  <a:lnTo>
                    <a:pt x="453390" y="781939"/>
                  </a:lnTo>
                  <a:lnTo>
                    <a:pt x="445389" y="777621"/>
                  </a:lnTo>
                  <a:close/>
                </a:path>
                <a:path w="763904" h="883919">
                  <a:moveTo>
                    <a:pt x="425450" y="841375"/>
                  </a:moveTo>
                  <a:lnTo>
                    <a:pt x="338074" y="841375"/>
                  </a:lnTo>
                  <a:lnTo>
                    <a:pt x="330073" y="845693"/>
                  </a:lnTo>
                  <a:lnTo>
                    <a:pt x="326136" y="854202"/>
                  </a:lnTo>
                  <a:lnTo>
                    <a:pt x="326136" y="871220"/>
                  </a:lnTo>
                  <a:lnTo>
                    <a:pt x="330073" y="879729"/>
                  </a:lnTo>
                  <a:lnTo>
                    <a:pt x="338074" y="883920"/>
                  </a:lnTo>
                  <a:lnTo>
                    <a:pt x="425450" y="883920"/>
                  </a:lnTo>
                  <a:lnTo>
                    <a:pt x="433451" y="879729"/>
                  </a:lnTo>
                  <a:lnTo>
                    <a:pt x="437388" y="871220"/>
                  </a:lnTo>
                  <a:lnTo>
                    <a:pt x="437388" y="854202"/>
                  </a:lnTo>
                  <a:lnTo>
                    <a:pt x="433451" y="845693"/>
                  </a:lnTo>
                  <a:lnTo>
                    <a:pt x="425450" y="841375"/>
                  </a:lnTo>
                  <a:close/>
                </a:path>
                <a:path w="763904" h="883919">
                  <a:moveTo>
                    <a:pt x="119253" y="586486"/>
                  </a:moveTo>
                  <a:lnTo>
                    <a:pt x="103378" y="586486"/>
                  </a:lnTo>
                  <a:lnTo>
                    <a:pt x="75565" y="603504"/>
                  </a:lnTo>
                  <a:lnTo>
                    <a:pt x="71628" y="611886"/>
                  </a:lnTo>
                  <a:lnTo>
                    <a:pt x="67564" y="616204"/>
                  </a:lnTo>
                  <a:lnTo>
                    <a:pt x="67564" y="624713"/>
                  </a:lnTo>
                  <a:lnTo>
                    <a:pt x="71628" y="633222"/>
                  </a:lnTo>
                  <a:lnTo>
                    <a:pt x="79502" y="641731"/>
                  </a:lnTo>
                  <a:lnTo>
                    <a:pt x="87503" y="645922"/>
                  </a:lnTo>
                  <a:lnTo>
                    <a:pt x="95377" y="641731"/>
                  </a:lnTo>
                  <a:lnTo>
                    <a:pt x="123317" y="624713"/>
                  </a:lnTo>
                  <a:lnTo>
                    <a:pt x="131191" y="620395"/>
                  </a:lnTo>
                  <a:lnTo>
                    <a:pt x="135255" y="611886"/>
                  </a:lnTo>
                  <a:lnTo>
                    <a:pt x="135255" y="603504"/>
                  </a:lnTo>
                  <a:lnTo>
                    <a:pt x="131191" y="594995"/>
                  </a:lnTo>
                  <a:lnTo>
                    <a:pt x="127254" y="590677"/>
                  </a:lnTo>
                  <a:lnTo>
                    <a:pt x="119253" y="586486"/>
                  </a:lnTo>
                  <a:close/>
                </a:path>
                <a:path w="763904" h="883919">
                  <a:moveTo>
                    <a:pt x="75565" y="416433"/>
                  </a:moveTo>
                  <a:lnTo>
                    <a:pt x="23876" y="416433"/>
                  </a:lnTo>
                  <a:lnTo>
                    <a:pt x="11938" y="420751"/>
                  </a:lnTo>
                  <a:lnTo>
                    <a:pt x="3937" y="424942"/>
                  </a:lnTo>
                  <a:lnTo>
                    <a:pt x="0" y="433451"/>
                  </a:lnTo>
                  <a:lnTo>
                    <a:pt x="0" y="450469"/>
                  </a:lnTo>
                  <a:lnTo>
                    <a:pt x="3937" y="458978"/>
                  </a:lnTo>
                  <a:lnTo>
                    <a:pt x="11938" y="467487"/>
                  </a:lnTo>
                  <a:lnTo>
                    <a:pt x="83566" y="467487"/>
                  </a:lnTo>
                  <a:lnTo>
                    <a:pt x="91440" y="458978"/>
                  </a:lnTo>
                  <a:lnTo>
                    <a:pt x="95377" y="450469"/>
                  </a:lnTo>
                  <a:lnTo>
                    <a:pt x="99441" y="441960"/>
                  </a:lnTo>
                  <a:lnTo>
                    <a:pt x="95377" y="433451"/>
                  </a:lnTo>
                  <a:lnTo>
                    <a:pt x="91440" y="424942"/>
                  </a:lnTo>
                  <a:lnTo>
                    <a:pt x="75565" y="416433"/>
                  </a:lnTo>
                  <a:close/>
                </a:path>
                <a:path w="763904" h="883919">
                  <a:moveTo>
                    <a:pt x="393700" y="0"/>
                  </a:moveTo>
                  <a:lnTo>
                    <a:pt x="369824" y="0"/>
                  </a:lnTo>
                  <a:lnTo>
                    <a:pt x="361823" y="8509"/>
                  </a:lnTo>
                  <a:lnTo>
                    <a:pt x="357886" y="17018"/>
                  </a:lnTo>
                  <a:lnTo>
                    <a:pt x="353949" y="29718"/>
                  </a:lnTo>
                  <a:lnTo>
                    <a:pt x="353949" y="114681"/>
                  </a:lnTo>
                  <a:lnTo>
                    <a:pt x="357886" y="123190"/>
                  </a:lnTo>
                  <a:lnTo>
                    <a:pt x="361823" y="136017"/>
                  </a:lnTo>
                  <a:lnTo>
                    <a:pt x="369824" y="140208"/>
                  </a:lnTo>
                  <a:lnTo>
                    <a:pt x="381762" y="144526"/>
                  </a:lnTo>
                  <a:lnTo>
                    <a:pt x="393700" y="140208"/>
                  </a:lnTo>
                  <a:lnTo>
                    <a:pt x="401701" y="136017"/>
                  </a:lnTo>
                  <a:lnTo>
                    <a:pt x="405638" y="123190"/>
                  </a:lnTo>
                  <a:lnTo>
                    <a:pt x="409575" y="114681"/>
                  </a:lnTo>
                  <a:lnTo>
                    <a:pt x="409575" y="29718"/>
                  </a:lnTo>
                  <a:lnTo>
                    <a:pt x="405638" y="17018"/>
                  </a:lnTo>
                  <a:lnTo>
                    <a:pt x="401701" y="8509"/>
                  </a:lnTo>
                  <a:lnTo>
                    <a:pt x="393700" y="0"/>
                  </a:lnTo>
                  <a:close/>
                </a:path>
                <a:path w="763904" h="883919">
                  <a:moveTo>
                    <a:pt x="660146" y="586486"/>
                  </a:moveTo>
                  <a:lnTo>
                    <a:pt x="644271" y="586486"/>
                  </a:lnTo>
                  <a:lnTo>
                    <a:pt x="636270" y="590677"/>
                  </a:lnTo>
                  <a:lnTo>
                    <a:pt x="632333" y="594995"/>
                  </a:lnTo>
                  <a:lnTo>
                    <a:pt x="628269" y="603504"/>
                  </a:lnTo>
                  <a:lnTo>
                    <a:pt x="628269" y="611886"/>
                  </a:lnTo>
                  <a:lnTo>
                    <a:pt x="632333" y="620395"/>
                  </a:lnTo>
                  <a:lnTo>
                    <a:pt x="640207" y="624713"/>
                  </a:lnTo>
                  <a:lnTo>
                    <a:pt x="668020" y="641731"/>
                  </a:lnTo>
                  <a:lnTo>
                    <a:pt x="676021" y="645922"/>
                  </a:lnTo>
                  <a:lnTo>
                    <a:pt x="684022" y="641731"/>
                  </a:lnTo>
                  <a:lnTo>
                    <a:pt x="691896" y="633222"/>
                  </a:lnTo>
                  <a:lnTo>
                    <a:pt x="695960" y="624713"/>
                  </a:lnTo>
                  <a:lnTo>
                    <a:pt x="695960" y="616204"/>
                  </a:lnTo>
                  <a:lnTo>
                    <a:pt x="691896" y="611886"/>
                  </a:lnTo>
                  <a:lnTo>
                    <a:pt x="687959" y="603504"/>
                  </a:lnTo>
                  <a:lnTo>
                    <a:pt x="660146" y="586486"/>
                  </a:lnTo>
                  <a:close/>
                </a:path>
                <a:path w="763904" h="883919">
                  <a:moveTo>
                    <a:pt x="707898" y="220980"/>
                  </a:moveTo>
                  <a:lnTo>
                    <a:pt x="687959" y="220980"/>
                  </a:lnTo>
                  <a:lnTo>
                    <a:pt x="636270" y="255016"/>
                  </a:lnTo>
                  <a:lnTo>
                    <a:pt x="628269" y="263525"/>
                  </a:lnTo>
                  <a:lnTo>
                    <a:pt x="624332" y="272034"/>
                  </a:lnTo>
                  <a:lnTo>
                    <a:pt x="624332" y="280416"/>
                  </a:lnTo>
                  <a:lnTo>
                    <a:pt x="628269" y="288925"/>
                  </a:lnTo>
                  <a:lnTo>
                    <a:pt x="636270" y="301752"/>
                  </a:lnTo>
                  <a:lnTo>
                    <a:pt x="660146" y="301752"/>
                  </a:lnTo>
                  <a:lnTo>
                    <a:pt x="711835" y="267716"/>
                  </a:lnTo>
                  <a:lnTo>
                    <a:pt x="719836" y="259207"/>
                  </a:lnTo>
                  <a:lnTo>
                    <a:pt x="723773" y="250698"/>
                  </a:lnTo>
                  <a:lnTo>
                    <a:pt x="723773" y="242189"/>
                  </a:lnTo>
                  <a:lnTo>
                    <a:pt x="719836" y="233680"/>
                  </a:lnTo>
                  <a:lnTo>
                    <a:pt x="715772" y="225171"/>
                  </a:lnTo>
                  <a:lnTo>
                    <a:pt x="707898" y="220980"/>
                  </a:lnTo>
                  <a:close/>
                </a:path>
                <a:path w="763904" h="883919">
                  <a:moveTo>
                    <a:pt x="739648" y="416433"/>
                  </a:moveTo>
                  <a:lnTo>
                    <a:pt x="687959" y="416433"/>
                  </a:lnTo>
                  <a:lnTo>
                    <a:pt x="672084" y="424942"/>
                  </a:lnTo>
                  <a:lnTo>
                    <a:pt x="668020" y="433451"/>
                  </a:lnTo>
                  <a:lnTo>
                    <a:pt x="664083" y="441960"/>
                  </a:lnTo>
                  <a:lnTo>
                    <a:pt x="668020" y="450469"/>
                  </a:lnTo>
                  <a:lnTo>
                    <a:pt x="672084" y="458978"/>
                  </a:lnTo>
                  <a:lnTo>
                    <a:pt x="679958" y="467487"/>
                  </a:lnTo>
                  <a:lnTo>
                    <a:pt x="751586" y="467487"/>
                  </a:lnTo>
                  <a:lnTo>
                    <a:pt x="759587" y="458978"/>
                  </a:lnTo>
                  <a:lnTo>
                    <a:pt x="763524" y="450469"/>
                  </a:lnTo>
                  <a:lnTo>
                    <a:pt x="763524" y="433451"/>
                  </a:lnTo>
                  <a:lnTo>
                    <a:pt x="759587" y="424942"/>
                  </a:lnTo>
                  <a:lnTo>
                    <a:pt x="751586" y="420751"/>
                  </a:lnTo>
                  <a:lnTo>
                    <a:pt x="739648" y="416433"/>
                  </a:lnTo>
                  <a:close/>
                </a:path>
                <a:path w="763904" h="883919">
                  <a:moveTo>
                    <a:pt x="572643" y="63754"/>
                  </a:moveTo>
                  <a:lnTo>
                    <a:pt x="564642" y="63754"/>
                  </a:lnTo>
                  <a:lnTo>
                    <a:pt x="552704" y="67945"/>
                  </a:lnTo>
                  <a:lnTo>
                    <a:pt x="548767" y="76454"/>
                  </a:lnTo>
                  <a:lnTo>
                    <a:pt x="512953" y="144526"/>
                  </a:lnTo>
                  <a:lnTo>
                    <a:pt x="509016" y="153035"/>
                  </a:lnTo>
                  <a:lnTo>
                    <a:pt x="509016" y="165735"/>
                  </a:lnTo>
                  <a:lnTo>
                    <a:pt x="512953" y="174244"/>
                  </a:lnTo>
                  <a:lnTo>
                    <a:pt x="520954" y="182753"/>
                  </a:lnTo>
                  <a:lnTo>
                    <a:pt x="536829" y="186944"/>
                  </a:lnTo>
                  <a:lnTo>
                    <a:pt x="548767" y="182753"/>
                  </a:lnTo>
                  <a:lnTo>
                    <a:pt x="560705" y="174244"/>
                  </a:lnTo>
                  <a:lnTo>
                    <a:pt x="596519" y="106299"/>
                  </a:lnTo>
                  <a:lnTo>
                    <a:pt x="600456" y="93472"/>
                  </a:lnTo>
                  <a:lnTo>
                    <a:pt x="596519" y="84963"/>
                  </a:lnTo>
                  <a:lnTo>
                    <a:pt x="592582" y="72263"/>
                  </a:lnTo>
                  <a:lnTo>
                    <a:pt x="584581" y="67945"/>
                  </a:lnTo>
                  <a:lnTo>
                    <a:pt x="572643" y="63754"/>
                  </a:lnTo>
                  <a:close/>
                </a:path>
                <a:path w="763904" h="883919">
                  <a:moveTo>
                    <a:pt x="381762" y="208280"/>
                  </a:moveTo>
                  <a:lnTo>
                    <a:pt x="338074" y="216789"/>
                  </a:lnTo>
                  <a:lnTo>
                    <a:pt x="298196" y="229489"/>
                  </a:lnTo>
                  <a:lnTo>
                    <a:pt x="266446" y="250698"/>
                  </a:lnTo>
                  <a:lnTo>
                    <a:pt x="218694" y="305943"/>
                  </a:lnTo>
                  <a:lnTo>
                    <a:pt x="198882" y="378206"/>
                  </a:lnTo>
                  <a:lnTo>
                    <a:pt x="194818" y="416433"/>
                  </a:lnTo>
                  <a:lnTo>
                    <a:pt x="198882" y="458978"/>
                  </a:lnTo>
                  <a:lnTo>
                    <a:pt x="210820" y="493014"/>
                  </a:lnTo>
                  <a:lnTo>
                    <a:pt x="222631" y="518414"/>
                  </a:lnTo>
                  <a:lnTo>
                    <a:pt x="242570" y="543941"/>
                  </a:lnTo>
                  <a:lnTo>
                    <a:pt x="262509" y="573659"/>
                  </a:lnTo>
                  <a:lnTo>
                    <a:pt x="278384" y="611886"/>
                  </a:lnTo>
                  <a:lnTo>
                    <a:pt x="290322" y="658749"/>
                  </a:lnTo>
                  <a:lnTo>
                    <a:pt x="298196" y="718185"/>
                  </a:lnTo>
                  <a:lnTo>
                    <a:pt x="302260" y="730885"/>
                  </a:lnTo>
                  <a:lnTo>
                    <a:pt x="306197" y="743712"/>
                  </a:lnTo>
                  <a:lnTo>
                    <a:pt x="318135" y="752221"/>
                  </a:lnTo>
                  <a:lnTo>
                    <a:pt x="445389" y="752221"/>
                  </a:lnTo>
                  <a:lnTo>
                    <a:pt x="457327" y="743712"/>
                  </a:lnTo>
                  <a:lnTo>
                    <a:pt x="461264" y="730885"/>
                  </a:lnTo>
                  <a:lnTo>
                    <a:pt x="465328" y="718185"/>
                  </a:lnTo>
                  <a:lnTo>
                    <a:pt x="477139" y="633222"/>
                  </a:lnTo>
                  <a:lnTo>
                    <a:pt x="501015" y="573659"/>
                  </a:lnTo>
                  <a:lnTo>
                    <a:pt x="540766" y="518414"/>
                  </a:lnTo>
                  <a:lnTo>
                    <a:pt x="552704" y="493014"/>
                  </a:lnTo>
                  <a:lnTo>
                    <a:pt x="564642" y="458978"/>
                  </a:lnTo>
                  <a:lnTo>
                    <a:pt x="567080" y="433451"/>
                  </a:lnTo>
                  <a:lnTo>
                    <a:pt x="258445" y="433451"/>
                  </a:lnTo>
                  <a:lnTo>
                    <a:pt x="254508" y="424942"/>
                  </a:lnTo>
                  <a:lnTo>
                    <a:pt x="250571" y="420751"/>
                  </a:lnTo>
                  <a:lnTo>
                    <a:pt x="246507" y="412242"/>
                  </a:lnTo>
                  <a:lnTo>
                    <a:pt x="250571" y="378206"/>
                  </a:lnTo>
                  <a:lnTo>
                    <a:pt x="270383" y="327279"/>
                  </a:lnTo>
                  <a:lnTo>
                    <a:pt x="310134" y="288925"/>
                  </a:lnTo>
                  <a:lnTo>
                    <a:pt x="353949" y="272034"/>
                  </a:lnTo>
                  <a:lnTo>
                    <a:pt x="520324" y="272034"/>
                  </a:lnTo>
                  <a:lnTo>
                    <a:pt x="497078" y="250698"/>
                  </a:lnTo>
                  <a:lnTo>
                    <a:pt x="465328" y="229489"/>
                  </a:lnTo>
                  <a:lnTo>
                    <a:pt x="425450" y="216789"/>
                  </a:lnTo>
                  <a:lnTo>
                    <a:pt x="381762" y="208280"/>
                  </a:lnTo>
                  <a:close/>
                </a:path>
                <a:path w="763904" h="883919">
                  <a:moveTo>
                    <a:pt x="520324" y="272034"/>
                  </a:moveTo>
                  <a:lnTo>
                    <a:pt x="381762" y="272034"/>
                  </a:lnTo>
                  <a:lnTo>
                    <a:pt x="389763" y="276225"/>
                  </a:lnTo>
                  <a:lnTo>
                    <a:pt x="397637" y="293243"/>
                  </a:lnTo>
                  <a:lnTo>
                    <a:pt x="393700" y="301752"/>
                  </a:lnTo>
                  <a:lnTo>
                    <a:pt x="381762" y="314452"/>
                  </a:lnTo>
                  <a:lnTo>
                    <a:pt x="361823" y="314452"/>
                  </a:lnTo>
                  <a:lnTo>
                    <a:pt x="345948" y="318770"/>
                  </a:lnTo>
                  <a:lnTo>
                    <a:pt x="306197" y="348488"/>
                  </a:lnTo>
                  <a:lnTo>
                    <a:pt x="290322" y="386715"/>
                  </a:lnTo>
                  <a:lnTo>
                    <a:pt x="286258" y="412242"/>
                  </a:lnTo>
                  <a:lnTo>
                    <a:pt x="286258" y="420751"/>
                  </a:lnTo>
                  <a:lnTo>
                    <a:pt x="282321" y="424942"/>
                  </a:lnTo>
                  <a:lnTo>
                    <a:pt x="274447" y="433451"/>
                  </a:lnTo>
                  <a:lnTo>
                    <a:pt x="567080" y="433451"/>
                  </a:lnTo>
                  <a:lnTo>
                    <a:pt x="568706" y="416433"/>
                  </a:lnTo>
                  <a:lnTo>
                    <a:pt x="564642" y="378206"/>
                  </a:lnTo>
                  <a:lnTo>
                    <a:pt x="556768" y="339979"/>
                  </a:lnTo>
                  <a:lnTo>
                    <a:pt x="544830" y="305943"/>
                  </a:lnTo>
                  <a:lnTo>
                    <a:pt x="524891" y="276225"/>
                  </a:lnTo>
                  <a:lnTo>
                    <a:pt x="520324" y="272034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6434073" y="4345381"/>
            <a:ext cx="445897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8120" indent="-185420">
              <a:lnSpc>
                <a:spcPct val="100000"/>
              </a:lnSpc>
              <a:spcBef>
                <a:spcPts val="100"/>
              </a:spcBef>
              <a:buChar char="•"/>
              <a:tabLst>
                <a:tab pos="198120" algn="l"/>
              </a:tabLst>
            </a:pPr>
            <a:r>
              <a:rPr dirty="0" sz="1200">
                <a:latin typeface="Arial"/>
                <a:cs typeface="Arial"/>
              </a:rPr>
              <a:t>Market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outlook</a:t>
            </a:r>
            <a:r>
              <a:rPr dirty="0" sz="1200" spc="-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–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penetration</a:t>
            </a:r>
            <a:r>
              <a:rPr dirty="0" sz="1200" spc="-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of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technologies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-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mobility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types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434073" y="4681220"/>
            <a:ext cx="43446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8120" indent="-185420">
              <a:lnSpc>
                <a:spcPct val="100000"/>
              </a:lnSpc>
              <a:spcBef>
                <a:spcPts val="100"/>
              </a:spcBef>
              <a:buChar char="•"/>
              <a:tabLst>
                <a:tab pos="198120" algn="l"/>
              </a:tabLst>
            </a:pPr>
            <a:r>
              <a:rPr dirty="0" sz="1200">
                <a:latin typeface="Arial"/>
                <a:cs typeface="Arial"/>
              </a:rPr>
              <a:t>Technology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–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shifting</a:t>
            </a:r>
            <a:r>
              <a:rPr dirty="0" sz="1200" spc="-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gears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connected,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electric,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automated</a:t>
            </a:r>
            <a:endParaRPr sz="12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434073" y="5016500"/>
            <a:ext cx="38919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8120" indent="-185420">
              <a:lnSpc>
                <a:spcPct val="100000"/>
              </a:lnSpc>
              <a:spcBef>
                <a:spcPts val="100"/>
              </a:spcBef>
              <a:buChar char="•"/>
              <a:tabLst>
                <a:tab pos="198120" algn="l"/>
              </a:tabLst>
            </a:pPr>
            <a:r>
              <a:rPr dirty="0" sz="1200">
                <a:latin typeface="Arial"/>
                <a:cs typeface="Arial"/>
              </a:rPr>
              <a:t>Regulation</a:t>
            </a:r>
            <a:r>
              <a:rPr dirty="0" sz="1200" spc="-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–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slowdown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or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acceleration</a:t>
            </a:r>
            <a:r>
              <a:rPr dirty="0" sz="1200" spc="-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of key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policies?</a:t>
            </a:r>
            <a:endParaRPr sz="12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481953" y="842011"/>
            <a:ext cx="3544570" cy="975994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1400" b="1">
                <a:solidFill>
                  <a:srgbClr val="A21F1F"/>
                </a:solidFill>
                <a:latin typeface="Arial"/>
                <a:cs typeface="Arial"/>
              </a:rPr>
              <a:t>This</a:t>
            </a:r>
            <a:r>
              <a:rPr dirty="0" sz="1400" spc="-4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A21F1F"/>
                </a:solidFill>
                <a:latin typeface="Arial"/>
                <a:cs typeface="Arial"/>
              </a:rPr>
              <a:t>report:</a:t>
            </a:r>
            <a:r>
              <a:rPr dirty="0" sz="1400" spc="-4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A21F1F"/>
                </a:solidFill>
                <a:latin typeface="Arial"/>
                <a:cs typeface="Arial"/>
              </a:rPr>
              <a:t>Volume</a:t>
            </a:r>
            <a:r>
              <a:rPr dirty="0" sz="1400" spc="-3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400" spc="-50" b="1">
                <a:solidFill>
                  <a:srgbClr val="A21F1F"/>
                </a:solidFill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90"/>
              </a:spcBef>
            </a:pPr>
            <a:r>
              <a:rPr dirty="0" sz="2000" b="1">
                <a:latin typeface="Arial"/>
                <a:cs typeface="Arial"/>
              </a:rPr>
              <a:t>Understanding</a:t>
            </a:r>
            <a:r>
              <a:rPr dirty="0" sz="2000" spc="-4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consumer </a:t>
            </a:r>
            <a:r>
              <a:rPr dirty="0" sz="2000" b="1">
                <a:latin typeface="Arial"/>
                <a:cs typeface="Arial"/>
              </a:rPr>
              <a:t>preferences</a:t>
            </a:r>
            <a:r>
              <a:rPr dirty="0" sz="2000" spc="-4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and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implications</a:t>
            </a:r>
            <a:endParaRPr sz="20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434073" y="2046808"/>
            <a:ext cx="344805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8120" indent="-185420">
              <a:lnSpc>
                <a:spcPct val="100000"/>
              </a:lnSpc>
              <a:spcBef>
                <a:spcPts val="100"/>
              </a:spcBef>
              <a:buChar char="•"/>
              <a:tabLst>
                <a:tab pos="198120" algn="l"/>
              </a:tabLst>
            </a:pPr>
            <a:r>
              <a:rPr dirty="0" sz="1200">
                <a:latin typeface="Arial"/>
                <a:cs typeface="Arial"/>
              </a:rPr>
              <a:t>Consumer</a:t>
            </a:r>
            <a:r>
              <a:rPr dirty="0" sz="1200" spc="-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view –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changing</a:t>
            </a:r>
            <a:r>
              <a:rPr dirty="0" sz="1200" spc="-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mobility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preferences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434073" y="2382773"/>
            <a:ext cx="46723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8120" indent="-185420">
              <a:lnSpc>
                <a:spcPct val="100000"/>
              </a:lnSpc>
              <a:spcBef>
                <a:spcPts val="100"/>
              </a:spcBef>
              <a:buChar char="•"/>
              <a:tabLst>
                <a:tab pos="198120" algn="l"/>
              </a:tabLst>
            </a:pPr>
            <a:r>
              <a:rPr dirty="0" sz="1200">
                <a:latin typeface="Arial"/>
                <a:cs typeface="Arial"/>
              </a:rPr>
              <a:t>Implications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for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auto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players –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interface,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subscription</a:t>
            </a:r>
            <a:r>
              <a:rPr dirty="0" sz="1200" spc="-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charging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085332" y="3011423"/>
            <a:ext cx="6101080" cy="3846829"/>
          </a:xfrm>
          <a:custGeom>
            <a:avLst/>
            <a:gdLst/>
            <a:ahLst/>
            <a:cxnLst/>
            <a:rect l="l" t="t" r="r" b="b"/>
            <a:pathLst>
              <a:path w="6101080" h="3846829">
                <a:moveTo>
                  <a:pt x="6100571" y="0"/>
                </a:moveTo>
                <a:lnTo>
                  <a:pt x="0" y="0"/>
                </a:lnTo>
                <a:lnTo>
                  <a:pt x="0" y="3846576"/>
                </a:lnTo>
                <a:lnTo>
                  <a:pt x="6100571" y="3846576"/>
                </a:lnTo>
                <a:lnTo>
                  <a:pt x="6100571" y="0"/>
                </a:lnTo>
                <a:close/>
              </a:path>
            </a:pathLst>
          </a:custGeom>
          <a:solidFill>
            <a:srgbClr val="FFFFFF">
              <a:alpha val="69410"/>
            </a:srgbClr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6341160"/>
            <a:ext cx="1062355" cy="3003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300"/>
              </a:lnSpc>
              <a:spcBef>
                <a:spcPts val="95"/>
              </a:spcBef>
            </a:pPr>
            <a:r>
              <a:rPr dirty="0" sz="750">
                <a:latin typeface="Arial"/>
                <a:cs typeface="Arial"/>
              </a:rPr>
              <a:t>Digital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Auto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Report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-20">
                <a:latin typeface="Arial"/>
                <a:cs typeface="Arial"/>
              </a:rPr>
              <a:t>2023</a:t>
            </a:r>
            <a:r>
              <a:rPr dirty="0" sz="750" spc="-10">
                <a:latin typeface="Arial"/>
                <a:cs typeface="Arial"/>
              </a:rPr>
              <a:t> Strategy&amp;</a:t>
            </a:r>
            <a:endParaRPr sz="7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30174" y="296926"/>
            <a:ext cx="10711180" cy="1260475"/>
          </a:xfrm>
          <a:prstGeom prst="rect"/>
        </p:spPr>
        <p:txBody>
          <a:bodyPr wrap="square" lIns="0" tIns="88265" rIns="0" bIns="0" rtlCol="0" vert="horz">
            <a:spAutoFit/>
          </a:bodyPr>
          <a:lstStyle/>
          <a:p>
            <a:pPr marL="12700" marR="5080">
              <a:lnSpc>
                <a:spcPts val="3260"/>
              </a:lnSpc>
              <a:spcBef>
                <a:spcPts val="695"/>
              </a:spcBef>
            </a:pPr>
            <a:r>
              <a:rPr dirty="0">
                <a:solidFill>
                  <a:srgbClr val="000000"/>
                </a:solidFill>
              </a:rPr>
              <a:t>Addressing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changing</a:t>
            </a:r>
            <a:r>
              <a:rPr dirty="0" spc="-6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consumer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preferences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requires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 spc="-20">
                <a:solidFill>
                  <a:srgbClr val="000000"/>
                </a:solidFill>
              </a:rPr>
              <a:t>auto </a:t>
            </a:r>
            <a:r>
              <a:rPr dirty="0">
                <a:solidFill>
                  <a:srgbClr val="000000"/>
                </a:solidFill>
              </a:rPr>
              <a:t>players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to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gear</a:t>
            </a:r>
            <a:r>
              <a:rPr dirty="0" spc="-3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up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their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user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interfaces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and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business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models</a:t>
            </a: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Executive</a:t>
            </a:r>
            <a:r>
              <a:rPr dirty="0" sz="1800" spc="-1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summary</a:t>
            </a:r>
            <a:r>
              <a:rPr dirty="0" sz="1800" spc="-4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–</a:t>
            </a:r>
            <a:r>
              <a:rPr dirty="0" sz="1800" spc="-5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A21F1F"/>
                </a:solidFill>
                <a:latin typeface="Arial"/>
                <a:cs typeface="Arial"/>
              </a:rPr>
              <a:t>Volume</a:t>
            </a:r>
            <a:r>
              <a:rPr dirty="0" sz="1800" spc="-7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spc="-50" b="1">
                <a:solidFill>
                  <a:srgbClr val="A21F1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78354" y="6500876"/>
            <a:ext cx="4415790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>
                <a:latin typeface="Arial"/>
                <a:cs typeface="Arial"/>
              </a:rPr>
              <a:t>Note:</a:t>
            </a:r>
            <a:r>
              <a:rPr dirty="0" sz="750" spc="-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Please</a:t>
            </a:r>
            <a:r>
              <a:rPr dirty="0" sz="750" spc="-3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refer</a:t>
            </a:r>
            <a:r>
              <a:rPr dirty="0" sz="750" spc="-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to respective</a:t>
            </a:r>
            <a:r>
              <a:rPr dirty="0" sz="750" spc="-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section</a:t>
            </a:r>
            <a:r>
              <a:rPr dirty="0" sz="750" spc="-3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for</a:t>
            </a:r>
            <a:r>
              <a:rPr dirty="0" sz="750" spc="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detailed</a:t>
            </a:r>
            <a:r>
              <a:rPr dirty="0" sz="750" spc="-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assumptions</a:t>
            </a:r>
            <a:r>
              <a:rPr dirty="0" sz="750" spc="-2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and</a:t>
            </a:r>
            <a:r>
              <a:rPr dirty="0" sz="750" spc="-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sources</a:t>
            </a:r>
            <a:r>
              <a:rPr dirty="0" sz="750" spc="-2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behind</a:t>
            </a:r>
            <a:r>
              <a:rPr dirty="0" sz="750" spc="-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stated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propositions</a:t>
            </a:r>
            <a:endParaRPr sz="7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665966" y="6500876"/>
            <a:ext cx="79375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 spc="-50">
                <a:latin typeface="Arial"/>
                <a:cs typeface="Arial"/>
              </a:rPr>
              <a:t>3</a:t>
            </a:r>
            <a:endParaRPr sz="75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43484" y="1700783"/>
          <a:ext cx="11387455" cy="21577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7535"/>
                <a:gridCol w="10713720"/>
              </a:tblGrid>
              <a:tr h="2157730">
                <a:tc>
                  <a:txBody>
                    <a:bodyPr/>
                    <a:lstStyle/>
                    <a:p>
                      <a:pPr marL="572770" marR="535305" indent="-336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1.</a:t>
                      </a:r>
                      <a:r>
                        <a:rPr dirty="0" sz="14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Consumer preferences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8740" vert="vert270">
                    <a:solidFill>
                      <a:srgbClr val="A21F1F"/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273050" indent="-201930">
                        <a:lnSpc>
                          <a:spcPct val="100000"/>
                        </a:lnSpc>
                        <a:spcBef>
                          <a:spcPts val="484"/>
                        </a:spcBef>
                        <a:buChar char="•"/>
                        <a:tabLst>
                          <a:tab pos="273050" algn="l"/>
                        </a:tabLst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Our</a:t>
                      </a:r>
                      <a:r>
                        <a:rPr dirty="0" sz="12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consumer</a:t>
                      </a:r>
                      <a:r>
                        <a:rPr dirty="0" sz="12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survey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(n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=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3,000</a:t>
                      </a:r>
                      <a:r>
                        <a:rPr dirty="0" sz="12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12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Germany,</a:t>
                      </a:r>
                      <a:r>
                        <a:rPr dirty="0" sz="12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US,</a:t>
                      </a:r>
                      <a:r>
                        <a:rPr dirty="0" sz="12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China)</a:t>
                      </a:r>
                      <a:r>
                        <a:rPr dirty="0" sz="12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captures</a:t>
                      </a:r>
                      <a:r>
                        <a:rPr dirty="0" sz="12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current</a:t>
                      </a:r>
                      <a:r>
                        <a:rPr dirty="0" sz="120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preferences</a:t>
                      </a:r>
                      <a:r>
                        <a:rPr dirty="0" sz="1200" spc="-5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1200" spc="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auto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mobility</a:t>
                      </a:r>
                      <a:r>
                        <a:rPr dirty="0" sz="12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2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is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contrasted</a:t>
                      </a:r>
                      <a:r>
                        <a:rPr dirty="0" sz="12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with</a:t>
                      </a:r>
                      <a:r>
                        <a:rPr dirty="0" sz="120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expert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opinions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algn="just" marL="248285" marR="100965" indent="-177165">
                        <a:lnSpc>
                          <a:spcPct val="100000"/>
                        </a:lnSpc>
                        <a:spcBef>
                          <a:spcPts val="600"/>
                        </a:spcBef>
                        <a:buChar char="•"/>
                        <a:tabLst>
                          <a:tab pos="248285" algn="l"/>
                        </a:tabLst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12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respect</a:t>
                      </a:r>
                      <a:r>
                        <a:rPr dirty="0" sz="12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2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connected</a:t>
                      </a:r>
                      <a:r>
                        <a:rPr dirty="0" sz="12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services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2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consumers</a:t>
                      </a:r>
                      <a:r>
                        <a:rPr dirty="0" sz="120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first</a:t>
                      </a:r>
                      <a:r>
                        <a:rPr dirty="0" sz="12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want</a:t>
                      </a:r>
                      <a:r>
                        <a:rPr dirty="0" sz="12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to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get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basics</a:t>
                      </a:r>
                      <a:r>
                        <a:rPr dirty="0" sz="1200" spc="-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right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–</a:t>
                      </a:r>
                      <a:r>
                        <a:rPr dirty="0" sz="12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2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highest</a:t>
                      </a:r>
                      <a:r>
                        <a:rPr dirty="0" sz="12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priority</a:t>
                      </a:r>
                      <a:r>
                        <a:rPr dirty="0" sz="12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is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safety</a:t>
                      </a:r>
                      <a:r>
                        <a:rPr dirty="0" sz="1200" spc="-5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+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navigation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20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phone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mirroring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is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gaining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importance,</a:t>
                      </a:r>
                      <a:r>
                        <a:rPr dirty="0" sz="12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on-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demand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car</a:t>
                      </a:r>
                      <a:r>
                        <a:rPr dirty="0" sz="1200" spc="-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functions</a:t>
                      </a:r>
                      <a:r>
                        <a:rPr dirty="0" sz="1200" spc="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as</a:t>
                      </a:r>
                      <a:r>
                        <a:rPr dirty="0" sz="12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well;</a:t>
                      </a:r>
                      <a:r>
                        <a:rPr dirty="0" sz="12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experts</a:t>
                      </a:r>
                      <a:r>
                        <a:rPr dirty="0" sz="12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rate</a:t>
                      </a:r>
                      <a:r>
                        <a:rPr dirty="0" sz="12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2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importance</a:t>
                      </a:r>
                      <a:r>
                        <a:rPr dirty="0" sz="1200" spc="-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20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infotainment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lifestyle</a:t>
                      </a:r>
                      <a:r>
                        <a:rPr dirty="0" sz="1200" spc="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higher</a:t>
                      </a:r>
                      <a:r>
                        <a:rPr dirty="0" sz="12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than</a:t>
                      </a:r>
                      <a:r>
                        <a:rPr dirty="0" sz="12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consumers</a:t>
                      </a:r>
                      <a:r>
                        <a:rPr dirty="0" sz="12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do;</a:t>
                      </a:r>
                      <a:r>
                        <a:rPr dirty="0" sz="12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willingness</a:t>
                      </a:r>
                      <a:r>
                        <a:rPr dirty="0" sz="12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2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pay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12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full</a:t>
                      </a:r>
                      <a:r>
                        <a:rPr dirty="0" sz="12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set</a:t>
                      </a:r>
                      <a:r>
                        <a:rPr dirty="0" sz="12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connected</a:t>
                      </a:r>
                      <a:r>
                        <a:rPr dirty="0" sz="1200" spc="-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services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stands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at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~€20</a:t>
                      </a:r>
                      <a:r>
                        <a:rPr dirty="0" sz="12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12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months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GER</a:t>
                      </a:r>
                      <a:r>
                        <a:rPr dirty="0" sz="12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2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US,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at</a:t>
                      </a:r>
                      <a:r>
                        <a:rPr dirty="0" sz="12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~€40</a:t>
                      </a:r>
                      <a:r>
                        <a:rPr dirty="0" sz="12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in China</a:t>
                      </a:r>
                      <a:r>
                        <a:rPr dirty="0" sz="12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–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experts</a:t>
                      </a:r>
                      <a:r>
                        <a:rPr dirty="0" sz="12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give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more</a:t>
                      </a:r>
                      <a:r>
                        <a:rPr dirty="0" sz="12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conservative</a:t>
                      </a:r>
                      <a:r>
                        <a:rPr dirty="0" sz="12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estimates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algn="just" marL="248920" indent="-177800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Arial"/>
                        <a:buChar char="•"/>
                        <a:tabLst>
                          <a:tab pos="248920" algn="l"/>
                        </a:tabLst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Germans</a:t>
                      </a:r>
                      <a:r>
                        <a:rPr dirty="0" sz="1200" spc="-5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still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hesitant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about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BEV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cars</a:t>
                      </a:r>
                      <a:r>
                        <a:rPr dirty="0" sz="12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–</a:t>
                      </a:r>
                      <a:r>
                        <a:rPr dirty="0" sz="12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only 35%</a:t>
                      </a:r>
                      <a:r>
                        <a:rPr dirty="0" sz="12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would</a:t>
                      </a:r>
                      <a:r>
                        <a:rPr dirty="0" sz="12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consider</a:t>
                      </a:r>
                      <a:r>
                        <a:rPr dirty="0" sz="12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getting</a:t>
                      </a:r>
                      <a:r>
                        <a:rPr dirty="0" sz="12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one;</a:t>
                      </a:r>
                      <a:r>
                        <a:rPr dirty="0" sz="12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more</a:t>
                      </a:r>
                      <a:r>
                        <a:rPr dirty="0" sz="12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openness</a:t>
                      </a:r>
                      <a:r>
                        <a:rPr dirty="0" sz="12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12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2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US</a:t>
                      </a:r>
                      <a:r>
                        <a:rPr dirty="0" sz="12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~50%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;</a:t>
                      </a:r>
                      <a:r>
                        <a:rPr dirty="0" sz="12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China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very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open</a:t>
                      </a:r>
                      <a:r>
                        <a:rPr dirty="0" sz="12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BEVs</a:t>
                      </a:r>
                      <a:r>
                        <a:rPr dirty="0" sz="1200" spc="-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with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&gt;90%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248285" marR="50800" indent="-177165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Arial"/>
                        <a:buChar char="•"/>
                        <a:tabLst>
                          <a:tab pos="248285" algn="l"/>
                        </a:tabLst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Low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trust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towards</a:t>
                      </a:r>
                      <a:r>
                        <a:rPr dirty="0" sz="12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L4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automated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vehicles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12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GER</a:t>
                      </a:r>
                      <a:r>
                        <a:rPr dirty="0" sz="12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US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with</a:t>
                      </a:r>
                      <a:r>
                        <a:rPr dirty="0" sz="12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60-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70%</a:t>
                      </a:r>
                      <a:r>
                        <a:rPr dirty="0" sz="1200" spc="-5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feeling</a:t>
                      </a:r>
                      <a:r>
                        <a:rPr dirty="0" sz="12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uncomfortable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vs.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15%</a:t>
                      </a:r>
                      <a:r>
                        <a:rPr dirty="0" sz="1200" spc="-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China;</a:t>
                      </a:r>
                      <a:r>
                        <a:rPr dirty="0" sz="12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but</a:t>
                      </a:r>
                      <a:r>
                        <a:rPr dirty="0" sz="12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12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2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other</a:t>
                      </a:r>
                      <a:r>
                        <a:rPr dirty="0" sz="12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hand,</a:t>
                      </a:r>
                      <a:r>
                        <a:rPr dirty="0" sz="12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Germans</a:t>
                      </a:r>
                      <a:r>
                        <a:rPr dirty="0" sz="12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25">
                          <a:latin typeface="Arial"/>
                          <a:cs typeface="Arial"/>
                        </a:rPr>
                        <a:t>who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want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2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use</a:t>
                      </a:r>
                      <a:r>
                        <a:rPr dirty="0" sz="12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L4</a:t>
                      </a:r>
                      <a:r>
                        <a:rPr dirty="0" sz="12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have</a:t>
                      </a:r>
                      <a:r>
                        <a:rPr dirty="0" sz="12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2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higher</a:t>
                      </a:r>
                      <a:r>
                        <a:rPr dirty="0" sz="1200" spc="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willingness</a:t>
                      </a:r>
                      <a:r>
                        <a:rPr dirty="0" sz="12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pay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to use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robo-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taxis than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to use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driver-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driven</a:t>
                      </a:r>
                      <a:r>
                        <a:rPr dirty="0" sz="12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taxis;</a:t>
                      </a:r>
                      <a:r>
                        <a:rPr dirty="0" sz="120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12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2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US</a:t>
                      </a:r>
                      <a:r>
                        <a:rPr dirty="0" sz="12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and China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willingness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pay</a:t>
                      </a:r>
                      <a:r>
                        <a:rPr dirty="0" sz="12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is</a:t>
                      </a:r>
                      <a:r>
                        <a:rPr dirty="0" sz="12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lower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248920" indent="-177800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Arial"/>
                        <a:buChar char="•"/>
                        <a:tabLst>
                          <a:tab pos="248920" algn="l"/>
                        </a:tabLst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Purchasing</a:t>
                      </a:r>
                      <a:r>
                        <a:rPr dirty="0" sz="12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2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new/used</a:t>
                      </a:r>
                      <a:r>
                        <a:rPr dirty="0" sz="1200" spc="-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car</a:t>
                      </a:r>
                      <a:r>
                        <a:rPr dirty="0" sz="1200" spc="-5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preferred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;</a:t>
                      </a:r>
                      <a:r>
                        <a:rPr dirty="0" sz="120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subscription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models</a:t>
                      </a:r>
                      <a:r>
                        <a:rPr dirty="0" sz="12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gain</a:t>
                      </a:r>
                      <a:r>
                        <a:rPr dirty="0" sz="12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traction;</a:t>
                      </a:r>
                      <a:r>
                        <a:rPr dirty="0" sz="12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online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car</a:t>
                      </a:r>
                      <a:r>
                        <a:rPr dirty="0" sz="1200" spc="-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purchase</a:t>
                      </a:r>
                      <a:r>
                        <a:rPr dirty="0" sz="1200" spc="-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scores</a:t>
                      </a:r>
                      <a:r>
                        <a:rPr dirty="0" sz="1200" spc="-5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highest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12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China</a:t>
                      </a:r>
                      <a:r>
                        <a:rPr dirty="0" sz="1200" spc="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(36%</a:t>
                      </a:r>
                      <a:r>
                        <a:rPr dirty="0" sz="12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vs.10%</a:t>
                      </a:r>
                      <a:r>
                        <a:rPr dirty="0" sz="12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12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Germany)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248920" indent="-177800">
                        <a:lnSpc>
                          <a:spcPct val="100000"/>
                        </a:lnSpc>
                        <a:spcBef>
                          <a:spcPts val="600"/>
                        </a:spcBef>
                        <a:buChar char="•"/>
                        <a:tabLst>
                          <a:tab pos="248920" algn="l"/>
                        </a:tabLst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Consumers</a:t>
                      </a:r>
                      <a:r>
                        <a:rPr dirty="0" sz="1200" spc="-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intend</a:t>
                      </a:r>
                      <a:r>
                        <a:rPr dirty="0" sz="12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use</a:t>
                      </a:r>
                      <a:r>
                        <a:rPr dirty="0" sz="12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public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transport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more</a:t>
                      </a:r>
                      <a:r>
                        <a:rPr dirty="0" sz="12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often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than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last</a:t>
                      </a:r>
                      <a:r>
                        <a:rPr dirty="0" sz="12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year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2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but</a:t>
                      </a:r>
                      <a:r>
                        <a:rPr dirty="0" sz="12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show</a:t>
                      </a:r>
                      <a:r>
                        <a:rPr dirty="0" sz="12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similar</a:t>
                      </a:r>
                      <a:r>
                        <a:rPr dirty="0" sz="1200" spc="-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intentions</a:t>
                      </a:r>
                      <a:r>
                        <a:rPr dirty="0" sz="1200" spc="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own</a:t>
                      </a:r>
                      <a:r>
                        <a:rPr dirty="0" sz="12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car;</a:t>
                      </a:r>
                      <a:r>
                        <a:rPr dirty="0" sz="12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less</a:t>
                      </a:r>
                      <a:r>
                        <a:rPr dirty="0" sz="12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interest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12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sharing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hailing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61594"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43484" y="3928871"/>
          <a:ext cx="11364595" cy="23710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7535"/>
                <a:gridCol w="10690860"/>
              </a:tblGrid>
              <a:tr h="2371090">
                <a:tc>
                  <a:txBody>
                    <a:bodyPr/>
                    <a:lstStyle/>
                    <a:p>
                      <a:pPr marL="664845" marR="597535" indent="-6286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2.</a:t>
                      </a:r>
                      <a:r>
                        <a:rPr dirty="0" sz="1400" spc="-7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Automotive implications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8740" vert="vert270">
                    <a:solidFill>
                      <a:srgbClr val="A21F1F"/>
                    </a:solidFill>
                  </a:tcPr>
                </a:tc>
                <a:tc>
                  <a:txBody>
                    <a:bodyPr/>
                    <a:lstStyle/>
                    <a:p>
                      <a:pPr marL="71120" marR="309880" indent="201295">
                        <a:lnSpc>
                          <a:spcPts val="2039"/>
                        </a:lnSpc>
                        <a:spcBef>
                          <a:spcPts val="55"/>
                        </a:spcBef>
                        <a:buFont typeface="Arial"/>
                        <a:buChar char="•"/>
                        <a:tabLst>
                          <a:tab pos="272415" algn="l"/>
                        </a:tabLst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Auto</a:t>
                      </a:r>
                      <a:r>
                        <a:rPr dirty="0" sz="1200" spc="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players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face</a:t>
                      </a:r>
                      <a:r>
                        <a:rPr dirty="0" sz="12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strategic</a:t>
                      </a:r>
                      <a:r>
                        <a:rPr dirty="0" sz="12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challenges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with</a:t>
                      </a:r>
                      <a:r>
                        <a:rPr dirty="0" sz="12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regard</a:t>
                      </a:r>
                      <a:r>
                        <a:rPr dirty="0" sz="12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connected,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electric,</a:t>
                      </a:r>
                      <a:r>
                        <a:rPr dirty="0" sz="1200" spc="-5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automated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smart</a:t>
                      </a:r>
                      <a:r>
                        <a:rPr dirty="0" sz="1200" spc="-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mobility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1200" spc="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Volume</a:t>
                      </a:r>
                      <a:r>
                        <a:rPr dirty="0" sz="1200" spc="-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2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focuses</a:t>
                      </a:r>
                      <a:r>
                        <a:rPr dirty="0" sz="12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12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three</a:t>
                      </a:r>
                      <a:r>
                        <a:rPr dirty="0" sz="12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key</a:t>
                      </a:r>
                      <a:r>
                        <a:rPr dirty="0" sz="1200" spc="-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aspects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: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200" spc="19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u="heavy" sz="1200" b="1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Getting</a:t>
                      </a:r>
                      <a:r>
                        <a:rPr dirty="0" u="heavy" sz="1200" spc="-5" b="1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 </a:t>
                      </a:r>
                      <a:r>
                        <a:rPr dirty="0" u="heavy" sz="1200" b="1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the</a:t>
                      </a:r>
                      <a:r>
                        <a:rPr dirty="0" u="heavy" sz="1200" spc="-15" b="1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 </a:t>
                      </a:r>
                      <a:r>
                        <a:rPr dirty="0" u="heavy" sz="1200" b="1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user</a:t>
                      </a:r>
                      <a:r>
                        <a:rPr dirty="0" u="heavy" sz="1200" spc="-25" b="1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 </a:t>
                      </a:r>
                      <a:r>
                        <a:rPr dirty="0" u="heavy" sz="1200" b="1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interface</a:t>
                      </a:r>
                      <a:r>
                        <a:rPr dirty="0" u="heavy" sz="1200" spc="-35" b="1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 </a:t>
                      </a:r>
                      <a:r>
                        <a:rPr dirty="0" u="heavy" sz="1200" spc="-10" b="1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right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252729">
                        <a:lnSpc>
                          <a:spcPts val="1270"/>
                        </a:lnSpc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As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software-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defined</a:t>
                      </a:r>
                      <a:r>
                        <a:rPr dirty="0" sz="12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vehicles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open</a:t>
                      </a:r>
                      <a:r>
                        <a:rPr dirty="0" sz="12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2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door</a:t>
                      </a:r>
                      <a:r>
                        <a:rPr dirty="0" sz="12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2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many</a:t>
                      </a:r>
                      <a:r>
                        <a:rPr dirty="0" sz="12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new</a:t>
                      </a:r>
                      <a:r>
                        <a:rPr dirty="0" sz="12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markets,</a:t>
                      </a:r>
                      <a:r>
                        <a:rPr dirty="0" sz="120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OEMs</a:t>
                      </a:r>
                      <a:r>
                        <a:rPr dirty="0" sz="12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need</a:t>
                      </a:r>
                      <a:r>
                        <a:rPr dirty="0" sz="12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be</a:t>
                      </a:r>
                      <a:r>
                        <a:rPr dirty="0" sz="12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clear</a:t>
                      </a:r>
                      <a:r>
                        <a:rPr dirty="0" sz="12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12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which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consumer</a:t>
                      </a:r>
                      <a:r>
                        <a:rPr dirty="0" sz="12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life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areas</a:t>
                      </a:r>
                      <a:r>
                        <a:rPr dirty="0" sz="12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they</a:t>
                      </a:r>
                      <a:r>
                        <a:rPr dirty="0" sz="12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want</a:t>
                      </a:r>
                      <a:r>
                        <a:rPr dirty="0" sz="12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play,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which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252729" marR="177165">
                        <a:lnSpc>
                          <a:spcPct val="100000"/>
                        </a:lnSpc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experience</a:t>
                      </a:r>
                      <a:r>
                        <a:rPr dirty="0" sz="1200" spc="-7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differentiators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2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focus</a:t>
                      </a:r>
                      <a:r>
                        <a:rPr dirty="0" sz="12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12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(luxury</a:t>
                      </a:r>
                      <a:r>
                        <a:rPr dirty="0" sz="12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vs.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convenience),</a:t>
                      </a:r>
                      <a:r>
                        <a:rPr dirty="0" sz="12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2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how</a:t>
                      </a:r>
                      <a:r>
                        <a:rPr dirty="0" sz="12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2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build</a:t>
                      </a:r>
                      <a:r>
                        <a:rPr dirty="0" sz="120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a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corresponding</a:t>
                      </a:r>
                      <a:r>
                        <a:rPr dirty="0" sz="12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service</a:t>
                      </a:r>
                      <a:r>
                        <a:rPr dirty="0" sz="1200" spc="-5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portfolio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1200" spc="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Investment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decisions</a:t>
                      </a:r>
                      <a:r>
                        <a:rPr dirty="0" sz="1200" spc="-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should</a:t>
                      </a:r>
                      <a:r>
                        <a:rPr dirty="0" sz="120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25">
                          <a:latin typeface="Arial"/>
                          <a:cs typeface="Arial"/>
                        </a:rPr>
                        <a:t>be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based</a:t>
                      </a:r>
                      <a:r>
                        <a:rPr dirty="0" sz="12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12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value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creation</a:t>
                      </a:r>
                      <a:r>
                        <a:rPr dirty="0" sz="12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beyond</a:t>
                      </a:r>
                      <a:r>
                        <a:rPr dirty="0" sz="1200" spc="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direct</a:t>
                      </a:r>
                      <a:r>
                        <a:rPr dirty="0" sz="1200" spc="-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user</a:t>
                      </a:r>
                      <a:r>
                        <a:rPr dirty="0" sz="1200" spc="-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revenues,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with</a:t>
                      </a:r>
                      <a:r>
                        <a:rPr dirty="0" sz="12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2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balanced</a:t>
                      </a:r>
                      <a:r>
                        <a:rPr dirty="0" sz="1200" spc="-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view</a:t>
                      </a:r>
                      <a:r>
                        <a:rPr dirty="0" sz="12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12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build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vs.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buddy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vs.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buy</a:t>
                      </a:r>
                      <a:r>
                        <a:rPr dirty="0" sz="12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12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tech</a:t>
                      </a:r>
                      <a:r>
                        <a:rPr dirty="0" sz="12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components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7112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B</a:t>
                      </a:r>
                      <a:r>
                        <a:rPr dirty="0" sz="1200" spc="17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u="heavy" sz="1200" b="1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Rethinking</a:t>
                      </a:r>
                      <a:r>
                        <a:rPr dirty="0" u="heavy" sz="1200" spc="-20" b="1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 </a:t>
                      </a:r>
                      <a:r>
                        <a:rPr dirty="0" u="heavy" sz="1200" b="1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vehicle</a:t>
                      </a:r>
                      <a:r>
                        <a:rPr dirty="0" u="heavy" sz="1200" spc="-35" b="1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 </a:t>
                      </a:r>
                      <a:r>
                        <a:rPr dirty="0" u="heavy" sz="1200" spc="-10" b="1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sales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252729">
                        <a:lnSpc>
                          <a:spcPct val="100000"/>
                        </a:lnSpc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OEMs</a:t>
                      </a:r>
                      <a:r>
                        <a:rPr dirty="0" sz="12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benefit</a:t>
                      </a:r>
                      <a:r>
                        <a:rPr dirty="0" sz="12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from</a:t>
                      </a:r>
                      <a:r>
                        <a:rPr dirty="0" sz="12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rising</a:t>
                      </a:r>
                      <a:r>
                        <a:rPr dirty="0" sz="12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demand</a:t>
                      </a:r>
                      <a:r>
                        <a:rPr dirty="0" sz="12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car</a:t>
                      </a:r>
                      <a:r>
                        <a:rPr dirty="0" sz="1200" spc="-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subscriptions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expected</a:t>
                      </a:r>
                      <a:r>
                        <a:rPr dirty="0" sz="12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2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grow</a:t>
                      </a:r>
                      <a:r>
                        <a:rPr dirty="0" sz="12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from</a:t>
                      </a:r>
                      <a:r>
                        <a:rPr dirty="0" sz="12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0.3m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2-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4m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units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by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2035</a:t>
                      </a:r>
                      <a:r>
                        <a:rPr dirty="0" sz="1200" spc="-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Europe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12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60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2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reach</a:t>
                      </a:r>
                      <a:r>
                        <a:rPr dirty="0" sz="12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profitability.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252729">
                        <a:lnSpc>
                          <a:spcPct val="100000"/>
                        </a:lnSpc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OEMs</a:t>
                      </a:r>
                      <a:r>
                        <a:rPr dirty="0" sz="12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need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balance</a:t>
                      </a:r>
                      <a:r>
                        <a:rPr dirty="0" sz="1200" spc="-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consumer</a:t>
                      </a:r>
                      <a:r>
                        <a:rPr dirty="0" sz="1200" spc="-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needs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(model</a:t>
                      </a:r>
                      <a:r>
                        <a:rPr dirty="0" sz="12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flexibility,</a:t>
                      </a:r>
                      <a:r>
                        <a:rPr dirty="0" sz="12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transparent</a:t>
                      </a:r>
                      <a:r>
                        <a:rPr dirty="0" sz="120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pricing)</a:t>
                      </a:r>
                      <a:r>
                        <a:rPr dirty="0" sz="12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with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smart</a:t>
                      </a:r>
                      <a:r>
                        <a:rPr dirty="0" sz="12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asset</a:t>
                      </a:r>
                      <a:r>
                        <a:rPr dirty="0" sz="1200" spc="-6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lifecycle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management</a:t>
                      </a:r>
                      <a:r>
                        <a:rPr dirty="0" sz="1200" spc="-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12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maximum</a:t>
                      </a:r>
                      <a:r>
                        <a:rPr dirty="0" sz="12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residual</a:t>
                      </a:r>
                      <a:r>
                        <a:rPr dirty="0" sz="1200" spc="-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value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7112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C</a:t>
                      </a:r>
                      <a:r>
                        <a:rPr dirty="0" sz="1200" spc="18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u="heavy" sz="1200" b="1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Going</a:t>
                      </a:r>
                      <a:r>
                        <a:rPr dirty="0" u="heavy" sz="1200" spc="-5" b="1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 </a:t>
                      </a:r>
                      <a:r>
                        <a:rPr dirty="0" u="heavy" sz="1200" b="1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beyond</a:t>
                      </a:r>
                      <a:r>
                        <a:rPr dirty="0" u="heavy" sz="1200" spc="5" b="1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 </a:t>
                      </a:r>
                      <a:r>
                        <a:rPr dirty="0" u="heavy" sz="1200" b="1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the</a:t>
                      </a:r>
                      <a:r>
                        <a:rPr dirty="0" u="heavy" sz="1200" spc="-25" b="1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 </a:t>
                      </a:r>
                      <a:r>
                        <a:rPr dirty="0" u="heavy" sz="1200" spc="-10" b="1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vehicle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252729" marR="324485">
                        <a:lnSpc>
                          <a:spcPct val="100000"/>
                        </a:lnSpc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New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business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models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emerge</a:t>
                      </a:r>
                      <a:r>
                        <a:rPr dirty="0" sz="12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around</a:t>
                      </a:r>
                      <a:r>
                        <a:rPr dirty="0" sz="12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batteries</a:t>
                      </a:r>
                      <a:r>
                        <a:rPr dirty="0" sz="12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2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bi-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directional</a:t>
                      </a:r>
                      <a:r>
                        <a:rPr dirty="0" sz="12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charging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12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With</a:t>
                      </a:r>
                      <a:r>
                        <a:rPr dirty="0" sz="12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~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5m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bi-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di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cars</a:t>
                      </a:r>
                      <a:r>
                        <a:rPr dirty="0" sz="12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12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Germany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by</a:t>
                      </a:r>
                      <a:r>
                        <a:rPr dirty="0" sz="12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2035,</a:t>
                      </a:r>
                      <a:r>
                        <a:rPr dirty="0" sz="12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market</a:t>
                      </a:r>
                      <a:r>
                        <a:rPr dirty="0" sz="12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potential</a:t>
                      </a:r>
                      <a:r>
                        <a:rPr dirty="0" sz="12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is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€160-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220m</a:t>
                      </a:r>
                      <a:r>
                        <a:rPr dirty="0" sz="1200" spc="-5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vehicle-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to-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home /</a:t>
                      </a:r>
                      <a:r>
                        <a:rPr dirty="0" sz="12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microgrid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€470-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550m</a:t>
                      </a:r>
                      <a:r>
                        <a:rPr dirty="0" sz="1200" spc="-5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vehicle-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to-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grid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solutions –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assuming</a:t>
                      </a:r>
                      <a:r>
                        <a:rPr dirty="0" sz="12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successful</a:t>
                      </a:r>
                      <a:r>
                        <a:rPr dirty="0" sz="12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orchestration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2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ecosystem</a:t>
                      </a:r>
                      <a:r>
                        <a:rPr dirty="0" sz="12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players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6985"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2874" y="6385205"/>
            <a:ext cx="11289665" cy="2451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35"/>
              </a:lnSpc>
            </a:pPr>
            <a:r>
              <a:rPr dirty="0" sz="750">
                <a:latin typeface="Arial"/>
                <a:cs typeface="Arial"/>
              </a:rPr>
              <a:t>Digital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Auto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Report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-20">
                <a:latin typeface="Arial"/>
                <a:cs typeface="Arial"/>
              </a:rPr>
              <a:t>2023</a:t>
            </a: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0"/>
              </a:spcBef>
              <a:tabLst>
                <a:tab pos="11235690" algn="l"/>
              </a:tabLst>
            </a:pPr>
            <a:r>
              <a:rPr dirty="0" sz="750" spc="-10">
                <a:latin typeface="Arial"/>
                <a:cs typeface="Arial"/>
              </a:rPr>
              <a:t>Strategy&amp;</a:t>
            </a:r>
            <a:r>
              <a:rPr dirty="0" sz="750">
                <a:latin typeface="Arial"/>
                <a:cs typeface="Arial"/>
              </a:rPr>
              <a:t>	</a:t>
            </a:r>
            <a:r>
              <a:rPr dirty="0" sz="750" spc="-50">
                <a:latin typeface="Arial"/>
                <a:cs typeface="Arial"/>
              </a:rPr>
              <a:t>4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126" y="-3174"/>
            <a:ext cx="12192635" cy="4051300"/>
            <a:chOff x="-126" y="-3174"/>
            <a:chExt cx="12192635" cy="405130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4023360"/>
            </a:xfrm>
            <a:custGeom>
              <a:avLst/>
              <a:gdLst/>
              <a:ahLst/>
              <a:cxnLst/>
              <a:rect l="l" t="t" r="r" b="b"/>
              <a:pathLst>
                <a:path w="12192000" h="4023360">
                  <a:moveTo>
                    <a:pt x="12192000" y="0"/>
                  </a:moveTo>
                  <a:lnTo>
                    <a:pt x="0" y="0"/>
                  </a:lnTo>
                  <a:lnTo>
                    <a:pt x="0" y="4023360"/>
                  </a:lnTo>
                  <a:lnTo>
                    <a:pt x="12192000" y="402336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14499" y="0"/>
              <a:ext cx="10477373" cy="40233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12192000" cy="4023360"/>
            </a:xfrm>
            <a:custGeom>
              <a:avLst/>
              <a:gdLst/>
              <a:ahLst/>
              <a:cxnLst/>
              <a:rect l="l" t="t" r="r" b="b"/>
              <a:pathLst>
                <a:path w="12192000" h="4023360">
                  <a:moveTo>
                    <a:pt x="12192000" y="0"/>
                  </a:moveTo>
                  <a:lnTo>
                    <a:pt x="0" y="0"/>
                  </a:lnTo>
                  <a:lnTo>
                    <a:pt x="0" y="4023360"/>
                  </a:lnTo>
                  <a:lnTo>
                    <a:pt x="12192000" y="402336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0000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048" y="0"/>
              <a:ext cx="5896610" cy="4044950"/>
            </a:xfrm>
            <a:custGeom>
              <a:avLst/>
              <a:gdLst/>
              <a:ahLst/>
              <a:cxnLst/>
              <a:rect l="l" t="t" r="r" b="b"/>
              <a:pathLst>
                <a:path w="5896610" h="4044950">
                  <a:moveTo>
                    <a:pt x="3558733" y="0"/>
                  </a:moveTo>
                  <a:lnTo>
                    <a:pt x="0" y="0"/>
                  </a:lnTo>
                  <a:lnTo>
                    <a:pt x="0" y="4044695"/>
                  </a:lnTo>
                  <a:lnTo>
                    <a:pt x="5896356" y="4041520"/>
                  </a:lnTo>
                  <a:lnTo>
                    <a:pt x="3558733" y="0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048" y="0"/>
              <a:ext cx="5896610" cy="4044950"/>
            </a:xfrm>
            <a:custGeom>
              <a:avLst/>
              <a:gdLst/>
              <a:ahLst/>
              <a:cxnLst/>
              <a:rect l="l" t="t" r="r" b="b"/>
              <a:pathLst>
                <a:path w="5896610" h="4044950">
                  <a:moveTo>
                    <a:pt x="0" y="0"/>
                  </a:moveTo>
                  <a:lnTo>
                    <a:pt x="0" y="4044695"/>
                  </a:lnTo>
                  <a:lnTo>
                    <a:pt x="5896356" y="4041520"/>
                  </a:lnTo>
                  <a:lnTo>
                    <a:pt x="3558733" y="0"/>
                  </a:lnTo>
                </a:path>
              </a:pathLst>
            </a:custGeom>
            <a:ln w="6350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430174" y="1607565"/>
            <a:ext cx="2247265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10"/>
              <a:t>Contents</a:t>
            </a:r>
            <a:endParaRPr sz="4400"/>
          </a:p>
        </p:txBody>
      </p:sp>
      <p:sp>
        <p:nvSpPr>
          <p:cNvPr id="10" name="object 10"/>
          <p:cNvSpPr txBox="1"/>
          <p:nvPr/>
        </p:nvSpPr>
        <p:spPr>
          <a:xfrm>
            <a:off x="412800" y="4558665"/>
            <a:ext cx="11003915" cy="11163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63245" indent="-5334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563245" algn="l"/>
              </a:tabLst>
            </a:pPr>
            <a:r>
              <a:rPr dirty="0" sz="2400" b="1">
                <a:solidFill>
                  <a:srgbClr val="A21F1F"/>
                </a:solidFill>
                <a:latin typeface="Georgia"/>
                <a:cs typeface="Georgia"/>
              </a:rPr>
              <a:t>Consumer</a:t>
            </a:r>
            <a:r>
              <a:rPr dirty="0" sz="2400" spc="-40" b="1">
                <a:solidFill>
                  <a:srgbClr val="A21F1F"/>
                </a:solidFill>
                <a:latin typeface="Georgia"/>
                <a:cs typeface="Georgia"/>
              </a:rPr>
              <a:t> </a:t>
            </a:r>
            <a:r>
              <a:rPr dirty="0" sz="2400" b="1">
                <a:solidFill>
                  <a:srgbClr val="A21F1F"/>
                </a:solidFill>
                <a:latin typeface="Georgia"/>
                <a:cs typeface="Georgia"/>
              </a:rPr>
              <a:t>preferences</a:t>
            </a:r>
            <a:r>
              <a:rPr dirty="0" sz="2400" spc="-25" b="1">
                <a:solidFill>
                  <a:srgbClr val="A21F1F"/>
                </a:solidFill>
                <a:latin typeface="Georgia"/>
                <a:cs typeface="Georgia"/>
              </a:rPr>
              <a:t> </a:t>
            </a:r>
            <a:r>
              <a:rPr dirty="0" sz="2400" b="1">
                <a:solidFill>
                  <a:srgbClr val="A21F1F"/>
                </a:solidFill>
                <a:latin typeface="Georgia"/>
                <a:cs typeface="Georgia"/>
              </a:rPr>
              <a:t>–</a:t>
            </a:r>
            <a:r>
              <a:rPr dirty="0" sz="2400" spc="-40" b="1">
                <a:solidFill>
                  <a:srgbClr val="A21F1F"/>
                </a:solidFill>
                <a:latin typeface="Georgia"/>
                <a:cs typeface="Georgia"/>
              </a:rPr>
              <a:t> </a:t>
            </a:r>
            <a:r>
              <a:rPr dirty="0" sz="2400" b="1">
                <a:solidFill>
                  <a:srgbClr val="A21F1F"/>
                </a:solidFill>
                <a:latin typeface="Georgia"/>
                <a:cs typeface="Georgia"/>
              </a:rPr>
              <a:t>connected,</a:t>
            </a:r>
            <a:r>
              <a:rPr dirty="0" sz="2400" spc="-35" b="1">
                <a:solidFill>
                  <a:srgbClr val="A21F1F"/>
                </a:solidFill>
                <a:latin typeface="Georgia"/>
                <a:cs typeface="Georgia"/>
              </a:rPr>
              <a:t> </a:t>
            </a:r>
            <a:r>
              <a:rPr dirty="0" sz="2400" b="1">
                <a:solidFill>
                  <a:srgbClr val="A21F1F"/>
                </a:solidFill>
                <a:latin typeface="Georgia"/>
                <a:cs typeface="Georgia"/>
              </a:rPr>
              <a:t>electric,</a:t>
            </a:r>
            <a:r>
              <a:rPr dirty="0" sz="2400" spc="-25" b="1">
                <a:solidFill>
                  <a:srgbClr val="A21F1F"/>
                </a:solidFill>
                <a:latin typeface="Georgia"/>
                <a:cs typeface="Georgia"/>
              </a:rPr>
              <a:t> </a:t>
            </a:r>
            <a:r>
              <a:rPr dirty="0" sz="2400" b="1">
                <a:solidFill>
                  <a:srgbClr val="A21F1F"/>
                </a:solidFill>
                <a:latin typeface="Georgia"/>
                <a:cs typeface="Georgia"/>
              </a:rPr>
              <a:t>automated</a:t>
            </a:r>
            <a:r>
              <a:rPr dirty="0" sz="2400" spc="-25" b="1">
                <a:solidFill>
                  <a:srgbClr val="A21F1F"/>
                </a:solidFill>
                <a:latin typeface="Georgia"/>
                <a:cs typeface="Georgia"/>
              </a:rPr>
              <a:t> </a:t>
            </a:r>
            <a:r>
              <a:rPr dirty="0" sz="2400" b="1">
                <a:solidFill>
                  <a:srgbClr val="A21F1F"/>
                </a:solidFill>
                <a:latin typeface="Georgia"/>
                <a:cs typeface="Georgia"/>
              </a:rPr>
              <a:t>and</a:t>
            </a:r>
            <a:r>
              <a:rPr dirty="0" sz="2400" spc="-60" b="1">
                <a:solidFill>
                  <a:srgbClr val="A21F1F"/>
                </a:solidFill>
                <a:latin typeface="Georgia"/>
                <a:cs typeface="Georgia"/>
              </a:rPr>
              <a:t> </a:t>
            </a:r>
            <a:r>
              <a:rPr dirty="0" sz="2400" spc="-10" b="1">
                <a:solidFill>
                  <a:srgbClr val="A21F1F"/>
                </a:solidFill>
                <a:latin typeface="Georgia"/>
                <a:cs typeface="Georgia"/>
              </a:rPr>
              <a:t>smart</a:t>
            </a:r>
            <a:endParaRPr sz="2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AutoNum type="arabicPeriod"/>
            </a:pPr>
            <a:endParaRPr sz="2400">
              <a:latin typeface="Georgia"/>
              <a:cs typeface="Georgia"/>
            </a:endParaRPr>
          </a:p>
          <a:p>
            <a:pPr marL="545465" indent="-532765">
              <a:lnSpc>
                <a:spcPct val="100000"/>
              </a:lnSpc>
              <a:buAutoNum type="arabicPeriod"/>
              <a:tabLst>
                <a:tab pos="545465" algn="l"/>
              </a:tabLst>
            </a:pPr>
            <a:r>
              <a:rPr dirty="0" sz="2400">
                <a:latin typeface="Georgia"/>
                <a:cs typeface="Georgia"/>
              </a:rPr>
              <a:t>Implications</a:t>
            </a:r>
            <a:r>
              <a:rPr dirty="0" sz="2400" spc="-35">
                <a:latin typeface="Georgia"/>
                <a:cs typeface="Georgia"/>
              </a:rPr>
              <a:t> </a:t>
            </a:r>
            <a:r>
              <a:rPr dirty="0" sz="2400">
                <a:latin typeface="Georgia"/>
                <a:cs typeface="Georgia"/>
              </a:rPr>
              <a:t>for</a:t>
            </a:r>
            <a:r>
              <a:rPr dirty="0" sz="2400" spc="-35">
                <a:latin typeface="Georgia"/>
                <a:cs typeface="Georgia"/>
              </a:rPr>
              <a:t> </a:t>
            </a:r>
            <a:r>
              <a:rPr dirty="0" sz="2400">
                <a:latin typeface="Georgia"/>
                <a:cs typeface="Georgia"/>
              </a:rPr>
              <a:t>auto</a:t>
            </a:r>
            <a:r>
              <a:rPr dirty="0" sz="2400" spc="-45">
                <a:latin typeface="Georgia"/>
                <a:cs typeface="Georgia"/>
              </a:rPr>
              <a:t> </a:t>
            </a:r>
            <a:r>
              <a:rPr dirty="0" sz="2400">
                <a:latin typeface="Georgia"/>
                <a:cs typeface="Georgia"/>
              </a:rPr>
              <a:t>players</a:t>
            </a:r>
            <a:r>
              <a:rPr dirty="0" sz="2400" spc="5">
                <a:latin typeface="Georgia"/>
                <a:cs typeface="Georgia"/>
              </a:rPr>
              <a:t> </a:t>
            </a:r>
            <a:r>
              <a:rPr dirty="0" sz="2400">
                <a:latin typeface="Georgia"/>
                <a:cs typeface="Georgia"/>
              </a:rPr>
              <a:t>–</a:t>
            </a:r>
            <a:r>
              <a:rPr dirty="0" sz="2400" spc="-45">
                <a:latin typeface="Georgia"/>
                <a:cs typeface="Georgia"/>
              </a:rPr>
              <a:t> </a:t>
            </a:r>
            <a:r>
              <a:rPr dirty="0" sz="2400">
                <a:latin typeface="Georgia"/>
                <a:cs typeface="Georgia"/>
              </a:rPr>
              <a:t>interface,</a:t>
            </a:r>
            <a:r>
              <a:rPr dirty="0" sz="2400" spc="-55">
                <a:latin typeface="Georgia"/>
                <a:cs typeface="Georgia"/>
              </a:rPr>
              <a:t> </a:t>
            </a:r>
            <a:r>
              <a:rPr dirty="0" sz="2400">
                <a:latin typeface="Georgia"/>
                <a:cs typeface="Georgia"/>
              </a:rPr>
              <a:t>subscription</a:t>
            </a:r>
            <a:r>
              <a:rPr dirty="0" sz="2400" spc="-35">
                <a:latin typeface="Georgia"/>
                <a:cs typeface="Georgia"/>
              </a:rPr>
              <a:t> </a:t>
            </a:r>
            <a:r>
              <a:rPr dirty="0" sz="2400">
                <a:latin typeface="Georgia"/>
                <a:cs typeface="Georgia"/>
              </a:rPr>
              <a:t>and</a:t>
            </a:r>
            <a:r>
              <a:rPr dirty="0" sz="2400" spc="-40">
                <a:latin typeface="Georgia"/>
                <a:cs typeface="Georgia"/>
              </a:rPr>
              <a:t> </a:t>
            </a:r>
            <a:r>
              <a:rPr dirty="0" sz="2400" spc="-10">
                <a:latin typeface="Georgia"/>
                <a:cs typeface="Georgia"/>
              </a:rPr>
              <a:t>charging</a:t>
            </a:r>
            <a:endParaRPr sz="2400">
              <a:latin typeface="Georgia"/>
              <a:cs typeface="Georgi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-14287"/>
            <a:ext cx="12192000" cy="4129404"/>
            <a:chOff x="0" y="-14287"/>
            <a:chExt cx="12192000" cy="4129404"/>
          </a:xfrm>
        </p:grpSpPr>
        <p:sp>
          <p:nvSpPr>
            <p:cNvPr id="12" name="object 12"/>
            <p:cNvSpPr/>
            <p:nvPr/>
          </p:nvSpPr>
          <p:spPr>
            <a:xfrm>
              <a:off x="0" y="4023360"/>
              <a:ext cx="12192000" cy="91440"/>
            </a:xfrm>
            <a:custGeom>
              <a:avLst/>
              <a:gdLst/>
              <a:ahLst/>
              <a:cxnLst/>
              <a:rect l="l" t="t" r="r" b="b"/>
              <a:pathLst>
                <a:path w="12192000" h="91439">
                  <a:moveTo>
                    <a:pt x="12192000" y="0"/>
                  </a:moveTo>
                  <a:lnTo>
                    <a:pt x="0" y="0"/>
                  </a:lnTo>
                  <a:lnTo>
                    <a:pt x="0" y="91439"/>
                  </a:lnTo>
                  <a:lnTo>
                    <a:pt x="12192000" y="9143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561338" y="0"/>
              <a:ext cx="2338070" cy="4043679"/>
            </a:xfrm>
            <a:custGeom>
              <a:avLst/>
              <a:gdLst/>
              <a:ahLst/>
              <a:cxnLst/>
              <a:rect l="l" t="t" r="r" b="b"/>
              <a:pathLst>
                <a:path w="2338070" h="4043679">
                  <a:moveTo>
                    <a:pt x="0" y="0"/>
                  </a:moveTo>
                  <a:lnTo>
                    <a:pt x="2337938" y="4043426"/>
                  </a:lnTo>
                </a:path>
              </a:pathLst>
            </a:custGeom>
            <a:ln w="28575">
              <a:solidFill>
                <a:srgbClr val="A21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/>
          <p:nvPr/>
        </p:nvSpPr>
        <p:spPr>
          <a:xfrm>
            <a:off x="266700" y="6217920"/>
            <a:ext cx="11633200" cy="457200"/>
          </a:xfrm>
          <a:custGeom>
            <a:avLst/>
            <a:gdLst/>
            <a:ahLst/>
            <a:cxnLst/>
            <a:rect l="l" t="t" r="r" b="b"/>
            <a:pathLst>
              <a:path w="11633200" h="457200">
                <a:moveTo>
                  <a:pt x="11632692" y="0"/>
                </a:moveTo>
                <a:lnTo>
                  <a:pt x="0" y="0"/>
                </a:lnTo>
                <a:lnTo>
                  <a:pt x="0" y="457199"/>
                </a:lnTo>
                <a:lnTo>
                  <a:pt x="11632692" y="457199"/>
                </a:lnTo>
                <a:lnTo>
                  <a:pt x="1163269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6341160"/>
            <a:ext cx="1062355" cy="3003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300"/>
              </a:lnSpc>
              <a:spcBef>
                <a:spcPts val="95"/>
              </a:spcBef>
            </a:pPr>
            <a:r>
              <a:rPr dirty="0" sz="750">
                <a:latin typeface="Arial"/>
                <a:cs typeface="Arial"/>
              </a:rPr>
              <a:t>Digital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Auto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Report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-20">
                <a:latin typeface="Arial"/>
                <a:cs typeface="Arial"/>
              </a:rPr>
              <a:t>2023</a:t>
            </a:r>
            <a:r>
              <a:rPr dirty="0" sz="750" spc="-10">
                <a:latin typeface="Arial"/>
                <a:cs typeface="Arial"/>
              </a:rPr>
              <a:t> Strategy&amp;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1734311"/>
            <a:ext cx="6811009" cy="4483735"/>
            <a:chOff x="0" y="1734311"/>
            <a:chExt cx="6811009" cy="4483735"/>
          </a:xfrm>
        </p:grpSpPr>
        <p:sp>
          <p:nvSpPr>
            <p:cNvPr id="4" name="object 4"/>
            <p:cNvSpPr/>
            <p:nvPr/>
          </p:nvSpPr>
          <p:spPr>
            <a:xfrm>
              <a:off x="0" y="1734311"/>
              <a:ext cx="6811009" cy="4483735"/>
            </a:xfrm>
            <a:custGeom>
              <a:avLst/>
              <a:gdLst/>
              <a:ahLst/>
              <a:cxnLst/>
              <a:rect l="l" t="t" r="r" b="b"/>
              <a:pathLst>
                <a:path w="6811009" h="4483735">
                  <a:moveTo>
                    <a:pt x="6810756" y="2241804"/>
                  </a:moveTo>
                  <a:lnTo>
                    <a:pt x="6103620" y="23901"/>
                  </a:lnTo>
                  <a:lnTo>
                    <a:pt x="6103620" y="0"/>
                  </a:lnTo>
                  <a:lnTo>
                    <a:pt x="6096000" y="0"/>
                  </a:lnTo>
                  <a:lnTo>
                    <a:pt x="0" y="0"/>
                  </a:lnTo>
                  <a:lnTo>
                    <a:pt x="0" y="4472940"/>
                  </a:lnTo>
                  <a:lnTo>
                    <a:pt x="6096000" y="4472940"/>
                  </a:lnTo>
                  <a:lnTo>
                    <a:pt x="6096000" y="4483608"/>
                  </a:lnTo>
                  <a:lnTo>
                    <a:pt x="6099391" y="4472940"/>
                  </a:lnTo>
                  <a:lnTo>
                    <a:pt x="6103620" y="4472940"/>
                  </a:lnTo>
                  <a:lnTo>
                    <a:pt x="6103620" y="4459719"/>
                  </a:lnTo>
                  <a:lnTo>
                    <a:pt x="6810756" y="2241804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047" y="1741931"/>
              <a:ext cx="6445250" cy="715010"/>
            </a:xfrm>
            <a:custGeom>
              <a:avLst/>
              <a:gdLst/>
              <a:ahLst/>
              <a:cxnLst/>
              <a:rect l="l" t="t" r="r" b="b"/>
              <a:pathLst>
                <a:path w="6445250" h="715010">
                  <a:moveTo>
                    <a:pt x="6444996" y="0"/>
                  </a:moveTo>
                  <a:lnTo>
                    <a:pt x="0" y="0"/>
                  </a:lnTo>
                  <a:lnTo>
                    <a:pt x="0" y="714756"/>
                  </a:lnTo>
                  <a:lnTo>
                    <a:pt x="6444996" y="714756"/>
                  </a:lnTo>
                  <a:lnTo>
                    <a:pt x="6444996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30174" y="296926"/>
            <a:ext cx="10151110" cy="928369"/>
          </a:xfrm>
          <a:prstGeom prst="rect"/>
        </p:spPr>
        <p:txBody>
          <a:bodyPr wrap="square" lIns="0" tIns="88265" rIns="0" bIns="0" rtlCol="0" vert="horz">
            <a:spAutoFit/>
          </a:bodyPr>
          <a:lstStyle/>
          <a:p>
            <a:pPr marL="12700" marR="5080">
              <a:lnSpc>
                <a:spcPts val="3260"/>
              </a:lnSpc>
              <a:spcBef>
                <a:spcPts val="695"/>
              </a:spcBef>
            </a:pPr>
            <a:r>
              <a:rPr dirty="0">
                <a:solidFill>
                  <a:srgbClr val="000000"/>
                </a:solidFill>
              </a:rPr>
              <a:t>Latest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consumer attitudes</a:t>
            </a:r>
            <a:r>
              <a:rPr dirty="0" spc="-3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within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CASE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are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reflected in </a:t>
            </a:r>
            <a:r>
              <a:rPr dirty="0" spc="-50">
                <a:solidFill>
                  <a:srgbClr val="000000"/>
                </a:solidFill>
              </a:rPr>
              <a:t>a </a:t>
            </a:r>
            <a:r>
              <a:rPr dirty="0">
                <a:solidFill>
                  <a:srgbClr val="000000"/>
                </a:solidFill>
              </a:rPr>
              <a:t>survey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of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3,000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respondents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in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Germany,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US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and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China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578354" y="6385966"/>
            <a:ext cx="6719570" cy="25590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>
                <a:latin typeface="Arial"/>
                <a:cs typeface="Arial"/>
              </a:rPr>
              <a:t>*Age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brackets</a:t>
            </a:r>
            <a:r>
              <a:rPr dirty="0" sz="750" spc="-3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harmonized;</a:t>
            </a:r>
            <a:r>
              <a:rPr dirty="0" sz="750" spc="-1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**Low</a:t>
            </a:r>
            <a:r>
              <a:rPr dirty="0" sz="750" spc="-3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income</a:t>
            </a:r>
            <a:r>
              <a:rPr dirty="0" sz="750" spc="-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(&lt;1,6T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EUR,</a:t>
            </a:r>
            <a:r>
              <a:rPr dirty="0" sz="750" spc="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&lt;2T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USD,</a:t>
            </a:r>
            <a:r>
              <a:rPr dirty="0" sz="750" spc="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&lt;12T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YUAN), Rather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low</a:t>
            </a:r>
            <a:r>
              <a:rPr dirty="0" sz="750" spc="-2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income</a:t>
            </a:r>
            <a:r>
              <a:rPr dirty="0" sz="750" spc="-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(1,6-3,3T</a:t>
            </a:r>
            <a:r>
              <a:rPr dirty="0" sz="750" spc="-1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EUR,</a:t>
            </a:r>
            <a:r>
              <a:rPr dirty="0" sz="750" spc="-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2-4T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USD,</a:t>
            </a:r>
            <a:r>
              <a:rPr dirty="0" sz="750" spc="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12-25T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YUAN),</a:t>
            </a:r>
            <a:r>
              <a:rPr dirty="0" sz="750" spc="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Medium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income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750">
                <a:latin typeface="Arial"/>
                <a:cs typeface="Arial"/>
              </a:rPr>
              <a:t>(3,3-6,6T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EUR,</a:t>
            </a:r>
            <a:r>
              <a:rPr dirty="0" sz="750" spc="-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4-8T</a:t>
            </a:r>
            <a:r>
              <a:rPr dirty="0" sz="750" spc="-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USD,</a:t>
            </a:r>
            <a:r>
              <a:rPr dirty="0" sz="750" spc="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25-</a:t>
            </a:r>
            <a:r>
              <a:rPr dirty="0" sz="750">
                <a:latin typeface="Arial"/>
                <a:cs typeface="Arial"/>
              </a:rPr>
              <a:t>51T</a:t>
            </a:r>
            <a:r>
              <a:rPr dirty="0" sz="750" spc="-1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YUAN),</a:t>
            </a:r>
            <a:r>
              <a:rPr dirty="0" sz="750" spc="-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Rather</a:t>
            </a:r>
            <a:r>
              <a:rPr dirty="0" sz="750" spc="-2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high</a:t>
            </a:r>
            <a:r>
              <a:rPr dirty="0" sz="750" spc="-2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income</a:t>
            </a:r>
            <a:r>
              <a:rPr dirty="0" sz="750" spc="-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(6,6-8,3T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EUR,</a:t>
            </a:r>
            <a:r>
              <a:rPr dirty="0" sz="750" spc="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8-10T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USD,</a:t>
            </a:r>
            <a:r>
              <a:rPr dirty="0" sz="750" spc="-10">
                <a:latin typeface="Arial"/>
                <a:cs typeface="Arial"/>
              </a:rPr>
              <a:t> 52-</a:t>
            </a:r>
            <a:r>
              <a:rPr dirty="0" sz="750">
                <a:latin typeface="Arial"/>
                <a:cs typeface="Arial"/>
              </a:rPr>
              <a:t>64T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YUAN),</a:t>
            </a:r>
            <a:r>
              <a:rPr dirty="0" sz="750" spc="-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High</a:t>
            </a:r>
            <a:r>
              <a:rPr dirty="0" sz="750" spc="-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income</a:t>
            </a:r>
            <a:r>
              <a:rPr dirty="0" sz="750" spc="-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(&gt;8,3T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EUR,</a:t>
            </a:r>
            <a:r>
              <a:rPr dirty="0" sz="750" spc="-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&gt;10T</a:t>
            </a:r>
            <a:r>
              <a:rPr dirty="0" sz="750" spc="-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USD,</a:t>
            </a:r>
            <a:r>
              <a:rPr dirty="0" sz="750" spc="-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&gt;64T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YUAN)</a:t>
            </a:r>
            <a:endParaRPr sz="7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0174" y="1257680"/>
            <a:ext cx="32708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Overview of</a:t>
            </a:r>
            <a:r>
              <a:rPr dirty="0" sz="1800" spc="-3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consumer</a:t>
            </a:r>
            <a:r>
              <a:rPr dirty="0" sz="1800" spc="-4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A21F1F"/>
                </a:solidFill>
                <a:latin typeface="Arial"/>
                <a:cs typeface="Arial"/>
              </a:rPr>
              <a:t>survey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665966" y="6500876"/>
            <a:ext cx="79375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 spc="-50">
                <a:latin typeface="Arial"/>
                <a:cs typeface="Arial"/>
              </a:rPr>
              <a:t>5</a:t>
            </a:r>
            <a:endParaRPr sz="7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0174" y="80518"/>
            <a:ext cx="17792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"/>
                <a:cs typeface="Arial"/>
              </a:rPr>
              <a:t>Consumer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–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Overview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07454" y="1695449"/>
            <a:ext cx="11182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Arial"/>
                <a:cs typeface="Arial"/>
              </a:rPr>
              <a:t>Key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results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70597" y="1987295"/>
            <a:ext cx="10801350" cy="3965575"/>
            <a:chOff x="970597" y="1987295"/>
            <a:chExt cx="10801350" cy="3965575"/>
          </a:xfrm>
        </p:grpSpPr>
        <p:sp>
          <p:nvSpPr>
            <p:cNvPr id="13" name="object 13"/>
            <p:cNvSpPr/>
            <p:nvPr/>
          </p:nvSpPr>
          <p:spPr>
            <a:xfrm>
              <a:off x="6772656" y="4349495"/>
              <a:ext cx="683260" cy="1603375"/>
            </a:xfrm>
            <a:custGeom>
              <a:avLst/>
              <a:gdLst/>
              <a:ahLst/>
              <a:cxnLst/>
              <a:rect l="l" t="t" r="r" b="b"/>
              <a:pathLst>
                <a:path w="683259" h="1603375">
                  <a:moveTo>
                    <a:pt x="139319" y="338455"/>
                  </a:moveTo>
                  <a:lnTo>
                    <a:pt x="65532" y="152273"/>
                  </a:lnTo>
                  <a:lnTo>
                    <a:pt x="65532" y="521208"/>
                  </a:lnTo>
                  <a:lnTo>
                    <a:pt x="139319" y="338455"/>
                  </a:lnTo>
                  <a:close/>
                </a:path>
                <a:path w="683259" h="1603375">
                  <a:moveTo>
                    <a:pt x="424268" y="514769"/>
                  </a:moveTo>
                  <a:lnTo>
                    <a:pt x="424167" y="500888"/>
                  </a:lnTo>
                  <a:lnTo>
                    <a:pt x="424040" y="488238"/>
                  </a:lnTo>
                  <a:lnTo>
                    <a:pt x="423938" y="477266"/>
                  </a:lnTo>
                  <a:lnTo>
                    <a:pt x="423799" y="463677"/>
                  </a:lnTo>
                  <a:lnTo>
                    <a:pt x="423037" y="385826"/>
                  </a:lnTo>
                  <a:lnTo>
                    <a:pt x="422998" y="382524"/>
                  </a:lnTo>
                  <a:lnTo>
                    <a:pt x="422935" y="375666"/>
                  </a:lnTo>
                  <a:lnTo>
                    <a:pt x="422414" y="322364"/>
                  </a:lnTo>
                  <a:lnTo>
                    <a:pt x="422300" y="311404"/>
                  </a:lnTo>
                  <a:lnTo>
                    <a:pt x="422198" y="301244"/>
                  </a:lnTo>
                  <a:lnTo>
                    <a:pt x="422135" y="294513"/>
                  </a:lnTo>
                  <a:lnTo>
                    <a:pt x="422008" y="280924"/>
                  </a:lnTo>
                  <a:lnTo>
                    <a:pt x="421906" y="270471"/>
                  </a:lnTo>
                  <a:lnTo>
                    <a:pt x="421792" y="258978"/>
                  </a:lnTo>
                  <a:lnTo>
                    <a:pt x="421665" y="246240"/>
                  </a:lnTo>
                  <a:lnTo>
                    <a:pt x="421640" y="243687"/>
                  </a:lnTo>
                  <a:lnTo>
                    <a:pt x="420928" y="171310"/>
                  </a:lnTo>
                  <a:lnTo>
                    <a:pt x="420878" y="165862"/>
                  </a:lnTo>
                  <a:lnTo>
                    <a:pt x="419633" y="153873"/>
                  </a:lnTo>
                  <a:lnTo>
                    <a:pt x="415886" y="143446"/>
                  </a:lnTo>
                  <a:lnTo>
                    <a:pt x="414274" y="141262"/>
                  </a:lnTo>
                  <a:lnTo>
                    <a:pt x="414274" y="294513"/>
                  </a:lnTo>
                  <a:lnTo>
                    <a:pt x="414274" y="375666"/>
                  </a:lnTo>
                  <a:lnTo>
                    <a:pt x="414274" y="382524"/>
                  </a:lnTo>
                  <a:lnTo>
                    <a:pt x="414274" y="460375"/>
                  </a:lnTo>
                  <a:lnTo>
                    <a:pt x="410845" y="463677"/>
                  </a:lnTo>
                  <a:lnTo>
                    <a:pt x="410845" y="477266"/>
                  </a:lnTo>
                  <a:lnTo>
                    <a:pt x="407720" y="483336"/>
                  </a:lnTo>
                  <a:lnTo>
                    <a:pt x="376212" y="505904"/>
                  </a:lnTo>
                  <a:lnTo>
                    <a:pt x="333235" y="513321"/>
                  </a:lnTo>
                  <a:lnTo>
                    <a:pt x="275856" y="514769"/>
                  </a:lnTo>
                  <a:lnTo>
                    <a:pt x="252857" y="511543"/>
                  </a:lnTo>
                  <a:lnTo>
                    <a:pt x="212801" y="497293"/>
                  </a:lnTo>
                  <a:lnTo>
                    <a:pt x="199644" y="480568"/>
                  </a:lnTo>
                  <a:lnTo>
                    <a:pt x="218706" y="485584"/>
                  </a:lnTo>
                  <a:lnTo>
                    <a:pt x="241528" y="489940"/>
                  </a:lnTo>
                  <a:lnTo>
                    <a:pt x="269379" y="493001"/>
                  </a:lnTo>
                  <a:lnTo>
                    <a:pt x="303530" y="494157"/>
                  </a:lnTo>
                  <a:lnTo>
                    <a:pt x="339648" y="492467"/>
                  </a:lnTo>
                  <a:lnTo>
                    <a:pt x="368515" y="488238"/>
                  </a:lnTo>
                  <a:lnTo>
                    <a:pt x="391718" y="482752"/>
                  </a:lnTo>
                  <a:lnTo>
                    <a:pt x="399313" y="480568"/>
                  </a:lnTo>
                  <a:lnTo>
                    <a:pt x="410845" y="477266"/>
                  </a:lnTo>
                  <a:lnTo>
                    <a:pt x="410845" y="463677"/>
                  </a:lnTo>
                  <a:lnTo>
                    <a:pt x="410845" y="460375"/>
                  </a:lnTo>
                  <a:lnTo>
                    <a:pt x="394081" y="453517"/>
                  </a:lnTo>
                  <a:lnTo>
                    <a:pt x="394081" y="385826"/>
                  </a:lnTo>
                  <a:lnTo>
                    <a:pt x="394081" y="382524"/>
                  </a:lnTo>
                  <a:lnTo>
                    <a:pt x="414274" y="382524"/>
                  </a:lnTo>
                  <a:lnTo>
                    <a:pt x="414274" y="375666"/>
                  </a:lnTo>
                  <a:lnTo>
                    <a:pt x="394081" y="375666"/>
                  </a:lnTo>
                  <a:lnTo>
                    <a:pt x="394081" y="372364"/>
                  </a:lnTo>
                  <a:lnTo>
                    <a:pt x="390829" y="322364"/>
                  </a:lnTo>
                  <a:lnTo>
                    <a:pt x="390779" y="318135"/>
                  </a:lnTo>
                  <a:lnTo>
                    <a:pt x="394081" y="318135"/>
                  </a:lnTo>
                  <a:lnTo>
                    <a:pt x="398538" y="311404"/>
                  </a:lnTo>
                  <a:lnTo>
                    <a:pt x="407543" y="297815"/>
                  </a:lnTo>
                  <a:lnTo>
                    <a:pt x="410845" y="294513"/>
                  </a:lnTo>
                  <a:lnTo>
                    <a:pt x="414274" y="294513"/>
                  </a:lnTo>
                  <a:lnTo>
                    <a:pt x="414274" y="141262"/>
                  </a:lnTo>
                  <a:lnTo>
                    <a:pt x="409625" y="134937"/>
                  </a:lnTo>
                  <a:lnTo>
                    <a:pt x="407543" y="133464"/>
                  </a:lnTo>
                  <a:lnTo>
                    <a:pt x="407543" y="277495"/>
                  </a:lnTo>
                  <a:lnTo>
                    <a:pt x="384048" y="311404"/>
                  </a:lnTo>
                  <a:lnTo>
                    <a:pt x="219710" y="311404"/>
                  </a:lnTo>
                  <a:lnTo>
                    <a:pt x="216408" y="306400"/>
                  </a:lnTo>
                  <a:lnTo>
                    <a:pt x="216408" y="375666"/>
                  </a:lnTo>
                  <a:lnTo>
                    <a:pt x="216408" y="385826"/>
                  </a:lnTo>
                  <a:lnTo>
                    <a:pt x="216408" y="453517"/>
                  </a:lnTo>
                  <a:lnTo>
                    <a:pt x="199644" y="463677"/>
                  </a:lnTo>
                  <a:lnTo>
                    <a:pt x="192913" y="463677"/>
                  </a:lnTo>
                  <a:lnTo>
                    <a:pt x="192913" y="385826"/>
                  </a:lnTo>
                  <a:lnTo>
                    <a:pt x="216408" y="385826"/>
                  </a:lnTo>
                  <a:lnTo>
                    <a:pt x="216408" y="375666"/>
                  </a:lnTo>
                  <a:lnTo>
                    <a:pt x="192913" y="375666"/>
                  </a:lnTo>
                  <a:lnTo>
                    <a:pt x="192913" y="297815"/>
                  </a:lnTo>
                  <a:lnTo>
                    <a:pt x="196342" y="297815"/>
                  </a:lnTo>
                  <a:lnTo>
                    <a:pt x="199644" y="301244"/>
                  </a:lnTo>
                  <a:lnTo>
                    <a:pt x="213106" y="321564"/>
                  </a:lnTo>
                  <a:lnTo>
                    <a:pt x="216344" y="374827"/>
                  </a:lnTo>
                  <a:lnTo>
                    <a:pt x="216408" y="375666"/>
                  </a:lnTo>
                  <a:lnTo>
                    <a:pt x="216408" y="306400"/>
                  </a:lnTo>
                  <a:lnTo>
                    <a:pt x="210756" y="297815"/>
                  </a:lnTo>
                  <a:lnTo>
                    <a:pt x="199644" y="280924"/>
                  </a:lnTo>
                  <a:lnTo>
                    <a:pt x="253022" y="246240"/>
                  </a:lnTo>
                  <a:lnTo>
                    <a:pt x="303161" y="243687"/>
                  </a:lnTo>
                  <a:lnTo>
                    <a:pt x="352653" y="246240"/>
                  </a:lnTo>
                  <a:lnTo>
                    <a:pt x="396176" y="258978"/>
                  </a:lnTo>
                  <a:lnTo>
                    <a:pt x="407543" y="277495"/>
                  </a:lnTo>
                  <a:lnTo>
                    <a:pt x="407543" y="133464"/>
                  </a:lnTo>
                  <a:lnTo>
                    <a:pt x="400812" y="128651"/>
                  </a:lnTo>
                  <a:lnTo>
                    <a:pt x="359549" y="117221"/>
                  </a:lnTo>
                  <a:lnTo>
                    <a:pt x="301917" y="113411"/>
                  </a:lnTo>
                  <a:lnTo>
                    <a:pt x="244271" y="117221"/>
                  </a:lnTo>
                  <a:lnTo>
                    <a:pt x="202946" y="128651"/>
                  </a:lnTo>
                  <a:lnTo>
                    <a:pt x="182880" y="165862"/>
                  </a:lnTo>
                  <a:lnTo>
                    <a:pt x="185826" y="477266"/>
                  </a:lnTo>
                  <a:lnTo>
                    <a:pt x="185851" y="480568"/>
                  </a:lnTo>
                  <a:lnTo>
                    <a:pt x="187921" y="534314"/>
                  </a:lnTo>
                  <a:lnTo>
                    <a:pt x="209677" y="568579"/>
                  </a:lnTo>
                  <a:lnTo>
                    <a:pt x="248259" y="579183"/>
                  </a:lnTo>
                  <a:lnTo>
                    <a:pt x="306959" y="582168"/>
                  </a:lnTo>
                  <a:lnTo>
                    <a:pt x="337172" y="579513"/>
                  </a:lnTo>
                  <a:lnTo>
                    <a:pt x="383806" y="571728"/>
                  </a:lnTo>
                  <a:lnTo>
                    <a:pt x="417601" y="548741"/>
                  </a:lnTo>
                  <a:lnTo>
                    <a:pt x="422529" y="534314"/>
                  </a:lnTo>
                  <a:lnTo>
                    <a:pt x="424268" y="514769"/>
                  </a:lnTo>
                  <a:close/>
                </a:path>
                <a:path w="683259" h="1603375">
                  <a:moveTo>
                    <a:pt x="487934" y="0"/>
                  </a:moveTo>
                  <a:lnTo>
                    <a:pt x="119126" y="0"/>
                  </a:lnTo>
                  <a:lnTo>
                    <a:pt x="303530" y="74422"/>
                  </a:lnTo>
                  <a:lnTo>
                    <a:pt x="487934" y="0"/>
                  </a:lnTo>
                  <a:close/>
                </a:path>
                <a:path w="683259" h="1603375">
                  <a:moveTo>
                    <a:pt x="551688" y="152273"/>
                  </a:moveTo>
                  <a:lnTo>
                    <a:pt x="477901" y="338455"/>
                  </a:lnTo>
                  <a:lnTo>
                    <a:pt x="551688" y="521208"/>
                  </a:lnTo>
                  <a:lnTo>
                    <a:pt x="551688" y="152273"/>
                  </a:lnTo>
                  <a:close/>
                </a:path>
                <a:path w="683259" h="1603375">
                  <a:moveTo>
                    <a:pt x="682752" y="1474470"/>
                  </a:moveTo>
                  <a:lnTo>
                    <a:pt x="672998" y="1426984"/>
                  </a:lnTo>
                  <a:lnTo>
                    <a:pt x="665353" y="1415440"/>
                  </a:lnTo>
                  <a:lnTo>
                    <a:pt x="665353" y="1474470"/>
                  </a:lnTo>
                  <a:lnTo>
                    <a:pt x="663498" y="1493685"/>
                  </a:lnTo>
                  <a:lnTo>
                    <a:pt x="658393" y="1512189"/>
                  </a:lnTo>
                  <a:lnTo>
                    <a:pt x="650671" y="1529321"/>
                  </a:lnTo>
                  <a:lnTo>
                    <a:pt x="640969" y="1544383"/>
                  </a:lnTo>
                  <a:lnTo>
                    <a:pt x="633323" y="1524088"/>
                  </a:lnTo>
                  <a:lnTo>
                    <a:pt x="633222" y="1523809"/>
                  </a:lnTo>
                  <a:lnTo>
                    <a:pt x="620903" y="1506677"/>
                  </a:lnTo>
                  <a:lnTo>
                    <a:pt x="604672" y="1493685"/>
                  </a:lnTo>
                  <a:lnTo>
                    <a:pt x="585216" y="1485506"/>
                  </a:lnTo>
                  <a:lnTo>
                    <a:pt x="592874" y="1479308"/>
                  </a:lnTo>
                  <a:lnTo>
                    <a:pt x="599592" y="1471714"/>
                  </a:lnTo>
                  <a:lnTo>
                    <a:pt x="604354" y="1462747"/>
                  </a:lnTo>
                  <a:lnTo>
                    <a:pt x="606171" y="1452397"/>
                  </a:lnTo>
                  <a:lnTo>
                    <a:pt x="603097" y="1436763"/>
                  </a:lnTo>
                  <a:lnTo>
                    <a:pt x="594804" y="1423885"/>
                  </a:lnTo>
                  <a:lnTo>
                    <a:pt x="582587" y="1415148"/>
                  </a:lnTo>
                  <a:lnTo>
                    <a:pt x="567817" y="1411922"/>
                  </a:lnTo>
                  <a:lnTo>
                    <a:pt x="552983" y="1415148"/>
                  </a:lnTo>
                  <a:lnTo>
                    <a:pt x="540778" y="1423885"/>
                  </a:lnTo>
                  <a:lnTo>
                    <a:pt x="532498" y="1436763"/>
                  </a:lnTo>
                  <a:lnTo>
                    <a:pt x="529463" y="1452397"/>
                  </a:lnTo>
                  <a:lnTo>
                    <a:pt x="530631" y="1460677"/>
                  </a:lnTo>
                  <a:lnTo>
                    <a:pt x="530733" y="1461249"/>
                  </a:lnTo>
                  <a:lnTo>
                    <a:pt x="534250" y="1470342"/>
                  </a:lnTo>
                  <a:lnTo>
                    <a:pt x="539750" y="1478788"/>
                  </a:lnTo>
                  <a:lnTo>
                    <a:pt x="546862" y="1485506"/>
                  </a:lnTo>
                  <a:lnTo>
                    <a:pt x="526859" y="1494256"/>
                  </a:lnTo>
                  <a:lnTo>
                    <a:pt x="509460" y="1508518"/>
                  </a:lnTo>
                  <a:lnTo>
                    <a:pt x="495960" y="1526908"/>
                  </a:lnTo>
                  <a:lnTo>
                    <a:pt x="487680" y="1548053"/>
                  </a:lnTo>
                  <a:lnTo>
                    <a:pt x="475983" y="1532940"/>
                  </a:lnTo>
                  <a:lnTo>
                    <a:pt x="467245" y="1515414"/>
                  </a:lnTo>
                  <a:lnTo>
                    <a:pt x="467118" y="1514944"/>
                  </a:lnTo>
                  <a:lnTo>
                    <a:pt x="461759" y="1495806"/>
                  </a:lnTo>
                  <a:lnTo>
                    <a:pt x="461175" y="1489189"/>
                  </a:lnTo>
                  <a:lnTo>
                    <a:pt x="459867" y="1474470"/>
                  </a:lnTo>
                  <a:lnTo>
                    <a:pt x="467779" y="1433080"/>
                  </a:lnTo>
                  <a:lnTo>
                    <a:pt x="471614" y="1426984"/>
                  </a:lnTo>
                  <a:lnTo>
                    <a:pt x="488264" y="1400886"/>
                  </a:lnTo>
                  <a:lnTo>
                    <a:pt x="489432" y="1399044"/>
                  </a:lnTo>
                  <a:lnTo>
                    <a:pt x="521525" y="1376172"/>
                  </a:lnTo>
                  <a:lnTo>
                    <a:pt x="560832" y="1367764"/>
                  </a:lnTo>
                  <a:lnTo>
                    <a:pt x="602119" y="1376172"/>
                  </a:lnTo>
                  <a:lnTo>
                    <a:pt x="635279" y="1399044"/>
                  </a:lnTo>
                  <a:lnTo>
                    <a:pt x="653453" y="1426984"/>
                  </a:lnTo>
                  <a:lnTo>
                    <a:pt x="657364" y="1433080"/>
                  </a:lnTo>
                  <a:lnTo>
                    <a:pt x="665353" y="1474470"/>
                  </a:lnTo>
                  <a:lnTo>
                    <a:pt x="665353" y="1415440"/>
                  </a:lnTo>
                  <a:lnTo>
                    <a:pt x="646595" y="1387094"/>
                  </a:lnTo>
                  <a:lnTo>
                    <a:pt x="619315" y="1367764"/>
                  </a:lnTo>
                  <a:lnTo>
                    <a:pt x="607783" y="1359611"/>
                  </a:lnTo>
                  <a:lnTo>
                    <a:pt x="560832" y="1349375"/>
                  </a:lnTo>
                  <a:lnTo>
                    <a:pt x="532892" y="1353286"/>
                  </a:lnTo>
                  <a:lnTo>
                    <a:pt x="507250" y="1364094"/>
                  </a:lnTo>
                  <a:lnTo>
                    <a:pt x="484873" y="1380426"/>
                  </a:lnTo>
                  <a:lnTo>
                    <a:pt x="466725" y="1400886"/>
                  </a:lnTo>
                  <a:lnTo>
                    <a:pt x="452882" y="1381099"/>
                  </a:lnTo>
                  <a:lnTo>
                    <a:pt x="452882" y="1422958"/>
                  </a:lnTo>
                  <a:lnTo>
                    <a:pt x="448284" y="1436192"/>
                  </a:lnTo>
                  <a:lnTo>
                    <a:pt x="444982" y="1448714"/>
                  </a:lnTo>
                  <a:lnTo>
                    <a:pt x="443090" y="1460677"/>
                  </a:lnTo>
                  <a:lnTo>
                    <a:pt x="443001" y="1461249"/>
                  </a:lnTo>
                  <a:lnTo>
                    <a:pt x="442341" y="1474470"/>
                  </a:lnTo>
                  <a:lnTo>
                    <a:pt x="442341" y="1489189"/>
                  </a:lnTo>
                  <a:lnTo>
                    <a:pt x="236855" y="1489189"/>
                  </a:lnTo>
                  <a:lnTo>
                    <a:pt x="236855" y="1485506"/>
                  </a:lnTo>
                  <a:lnTo>
                    <a:pt x="240411" y="1481823"/>
                  </a:lnTo>
                  <a:lnTo>
                    <a:pt x="240411" y="1474470"/>
                  </a:lnTo>
                  <a:lnTo>
                    <a:pt x="231559" y="1433080"/>
                  </a:lnTo>
                  <a:lnTo>
                    <a:pt x="226441" y="1419275"/>
                  </a:lnTo>
                  <a:lnTo>
                    <a:pt x="242112" y="1397203"/>
                  </a:lnTo>
                  <a:lnTo>
                    <a:pt x="289179" y="1330972"/>
                  </a:lnTo>
                  <a:lnTo>
                    <a:pt x="299631" y="1335811"/>
                  </a:lnTo>
                  <a:lnTo>
                    <a:pt x="310451" y="1339253"/>
                  </a:lnTo>
                  <a:lnTo>
                    <a:pt x="321932" y="1341323"/>
                  </a:lnTo>
                  <a:lnTo>
                    <a:pt x="334391" y="1342009"/>
                  </a:lnTo>
                  <a:lnTo>
                    <a:pt x="347941" y="1340751"/>
                  </a:lnTo>
                  <a:lnTo>
                    <a:pt x="361835" y="1337411"/>
                  </a:lnTo>
                  <a:lnTo>
                    <a:pt x="375081" y="1332699"/>
                  </a:lnTo>
                  <a:lnTo>
                    <a:pt x="378790" y="1330972"/>
                  </a:lnTo>
                  <a:lnTo>
                    <a:pt x="386715" y="1327289"/>
                  </a:lnTo>
                  <a:lnTo>
                    <a:pt x="452882" y="1422958"/>
                  </a:lnTo>
                  <a:lnTo>
                    <a:pt x="452882" y="1381099"/>
                  </a:lnTo>
                  <a:lnTo>
                    <a:pt x="415251" y="1327289"/>
                  </a:lnTo>
                  <a:lnTo>
                    <a:pt x="407543" y="1316253"/>
                  </a:lnTo>
                  <a:lnTo>
                    <a:pt x="426402" y="1295501"/>
                  </a:lnTo>
                  <a:lnTo>
                    <a:pt x="431596" y="1286827"/>
                  </a:lnTo>
                  <a:lnTo>
                    <a:pt x="433806" y="1283144"/>
                  </a:lnTo>
                  <a:lnTo>
                    <a:pt x="440651" y="1271714"/>
                  </a:lnTo>
                  <a:lnTo>
                    <a:pt x="441858" y="1268082"/>
                  </a:lnTo>
                  <a:lnTo>
                    <a:pt x="449719" y="1244346"/>
                  </a:lnTo>
                  <a:lnTo>
                    <a:pt x="452882" y="1213231"/>
                  </a:lnTo>
                  <a:lnTo>
                    <a:pt x="443661" y="1164221"/>
                  </a:lnTo>
                  <a:lnTo>
                    <a:pt x="435483" y="1151343"/>
                  </a:lnTo>
                  <a:lnTo>
                    <a:pt x="435483" y="1213231"/>
                  </a:lnTo>
                  <a:lnTo>
                    <a:pt x="434162" y="1232446"/>
                  </a:lnTo>
                  <a:lnTo>
                    <a:pt x="430237" y="1250950"/>
                  </a:lnTo>
                  <a:lnTo>
                    <a:pt x="423684" y="1268082"/>
                  </a:lnTo>
                  <a:lnTo>
                    <a:pt x="414528" y="1283144"/>
                  </a:lnTo>
                  <a:lnTo>
                    <a:pt x="404850" y="1262570"/>
                  </a:lnTo>
                  <a:lnTo>
                    <a:pt x="391883" y="1245438"/>
                  </a:lnTo>
                  <a:lnTo>
                    <a:pt x="376301" y="1232446"/>
                  </a:lnTo>
                  <a:lnTo>
                    <a:pt x="358775" y="1224280"/>
                  </a:lnTo>
                  <a:lnTo>
                    <a:pt x="365887" y="1217498"/>
                  </a:lnTo>
                  <a:lnTo>
                    <a:pt x="371373" y="1208633"/>
                  </a:lnTo>
                  <a:lnTo>
                    <a:pt x="374916" y="1198384"/>
                  </a:lnTo>
                  <a:lnTo>
                    <a:pt x="376174" y="1187450"/>
                  </a:lnTo>
                  <a:lnTo>
                    <a:pt x="373126" y="1173949"/>
                  </a:lnTo>
                  <a:lnTo>
                    <a:pt x="364871" y="1162202"/>
                  </a:lnTo>
                  <a:lnTo>
                    <a:pt x="352704" y="1153896"/>
                  </a:lnTo>
                  <a:lnTo>
                    <a:pt x="337947" y="1150747"/>
                  </a:lnTo>
                  <a:lnTo>
                    <a:pt x="325094" y="1153896"/>
                  </a:lnTo>
                  <a:lnTo>
                    <a:pt x="313905" y="1162202"/>
                  </a:lnTo>
                  <a:lnTo>
                    <a:pt x="306006" y="1173949"/>
                  </a:lnTo>
                  <a:lnTo>
                    <a:pt x="303022" y="1187450"/>
                  </a:lnTo>
                  <a:lnTo>
                    <a:pt x="304292" y="1198384"/>
                  </a:lnTo>
                  <a:lnTo>
                    <a:pt x="307809" y="1208176"/>
                  </a:lnTo>
                  <a:lnTo>
                    <a:pt x="313309" y="1215936"/>
                  </a:lnTo>
                  <a:lnTo>
                    <a:pt x="320421" y="1220597"/>
                  </a:lnTo>
                  <a:lnTo>
                    <a:pt x="298488" y="1229398"/>
                  </a:lnTo>
                  <a:lnTo>
                    <a:pt x="280441" y="1244053"/>
                  </a:lnTo>
                  <a:lnTo>
                    <a:pt x="267589" y="1263548"/>
                  </a:lnTo>
                  <a:lnTo>
                    <a:pt x="261239" y="1286827"/>
                  </a:lnTo>
                  <a:lnTo>
                    <a:pt x="249542" y="1271714"/>
                  </a:lnTo>
                  <a:lnTo>
                    <a:pt x="240804" y="1254175"/>
                  </a:lnTo>
                  <a:lnTo>
                    <a:pt x="235318" y="1234567"/>
                  </a:lnTo>
                  <a:lnTo>
                    <a:pt x="233426" y="1213231"/>
                  </a:lnTo>
                  <a:lnTo>
                    <a:pt x="241350" y="1171702"/>
                  </a:lnTo>
                  <a:lnTo>
                    <a:pt x="262991" y="1137793"/>
                  </a:lnTo>
                  <a:lnTo>
                    <a:pt x="295084" y="1114933"/>
                  </a:lnTo>
                  <a:lnTo>
                    <a:pt x="334391" y="1106551"/>
                  </a:lnTo>
                  <a:lnTo>
                    <a:pt x="373697" y="1114933"/>
                  </a:lnTo>
                  <a:lnTo>
                    <a:pt x="405841" y="1137793"/>
                  </a:lnTo>
                  <a:lnTo>
                    <a:pt x="427520" y="1171702"/>
                  </a:lnTo>
                  <a:lnTo>
                    <a:pt x="435483" y="1213231"/>
                  </a:lnTo>
                  <a:lnTo>
                    <a:pt x="435483" y="1151343"/>
                  </a:lnTo>
                  <a:lnTo>
                    <a:pt x="418439" y="1124496"/>
                  </a:lnTo>
                  <a:lnTo>
                    <a:pt x="393090" y="1106551"/>
                  </a:lnTo>
                  <a:lnTo>
                    <a:pt x="380809" y="1097864"/>
                  </a:lnTo>
                  <a:lnTo>
                    <a:pt x="334391" y="1088136"/>
                  </a:lnTo>
                  <a:lnTo>
                    <a:pt x="287972" y="1097864"/>
                  </a:lnTo>
                  <a:lnTo>
                    <a:pt x="250393" y="1124496"/>
                  </a:lnTo>
                  <a:lnTo>
                    <a:pt x="225209" y="1164221"/>
                  </a:lnTo>
                  <a:lnTo>
                    <a:pt x="216027" y="1213231"/>
                  </a:lnTo>
                  <a:lnTo>
                    <a:pt x="219773" y="1245438"/>
                  </a:lnTo>
                  <a:lnTo>
                    <a:pt x="230352" y="1274876"/>
                  </a:lnTo>
                  <a:lnTo>
                    <a:pt x="246824" y="1300162"/>
                  </a:lnTo>
                  <a:lnTo>
                    <a:pt x="268224" y="1319936"/>
                  </a:lnTo>
                  <a:lnTo>
                    <a:pt x="219456" y="1387525"/>
                  </a:lnTo>
                  <a:lnTo>
                    <a:pt x="219456" y="1474470"/>
                  </a:lnTo>
                  <a:lnTo>
                    <a:pt x="218135" y="1493685"/>
                  </a:lnTo>
                  <a:lnTo>
                    <a:pt x="214210" y="1512189"/>
                  </a:lnTo>
                  <a:lnTo>
                    <a:pt x="207657" y="1529321"/>
                  </a:lnTo>
                  <a:lnTo>
                    <a:pt x="198501" y="1544383"/>
                  </a:lnTo>
                  <a:lnTo>
                    <a:pt x="190931" y="1524088"/>
                  </a:lnTo>
                  <a:lnTo>
                    <a:pt x="190817" y="1523809"/>
                  </a:lnTo>
                  <a:lnTo>
                    <a:pt x="178536" y="1506677"/>
                  </a:lnTo>
                  <a:lnTo>
                    <a:pt x="162331" y="1493685"/>
                  </a:lnTo>
                  <a:lnTo>
                    <a:pt x="142875" y="1485506"/>
                  </a:lnTo>
                  <a:lnTo>
                    <a:pt x="149987" y="1479308"/>
                  </a:lnTo>
                  <a:lnTo>
                    <a:pt x="155473" y="1471714"/>
                  </a:lnTo>
                  <a:lnTo>
                    <a:pt x="159016" y="1462747"/>
                  </a:lnTo>
                  <a:lnTo>
                    <a:pt x="160274" y="1452397"/>
                  </a:lnTo>
                  <a:lnTo>
                    <a:pt x="157759" y="1436763"/>
                  </a:lnTo>
                  <a:lnTo>
                    <a:pt x="150660" y="1423885"/>
                  </a:lnTo>
                  <a:lnTo>
                    <a:pt x="139636" y="1415148"/>
                  </a:lnTo>
                  <a:lnTo>
                    <a:pt x="125349" y="1411922"/>
                  </a:lnTo>
                  <a:lnTo>
                    <a:pt x="110578" y="1415148"/>
                  </a:lnTo>
                  <a:lnTo>
                    <a:pt x="98425" y="1423885"/>
                  </a:lnTo>
                  <a:lnTo>
                    <a:pt x="90157" y="1436763"/>
                  </a:lnTo>
                  <a:lnTo>
                    <a:pt x="87122" y="1452397"/>
                  </a:lnTo>
                  <a:lnTo>
                    <a:pt x="88290" y="1460677"/>
                  </a:lnTo>
                  <a:lnTo>
                    <a:pt x="88392" y="1461249"/>
                  </a:lnTo>
                  <a:lnTo>
                    <a:pt x="91909" y="1470342"/>
                  </a:lnTo>
                  <a:lnTo>
                    <a:pt x="97409" y="1478788"/>
                  </a:lnTo>
                  <a:lnTo>
                    <a:pt x="104521" y="1485506"/>
                  </a:lnTo>
                  <a:lnTo>
                    <a:pt x="82994" y="1494256"/>
                  </a:lnTo>
                  <a:lnTo>
                    <a:pt x="65735" y="1508518"/>
                  </a:lnTo>
                  <a:lnTo>
                    <a:pt x="53060" y="1526908"/>
                  </a:lnTo>
                  <a:lnTo>
                    <a:pt x="45339" y="1548053"/>
                  </a:lnTo>
                  <a:lnTo>
                    <a:pt x="33578" y="1532940"/>
                  </a:lnTo>
                  <a:lnTo>
                    <a:pt x="24790" y="1515414"/>
                  </a:lnTo>
                  <a:lnTo>
                    <a:pt x="19291" y="1495806"/>
                  </a:lnTo>
                  <a:lnTo>
                    <a:pt x="17399" y="1474470"/>
                  </a:lnTo>
                  <a:lnTo>
                    <a:pt x="25323" y="1433080"/>
                  </a:lnTo>
                  <a:lnTo>
                    <a:pt x="29171" y="1426984"/>
                  </a:lnTo>
                  <a:lnTo>
                    <a:pt x="47028" y="1399044"/>
                  </a:lnTo>
                  <a:lnTo>
                    <a:pt x="79171" y="1376172"/>
                  </a:lnTo>
                  <a:lnTo>
                    <a:pt x="118491" y="1367764"/>
                  </a:lnTo>
                  <a:lnTo>
                    <a:pt x="157734" y="1376172"/>
                  </a:lnTo>
                  <a:lnTo>
                    <a:pt x="189826" y="1399044"/>
                  </a:lnTo>
                  <a:lnTo>
                    <a:pt x="207670" y="1426984"/>
                  </a:lnTo>
                  <a:lnTo>
                    <a:pt x="211518" y="1433080"/>
                  </a:lnTo>
                  <a:lnTo>
                    <a:pt x="219456" y="1474470"/>
                  </a:lnTo>
                  <a:lnTo>
                    <a:pt x="219456" y="1387525"/>
                  </a:lnTo>
                  <a:lnTo>
                    <a:pt x="212471" y="1397203"/>
                  </a:lnTo>
                  <a:lnTo>
                    <a:pt x="194373" y="1377315"/>
                  </a:lnTo>
                  <a:lnTo>
                    <a:pt x="180187" y="1367764"/>
                  </a:lnTo>
                  <a:lnTo>
                    <a:pt x="171996" y="1362252"/>
                  </a:lnTo>
                  <a:lnTo>
                    <a:pt x="146367" y="1352715"/>
                  </a:lnTo>
                  <a:lnTo>
                    <a:pt x="118491" y="1349375"/>
                  </a:lnTo>
                  <a:lnTo>
                    <a:pt x="72009" y="1359611"/>
                  </a:lnTo>
                  <a:lnTo>
                    <a:pt x="34378" y="1387094"/>
                  </a:lnTo>
                  <a:lnTo>
                    <a:pt x="9182" y="1426984"/>
                  </a:lnTo>
                  <a:lnTo>
                    <a:pt x="0" y="1474470"/>
                  </a:lnTo>
                  <a:lnTo>
                    <a:pt x="9131" y="1523809"/>
                  </a:lnTo>
                  <a:lnTo>
                    <a:pt x="9182" y="1524088"/>
                  </a:lnTo>
                  <a:lnTo>
                    <a:pt x="34378" y="1565084"/>
                  </a:lnTo>
                  <a:lnTo>
                    <a:pt x="72009" y="1592961"/>
                  </a:lnTo>
                  <a:lnTo>
                    <a:pt x="118491" y="1603248"/>
                  </a:lnTo>
                  <a:lnTo>
                    <a:pt x="156502" y="1596694"/>
                  </a:lnTo>
                  <a:lnTo>
                    <a:pt x="190284" y="1578419"/>
                  </a:lnTo>
                  <a:lnTo>
                    <a:pt x="216903" y="1550479"/>
                  </a:lnTo>
                  <a:lnTo>
                    <a:pt x="218033" y="1548053"/>
                  </a:lnTo>
                  <a:lnTo>
                    <a:pt x="219735" y="1544383"/>
                  </a:lnTo>
                  <a:lnTo>
                    <a:pt x="233426" y="1514944"/>
                  </a:lnTo>
                  <a:lnTo>
                    <a:pt x="449326" y="1514944"/>
                  </a:lnTo>
                  <a:lnTo>
                    <a:pt x="465289" y="1550479"/>
                  </a:lnTo>
                  <a:lnTo>
                    <a:pt x="490740" y="1578419"/>
                  </a:lnTo>
                  <a:lnTo>
                    <a:pt x="523341" y="1596694"/>
                  </a:lnTo>
                  <a:lnTo>
                    <a:pt x="560832" y="1603248"/>
                  </a:lnTo>
                  <a:lnTo>
                    <a:pt x="607783" y="1592961"/>
                  </a:lnTo>
                  <a:lnTo>
                    <a:pt x="646595" y="1565084"/>
                  </a:lnTo>
                  <a:lnTo>
                    <a:pt x="657567" y="1548053"/>
                  </a:lnTo>
                  <a:lnTo>
                    <a:pt x="659930" y="1544383"/>
                  </a:lnTo>
                  <a:lnTo>
                    <a:pt x="672998" y="1524088"/>
                  </a:lnTo>
                  <a:lnTo>
                    <a:pt x="682752" y="147447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99148" y="2356103"/>
              <a:ext cx="217931" cy="26517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880860" y="2229611"/>
              <a:ext cx="356870" cy="600710"/>
            </a:xfrm>
            <a:custGeom>
              <a:avLst/>
              <a:gdLst/>
              <a:ahLst/>
              <a:cxnLst/>
              <a:rect l="l" t="t" r="r" b="b"/>
              <a:pathLst>
                <a:path w="356870" h="600710">
                  <a:moveTo>
                    <a:pt x="356616" y="61468"/>
                  </a:moveTo>
                  <a:lnTo>
                    <a:pt x="355028" y="53086"/>
                  </a:lnTo>
                  <a:lnTo>
                    <a:pt x="352132" y="37719"/>
                  </a:lnTo>
                  <a:lnTo>
                    <a:pt x="351256" y="36322"/>
                  </a:lnTo>
                  <a:lnTo>
                    <a:pt x="339763" y="18161"/>
                  </a:lnTo>
                  <a:lnTo>
                    <a:pt x="321081" y="4889"/>
                  </a:lnTo>
                  <a:lnTo>
                    <a:pt x="320167" y="4699"/>
                  </a:lnTo>
                  <a:lnTo>
                    <a:pt x="320167" y="86614"/>
                  </a:lnTo>
                  <a:lnTo>
                    <a:pt x="320167" y="304546"/>
                  </a:lnTo>
                  <a:lnTo>
                    <a:pt x="320167" y="318516"/>
                  </a:lnTo>
                  <a:lnTo>
                    <a:pt x="320167" y="477520"/>
                  </a:lnTo>
                  <a:lnTo>
                    <a:pt x="207772" y="477520"/>
                  </a:lnTo>
                  <a:lnTo>
                    <a:pt x="207772" y="538988"/>
                  </a:lnTo>
                  <a:lnTo>
                    <a:pt x="205752" y="550862"/>
                  </a:lnTo>
                  <a:lnTo>
                    <a:pt x="200063" y="560641"/>
                  </a:lnTo>
                  <a:lnTo>
                    <a:pt x="191211" y="567283"/>
                  </a:lnTo>
                  <a:lnTo>
                    <a:pt x="179705" y="569722"/>
                  </a:lnTo>
                  <a:lnTo>
                    <a:pt x="167754" y="567283"/>
                  </a:lnTo>
                  <a:lnTo>
                    <a:pt x="157937" y="560641"/>
                  </a:lnTo>
                  <a:lnTo>
                    <a:pt x="151282" y="550862"/>
                  </a:lnTo>
                  <a:lnTo>
                    <a:pt x="148844" y="538988"/>
                  </a:lnTo>
                  <a:lnTo>
                    <a:pt x="151282" y="527113"/>
                  </a:lnTo>
                  <a:lnTo>
                    <a:pt x="191211" y="510705"/>
                  </a:lnTo>
                  <a:lnTo>
                    <a:pt x="207772" y="538988"/>
                  </a:lnTo>
                  <a:lnTo>
                    <a:pt x="207772" y="477520"/>
                  </a:lnTo>
                  <a:lnTo>
                    <a:pt x="97790" y="477520"/>
                  </a:lnTo>
                  <a:lnTo>
                    <a:pt x="100584" y="471932"/>
                  </a:lnTo>
                  <a:lnTo>
                    <a:pt x="103378" y="463550"/>
                  </a:lnTo>
                  <a:lnTo>
                    <a:pt x="110782" y="453212"/>
                  </a:lnTo>
                  <a:lnTo>
                    <a:pt x="120040" y="443661"/>
                  </a:lnTo>
                  <a:lnTo>
                    <a:pt x="130873" y="435711"/>
                  </a:lnTo>
                  <a:lnTo>
                    <a:pt x="143002" y="430149"/>
                  </a:lnTo>
                  <a:lnTo>
                    <a:pt x="147802" y="437857"/>
                  </a:lnTo>
                  <a:lnTo>
                    <a:pt x="153670" y="444017"/>
                  </a:lnTo>
                  <a:lnTo>
                    <a:pt x="160566" y="448106"/>
                  </a:lnTo>
                  <a:lnTo>
                    <a:pt x="168529" y="449580"/>
                  </a:lnTo>
                  <a:lnTo>
                    <a:pt x="178485" y="447662"/>
                  </a:lnTo>
                  <a:lnTo>
                    <a:pt x="186880" y="442620"/>
                  </a:lnTo>
                  <a:lnTo>
                    <a:pt x="193167" y="435495"/>
                  </a:lnTo>
                  <a:lnTo>
                    <a:pt x="195580" y="430149"/>
                  </a:lnTo>
                  <a:lnTo>
                    <a:pt x="196850" y="427355"/>
                  </a:lnTo>
                  <a:lnTo>
                    <a:pt x="202438" y="427355"/>
                  </a:lnTo>
                  <a:lnTo>
                    <a:pt x="224409" y="422948"/>
                  </a:lnTo>
                  <a:lnTo>
                    <a:pt x="238747" y="413385"/>
                  </a:lnTo>
                  <a:lnTo>
                    <a:pt x="242417" y="410946"/>
                  </a:lnTo>
                  <a:lnTo>
                    <a:pt x="254596" y="393179"/>
                  </a:lnTo>
                  <a:lnTo>
                    <a:pt x="259080" y="371475"/>
                  </a:lnTo>
                  <a:lnTo>
                    <a:pt x="259080" y="337947"/>
                  </a:lnTo>
                  <a:lnTo>
                    <a:pt x="266547" y="335292"/>
                  </a:lnTo>
                  <a:lnTo>
                    <a:pt x="272173" y="331330"/>
                  </a:lnTo>
                  <a:lnTo>
                    <a:pt x="276199" y="325831"/>
                  </a:lnTo>
                  <a:lnTo>
                    <a:pt x="278892" y="318516"/>
                  </a:lnTo>
                  <a:lnTo>
                    <a:pt x="320167" y="318516"/>
                  </a:lnTo>
                  <a:lnTo>
                    <a:pt x="320167" y="304546"/>
                  </a:lnTo>
                  <a:lnTo>
                    <a:pt x="278892" y="304546"/>
                  </a:lnTo>
                  <a:lnTo>
                    <a:pt x="276199" y="298348"/>
                  </a:lnTo>
                  <a:lnTo>
                    <a:pt x="272173" y="292671"/>
                  </a:lnTo>
                  <a:lnTo>
                    <a:pt x="266547" y="288048"/>
                  </a:lnTo>
                  <a:lnTo>
                    <a:pt x="259080" y="284988"/>
                  </a:lnTo>
                  <a:lnTo>
                    <a:pt x="259080" y="86614"/>
                  </a:lnTo>
                  <a:lnTo>
                    <a:pt x="320167" y="86614"/>
                  </a:lnTo>
                  <a:lnTo>
                    <a:pt x="320167" y="4699"/>
                  </a:lnTo>
                  <a:lnTo>
                    <a:pt x="297688" y="0"/>
                  </a:lnTo>
                  <a:lnTo>
                    <a:pt x="244983" y="0"/>
                  </a:lnTo>
                  <a:lnTo>
                    <a:pt x="244983" y="86614"/>
                  </a:lnTo>
                  <a:lnTo>
                    <a:pt x="244983" y="284988"/>
                  </a:lnTo>
                  <a:lnTo>
                    <a:pt x="238683" y="288048"/>
                  </a:lnTo>
                  <a:lnTo>
                    <a:pt x="232930" y="292671"/>
                  </a:lnTo>
                  <a:lnTo>
                    <a:pt x="228244" y="298348"/>
                  </a:lnTo>
                  <a:lnTo>
                    <a:pt x="225171" y="304546"/>
                  </a:lnTo>
                  <a:lnTo>
                    <a:pt x="185547" y="304546"/>
                  </a:lnTo>
                  <a:lnTo>
                    <a:pt x="185547" y="318516"/>
                  </a:lnTo>
                  <a:lnTo>
                    <a:pt x="225171" y="318516"/>
                  </a:lnTo>
                  <a:lnTo>
                    <a:pt x="228244" y="325831"/>
                  </a:lnTo>
                  <a:lnTo>
                    <a:pt x="232930" y="331330"/>
                  </a:lnTo>
                  <a:lnTo>
                    <a:pt x="238683" y="335292"/>
                  </a:lnTo>
                  <a:lnTo>
                    <a:pt x="244983" y="337947"/>
                  </a:lnTo>
                  <a:lnTo>
                    <a:pt x="244983" y="371475"/>
                  </a:lnTo>
                  <a:lnTo>
                    <a:pt x="241528" y="387464"/>
                  </a:lnTo>
                  <a:lnTo>
                    <a:pt x="232232" y="400812"/>
                  </a:lnTo>
                  <a:lnTo>
                    <a:pt x="218668" y="409981"/>
                  </a:lnTo>
                  <a:lnTo>
                    <a:pt x="202438" y="413385"/>
                  </a:lnTo>
                  <a:lnTo>
                    <a:pt x="196850" y="413385"/>
                  </a:lnTo>
                  <a:lnTo>
                    <a:pt x="193167" y="405625"/>
                  </a:lnTo>
                  <a:lnTo>
                    <a:pt x="186880" y="399415"/>
                  </a:lnTo>
                  <a:lnTo>
                    <a:pt x="178574" y="395363"/>
                  </a:lnTo>
                  <a:lnTo>
                    <a:pt x="178777" y="395363"/>
                  </a:lnTo>
                  <a:lnTo>
                    <a:pt x="168529" y="393827"/>
                  </a:lnTo>
                  <a:lnTo>
                    <a:pt x="159766" y="395363"/>
                  </a:lnTo>
                  <a:lnTo>
                    <a:pt x="151523" y="399770"/>
                  </a:lnTo>
                  <a:lnTo>
                    <a:pt x="145389" y="406793"/>
                  </a:lnTo>
                  <a:lnTo>
                    <a:pt x="143002" y="416179"/>
                  </a:lnTo>
                  <a:lnTo>
                    <a:pt x="126657" y="422325"/>
                  </a:lnTo>
                  <a:lnTo>
                    <a:pt x="111899" y="431838"/>
                  </a:lnTo>
                  <a:lnTo>
                    <a:pt x="99225" y="444017"/>
                  </a:lnTo>
                  <a:lnTo>
                    <a:pt x="89281" y="457962"/>
                  </a:lnTo>
                  <a:lnTo>
                    <a:pt x="89281" y="460756"/>
                  </a:lnTo>
                  <a:lnTo>
                    <a:pt x="83566" y="471932"/>
                  </a:lnTo>
                  <a:lnTo>
                    <a:pt x="81699" y="477520"/>
                  </a:lnTo>
                  <a:lnTo>
                    <a:pt x="36449" y="477520"/>
                  </a:lnTo>
                  <a:lnTo>
                    <a:pt x="36449" y="86614"/>
                  </a:lnTo>
                  <a:lnTo>
                    <a:pt x="244983" y="86614"/>
                  </a:lnTo>
                  <a:lnTo>
                    <a:pt x="244983" y="0"/>
                  </a:lnTo>
                  <a:lnTo>
                    <a:pt x="221869" y="0"/>
                  </a:lnTo>
                  <a:lnTo>
                    <a:pt x="221869" y="36322"/>
                  </a:lnTo>
                  <a:lnTo>
                    <a:pt x="221869" y="53086"/>
                  </a:lnTo>
                  <a:lnTo>
                    <a:pt x="146050" y="53086"/>
                  </a:lnTo>
                  <a:lnTo>
                    <a:pt x="146050" y="36322"/>
                  </a:lnTo>
                  <a:lnTo>
                    <a:pt x="221869" y="36322"/>
                  </a:lnTo>
                  <a:lnTo>
                    <a:pt x="221869" y="0"/>
                  </a:lnTo>
                  <a:lnTo>
                    <a:pt x="61722" y="0"/>
                  </a:lnTo>
                  <a:lnTo>
                    <a:pt x="37871" y="4889"/>
                  </a:lnTo>
                  <a:lnTo>
                    <a:pt x="18237" y="18161"/>
                  </a:lnTo>
                  <a:lnTo>
                    <a:pt x="4902" y="37719"/>
                  </a:lnTo>
                  <a:lnTo>
                    <a:pt x="0" y="61468"/>
                  </a:lnTo>
                  <a:lnTo>
                    <a:pt x="0" y="538988"/>
                  </a:lnTo>
                  <a:lnTo>
                    <a:pt x="4902" y="562737"/>
                  </a:lnTo>
                  <a:lnTo>
                    <a:pt x="18237" y="582295"/>
                  </a:lnTo>
                  <a:lnTo>
                    <a:pt x="37871" y="595566"/>
                  </a:lnTo>
                  <a:lnTo>
                    <a:pt x="61722" y="600456"/>
                  </a:lnTo>
                  <a:lnTo>
                    <a:pt x="297688" y="600456"/>
                  </a:lnTo>
                  <a:lnTo>
                    <a:pt x="321081" y="595566"/>
                  </a:lnTo>
                  <a:lnTo>
                    <a:pt x="339763" y="582295"/>
                  </a:lnTo>
                  <a:lnTo>
                    <a:pt x="347713" y="569722"/>
                  </a:lnTo>
                  <a:lnTo>
                    <a:pt x="352132" y="562737"/>
                  </a:lnTo>
                  <a:lnTo>
                    <a:pt x="356616" y="538988"/>
                  </a:lnTo>
                  <a:lnTo>
                    <a:pt x="356616" y="508254"/>
                  </a:lnTo>
                  <a:lnTo>
                    <a:pt x="356616" y="477520"/>
                  </a:lnTo>
                  <a:lnTo>
                    <a:pt x="356616" y="86614"/>
                  </a:lnTo>
                  <a:lnTo>
                    <a:pt x="356616" y="61468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820662" y="2006345"/>
              <a:ext cx="4932045" cy="0"/>
            </a:xfrm>
            <a:custGeom>
              <a:avLst/>
              <a:gdLst/>
              <a:ahLst/>
              <a:cxnLst/>
              <a:rect l="l" t="t" r="r" b="b"/>
              <a:pathLst>
                <a:path w="4932045" h="0">
                  <a:moveTo>
                    <a:pt x="0" y="0"/>
                  </a:moveTo>
                  <a:lnTo>
                    <a:pt x="4932045" y="0"/>
                  </a:lnTo>
                </a:path>
              </a:pathLst>
            </a:custGeom>
            <a:ln w="38100">
              <a:solidFill>
                <a:srgbClr val="A21F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deutschland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46276" y="2583179"/>
              <a:ext cx="347472" cy="219456"/>
            </a:xfrm>
            <a:prstGeom prst="rect">
              <a:avLst/>
            </a:prstGeom>
          </p:spPr>
        </p:pic>
        <p:pic>
          <p:nvPicPr>
            <p:cNvPr id="18" name="object 18" descr="USA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66516" y="2583179"/>
              <a:ext cx="348996" cy="220979"/>
            </a:xfrm>
            <a:prstGeom prst="rect">
              <a:avLst/>
            </a:prstGeom>
          </p:spPr>
        </p:pic>
        <p:pic>
          <p:nvPicPr>
            <p:cNvPr id="19" name="object 19" descr="China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88280" y="2583179"/>
              <a:ext cx="347472" cy="22097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975360" y="3285743"/>
              <a:ext cx="647700" cy="248920"/>
            </a:xfrm>
            <a:custGeom>
              <a:avLst/>
              <a:gdLst/>
              <a:ahLst/>
              <a:cxnLst/>
              <a:rect l="l" t="t" r="r" b="b"/>
              <a:pathLst>
                <a:path w="647700" h="248920">
                  <a:moveTo>
                    <a:pt x="647700" y="0"/>
                  </a:moveTo>
                  <a:lnTo>
                    <a:pt x="0" y="0"/>
                  </a:lnTo>
                  <a:lnTo>
                    <a:pt x="0" y="248412"/>
                  </a:lnTo>
                  <a:lnTo>
                    <a:pt x="647700" y="248412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7C7C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975360" y="3285743"/>
              <a:ext cx="647700" cy="248920"/>
            </a:xfrm>
            <a:custGeom>
              <a:avLst/>
              <a:gdLst/>
              <a:ahLst/>
              <a:cxnLst/>
              <a:rect l="l" t="t" r="r" b="b"/>
              <a:pathLst>
                <a:path w="647700" h="248920">
                  <a:moveTo>
                    <a:pt x="0" y="248412"/>
                  </a:moveTo>
                  <a:lnTo>
                    <a:pt x="647700" y="248412"/>
                  </a:lnTo>
                  <a:lnTo>
                    <a:pt x="647700" y="0"/>
                  </a:lnTo>
                  <a:lnTo>
                    <a:pt x="0" y="0"/>
                  </a:lnTo>
                  <a:lnTo>
                    <a:pt x="0" y="248412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623060" y="3285743"/>
              <a:ext cx="623570" cy="248920"/>
            </a:xfrm>
            <a:custGeom>
              <a:avLst/>
              <a:gdLst/>
              <a:ahLst/>
              <a:cxnLst/>
              <a:rect l="l" t="t" r="r" b="b"/>
              <a:pathLst>
                <a:path w="623569" h="248920">
                  <a:moveTo>
                    <a:pt x="623316" y="0"/>
                  </a:moveTo>
                  <a:lnTo>
                    <a:pt x="0" y="0"/>
                  </a:lnTo>
                  <a:lnTo>
                    <a:pt x="0" y="248412"/>
                  </a:lnTo>
                  <a:lnTo>
                    <a:pt x="623316" y="248412"/>
                  </a:lnTo>
                  <a:lnTo>
                    <a:pt x="6233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623060" y="3285743"/>
              <a:ext cx="623570" cy="248920"/>
            </a:xfrm>
            <a:custGeom>
              <a:avLst/>
              <a:gdLst/>
              <a:ahLst/>
              <a:cxnLst/>
              <a:rect l="l" t="t" r="r" b="b"/>
              <a:pathLst>
                <a:path w="623569" h="248920">
                  <a:moveTo>
                    <a:pt x="0" y="248412"/>
                  </a:moveTo>
                  <a:lnTo>
                    <a:pt x="623316" y="248412"/>
                  </a:lnTo>
                  <a:lnTo>
                    <a:pt x="623316" y="0"/>
                  </a:lnTo>
                  <a:lnTo>
                    <a:pt x="0" y="0"/>
                  </a:lnTo>
                  <a:lnTo>
                    <a:pt x="0" y="248412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975360" y="3186683"/>
              <a:ext cx="0" cy="447040"/>
            </a:xfrm>
            <a:custGeom>
              <a:avLst/>
              <a:gdLst/>
              <a:ahLst/>
              <a:cxnLst/>
              <a:rect l="l" t="t" r="r" b="b"/>
              <a:pathLst>
                <a:path w="0" h="447039">
                  <a:moveTo>
                    <a:pt x="0" y="0"/>
                  </a:moveTo>
                  <a:lnTo>
                    <a:pt x="0" y="44653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1338833" y="2849117"/>
            <a:ext cx="5638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latin typeface="Arial"/>
                <a:cs typeface="Arial"/>
              </a:rPr>
              <a:t>n</a:t>
            </a:r>
            <a:r>
              <a:rPr dirty="0" sz="1000" spc="-1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=</a:t>
            </a:r>
            <a:r>
              <a:rPr dirty="0" sz="1000" spc="-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1,000</a:t>
            </a:r>
            <a:endParaRPr sz="10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1340" y="3257550"/>
            <a:ext cx="516255" cy="3321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10" b="1">
                <a:latin typeface="Arial"/>
                <a:cs typeface="Arial"/>
              </a:rPr>
              <a:t>Gender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900" spc="-25">
                <a:latin typeface="Arial"/>
                <a:cs typeface="Arial"/>
              </a:rPr>
              <a:t>(%)</a:t>
            </a:r>
            <a:endParaRPr sz="9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259582" y="2849117"/>
            <a:ext cx="5638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latin typeface="Arial"/>
                <a:cs typeface="Arial"/>
              </a:rPr>
              <a:t>n</a:t>
            </a:r>
            <a:r>
              <a:rPr dirty="0" sz="1000" spc="-1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=</a:t>
            </a:r>
            <a:r>
              <a:rPr dirty="0" sz="1000" spc="-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1,000</a:t>
            </a:r>
            <a:endParaRPr sz="10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181091" y="2849117"/>
            <a:ext cx="5638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latin typeface="Arial"/>
                <a:cs typeface="Arial"/>
              </a:rPr>
              <a:t>n</a:t>
            </a:r>
            <a:r>
              <a:rPr dirty="0" sz="1000" spc="-1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=</a:t>
            </a:r>
            <a:r>
              <a:rPr dirty="0" sz="1000" spc="-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1,000</a:t>
            </a:r>
            <a:endParaRPr sz="1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215948" y="3317240"/>
            <a:ext cx="1657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 b="1">
                <a:solidFill>
                  <a:srgbClr val="FFFFFF"/>
                </a:solidFill>
                <a:latin typeface="Arial"/>
                <a:cs typeface="Arial"/>
              </a:rPr>
              <a:t>51</a:t>
            </a:r>
            <a:endParaRPr sz="10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851786" y="3317240"/>
            <a:ext cx="1657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 b="1">
                <a:latin typeface="Arial"/>
                <a:cs typeface="Arial"/>
              </a:rPr>
              <a:t>49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970597" y="3305555"/>
            <a:ext cx="798830" cy="1765300"/>
            <a:chOff x="970597" y="3305555"/>
            <a:chExt cx="798830" cy="1765300"/>
          </a:xfrm>
        </p:grpSpPr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84020" y="3305555"/>
              <a:ext cx="85343" cy="19812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82852" y="3313175"/>
              <a:ext cx="76200" cy="196596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975360" y="4669536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w="0" h="396239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161950" y="3867150"/>
            <a:ext cx="339090" cy="3321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0" b="1">
                <a:latin typeface="Arial"/>
                <a:cs typeface="Arial"/>
              </a:rPr>
              <a:t>Age*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900" spc="-25">
                <a:latin typeface="Arial"/>
                <a:cs typeface="Arial"/>
              </a:rPr>
              <a:t>(%)</a:t>
            </a:r>
            <a:endParaRPr sz="9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48539" y="4641850"/>
            <a:ext cx="748030" cy="6369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299"/>
              </a:lnSpc>
              <a:spcBef>
                <a:spcPts val="100"/>
              </a:spcBef>
            </a:pPr>
            <a:r>
              <a:rPr dirty="0" sz="1100" spc="-10" b="1">
                <a:latin typeface="Arial"/>
                <a:cs typeface="Arial"/>
              </a:rPr>
              <a:t>Household income** </a:t>
            </a:r>
            <a:r>
              <a:rPr dirty="0" sz="900">
                <a:latin typeface="Arial"/>
                <a:cs typeface="Arial"/>
              </a:rPr>
              <a:t>(%,</a:t>
            </a:r>
            <a:r>
              <a:rPr dirty="0" sz="900" spc="-3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gross monthly)</a:t>
            </a:r>
            <a:endParaRPr sz="900">
              <a:latin typeface="Arial"/>
              <a:cs typeface="Arial"/>
            </a:endParaRPr>
          </a:p>
        </p:txBody>
      </p:sp>
      <p:graphicFrame>
        <p:nvGraphicFramePr>
          <p:cNvPr id="37" name="object 37"/>
          <p:cNvGraphicFramePr>
            <a:graphicFrameLocks noGrp="1"/>
          </p:cNvGraphicFramePr>
          <p:nvPr/>
        </p:nvGraphicFramePr>
        <p:xfrm>
          <a:off x="970597" y="4751641"/>
          <a:ext cx="1356995" cy="2209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570"/>
                <a:gridCol w="337820"/>
                <a:gridCol w="596900"/>
                <a:gridCol w="128905"/>
                <a:gridCol w="89534"/>
              </a:tblGrid>
              <a:tr h="220979"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800" spc="-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476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A21F1F"/>
                    </a:solidFill>
                  </a:tcPr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8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24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476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DB526A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800" spc="-2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43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476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800" spc="-5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9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476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464646"/>
                    </a:solidFill>
                  </a:tcPr>
                </a:tc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800" spc="-50">
                          <a:latin typeface="Arial"/>
                          <a:cs typeface="Arial"/>
                        </a:rPr>
                        <a:t>7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476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7C7C7C"/>
                    </a:solidFill>
                  </a:tcPr>
                </a:tc>
              </a:tr>
            </a:tbl>
          </a:graphicData>
        </a:graphic>
      </p:graphicFrame>
      <p:grpSp>
        <p:nvGrpSpPr>
          <p:cNvPr id="38" name="object 38"/>
          <p:cNvGrpSpPr/>
          <p:nvPr/>
        </p:nvGrpSpPr>
        <p:grpSpPr>
          <a:xfrm>
            <a:off x="998029" y="5155501"/>
            <a:ext cx="4328795" cy="116205"/>
            <a:chOff x="998029" y="5155501"/>
            <a:chExt cx="4328795" cy="116205"/>
          </a:xfrm>
        </p:grpSpPr>
        <p:sp>
          <p:nvSpPr>
            <p:cNvPr id="39" name="object 39"/>
            <p:cNvSpPr/>
            <p:nvPr/>
          </p:nvSpPr>
          <p:spPr>
            <a:xfrm>
              <a:off x="1002791" y="5160264"/>
              <a:ext cx="143510" cy="106680"/>
            </a:xfrm>
            <a:custGeom>
              <a:avLst/>
              <a:gdLst/>
              <a:ahLst/>
              <a:cxnLst/>
              <a:rect l="l" t="t" r="r" b="b"/>
              <a:pathLst>
                <a:path w="143509" h="106679">
                  <a:moveTo>
                    <a:pt x="143256" y="0"/>
                  </a:moveTo>
                  <a:lnTo>
                    <a:pt x="0" y="0"/>
                  </a:lnTo>
                  <a:lnTo>
                    <a:pt x="0" y="106680"/>
                  </a:lnTo>
                  <a:lnTo>
                    <a:pt x="143256" y="106680"/>
                  </a:lnTo>
                  <a:lnTo>
                    <a:pt x="143256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1002791" y="5160264"/>
              <a:ext cx="143510" cy="106680"/>
            </a:xfrm>
            <a:custGeom>
              <a:avLst/>
              <a:gdLst/>
              <a:ahLst/>
              <a:cxnLst/>
              <a:rect l="l" t="t" r="r" b="b"/>
              <a:pathLst>
                <a:path w="143509" h="106679">
                  <a:moveTo>
                    <a:pt x="0" y="106680"/>
                  </a:moveTo>
                  <a:lnTo>
                    <a:pt x="143256" y="106680"/>
                  </a:lnTo>
                  <a:lnTo>
                    <a:pt x="143256" y="0"/>
                  </a:lnTo>
                  <a:lnTo>
                    <a:pt x="0" y="0"/>
                  </a:lnTo>
                  <a:lnTo>
                    <a:pt x="0" y="10668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3997452" y="5160264"/>
              <a:ext cx="143510" cy="106680"/>
            </a:xfrm>
            <a:custGeom>
              <a:avLst/>
              <a:gdLst/>
              <a:ahLst/>
              <a:cxnLst/>
              <a:rect l="l" t="t" r="r" b="b"/>
              <a:pathLst>
                <a:path w="143510" h="106679">
                  <a:moveTo>
                    <a:pt x="143255" y="0"/>
                  </a:moveTo>
                  <a:lnTo>
                    <a:pt x="0" y="0"/>
                  </a:lnTo>
                  <a:lnTo>
                    <a:pt x="0" y="106680"/>
                  </a:lnTo>
                  <a:lnTo>
                    <a:pt x="143255" y="106680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3997452" y="5160264"/>
              <a:ext cx="143510" cy="106680"/>
            </a:xfrm>
            <a:custGeom>
              <a:avLst/>
              <a:gdLst/>
              <a:ahLst/>
              <a:cxnLst/>
              <a:rect l="l" t="t" r="r" b="b"/>
              <a:pathLst>
                <a:path w="143510" h="106679">
                  <a:moveTo>
                    <a:pt x="0" y="106680"/>
                  </a:moveTo>
                  <a:lnTo>
                    <a:pt x="143255" y="106680"/>
                  </a:lnTo>
                  <a:lnTo>
                    <a:pt x="143255" y="0"/>
                  </a:lnTo>
                  <a:lnTo>
                    <a:pt x="0" y="0"/>
                  </a:lnTo>
                  <a:lnTo>
                    <a:pt x="0" y="10668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1842516" y="5160264"/>
              <a:ext cx="143510" cy="106680"/>
            </a:xfrm>
            <a:custGeom>
              <a:avLst/>
              <a:gdLst/>
              <a:ahLst/>
              <a:cxnLst/>
              <a:rect l="l" t="t" r="r" b="b"/>
              <a:pathLst>
                <a:path w="143510" h="106679">
                  <a:moveTo>
                    <a:pt x="143256" y="0"/>
                  </a:moveTo>
                  <a:lnTo>
                    <a:pt x="0" y="0"/>
                  </a:lnTo>
                  <a:lnTo>
                    <a:pt x="0" y="106680"/>
                  </a:lnTo>
                  <a:lnTo>
                    <a:pt x="143256" y="106680"/>
                  </a:lnTo>
                  <a:lnTo>
                    <a:pt x="143256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1842516" y="5160264"/>
              <a:ext cx="143510" cy="106680"/>
            </a:xfrm>
            <a:custGeom>
              <a:avLst/>
              <a:gdLst/>
              <a:ahLst/>
              <a:cxnLst/>
              <a:rect l="l" t="t" r="r" b="b"/>
              <a:pathLst>
                <a:path w="143510" h="106679">
                  <a:moveTo>
                    <a:pt x="0" y="106680"/>
                  </a:moveTo>
                  <a:lnTo>
                    <a:pt x="143256" y="106680"/>
                  </a:lnTo>
                  <a:lnTo>
                    <a:pt x="143256" y="0"/>
                  </a:lnTo>
                  <a:lnTo>
                    <a:pt x="0" y="0"/>
                  </a:lnTo>
                  <a:lnTo>
                    <a:pt x="0" y="10668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2982468" y="5160264"/>
              <a:ext cx="143510" cy="106680"/>
            </a:xfrm>
            <a:custGeom>
              <a:avLst/>
              <a:gdLst/>
              <a:ahLst/>
              <a:cxnLst/>
              <a:rect l="l" t="t" r="r" b="b"/>
              <a:pathLst>
                <a:path w="143510" h="106679">
                  <a:moveTo>
                    <a:pt x="143256" y="0"/>
                  </a:moveTo>
                  <a:lnTo>
                    <a:pt x="0" y="0"/>
                  </a:lnTo>
                  <a:lnTo>
                    <a:pt x="0" y="106680"/>
                  </a:lnTo>
                  <a:lnTo>
                    <a:pt x="143256" y="106680"/>
                  </a:lnTo>
                  <a:lnTo>
                    <a:pt x="14325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2982468" y="5160264"/>
              <a:ext cx="143510" cy="106680"/>
            </a:xfrm>
            <a:custGeom>
              <a:avLst/>
              <a:gdLst/>
              <a:ahLst/>
              <a:cxnLst/>
              <a:rect l="l" t="t" r="r" b="b"/>
              <a:pathLst>
                <a:path w="143510" h="106679">
                  <a:moveTo>
                    <a:pt x="0" y="106680"/>
                  </a:moveTo>
                  <a:lnTo>
                    <a:pt x="143256" y="106680"/>
                  </a:lnTo>
                  <a:lnTo>
                    <a:pt x="143256" y="0"/>
                  </a:lnTo>
                  <a:lnTo>
                    <a:pt x="0" y="0"/>
                  </a:lnTo>
                  <a:lnTo>
                    <a:pt x="0" y="10668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5178551" y="5160264"/>
              <a:ext cx="143510" cy="106680"/>
            </a:xfrm>
            <a:custGeom>
              <a:avLst/>
              <a:gdLst/>
              <a:ahLst/>
              <a:cxnLst/>
              <a:rect l="l" t="t" r="r" b="b"/>
              <a:pathLst>
                <a:path w="143510" h="106679">
                  <a:moveTo>
                    <a:pt x="143255" y="0"/>
                  </a:moveTo>
                  <a:lnTo>
                    <a:pt x="0" y="0"/>
                  </a:lnTo>
                  <a:lnTo>
                    <a:pt x="0" y="106680"/>
                  </a:lnTo>
                  <a:lnTo>
                    <a:pt x="143255" y="106680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7C7C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5178551" y="5160264"/>
              <a:ext cx="143510" cy="106680"/>
            </a:xfrm>
            <a:custGeom>
              <a:avLst/>
              <a:gdLst/>
              <a:ahLst/>
              <a:cxnLst/>
              <a:rect l="l" t="t" r="r" b="b"/>
              <a:pathLst>
                <a:path w="143510" h="106679">
                  <a:moveTo>
                    <a:pt x="0" y="106680"/>
                  </a:moveTo>
                  <a:lnTo>
                    <a:pt x="143255" y="106680"/>
                  </a:lnTo>
                  <a:lnTo>
                    <a:pt x="143255" y="0"/>
                  </a:lnTo>
                  <a:lnTo>
                    <a:pt x="0" y="0"/>
                  </a:lnTo>
                  <a:lnTo>
                    <a:pt x="0" y="10668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 txBox="1"/>
          <p:nvPr/>
        </p:nvSpPr>
        <p:spPr>
          <a:xfrm>
            <a:off x="3164204" y="5141722"/>
            <a:ext cx="74676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latin typeface="Arial"/>
                <a:cs typeface="Arial"/>
              </a:rPr>
              <a:t>Medium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income</a:t>
            </a:r>
            <a:endParaRPr sz="8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184554" y="5141722"/>
            <a:ext cx="57277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latin typeface="Arial"/>
                <a:cs typeface="Arial"/>
              </a:rPr>
              <a:t>Low</a:t>
            </a:r>
            <a:r>
              <a:rPr dirty="0" sz="800" spc="-10">
                <a:latin typeface="Arial"/>
                <a:cs typeface="Arial"/>
              </a:rPr>
              <a:t> income</a:t>
            </a:r>
            <a:endParaRPr sz="8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024252" y="5141722"/>
            <a:ext cx="87312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latin typeface="Arial"/>
                <a:cs typeface="Arial"/>
              </a:rPr>
              <a:t>Rather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low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income</a:t>
            </a:r>
            <a:endParaRPr sz="8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178934" y="5141722"/>
            <a:ext cx="91440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latin typeface="Arial"/>
                <a:cs typeface="Arial"/>
              </a:rPr>
              <a:t>Rather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high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income</a:t>
            </a:r>
            <a:endParaRPr sz="8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360034" y="5141722"/>
            <a:ext cx="59436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latin typeface="Arial"/>
                <a:cs typeface="Arial"/>
              </a:rPr>
              <a:t>High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income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970597" y="3818953"/>
            <a:ext cx="1280795" cy="422909"/>
            <a:chOff x="970597" y="3818953"/>
            <a:chExt cx="1280795" cy="422909"/>
          </a:xfrm>
        </p:grpSpPr>
        <p:sp>
          <p:nvSpPr>
            <p:cNvPr id="55" name="object 55"/>
            <p:cNvSpPr/>
            <p:nvPr/>
          </p:nvSpPr>
          <p:spPr>
            <a:xfrm>
              <a:off x="975360" y="3916679"/>
              <a:ext cx="407034" cy="228600"/>
            </a:xfrm>
            <a:custGeom>
              <a:avLst/>
              <a:gdLst/>
              <a:ahLst/>
              <a:cxnLst/>
              <a:rect l="l" t="t" r="r" b="b"/>
              <a:pathLst>
                <a:path w="407034" h="228600">
                  <a:moveTo>
                    <a:pt x="406908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406908" y="228600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975360" y="3916679"/>
              <a:ext cx="407034" cy="228600"/>
            </a:xfrm>
            <a:custGeom>
              <a:avLst/>
              <a:gdLst/>
              <a:ahLst/>
              <a:cxnLst/>
              <a:rect l="l" t="t" r="r" b="b"/>
              <a:pathLst>
                <a:path w="407034" h="228600">
                  <a:moveTo>
                    <a:pt x="0" y="228600"/>
                  </a:moveTo>
                  <a:lnTo>
                    <a:pt x="406908" y="228600"/>
                  </a:lnTo>
                  <a:lnTo>
                    <a:pt x="406908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1382268" y="3916679"/>
              <a:ext cx="445134" cy="228600"/>
            </a:xfrm>
            <a:custGeom>
              <a:avLst/>
              <a:gdLst/>
              <a:ahLst/>
              <a:cxnLst/>
              <a:rect l="l" t="t" r="r" b="b"/>
              <a:pathLst>
                <a:path w="445135" h="228600">
                  <a:moveTo>
                    <a:pt x="445007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445007" y="228600"/>
                  </a:lnTo>
                  <a:lnTo>
                    <a:pt x="445007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1382268" y="3916679"/>
              <a:ext cx="445134" cy="228600"/>
            </a:xfrm>
            <a:custGeom>
              <a:avLst/>
              <a:gdLst/>
              <a:ahLst/>
              <a:cxnLst/>
              <a:rect l="l" t="t" r="r" b="b"/>
              <a:pathLst>
                <a:path w="445135" h="228600">
                  <a:moveTo>
                    <a:pt x="0" y="228600"/>
                  </a:moveTo>
                  <a:lnTo>
                    <a:pt x="445007" y="228600"/>
                  </a:lnTo>
                  <a:lnTo>
                    <a:pt x="445007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1827276" y="3916679"/>
              <a:ext cx="419100" cy="228600"/>
            </a:xfrm>
            <a:custGeom>
              <a:avLst/>
              <a:gdLst/>
              <a:ahLst/>
              <a:cxnLst/>
              <a:rect l="l" t="t" r="r" b="b"/>
              <a:pathLst>
                <a:path w="419100" h="228600">
                  <a:moveTo>
                    <a:pt x="4191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419100" y="228600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1827276" y="3916679"/>
              <a:ext cx="419100" cy="228600"/>
            </a:xfrm>
            <a:custGeom>
              <a:avLst/>
              <a:gdLst/>
              <a:ahLst/>
              <a:cxnLst/>
              <a:rect l="l" t="t" r="r" b="b"/>
              <a:pathLst>
                <a:path w="419100" h="228600">
                  <a:moveTo>
                    <a:pt x="0" y="228600"/>
                  </a:moveTo>
                  <a:lnTo>
                    <a:pt x="419100" y="228600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975360" y="3823715"/>
              <a:ext cx="0" cy="413384"/>
            </a:xfrm>
            <a:custGeom>
              <a:avLst/>
              <a:gdLst/>
              <a:ahLst/>
              <a:cxnLst/>
              <a:rect l="l" t="t" r="r" b="b"/>
              <a:pathLst>
                <a:path w="0" h="413385">
                  <a:moveTo>
                    <a:pt x="0" y="0"/>
                  </a:moveTo>
                  <a:lnTo>
                    <a:pt x="0" y="413003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/>
          <p:cNvSpPr txBox="1"/>
          <p:nvPr/>
        </p:nvSpPr>
        <p:spPr>
          <a:xfrm>
            <a:off x="1967864" y="3954017"/>
            <a:ext cx="13843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 b="1">
                <a:solidFill>
                  <a:srgbClr val="FFFFFF"/>
                </a:solidFill>
                <a:latin typeface="Arial"/>
                <a:cs typeface="Arial"/>
              </a:rPr>
              <a:t>33</a:t>
            </a:r>
            <a:endParaRPr sz="8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534413" y="3954017"/>
            <a:ext cx="13843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 b="1">
                <a:solidFill>
                  <a:srgbClr val="FFFFFF"/>
                </a:solidFill>
                <a:latin typeface="Arial"/>
                <a:cs typeface="Arial"/>
              </a:rPr>
              <a:t>35</a:t>
            </a:r>
            <a:endParaRPr sz="8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108963" y="3954017"/>
            <a:ext cx="13843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 b="1">
                <a:solidFill>
                  <a:srgbClr val="FFFFFF"/>
                </a:solidFill>
                <a:latin typeface="Arial"/>
                <a:cs typeface="Arial"/>
              </a:rPr>
              <a:t>32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958405" y="4306633"/>
            <a:ext cx="1266825" cy="116205"/>
            <a:chOff x="958405" y="4306633"/>
            <a:chExt cx="1266825" cy="116205"/>
          </a:xfrm>
        </p:grpSpPr>
        <p:sp>
          <p:nvSpPr>
            <p:cNvPr id="66" name="object 66"/>
            <p:cNvSpPr/>
            <p:nvPr/>
          </p:nvSpPr>
          <p:spPr>
            <a:xfrm>
              <a:off x="963167" y="4311396"/>
              <a:ext cx="143510" cy="106680"/>
            </a:xfrm>
            <a:custGeom>
              <a:avLst/>
              <a:gdLst/>
              <a:ahLst/>
              <a:cxnLst/>
              <a:rect l="l" t="t" r="r" b="b"/>
              <a:pathLst>
                <a:path w="143509" h="106679">
                  <a:moveTo>
                    <a:pt x="143256" y="0"/>
                  </a:moveTo>
                  <a:lnTo>
                    <a:pt x="0" y="0"/>
                  </a:lnTo>
                  <a:lnTo>
                    <a:pt x="0" y="106679"/>
                  </a:lnTo>
                  <a:lnTo>
                    <a:pt x="143256" y="106679"/>
                  </a:lnTo>
                  <a:lnTo>
                    <a:pt x="143256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963167" y="4311396"/>
              <a:ext cx="143510" cy="106680"/>
            </a:xfrm>
            <a:custGeom>
              <a:avLst/>
              <a:gdLst/>
              <a:ahLst/>
              <a:cxnLst/>
              <a:rect l="l" t="t" r="r" b="b"/>
              <a:pathLst>
                <a:path w="143509" h="106679">
                  <a:moveTo>
                    <a:pt x="0" y="106679"/>
                  </a:moveTo>
                  <a:lnTo>
                    <a:pt x="143256" y="106679"/>
                  </a:lnTo>
                  <a:lnTo>
                    <a:pt x="143256" y="0"/>
                  </a:lnTo>
                  <a:lnTo>
                    <a:pt x="0" y="0"/>
                  </a:lnTo>
                  <a:lnTo>
                    <a:pt x="0" y="106679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1520951" y="4311396"/>
              <a:ext cx="143510" cy="106680"/>
            </a:xfrm>
            <a:custGeom>
              <a:avLst/>
              <a:gdLst/>
              <a:ahLst/>
              <a:cxnLst/>
              <a:rect l="l" t="t" r="r" b="b"/>
              <a:pathLst>
                <a:path w="143510" h="106679">
                  <a:moveTo>
                    <a:pt x="143255" y="0"/>
                  </a:moveTo>
                  <a:lnTo>
                    <a:pt x="0" y="0"/>
                  </a:lnTo>
                  <a:lnTo>
                    <a:pt x="0" y="106679"/>
                  </a:lnTo>
                  <a:lnTo>
                    <a:pt x="143255" y="106679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1520951" y="4311396"/>
              <a:ext cx="143510" cy="106680"/>
            </a:xfrm>
            <a:custGeom>
              <a:avLst/>
              <a:gdLst/>
              <a:ahLst/>
              <a:cxnLst/>
              <a:rect l="l" t="t" r="r" b="b"/>
              <a:pathLst>
                <a:path w="143510" h="106679">
                  <a:moveTo>
                    <a:pt x="0" y="106679"/>
                  </a:moveTo>
                  <a:lnTo>
                    <a:pt x="143255" y="106679"/>
                  </a:lnTo>
                  <a:lnTo>
                    <a:pt x="143255" y="0"/>
                  </a:lnTo>
                  <a:lnTo>
                    <a:pt x="0" y="0"/>
                  </a:lnTo>
                  <a:lnTo>
                    <a:pt x="0" y="106679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2078735" y="4311396"/>
              <a:ext cx="142240" cy="106680"/>
            </a:xfrm>
            <a:custGeom>
              <a:avLst/>
              <a:gdLst/>
              <a:ahLst/>
              <a:cxnLst/>
              <a:rect l="l" t="t" r="r" b="b"/>
              <a:pathLst>
                <a:path w="142239" h="106679">
                  <a:moveTo>
                    <a:pt x="141731" y="0"/>
                  </a:moveTo>
                  <a:lnTo>
                    <a:pt x="0" y="0"/>
                  </a:lnTo>
                  <a:lnTo>
                    <a:pt x="0" y="106679"/>
                  </a:lnTo>
                  <a:lnTo>
                    <a:pt x="141731" y="106679"/>
                  </a:lnTo>
                  <a:lnTo>
                    <a:pt x="1417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2078735" y="4311396"/>
              <a:ext cx="142240" cy="106680"/>
            </a:xfrm>
            <a:custGeom>
              <a:avLst/>
              <a:gdLst/>
              <a:ahLst/>
              <a:cxnLst/>
              <a:rect l="l" t="t" r="r" b="b"/>
              <a:pathLst>
                <a:path w="142239" h="106679">
                  <a:moveTo>
                    <a:pt x="0" y="106679"/>
                  </a:moveTo>
                  <a:lnTo>
                    <a:pt x="141731" y="106679"/>
                  </a:lnTo>
                  <a:lnTo>
                    <a:pt x="141731" y="0"/>
                  </a:lnTo>
                  <a:lnTo>
                    <a:pt x="0" y="0"/>
                  </a:lnTo>
                  <a:lnTo>
                    <a:pt x="0" y="106679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2" name="object 72"/>
          <p:cNvSpPr txBox="1"/>
          <p:nvPr/>
        </p:nvSpPr>
        <p:spPr>
          <a:xfrm>
            <a:off x="1702054" y="4292346"/>
            <a:ext cx="28448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latin typeface="Arial"/>
                <a:cs typeface="Arial"/>
              </a:rPr>
              <a:t>35-</a:t>
            </a:r>
            <a:r>
              <a:rPr dirty="0" sz="800" spc="-25">
                <a:latin typeface="Arial"/>
                <a:cs typeface="Arial"/>
              </a:rPr>
              <a:t>54</a:t>
            </a:r>
            <a:endParaRPr sz="80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144625" y="4292346"/>
            <a:ext cx="28511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latin typeface="Arial"/>
                <a:cs typeface="Arial"/>
              </a:rPr>
              <a:t>18-</a:t>
            </a:r>
            <a:r>
              <a:rPr dirty="0" sz="800" spc="-25">
                <a:latin typeface="Arial"/>
                <a:cs typeface="Arial"/>
              </a:rPr>
              <a:t>34</a:t>
            </a:r>
            <a:endParaRPr sz="80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2259329" y="4292346"/>
            <a:ext cx="19748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latin typeface="Arial"/>
                <a:cs typeface="Arial"/>
              </a:rPr>
              <a:t>55+</a:t>
            </a:r>
            <a:endParaRPr sz="80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256438" y="1730120"/>
            <a:ext cx="852169" cy="6826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39370">
              <a:lnSpc>
                <a:spcPts val="3190"/>
              </a:lnSpc>
              <a:spcBef>
                <a:spcPts val="95"/>
              </a:spcBef>
            </a:pPr>
            <a:r>
              <a:rPr dirty="0" sz="2800" spc="-5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ts val="1989"/>
              </a:lnSpc>
            </a:pP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regions</a:t>
            </a:r>
            <a:endParaRPr sz="180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523238" y="1730120"/>
            <a:ext cx="1106170" cy="6826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ts val="3190"/>
              </a:lnSpc>
              <a:spcBef>
                <a:spcPts val="95"/>
              </a:spcBef>
            </a:pPr>
            <a:r>
              <a:rPr dirty="0" sz="2800" spc="-25" b="1">
                <a:solidFill>
                  <a:srgbClr val="FFFFFF"/>
                </a:solidFill>
                <a:latin typeface="Arial"/>
                <a:cs typeface="Arial"/>
              </a:rPr>
              <a:t>15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ts val="1989"/>
              </a:lnSpc>
            </a:pP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questions</a:t>
            </a:r>
            <a:endParaRPr sz="180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3052698" y="1730120"/>
            <a:ext cx="1399540" cy="6826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ts val="319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FFFF"/>
                </a:solidFill>
                <a:latin typeface="Arial"/>
                <a:cs typeface="Arial"/>
              </a:rPr>
              <a:t>3,000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ts val="1989"/>
              </a:lnSpc>
            </a:pP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respondents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2945701" y="1705610"/>
            <a:ext cx="4424680" cy="2129155"/>
            <a:chOff x="2945701" y="1705610"/>
            <a:chExt cx="4424680" cy="2129155"/>
          </a:xfrm>
        </p:grpSpPr>
        <p:sp>
          <p:nvSpPr>
            <p:cNvPr id="79" name="object 79"/>
            <p:cNvSpPr/>
            <p:nvPr/>
          </p:nvSpPr>
          <p:spPr>
            <a:xfrm>
              <a:off x="6077966" y="1705610"/>
              <a:ext cx="462280" cy="1107440"/>
            </a:xfrm>
            <a:custGeom>
              <a:avLst/>
              <a:gdLst/>
              <a:ahLst/>
              <a:cxnLst/>
              <a:rect l="l" t="t" r="r" b="b"/>
              <a:pathLst>
                <a:path w="462279" h="1107439">
                  <a:moveTo>
                    <a:pt x="462280" y="0"/>
                  </a:moveTo>
                  <a:lnTo>
                    <a:pt x="0" y="32130"/>
                  </a:lnTo>
                  <a:lnTo>
                    <a:pt x="360172" y="1106931"/>
                  </a:lnTo>
                  <a:lnTo>
                    <a:pt x="4622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6871716" y="3336036"/>
              <a:ext cx="498475" cy="498475"/>
            </a:xfrm>
            <a:custGeom>
              <a:avLst/>
              <a:gdLst/>
              <a:ahLst/>
              <a:cxnLst/>
              <a:rect l="l" t="t" r="r" b="b"/>
              <a:pathLst>
                <a:path w="498475" h="498475">
                  <a:moveTo>
                    <a:pt x="338074" y="452374"/>
                  </a:moveTo>
                  <a:lnTo>
                    <a:pt x="24384" y="452374"/>
                  </a:lnTo>
                  <a:lnTo>
                    <a:pt x="14680" y="454261"/>
                  </a:lnTo>
                  <a:lnTo>
                    <a:pt x="6953" y="459470"/>
                  </a:lnTo>
                  <a:lnTo>
                    <a:pt x="1845" y="467322"/>
                  </a:lnTo>
                  <a:lnTo>
                    <a:pt x="0" y="477139"/>
                  </a:lnTo>
                  <a:lnTo>
                    <a:pt x="1845" y="484953"/>
                  </a:lnTo>
                  <a:lnTo>
                    <a:pt x="6953" y="491744"/>
                  </a:lnTo>
                  <a:lnTo>
                    <a:pt x="14680" y="496534"/>
                  </a:lnTo>
                  <a:lnTo>
                    <a:pt x="24384" y="498348"/>
                  </a:lnTo>
                  <a:lnTo>
                    <a:pt x="338074" y="498348"/>
                  </a:lnTo>
                  <a:lnTo>
                    <a:pt x="347724" y="496534"/>
                  </a:lnTo>
                  <a:lnTo>
                    <a:pt x="355457" y="491744"/>
                  </a:lnTo>
                  <a:lnTo>
                    <a:pt x="360594" y="484953"/>
                  </a:lnTo>
                  <a:lnTo>
                    <a:pt x="362458" y="477139"/>
                  </a:lnTo>
                  <a:lnTo>
                    <a:pt x="360594" y="467322"/>
                  </a:lnTo>
                  <a:lnTo>
                    <a:pt x="355457" y="459470"/>
                  </a:lnTo>
                  <a:lnTo>
                    <a:pt x="347724" y="454261"/>
                  </a:lnTo>
                  <a:lnTo>
                    <a:pt x="338074" y="452374"/>
                  </a:lnTo>
                  <a:close/>
                </a:path>
                <a:path w="498475" h="498475">
                  <a:moveTo>
                    <a:pt x="289306" y="0"/>
                  </a:moveTo>
                  <a:lnTo>
                    <a:pt x="73152" y="0"/>
                  </a:lnTo>
                  <a:lnTo>
                    <a:pt x="63448" y="1869"/>
                  </a:lnTo>
                  <a:lnTo>
                    <a:pt x="55721" y="7048"/>
                  </a:lnTo>
                  <a:lnTo>
                    <a:pt x="50613" y="14894"/>
                  </a:lnTo>
                  <a:lnTo>
                    <a:pt x="48768" y="24765"/>
                  </a:lnTo>
                  <a:lnTo>
                    <a:pt x="48768" y="452374"/>
                  </a:lnTo>
                  <a:lnTo>
                    <a:pt x="313690" y="452374"/>
                  </a:lnTo>
                  <a:lnTo>
                    <a:pt x="313690" y="438277"/>
                  </a:lnTo>
                  <a:lnTo>
                    <a:pt x="125476" y="438277"/>
                  </a:lnTo>
                  <a:lnTo>
                    <a:pt x="174244" y="342773"/>
                  </a:lnTo>
                  <a:lnTo>
                    <a:pt x="128905" y="342773"/>
                  </a:lnTo>
                  <a:lnTo>
                    <a:pt x="236982" y="229743"/>
                  </a:lnTo>
                  <a:lnTo>
                    <a:pt x="313690" y="229743"/>
                  </a:lnTo>
                  <a:lnTo>
                    <a:pt x="313690" y="212090"/>
                  </a:lnTo>
                  <a:lnTo>
                    <a:pt x="118491" y="212090"/>
                  </a:lnTo>
                  <a:lnTo>
                    <a:pt x="101092" y="190881"/>
                  </a:lnTo>
                  <a:lnTo>
                    <a:pt x="101092" y="60071"/>
                  </a:lnTo>
                  <a:lnTo>
                    <a:pt x="108077" y="52959"/>
                  </a:lnTo>
                  <a:lnTo>
                    <a:pt x="313690" y="52959"/>
                  </a:lnTo>
                  <a:lnTo>
                    <a:pt x="313690" y="24765"/>
                  </a:lnTo>
                  <a:lnTo>
                    <a:pt x="311826" y="14894"/>
                  </a:lnTo>
                  <a:lnTo>
                    <a:pt x="306689" y="7048"/>
                  </a:lnTo>
                  <a:lnTo>
                    <a:pt x="298956" y="1869"/>
                  </a:lnTo>
                  <a:lnTo>
                    <a:pt x="289306" y="0"/>
                  </a:lnTo>
                  <a:close/>
                </a:path>
                <a:path w="498475" h="498475">
                  <a:moveTo>
                    <a:pt x="313690" y="229743"/>
                  </a:moveTo>
                  <a:lnTo>
                    <a:pt x="236982" y="229743"/>
                  </a:lnTo>
                  <a:lnTo>
                    <a:pt x="188214" y="321691"/>
                  </a:lnTo>
                  <a:lnTo>
                    <a:pt x="233553" y="321691"/>
                  </a:lnTo>
                  <a:lnTo>
                    <a:pt x="125476" y="438277"/>
                  </a:lnTo>
                  <a:lnTo>
                    <a:pt x="313690" y="438277"/>
                  </a:lnTo>
                  <a:lnTo>
                    <a:pt x="313690" y="229743"/>
                  </a:lnTo>
                  <a:close/>
                </a:path>
                <a:path w="498475" h="498475">
                  <a:moveTo>
                    <a:pt x="376428" y="197866"/>
                  </a:moveTo>
                  <a:lnTo>
                    <a:pt x="348488" y="197866"/>
                  </a:lnTo>
                  <a:lnTo>
                    <a:pt x="348488" y="339344"/>
                  </a:lnTo>
                  <a:lnTo>
                    <a:pt x="366168" y="378063"/>
                  </a:lnTo>
                  <a:lnTo>
                    <a:pt x="397913" y="392303"/>
                  </a:lnTo>
                  <a:lnTo>
                    <a:pt x="404241" y="392303"/>
                  </a:lnTo>
                  <a:lnTo>
                    <a:pt x="419183" y="390433"/>
                  </a:lnTo>
                  <a:lnTo>
                    <a:pt x="432149" y="385254"/>
                  </a:lnTo>
                  <a:lnTo>
                    <a:pt x="442495" y="377408"/>
                  </a:lnTo>
                  <a:lnTo>
                    <a:pt x="449534" y="367601"/>
                  </a:lnTo>
                  <a:lnTo>
                    <a:pt x="404712" y="367601"/>
                  </a:lnTo>
                  <a:lnTo>
                    <a:pt x="394483" y="366224"/>
                  </a:lnTo>
                  <a:lnTo>
                    <a:pt x="386381" y="362267"/>
                  </a:lnTo>
                  <a:lnTo>
                    <a:pt x="380255" y="355643"/>
                  </a:lnTo>
                  <a:lnTo>
                    <a:pt x="376428" y="346329"/>
                  </a:lnTo>
                  <a:lnTo>
                    <a:pt x="376428" y="197866"/>
                  </a:lnTo>
                  <a:close/>
                </a:path>
                <a:path w="498475" h="498475">
                  <a:moveTo>
                    <a:pt x="498348" y="52959"/>
                  </a:moveTo>
                  <a:lnTo>
                    <a:pt x="393827" y="52959"/>
                  </a:lnTo>
                  <a:lnTo>
                    <a:pt x="393827" y="84836"/>
                  </a:lnTo>
                  <a:lnTo>
                    <a:pt x="396390" y="102576"/>
                  </a:lnTo>
                  <a:lnTo>
                    <a:pt x="403860" y="117983"/>
                  </a:lnTo>
                  <a:lnTo>
                    <a:pt x="415901" y="130055"/>
                  </a:lnTo>
                  <a:lnTo>
                    <a:pt x="432181" y="137795"/>
                  </a:lnTo>
                  <a:lnTo>
                    <a:pt x="432181" y="342773"/>
                  </a:lnTo>
                  <a:lnTo>
                    <a:pt x="403909" y="367601"/>
                  </a:lnTo>
                  <a:lnTo>
                    <a:pt x="449548" y="367601"/>
                  </a:lnTo>
                  <a:lnTo>
                    <a:pt x="453009" y="360553"/>
                  </a:lnTo>
                  <a:lnTo>
                    <a:pt x="456565" y="353441"/>
                  </a:lnTo>
                  <a:lnTo>
                    <a:pt x="456565" y="137795"/>
                  </a:lnTo>
                  <a:lnTo>
                    <a:pt x="473380" y="130055"/>
                  </a:lnTo>
                  <a:lnTo>
                    <a:pt x="486600" y="117983"/>
                  </a:lnTo>
                  <a:lnTo>
                    <a:pt x="495248" y="102576"/>
                  </a:lnTo>
                  <a:lnTo>
                    <a:pt x="498348" y="84836"/>
                  </a:lnTo>
                  <a:lnTo>
                    <a:pt x="498348" y="52959"/>
                  </a:lnTo>
                  <a:close/>
                </a:path>
                <a:path w="498475" h="498475">
                  <a:moveTo>
                    <a:pt x="313690" y="52959"/>
                  </a:moveTo>
                  <a:lnTo>
                    <a:pt x="254381" y="52959"/>
                  </a:lnTo>
                  <a:lnTo>
                    <a:pt x="261366" y="60071"/>
                  </a:lnTo>
                  <a:lnTo>
                    <a:pt x="261366" y="190881"/>
                  </a:lnTo>
                  <a:lnTo>
                    <a:pt x="260237" y="197866"/>
                  </a:lnTo>
                  <a:lnTo>
                    <a:pt x="260111" y="198641"/>
                  </a:lnTo>
                  <a:lnTo>
                    <a:pt x="256571" y="205438"/>
                  </a:lnTo>
                  <a:lnTo>
                    <a:pt x="251079" y="210258"/>
                  </a:lnTo>
                  <a:lnTo>
                    <a:pt x="243967" y="212090"/>
                  </a:lnTo>
                  <a:lnTo>
                    <a:pt x="313690" y="212090"/>
                  </a:lnTo>
                  <a:lnTo>
                    <a:pt x="313690" y="197866"/>
                  </a:lnTo>
                  <a:lnTo>
                    <a:pt x="376428" y="197866"/>
                  </a:lnTo>
                  <a:lnTo>
                    <a:pt x="376428" y="190881"/>
                  </a:lnTo>
                  <a:lnTo>
                    <a:pt x="372872" y="187325"/>
                  </a:lnTo>
                  <a:lnTo>
                    <a:pt x="372872" y="180213"/>
                  </a:lnTo>
                  <a:lnTo>
                    <a:pt x="367579" y="175619"/>
                  </a:lnTo>
                  <a:lnTo>
                    <a:pt x="361965" y="172323"/>
                  </a:lnTo>
                  <a:lnTo>
                    <a:pt x="355709" y="170336"/>
                  </a:lnTo>
                  <a:lnTo>
                    <a:pt x="348488" y="169672"/>
                  </a:lnTo>
                  <a:lnTo>
                    <a:pt x="313690" y="169672"/>
                  </a:lnTo>
                  <a:lnTo>
                    <a:pt x="313690" y="52959"/>
                  </a:lnTo>
                  <a:close/>
                </a:path>
                <a:path w="498475" h="498475">
                  <a:moveTo>
                    <a:pt x="425196" y="0"/>
                  </a:moveTo>
                  <a:lnTo>
                    <a:pt x="414655" y="0"/>
                  </a:lnTo>
                  <a:lnTo>
                    <a:pt x="411226" y="3556"/>
                  </a:lnTo>
                  <a:lnTo>
                    <a:pt x="411226" y="52959"/>
                  </a:lnTo>
                  <a:lnTo>
                    <a:pt x="432181" y="52959"/>
                  </a:lnTo>
                  <a:lnTo>
                    <a:pt x="432181" y="3556"/>
                  </a:lnTo>
                  <a:lnTo>
                    <a:pt x="425196" y="0"/>
                  </a:lnTo>
                  <a:close/>
                </a:path>
                <a:path w="498475" h="498475">
                  <a:moveTo>
                    <a:pt x="473964" y="0"/>
                  </a:moveTo>
                  <a:lnTo>
                    <a:pt x="463550" y="0"/>
                  </a:lnTo>
                  <a:lnTo>
                    <a:pt x="459994" y="3556"/>
                  </a:lnTo>
                  <a:lnTo>
                    <a:pt x="459994" y="52959"/>
                  </a:lnTo>
                  <a:lnTo>
                    <a:pt x="480949" y="52959"/>
                  </a:lnTo>
                  <a:lnTo>
                    <a:pt x="480949" y="3556"/>
                  </a:lnTo>
                  <a:lnTo>
                    <a:pt x="473964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2950464" y="3285744"/>
              <a:ext cx="634365" cy="248920"/>
            </a:xfrm>
            <a:custGeom>
              <a:avLst/>
              <a:gdLst/>
              <a:ahLst/>
              <a:cxnLst/>
              <a:rect l="l" t="t" r="r" b="b"/>
              <a:pathLst>
                <a:path w="634364" h="248920">
                  <a:moveTo>
                    <a:pt x="633984" y="0"/>
                  </a:moveTo>
                  <a:lnTo>
                    <a:pt x="0" y="0"/>
                  </a:lnTo>
                  <a:lnTo>
                    <a:pt x="0" y="248412"/>
                  </a:lnTo>
                  <a:lnTo>
                    <a:pt x="633984" y="248412"/>
                  </a:lnTo>
                  <a:lnTo>
                    <a:pt x="633984" y="0"/>
                  </a:lnTo>
                  <a:close/>
                </a:path>
              </a:pathLst>
            </a:custGeom>
            <a:solidFill>
              <a:srgbClr val="7C7C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2950464" y="3285744"/>
              <a:ext cx="634365" cy="248920"/>
            </a:xfrm>
            <a:custGeom>
              <a:avLst/>
              <a:gdLst/>
              <a:ahLst/>
              <a:cxnLst/>
              <a:rect l="l" t="t" r="r" b="b"/>
              <a:pathLst>
                <a:path w="634364" h="248920">
                  <a:moveTo>
                    <a:pt x="0" y="248412"/>
                  </a:moveTo>
                  <a:lnTo>
                    <a:pt x="633984" y="248412"/>
                  </a:lnTo>
                  <a:lnTo>
                    <a:pt x="633984" y="0"/>
                  </a:lnTo>
                  <a:lnTo>
                    <a:pt x="0" y="0"/>
                  </a:lnTo>
                  <a:lnTo>
                    <a:pt x="0" y="248412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3584448" y="3285744"/>
              <a:ext cx="632460" cy="248920"/>
            </a:xfrm>
            <a:custGeom>
              <a:avLst/>
              <a:gdLst/>
              <a:ahLst/>
              <a:cxnLst/>
              <a:rect l="l" t="t" r="r" b="b"/>
              <a:pathLst>
                <a:path w="632460" h="248920">
                  <a:moveTo>
                    <a:pt x="632460" y="0"/>
                  </a:moveTo>
                  <a:lnTo>
                    <a:pt x="0" y="0"/>
                  </a:lnTo>
                  <a:lnTo>
                    <a:pt x="0" y="248412"/>
                  </a:lnTo>
                  <a:lnTo>
                    <a:pt x="632460" y="248412"/>
                  </a:lnTo>
                  <a:lnTo>
                    <a:pt x="6324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3584448" y="3285744"/>
              <a:ext cx="632460" cy="248920"/>
            </a:xfrm>
            <a:custGeom>
              <a:avLst/>
              <a:gdLst/>
              <a:ahLst/>
              <a:cxnLst/>
              <a:rect l="l" t="t" r="r" b="b"/>
              <a:pathLst>
                <a:path w="632460" h="248920">
                  <a:moveTo>
                    <a:pt x="0" y="248412"/>
                  </a:moveTo>
                  <a:lnTo>
                    <a:pt x="632460" y="248412"/>
                  </a:lnTo>
                  <a:lnTo>
                    <a:pt x="632460" y="0"/>
                  </a:lnTo>
                  <a:lnTo>
                    <a:pt x="0" y="0"/>
                  </a:lnTo>
                  <a:lnTo>
                    <a:pt x="0" y="248412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2950464" y="3186684"/>
              <a:ext cx="0" cy="447040"/>
            </a:xfrm>
            <a:custGeom>
              <a:avLst/>
              <a:gdLst/>
              <a:ahLst/>
              <a:cxnLst/>
              <a:rect l="l" t="t" r="r" b="b"/>
              <a:pathLst>
                <a:path w="0" h="447039">
                  <a:moveTo>
                    <a:pt x="0" y="0"/>
                  </a:moveTo>
                  <a:lnTo>
                    <a:pt x="0" y="44653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6" name="object 86"/>
          <p:cNvSpPr txBox="1"/>
          <p:nvPr/>
        </p:nvSpPr>
        <p:spPr>
          <a:xfrm>
            <a:off x="3184651" y="3317240"/>
            <a:ext cx="1657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 b="1">
                <a:solidFill>
                  <a:srgbClr val="FFFFFF"/>
                </a:solidFill>
                <a:latin typeface="Arial"/>
                <a:cs typeface="Arial"/>
              </a:rPr>
              <a:t>50</a:t>
            </a:r>
            <a:endParaRPr sz="1000">
              <a:latin typeface="Arial"/>
              <a:cs typeface="Arial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3817111" y="3317240"/>
            <a:ext cx="1657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 b="1">
                <a:latin typeface="Arial"/>
                <a:cs typeface="Arial"/>
              </a:rPr>
              <a:t>50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88" name="object 88"/>
          <p:cNvGrpSpPr/>
          <p:nvPr/>
        </p:nvGrpSpPr>
        <p:grpSpPr>
          <a:xfrm>
            <a:off x="3447288" y="3181921"/>
            <a:ext cx="2633980" cy="456565"/>
            <a:chOff x="3447288" y="3181921"/>
            <a:chExt cx="2633980" cy="456565"/>
          </a:xfrm>
        </p:grpSpPr>
        <p:pic>
          <p:nvPicPr>
            <p:cNvPr id="89" name="object 8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36264" y="3305555"/>
              <a:ext cx="83820" cy="196596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47288" y="3313175"/>
              <a:ext cx="76200" cy="198120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4888991" y="3285743"/>
              <a:ext cx="523240" cy="248920"/>
            </a:xfrm>
            <a:custGeom>
              <a:avLst/>
              <a:gdLst/>
              <a:ahLst/>
              <a:cxnLst/>
              <a:rect l="l" t="t" r="r" b="b"/>
              <a:pathLst>
                <a:path w="523239" h="248920">
                  <a:moveTo>
                    <a:pt x="522732" y="0"/>
                  </a:moveTo>
                  <a:lnTo>
                    <a:pt x="0" y="0"/>
                  </a:lnTo>
                  <a:lnTo>
                    <a:pt x="0" y="248412"/>
                  </a:lnTo>
                  <a:lnTo>
                    <a:pt x="522732" y="248412"/>
                  </a:lnTo>
                  <a:lnTo>
                    <a:pt x="522732" y="0"/>
                  </a:lnTo>
                  <a:close/>
                </a:path>
              </a:pathLst>
            </a:custGeom>
            <a:solidFill>
              <a:srgbClr val="7C7C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4888991" y="3285743"/>
              <a:ext cx="523240" cy="248920"/>
            </a:xfrm>
            <a:custGeom>
              <a:avLst/>
              <a:gdLst/>
              <a:ahLst/>
              <a:cxnLst/>
              <a:rect l="l" t="t" r="r" b="b"/>
              <a:pathLst>
                <a:path w="523239" h="248920">
                  <a:moveTo>
                    <a:pt x="0" y="248412"/>
                  </a:moveTo>
                  <a:lnTo>
                    <a:pt x="522732" y="248412"/>
                  </a:lnTo>
                  <a:lnTo>
                    <a:pt x="522732" y="0"/>
                  </a:lnTo>
                  <a:lnTo>
                    <a:pt x="0" y="0"/>
                  </a:lnTo>
                  <a:lnTo>
                    <a:pt x="0" y="248412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5411723" y="3285743"/>
              <a:ext cx="664845" cy="248920"/>
            </a:xfrm>
            <a:custGeom>
              <a:avLst/>
              <a:gdLst/>
              <a:ahLst/>
              <a:cxnLst/>
              <a:rect l="l" t="t" r="r" b="b"/>
              <a:pathLst>
                <a:path w="664845" h="248920">
                  <a:moveTo>
                    <a:pt x="664463" y="0"/>
                  </a:moveTo>
                  <a:lnTo>
                    <a:pt x="0" y="0"/>
                  </a:lnTo>
                  <a:lnTo>
                    <a:pt x="0" y="248412"/>
                  </a:lnTo>
                  <a:lnTo>
                    <a:pt x="664463" y="248412"/>
                  </a:lnTo>
                  <a:lnTo>
                    <a:pt x="6644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5411723" y="3285743"/>
              <a:ext cx="664845" cy="248920"/>
            </a:xfrm>
            <a:custGeom>
              <a:avLst/>
              <a:gdLst/>
              <a:ahLst/>
              <a:cxnLst/>
              <a:rect l="l" t="t" r="r" b="b"/>
              <a:pathLst>
                <a:path w="664845" h="248920">
                  <a:moveTo>
                    <a:pt x="0" y="248412"/>
                  </a:moveTo>
                  <a:lnTo>
                    <a:pt x="664463" y="248412"/>
                  </a:lnTo>
                  <a:lnTo>
                    <a:pt x="664463" y="0"/>
                  </a:lnTo>
                  <a:lnTo>
                    <a:pt x="0" y="0"/>
                  </a:lnTo>
                  <a:lnTo>
                    <a:pt x="0" y="248412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4888991" y="3186683"/>
              <a:ext cx="0" cy="447040"/>
            </a:xfrm>
            <a:custGeom>
              <a:avLst/>
              <a:gdLst/>
              <a:ahLst/>
              <a:cxnLst/>
              <a:rect l="l" t="t" r="r" b="b"/>
              <a:pathLst>
                <a:path w="0" h="447039">
                  <a:moveTo>
                    <a:pt x="0" y="0"/>
                  </a:moveTo>
                  <a:lnTo>
                    <a:pt x="0" y="44653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6" name="object 96"/>
          <p:cNvSpPr txBox="1"/>
          <p:nvPr/>
        </p:nvSpPr>
        <p:spPr>
          <a:xfrm>
            <a:off x="5066538" y="3317240"/>
            <a:ext cx="1657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 b="1">
                <a:solidFill>
                  <a:srgbClr val="FFFFFF"/>
                </a:solidFill>
                <a:latin typeface="Arial"/>
                <a:cs typeface="Arial"/>
              </a:rPr>
              <a:t>44</a:t>
            </a:r>
            <a:endParaRPr sz="1000">
              <a:latin typeface="Arial"/>
              <a:cs typeface="Arial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5660263" y="3317240"/>
            <a:ext cx="1657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 b="1">
                <a:latin typeface="Arial"/>
                <a:cs typeface="Arial"/>
              </a:rPr>
              <a:t>56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98" name="object 98"/>
          <p:cNvGrpSpPr/>
          <p:nvPr/>
        </p:nvGrpSpPr>
        <p:grpSpPr>
          <a:xfrm>
            <a:off x="2945701" y="3313176"/>
            <a:ext cx="2604770" cy="913130"/>
            <a:chOff x="2945701" y="3313176"/>
            <a:chExt cx="2604770" cy="913130"/>
          </a:xfrm>
        </p:grpSpPr>
        <p:pic>
          <p:nvPicPr>
            <p:cNvPr id="99" name="object 9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466588" y="3322320"/>
              <a:ext cx="83820" cy="198119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79136" y="3313176"/>
              <a:ext cx="76200" cy="198120"/>
            </a:xfrm>
            <a:prstGeom prst="rect">
              <a:avLst/>
            </a:prstGeom>
          </p:spPr>
        </p:pic>
        <p:sp>
          <p:nvSpPr>
            <p:cNvPr id="101" name="object 101"/>
            <p:cNvSpPr/>
            <p:nvPr/>
          </p:nvSpPr>
          <p:spPr>
            <a:xfrm>
              <a:off x="2950464" y="3899916"/>
              <a:ext cx="342900" cy="230504"/>
            </a:xfrm>
            <a:custGeom>
              <a:avLst/>
              <a:gdLst/>
              <a:ahLst/>
              <a:cxnLst/>
              <a:rect l="l" t="t" r="r" b="b"/>
              <a:pathLst>
                <a:path w="342900" h="230504">
                  <a:moveTo>
                    <a:pt x="342900" y="0"/>
                  </a:moveTo>
                  <a:lnTo>
                    <a:pt x="0" y="0"/>
                  </a:lnTo>
                  <a:lnTo>
                    <a:pt x="0" y="230124"/>
                  </a:lnTo>
                  <a:lnTo>
                    <a:pt x="342900" y="230124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2950464" y="3899916"/>
              <a:ext cx="342900" cy="230504"/>
            </a:xfrm>
            <a:custGeom>
              <a:avLst/>
              <a:gdLst/>
              <a:ahLst/>
              <a:cxnLst/>
              <a:rect l="l" t="t" r="r" b="b"/>
              <a:pathLst>
                <a:path w="342900" h="230504">
                  <a:moveTo>
                    <a:pt x="0" y="230124"/>
                  </a:moveTo>
                  <a:lnTo>
                    <a:pt x="342900" y="230124"/>
                  </a:lnTo>
                  <a:lnTo>
                    <a:pt x="342900" y="0"/>
                  </a:lnTo>
                  <a:lnTo>
                    <a:pt x="0" y="0"/>
                  </a:lnTo>
                  <a:lnTo>
                    <a:pt x="0" y="230124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3293364" y="3899916"/>
              <a:ext cx="454659" cy="230504"/>
            </a:xfrm>
            <a:custGeom>
              <a:avLst/>
              <a:gdLst/>
              <a:ahLst/>
              <a:cxnLst/>
              <a:rect l="l" t="t" r="r" b="b"/>
              <a:pathLst>
                <a:path w="454660" h="230504">
                  <a:moveTo>
                    <a:pt x="454151" y="0"/>
                  </a:moveTo>
                  <a:lnTo>
                    <a:pt x="0" y="0"/>
                  </a:lnTo>
                  <a:lnTo>
                    <a:pt x="0" y="230124"/>
                  </a:lnTo>
                  <a:lnTo>
                    <a:pt x="454151" y="230124"/>
                  </a:lnTo>
                  <a:lnTo>
                    <a:pt x="454151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3293364" y="3899916"/>
              <a:ext cx="454659" cy="230504"/>
            </a:xfrm>
            <a:custGeom>
              <a:avLst/>
              <a:gdLst/>
              <a:ahLst/>
              <a:cxnLst/>
              <a:rect l="l" t="t" r="r" b="b"/>
              <a:pathLst>
                <a:path w="454660" h="230504">
                  <a:moveTo>
                    <a:pt x="0" y="230124"/>
                  </a:moveTo>
                  <a:lnTo>
                    <a:pt x="454151" y="230124"/>
                  </a:lnTo>
                  <a:lnTo>
                    <a:pt x="454151" y="0"/>
                  </a:lnTo>
                  <a:lnTo>
                    <a:pt x="0" y="0"/>
                  </a:lnTo>
                  <a:lnTo>
                    <a:pt x="0" y="230124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3747516" y="3899916"/>
              <a:ext cx="469900" cy="230504"/>
            </a:xfrm>
            <a:custGeom>
              <a:avLst/>
              <a:gdLst/>
              <a:ahLst/>
              <a:cxnLst/>
              <a:rect l="l" t="t" r="r" b="b"/>
              <a:pathLst>
                <a:path w="469900" h="230504">
                  <a:moveTo>
                    <a:pt x="469391" y="0"/>
                  </a:moveTo>
                  <a:lnTo>
                    <a:pt x="0" y="0"/>
                  </a:lnTo>
                  <a:lnTo>
                    <a:pt x="0" y="230124"/>
                  </a:lnTo>
                  <a:lnTo>
                    <a:pt x="469391" y="230124"/>
                  </a:lnTo>
                  <a:lnTo>
                    <a:pt x="4693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3747516" y="3899916"/>
              <a:ext cx="469900" cy="230504"/>
            </a:xfrm>
            <a:custGeom>
              <a:avLst/>
              <a:gdLst/>
              <a:ahLst/>
              <a:cxnLst/>
              <a:rect l="l" t="t" r="r" b="b"/>
              <a:pathLst>
                <a:path w="469900" h="230504">
                  <a:moveTo>
                    <a:pt x="0" y="230124"/>
                  </a:moveTo>
                  <a:lnTo>
                    <a:pt x="469391" y="230124"/>
                  </a:lnTo>
                  <a:lnTo>
                    <a:pt x="469391" y="0"/>
                  </a:lnTo>
                  <a:lnTo>
                    <a:pt x="0" y="0"/>
                  </a:lnTo>
                  <a:lnTo>
                    <a:pt x="0" y="230124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2950464" y="3808476"/>
              <a:ext cx="0" cy="413384"/>
            </a:xfrm>
            <a:custGeom>
              <a:avLst/>
              <a:gdLst/>
              <a:ahLst/>
              <a:cxnLst/>
              <a:rect l="l" t="t" r="r" b="b"/>
              <a:pathLst>
                <a:path w="0" h="413385">
                  <a:moveTo>
                    <a:pt x="0" y="0"/>
                  </a:moveTo>
                  <a:lnTo>
                    <a:pt x="0" y="413004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8" name="object 108"/>
          <p:cNvSpPr txBox="1"/>
          <p:nvPr/>
        </p:nvSpPr>
        <p:spPr>
          <a:xfrm>
            <a:off x="3052317" y="3938142"/>
            <a:ext cx="13843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 b="1">
                <a:solidFill>
                  <a:srgbClr val="FFFFFF"/>
                </a:solidFill>
                <a:latin typeface="Arial"/>
                <a:cs typeface="Arial"/>
              </a:rPr>
              <a:t>27</a:t>
            </a:r>
            <a:endParaRPr sz="800">
              <a:latin typeface="Arial"/>
              <a:cs typeface="Arial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3912870" y="3938142"/>
            <a:ext cx="13843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 b="1">
                <a:solidFill>
                  <a:srgbClr val="FFFFFF"/>
                </a:solidFill>
                <a:latin typeface="Arial"/>
                <a:cs typeface="Arial"/>
              </a:rPr>
              <a:t>37</a:t>
            </a:r>
            <a:endParaRPr sz="800">
              <a:latin typeface="Arial"/>
              <a:cs typeface="Arial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3450716" y="3938142"/>
            <a:ext cx="13843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 b="1">
                <a:solidFill>
                  <a:srgbClr val="FFFFFF"/>
                </a:solidFill>
                <a:latin typeface="Arial"/>
                <a:cs typeface="Arial"/>
              </a:rPr>
              <a:t>36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11" name="object 111"/>
          <p:cNvGrpSpPr/>
          <p:nvPr/>
        </p:nvGrpSpPr>
        <p:grpSpPr>
          <a:xfrm>
            <a:off x="4884229" y="3803713"/>
            <a:ext cx="1219835" cy="422909"/>
            <a:chOff x="4884229" y="3803713"/>
            <a:chExt cx="1219835" cy="422909"/>
          </a:xfrm>
        </p:grpSpPr>
        <p:sp>
          <p:nvSpPr>
            <p:cNvPr id="112" name="object 112"/>
            <p:cNvSpPr/>
            <p:nvPr/>
          </p:nvSpPr>
          <p:spPr>
            <a:xfrm>
              <a:off x="4888991" y="3899916"/>
              <a:ext cx="472440" cy="230504"/>
            </a:xfrm>
            <a:custGeom>
              <a:avLst/>
              <a:gdLst/>
              <a:ahLst/>
              <a:cxnLst/>
              <a:rect l="l" t="t" r="r" b="b"/>
              <a:pathLst>
                <a:path w="472439" h="230504">
                  <a:moveTo>
                    <a:pt x="472439" y="0"/>
                  </a:moveTo>
                  <a:lnTo>
                    <a:pt x="0" y="0"/>
                  </a:lnTo>
                  <a:lnTo>
                    <a:pt x="0" y="230124"/>
                  </a:lnTo>
                  <a:lnTo>
                    <a:pt x="472439" y="230124"/>
                  </a:lnTo>
                  <a:lnTo>
                    <a:pt x="472439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4888991" y="3899916"/>
              <a:ext cx="472440" cy="230504"/>
            </a:xfrm>
            <a:custGeom>
              <a:avLst/>
              <a:gdLst/>
              <a:ahLst/>
              <a:cxnLst/>
              <a:rect l="l" t="t" r="r" b="b"/>
              <a:pathLst>
                <a:path w="472439" h="230504">
                  <a:moveTo>
                    <a:pt x="0" y="230124"/>
                  </a:moveTo>
                  <a:lnTo>
                    <a:pt x="472439" y="230124"/>
                  </a:lnTo>
                  <a:lnTo>
                    <a:pt x="472439" y="0"/>
                  </a:lnTo>
                  <a:lnTo>
                    <a:pt x="0" y="0"/>
                  </a:lnTo>
                  <a:lnTo>
                    <a:pt x="0" y="230124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5361431" y="3899916"/>
              <a:ext cx="520065" cy="230504"/>
            </a:xfrm>
            <a:custGeom>
              <a:avLst/>
              <a:gdLst/>
              <a:ahLst/>
              <a:cxnLst/>
              <a:rect l="l" t="t" r="r" b="b"/>
              <a:pathLst>
                <a:path w="520064" h="230504">
                  <a:moveTo>
                    <a:pt x="519684" y="0"/>
                  </a:moveTo>
                  <a:lnTo>
                    <a:pt x="0" y="0"/>
                  </a:lnTo>
                  <a:lnTo>
                    <a:pt x="0" y="230124"/>
                  </a:lnTo>
                  <a:lnTo>
                    <a:pt x="519684" y="230124"/>
                  </a:lnTo>
                  <a:lnTo>
                    <a:pt x="519684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5361431" y="3899916"/>
              <a:ext cx="520065" cy="230504"/>
            </a:xfrm>
            <a:custGeom>
              <a:avLst/>
              <a:gdLst/>
              <a:ahLst/>
              <a:cxnLst/>
              <a:rect l="l" t="t" r="r" b="b"/>
              <a:pathLst>
                <a:path w="520064" h="230504">
                  <a:moveTo>
                    <a:pt x="0" y="230124"/>
                  </a:moveTo>
                  <a:lnTo>
                    <a:pt x="519684" y="230124"/>
                  </a:lnTo>
                  <a:lnTo>
                    <a:pt x="519684" y="0"/>
                  </a:lnTo>
                  <a:lnTo>
                    <a:pt x="0" y="0"/>
                  </a:lnTo>
                  <a:lnTo>
                    <a:pt x="0" y="230124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5881115" y="3899916"/>
              <a:ext cx="218440" cy="230504"/>
            </a:xfrm>
            <a:custGeom>
              <a:avLst/>
              <a:gdLst/>
              <a:ahLst/>
              <a:cxnLst/>
              <a:rect l="l" t="t" r="r" b="b"/>
              <a:pathLst>
                <a:path w="218439" h="230504">
                  <a:moveTo>
                    <a:pt x="217932" y="0"/>
                  </a:moveTo>
                  <a:lnTo>
                    <a:pt x="0" y="0"/>
                  </a:lnTo>
                  <a:lnTo>
                    <a:pt x="0" y="230124"/>
                  </a:lnTo>
                  <a:lnTo>
                    <a:pt x="217932" y="230124"/>
                  </a:lnTo>
                  <a:lnTo>
                    <a:pt x="2179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5881115" y="3899916"/>
              <a:ext cx="218440" cy="230504"/>
            </a:xfrm>
            <a:custGeom>
              <a:avLst/>
              <a:gdLst/>
              <a:ahLst/>
              <a:cxnLst/>
              <a:rect l="l" t="t" r="r" b="b"/>
              <a:pathLst>
                <a:path w="218439" h="230504">
                  <a:moveTo>
                    <a:pt x="0" y="230124"/>
                  </a:moveTo>
                  <a:lnTo>
                    <a:pt x="217932" y="230124"/>
                  </a:lnTo>
                  <a:lnTo>
                    <a:pt x="217932" y="0"/>
                  </a:lnTo>
                  <a:lnTo>
                    <a:pt x="0" y="0"/>
                  </a:lnTo>
                  <a:lnTo>
                    <a:pt x="0" y="230124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4888991" y="3808476"/>
              <a:ext cx="0" cy="413384"/>
            </a:xfrm>
            <a:custGeom>
              <a:avLst/>
              <a:gdLst/>
              <a:ahLst/>
              <a:cxnLst/>
              <a:rect l="l" t="t" r="r" b="b"/>
              <a:pathLst>
                <a:path w="0" h="413385">
                  <a:moveTo>
                    <a:pt x="0" y="0"/>
                  </a:moveTo>
                  <a:lnTo>
                    <a:pt x="0" y="413004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9" name="object 119"/>
          <p:cNvSpPr txBox="1"/>
          <p:nvPr/>
        </p:nvSpPr>
        <p:spPr>
          <a:xfrm>
            <a:off x="5921121" y="3938142"/>
            <a:ext cx="13843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 b="1">
                <a:solidFill>
                  <a:srgbClr val="FFFFFF"/>
                </a:solidFill>
                <a:latin typeface="Arial"/>
                <a:cs typeface="Arial"/>
              </a:rPr>
              <a:t>18</a:t>
            </a:r>
            <a:endParaRPr sz="800">
              <a:latin typeface="Arial"/>
              <a:cs typeface="Arial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5552947" y="3938142"/>
            <a:ext cx="13843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 b="1">
                <a:solidFill>
                  <a:srgbClr val="FFFFFF"/>
                </a:solidFill>
                <a:latin typeface="Arial"/>
                <a:cs typeface="Arial"/>
              </a:rPr>
              <a:t>43</a:t>
            </a:r>
            <a:endParaRPr sz="800">
              <a:latin typeface="Arial"/>
              <a:cs typeface="Arial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5055870" y="3938142"/>
            <a:ext cx="13843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 b="1">
                <a:solidFill>
                  <a:srgbClr val="FFFFFF"/>
                </a:solidFill>
                <a:latin typeface="Arial"/>
                <a:cs typeface="Arial"/>
              </a:rPr>
              <a:t>39</a:t>
            </a:r>
            <a:endParaRPr sz="800">
              <a:latin typeface="Arial"/>
              <a:cs typeface="Arial"/>
            </a:endParaRPr>
          </a:p>
        </p:txBody>
      </p:sp>
      <p:graphicFrame>
        <p:nvGraphicFramePr>
          <p:cNvPr id="122" name="object 122"/>
          <p:cNvGraphicFramePr>
            <a:graphicFrameLocks noGrp="1"/>
          </p:cNvGraphicFramePr>
          <p:nvPr/>
        </p:nvGraphicFramePr>
        <p:xfrm>
          <a:off x="2945701" y="4751641"/>
          <a:ext cx="1352550" cy="2209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8430"/>
                <a:gridCol w="336550"/>
                <a:gridCol w="412750"/>
                <a:gridCol w="120015"/>
                <a:gridCol w="257175"/>
              </a:tblGrid>
              <a:tr h="220979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8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476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A21F1F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8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24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476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DB52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800" spc="-2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476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800" spc="-5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9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476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464646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800" spc="-25">
                          <a:latin typeface="Arial"/>
                          <a:cs typeface="Arial"/>
                        </a:rPr>
                        <a:t>18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476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7C7C7C"/>
                    </a:solidFill>
                  </a:tcPr>
                </a:tc>
              </a:tr>
            </a:tbl>
          </a:graphicData>
        </a:graphic>
      </p:graphicFrame>
      <p:sp>
        <p:nvSpPr>
          <p:cNvPr id="123" name="object 123"/>
          <p:cNvSpPr/>
          <p:nvPr/>
        </p:nvSpPr>
        <p:spPr>
          <a:xfrm>
            <a:off x="2950464" y="4669535"/>
            <a:ext cx="0" cy="396240"/>
          </a:xfrm>
          <a:custGeom>
            <a:avLst/>
            <a:gdLst/>
            <a:ahLst/>
            <a:cxnLst/>
            <a:rect l="l" t="t" r="r" b="b"/>
            <a:pathLst>
              <a:path w="0" h="396239">
                <a:moveTo>
                  <a:pt x="0" y="0"/>
                </a:moveTo>
                <a:lnTo>
                  <a:pt x="0" y="39624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24" name="object 124"/>
          <p:cNvGraphicFramePr>
            <a:graphicFrameLocks noGrp="1"/>
          </p:cNvGraphicFramePr>
          <p:nvPr/>
        </p:nvGraphicFramePr>
        <p:xfrm>
          <a:off x="4884229" y="4751641"/>
          <a:ext cx="1296035" cy="2209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330"/>
                <a:gridCol w="257175"/>
                <a:gridCol w="372745"/>
                <a:gridCol w="156209"/>
                <a:gridCol w="320675"/>
              </a:tblGrid>
              <a:tr h="220979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800" spc="-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476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A21F1F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8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21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476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DB526A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800" spc="-2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31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476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286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800" spc="-2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13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476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464646"/>
                    </a:solidFill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800" spc="-25">
                          <a:latin typeface="Arial"/>
                          <a:cs typeface="Arial"/>
                        </a:rPr>
                        <a:t>27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476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7C7C7C"/>
                    </a:solidFill>
                  </a:tcPr>
                </a:tc>
              </a:tr>
            </a:tbl>
          </a:graphicData>
        </a:graphic>
      </p:graphicFrame>
      <p:sp>
        <p:nvSpPr>
          <p:cNvPr id="125" name="object 125"/>
          <p:cNvSpPr/>
          <p:nvPr/>
        </p:nvSpPr>
        <p:spPr>
          <a:xfrm>
            <a:off x="4888991" y="4669535"/>
            <a:ext cx="0" cy="396240"/>
          </a:xfrm>
          <a:custGeom>
            <a:avLst/>
            <a:gdLst/>
            <a:ahLst/>
            <a:cxnLst/>
            <a:rect l="l" t="t" r="r" b="b"/>
            <a:pathLst>
              <a:path w="0" h="396239">
                <a:moveTo>
                  <a:pt x="0" y="0"/>
                </a:moveTo>
                <a:lnTo>
                  <a:pt x="0" y="39624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 txBox="1"/>
          <p:nvPr/>
        </p:nvSpPr>
        <p:spPr>
          <a:xfrm>
            <a:off x="148539" y="5591657"/>
            <a:ext cx="739140" cy="528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latin typeface="Arial"/>
                <a:cs typeface="Arial"/>
              </a:rPr>
              <a:t>Employer </a:t>
            </a:r>
            <a:r>
              <a:rPr dirty="0" sz="1100" b="1">
                <a:latin typeface="Arial"/>
                <a:cs typeface="Arial"/>
              </a:rPr>
              <a:t>type</a:t>
            </a:r>
            <a:r>
              <a:rPr dirty="0" sz="1100" spc="-25" b="1">
                <a:latin typeface="Arial"/>
                <a:cs typeface="Arial"/>
              </a:rPr>
              <a:t> of </a:t>
            </a:r>
            <a:r>
              <a:rPr dirty="0" sz="1100" b="1">
                <a:latin typeface="Arial"/>
                <a:cs typeface="Arial"/>
              </a:rPr>
              <a:t>experts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(%)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27" name="object 127"/>
          <p:cNvGrpSpPr/>
          <p:nvPr/>
        </p:nvGrpSpPr>
        <p:grpSpPr>
          <a:xfrm>
            <a:off x="970597" y="5585269"/>
            <a:ext cx="1280795" cy="405765"/>
            <a:chOff x="970597" y="5585269"/>
            <a:chExt cx="1280795" cy="405765"/>
          </a:xfrm>
        </p:grpSpPr>
        <p:sp>
          <p:nvSpPr>
            <p:cNvPr id="128" name="object 128"/>
            <p:cNvSpPr/>
            <p:nvPr/>
          </p:nvSpPr>
          <p:spPr>
            <a:xfrm>
              <a:off x="975360" y="5678424"/>
              <a:ext cx="800100" cy="219710"/>
            </a:xfrm>
            <a:custGeom>
              <a:avLst/>
              <a:gdLst/>
              <a:ahLst/>
              <a:cxnLst/>
              <a:rect l="l" t="t" r="r" b="b"/>
              <a:pathLst>
                <a:path w="800100" h="219710">
                  <a:moveTo>
                    <a:pt x="800100" y="0"/>
                  </a:moveTo>
                  <a:lnTo>
                    <a:pt x="0" y="0"/>
                  </a:lnTo>
                  <a:lnTo>
                    <a:pt x="0" y="219456"/>
                  </a:lnTo>
                  <a:lnTo>
                    <a:pt x="800100" y="219456"/>
                  </a:lnTo>
                  <a:lnTo>
                    <a:pt x="800100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975360" y="5678424"/>
              <a:ext cx="800100" cy="219710"/>
            </a:xfrm>
            <a:custGeom>
              <a:avLst/>
              <a:gdLst/>
              <a:ahLst/>
              <a:cxnLst/>
              <a:rect l="l" t="t" r="r" b="b"/>
              <a:pathLst>
                <a:path w="800100" h="219710">
                  <a:moveTo>
                    <a:pt x="0" y="219456"/>
                  </a:moveTo>
                  <a:lnTo>
                    <a:pt x="800100" y="219456"/>
                  </a:lnTo>
                  <a:lnTo>
                    <a:pt x="800100" y="0"/>
                  </a:lnTo>
                  <a:lnTo>
                    <a:pt x="0" y="0"/>
                  </a:lnTo>
                  <a:lnTo>
                    <a:pt x="0" y="219456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1775460" y="5678424"/>
              <a:ext cx="204470" cy="219710"/>
            </a:xfrm>
            <a:custGeom>
              <a:avLst/>
              <a:gdLst/>
              <a:ahLst/>
              <a:cxnLst/>
              <a:rect l="l" t="t" r="r" b="b"/>
              <a:pathLst>
                <a:path w="204469" h="219710">
                  <a:moveTo>
                    <a:pt x="204215" y="0"/>
                  </a:moveTo>
                  <a:lnTo>
                    <a:pt x="0" y="0"/>
                  </a:lnTo>
                  <a:lnTo>
                    <a:pt x="0" y="219456"/>
                  </a:lnTo>
                  <a:lnTo>
                    <a:pt x="204215" y="219456"/>
                  </a:lnTo>
                  <a:lnTo>
                    <a:pt x="204215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1775460" y="5678424"/>
              <a:ext cx="204470" cy="219710"/>
            </a:xfrm>
            <a:custGeom>
              <a:avLst/>
              <a:gdLst/>
              <a:ahLst/>
              <a:cxnLst/>
              <a:rect l="l" t="t" r="r" b="b"/>
              <a:pathLst>
                <a:path w="204469" h="219710">
                  <a:moveTo>
                    <a:pt x="0" y="219456"/>
                  </a:moveTo>
                  <a:lnTo>
                    <a:pt x="204215" y="219456"/>
                  </a:lnTo>
                  <a:lnTo>
                    <a:pt x="204215" y="0"/>
                  </a:lnTo>
                  <a:lnTo>
                    <a:pt x="0" y="0"/>
                  </a:lnTo>
                  <a:lnTo>
                    <a:pt x="0" y="219456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1979676" y="5678424"/>
              <a:ext cx="266700" cy="219710"/>
            </a:xfrm>
            <a:custGeom>
              <a:avLst/>
              <a:gdLst/>
              <a:ahLst/>
              <a:cxnLst/>
              <a:rect l="l" t="t" r="r" b="b"/>
              <a:pathLst>
                <a:path w="266700" h="219710">
                  <a:moveTo>
                    <a:pt x="266700" y="0"/>
                  </a:moveTo>
                  <a:lnTo>
                    <a:pt x="0" y="0"/>
                  </a:lnTo>
                  <a:lnTo>
                    <a:pt x="0" y="219456"/>
                  </a:lnTo>
                  <a:lnTo>
                    <a:pt x="266700" y="219456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1979676" y="5678424"/>
              <a:ext cx="266700" cy="219710"/>
            </a:xfrm>
            <a:custGeom>
              <a:avLst/>
              <a:gdLst/>
              <a:ahLst/>
              <a:cxnLst/>
              <a:rect l="l" t="t" r="r" b="b"/>
              <a:pathLst>
                <a:path w="266700" h="219710">
                  <a:moveTo>
                    <a:pt x="0" y="219456"/>
                  </a:moveTo>
                  <a:lnTo>
                    <a:pt x="266700" y="219456"/>
                  </a:lnTo>
                  <a:lnTo>
                    <a:pt x="266700" y="0"/>
                  </a:lnTo>
                  <a:lnTo>
                    <a:pt x="0" y="0"/>
                  </a:lnTo>
                  <a:lnTo>
                    <a:pt x="0" y="219456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975360" y="5590032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w="0" h="396239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5" name="object 135"/>
          <p:cNvSpPr txBox="1"/>
          <p:nvPr/>
        </p:nvSpPr>
        <p:spPr>
          <a:xfrm>
            <a:off x="1809114" y="5711748"/>
            <a:ext cx="37338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FFFFFF"/>
                </a:solidFill>
                <a:latin typeface="Arial"/>
                <a:cs typeface="Arial"/>
              </a:rPr>
              <a:t>16</a:t>
            </a:r>
            <a:r>
              <a:rPr dirty="0" sz="800" spc="250" b="1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800" spc="-35">
                <a:solidFill>
                  <a:srgbClr val="FFFFFF"/>
                </a:solidFill>
                <a:latin typeface="Arial"/>
                <a:cs typeface="Arial"/>
              </a:rPr>
              <a:t>21</a:t>
            </a:r>
            <a:endParaRPr sz="800">
              <a:latin typeface="Arial"/>
              <a:cs typeface="Arial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1305813" y="5711748"/>
            <a:ext cx="13843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 b="1">
                <a:solidFill>
                  <a:srgbClr val="FFFFFF"/>
                </a:solidFill>
                <a:latin typeface="Arial"/>
                <a:cs typeface="Arial"/>
              </a:rPr>
              <a:t>63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37" name="object 137"/>
          <p:cNvGrpSpPr/>
          <p:nvPr/>
        </p:nvGrpSpPr>
        <p:grpSpPr>
          <a:xfrm>
            <a:off x="1019365" y="6062281"/>
            <a:ext cx="1378585" cy="116205"/>
            <a:chOff x="1019365" y="6062281"/>
            <a:chExt cx="1378585" cy="116205"/>
          </a:xfrm>
        </p:grpSpPr>
        <p:sp>
          <p:nvSpPr>
            <p:cNvPr id="138" name="object 138"/>
            <p:cNvSpPr/>
            <p:nvPr/>
          </p:nvSpPr>
          <p:spPr>
            <a:xfrm>
              <a:off x="1024127" y="6067044"/>
              <a:ext cx="143510" cy="106680"/>
            </a:xfrm>
            <a:custGeom>
              <a:avLst/>
              <a:gdLst/>
              <a:ahLst/>
              <a:cxnLst/>
              <a:rect l="l" t="t" r="r" b="b"/>
              <a:pathLst>
                <a:path w="143509" h="106679">
                  <a:moveTo>
                    <a:pt x="143256" y="0"/>
                  </a:moveTo>
                  <a:lnTo>
                    <a:pt x="0" y="0"/>
                  </a:lnTo>
                  <a:lnTo>
                    <a:pt x="0" y="106679"/>
                  </a:lnTo>
                  <a:lnTo>
                    <a:pt x="143256" y="106679"/>
                  </a:lnTo>
                  <a:lnTo>
                    <a:pt x="143256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1024127" y="6067044"/>
              <a:ext cx="143510" cy="106680"/>
            </a:xfrm>
            <a:custGeom>
              <a:avLst/>
              <a:gdLst/>
              <a:ahLst/>
              <a:cxnLst/>
              <a:rect l="l" t="t" r="r" b="b"/>
              <a:pathLst>
                <a:path w="143509" h="106679">
                  <a:moveTo>
                    <a:pt x="0" y="106679"/>
                  </a:moveTo>
                  <a:lnTo>
                    <a:pt x="143256" y="106679"/>
                  </a:lnTo>
                  <a:lnTo>
                    <a:pt x="143256" y="0"/>
                  </a:lnTo>
                  <a:lnTo>
                    <a:pt x="0" y="0"/>
                  </a:lnTo>
                  <a:lnTo>
                    <a:pt x="0" y="106679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1578863" y="6067044"/>
              <a:ext cx="143510" cy="106680"/>
            </a:xfrm>
            <a:custGeom>
              <a:avLst/>
              <a:gdLst/>
              <a:ahLst/>
              <a:cxnLst/>
              <a:rect l="l" t="t" r="r" b="b"/>
              <a:pathLst>
                <a:path w="143510" h="106679">
                  <a:moveTo>
                    <a:pt x="143256" y="0"/>
                  </a:moveTo>
                  <a:lnTo>
                    <a:pt x="0" y="0"/>
                  </a:lnTo>
                  <a:lnTo>
                    <a:pt x="0" y="106679"/>
                  </a:lnTo>
                  <a:lnTo>
                    <a:pt x="143256" y="106679"/>
                  </a:lnTo>
                  <a:lnTo>
                    <a:pt x="143256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1578863" y="6067044"/>
              <a:ext cx="143510" cy="106680"/>
            </a:xfrm>
            <a:custGeom>
              <a:avLst/>
              <a:gdLst/>
              <a:ahLst/>
              <a:cxnLst/>
              <a:rect l="l" t="t" r="r" b="b"/>
              <a:pathLst>
                <a:path w="143510" h="106679">
                  <a:moveTo>
                    <a:pt x="0" y="106679"/>
                  </a:moveTo>
                  <a:lnTo>
                    <a:pt x="143256" y="106679"/>
                  </a:lnTo>
                  <a:lnTo>
                    <a:pt x="143256" y="0"/>
                  </a:lnTo>
                  <a:lnTo>
                    <a:pt x="0" y="0"/>
                  </a:lnTo>
                  <a:lnTo>
                    <a:pt x="0" y="106679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2249424" y="6067044"/>
              <a:ext cx="143510" cy="106680"/>
            </a:xfrm>
            <a:custGeom>
              <a:avLst/>
              <a:gdLst/>
              <a:ahLst/>
              <a:cxnLst/>
              <a:rect l="l" t="t" r="r" b="b"/>
              <a:pathLst>
                <a:path w="143510" h="106679">
                  <a:moveTo>
                    <a:pt x="143256" y="0"/>
                  </a:moveTo>
                  <a:lnTo>
                    <a:pt x="0" y="0"/>
                  </a:lnTo>
                  <a:lnTo>
                    <a:pt x="0" y="106679"/>
                  </a:lnTo>
                  <a:lnTo>
                    <a:pt x="143256" y="106679"/>
                  </a:lnTo>
                  <a:lnTo>
                    <a:pt x="14325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2249424" y="6067044"/>
              <a:ext cx="143510" cy="106680"/>
            </a:xfrm>
            <a:custGeom>
              <a:avLst/>
              <a:gdLst/>
              <a:ahLst/>
              <a:cxnLst/>
              <a:rect l="l" t="t" r="r" b="b"/>
              <a:pathLst>
                <a:path w="143510" h="106679">
                  <a:moveTo>
                    <a:pt x="0" y="106679"/>
                  </a:moveTo>
                  <a:lnTo>
                    <a:pt x="143256" y="106679"/>
                  </a:lnTo>
                  <a:lnTo>
                    <a:pt x="143256" y="0"/>
                  </a:lnTo>
                  <a:lnTo>
                    <a:pt x="0" y="0"/>
                  </a:lnTo>
                  <a:lnTo>
                    <a:pt x="0" y="106679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4" name="object 144"/>
          <p:cNvSpPr txBox="1"/>
          <p:nvPr/>
        </p:nvSpPr>
        <p:spPr>
          <a:xfrm>
            <a:off x="1204975" y="6048552"/>
            <a:ext cx="25844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latin typeface="Arial"/>
                <a:cs typeface="Arial"/>
              </a:rPr>
              <a:t>OEM</a:t>
            </a:r>
            <a:endParaRPr sz="800">
              <a:latin typeface="Arial"/>
              <a:cs typeface="Arial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1760601" y="6048552"/>
            <a:ext cx="39941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latin typeface="Arial"/>
                <a:cs typeface="Arial"/>
              </a:rPr>
              <a:t>Supplier</a:t>
            </a:r>
            <a:endParaRPr sz="800">
              <a:latin typeface="Arial"/>
              <a:cs typeface="Arial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2430907" y="6048552"/>
            <a:ext cx="42672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latin typeface="Arial"/>
                <a:cs typeface="Arial"/>
              </a:rPr>
              <a:t>Operator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47" name="object 147"/>
          <p:cNvGrpSpPr/>
          <p:nvPr/>
        </p:nvGrpSpPr>
        <p:grpSpPr>
          <a:xfrm>
            <a:off x="2945701" y="5585269"/>
            <a:ext cx="1276350" cy="405765"/>
            <a:chOff x="2945701" y="5585269"/>
            <a:chExt cx="1276350" cy="405765"/>
          </a:xfrm>
        </p:grpSpPr>
        <p:sp>
          <p:nvSpPr>
            <p:cNvPr id="148" name="object 148"/>
            <p:cNvSpPr/>
            <p:nvPr/>
          </p:nvSpPr>
          <p:spPr>
            <a:xfrm>
              <a:off x="2950464" y="5678424"/>
              <a:ext cx="558165" cy="219710"/>
            </a:xfrm>
            <a:custGeom>
              <a:avLst/>
              <a:gdLst/>
              <a:ahLst/>
              <a:cxnLst/>
              <a:rect l="l" t="t" r="r" b="b"/>
              <a:pathLst>
                <a:path w="558164" h="219710">
                  <a:moveTo>
                    <a:pt x="557784" y="0"/>
                  </a:moveTo>
                  <a:lnTo>
                    <a:pt x="0" y="0"/>
                  </a:lnTo>
                  <a:lnTo>
                    <a:pt x="0" y="219456"/>
                  </a:lnTo>
                  <a:lnTo>
                    <a:pt x="557784" y="219456"/>
                  </a:lnTo>
                  <a:lnTo>
                    <a:pt x="557784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2950464" y="5678424"/>
              <a:ext cx="558165" cy="219710"/>
            </a:xfrm>
            <a:custGeom>
              <a:avLst/>
              <a:gdLst/>
              <a:ahLst/>
              <a:cxnLst/>
              <a:rect l="l" t="t" r="r" b="b"/>
              <a:pathLst>
                <a:path w="558164" h="219710">
                  <a:moveTo>
                    <a:pt x="0" y="219456"/>
                  </a:moveTo>
                  <a:lnTo>
                    <a:pt x="557784" y="219456"/>
                  </a:lnTo>
                  <a:lnTo>
                    <a:pt x="557784" y="0"/>
                  </a:lnTo>
                  <a:lnTo>
                    <a:pt x="0" y="0"/>
                  </a:lnTo>
                  <a:lnTo>
                    <a:pt x="0" y="219456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3508248" y="5678424"/>
              <a:ext cx="480059" cy="219710"/>
            </a:xfrm>
            <a:custGeom>
              <a:avLst/>
              <a:gdLst/>
              <a:ahLst/>
              <a:cxnLst/>
              <a:rect l="l" t="t" r="r" b="b"/>
              <a:pathLst>
                <a:path w="480060" h="219710">
                  <a:moveTo>
                    <a:pt x="480060" y="0"/>
                  </a:moveTo>
                  <a:lnTo>
                    <a:pt x="0" y="0"/>
                  </a:lnTo>
                  <a:lnTo>
                    <a:pt x="0" y="219456"/>
                  </a:lnTo>
                  <a:lnTo>
                    <a:pt x="480060" y="219456"/>
                  </a:lnTo>
                  <a:lnTo>
                    <a:pt x="480060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3508248" y="5678424"/>
              <a:ext cx="480059" cy="219710"/>
            </a:xfrm>
            <a:custGeom>
              <a:avLst/>
              <a:gdLst/>
              <a:ahLst/>
              <a:cxnLst/>
              <a:rect l="l" t="t" r="r" b="b"/>
              <a:pathLst>
                <a:path w="480060" h="219710">
                  <a:moveTo>
                    <a:pt x="0" y="219456"/>
                  </a:moveTo>
                  <a:lnTo>
                    <a:pt x="480060" y="219456"/>
                  </a:lnTo>
                  <a:lnTo>
                    <a:pt x="480060" y="0"/>
                  </a:lnTo>
                  <a:lnTo>
                    <a:pt x="0" y="0"/>
                  </a:lnTo>
                  <a:lnTo>
                    <a:pt x="0" y="219456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3988308" y="5678424"/>
              <a:ext cx="228600" cy="219710"/>
            </a:xfrm>
            <a:custGeom>
              <a:avLst/>
              <a:gdLst/>
              <a:ahLst/>
              <a:cxnLst/>
              <a:rect l="l" t="t" r="r" b="b"/>
              <a:pathLst>
                <a:path w="228600" h="219710">
                  <a:moveTo>
                    <a:pt x="228600" y="0"/>
                  </a:moveTo>
                  <a:lnTo>
                    <a:pt x="0" y="0"/>
                  </a:lnTo>
                  <a:lnTo>
                    <a:pt x="0" y="219456"/>
                  </a:lnTo>
                  <a:lnTo>
                    <a:pt x="228600" y="21945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3988308" y="5678424"/>
              <a:ext cx="228600" cy="219710"/>
            </a:xfrm>
            <a:custGeom>
              <a:avLst/>
              <a:gdLst/>
              <a:ahLst/>
              <a:cxnLst/>
              <a:rect l="l" t="t" r="r" b="b"/>
              <a:pathLst>
                <a:path w="228600" h="219710">
                  <a:moveTo>
                    <a:pt x="0" y="219456"/>
                  </a:moveTo>
                  <a:lnTo>
                    <a:pt x="228600" y="219456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19456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2950464" y="5590032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w="0" h="396239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5" name="object 155"/>
          <p:cNvSpPr txBox="1"/>
          <p:nvPr/>
        </p:nvSpPr>
        <p:spPr>
          <a:xfrm>
            <a:off x="4033520" y="5711748"/>
            <a:ext cx="13843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FFFFFF"/>
                </a:solidFill>
                <a:latin typeface="Arial"/>
                <a:cs typeface="Arial"/>
              </a:rPr>
              <a:t>18</a:t>
            </a:r>
            <a:endParaRPr sz="800">
              <a:latin typeface="Arial"/>
              <a:cs typeface="Arial"/>
            </a:endParaRPr>
          </a:p>
        </p:txBody>
      </p:sp>
      <p:sp>
        <p:nvSpPr>
          <p:cNvPr id="156" name="object 156"/>
          <p:cNvSpPr txBox="1"/>
          <p:nvPr/>
        </p:nvSpPr>
        <p:spPr>
          <a:xfrm>
            <a:off x="3679316" y="5711748"/>
            <a:ext cx="13843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 b="1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800">
              <a:latin typeface="Arial"/>
              <a:cs typeface="Arial"/>
            </a:endParaRPr>
          </a:p>
        </p:txBody>
      </p:sp>
      <p:sp>
        <p:nvSpPr>
          <p:cNvPr id="157" name="object 157"/>
          <p:cNvSpPr txBox="1"/>
          <p:nvPr/>
        </p:nvSpPr>
        <p:spPr>
          <a:xfrm>
            <a:off x="3160267" y="5711748"/>
            <a:ext cx="13843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 b="1">
                <a:solidFill>
                  <a:srgbClr val="FFFFFF"/>
                </a:solidFill>
                <a:latin typeface="Arial"/>
                <a:cs typeface="Arial"/>
              </a:rPr>
              <a:t>44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58" name="object 158"/>
          <p:cNvGrpSpPr/>
          <p:nvPr/>
        </p:nvGrpSpPr>
        <p:grpSpPr>
          <a:xfrm>
            <a:off x="4884229" y="5585269"/>
            <a:ext cx="1219835" cy="405765"/>
            <a:chOff x="4884229" y="5585269"/>
            <a:chExt cx="1219835" cy="405765"/>
          </a:xfrm>
        </p:grpSpPr>
        <p:sp>
          <p:nvSpPr>
            <p:cNvPr id="159" name="object 159"/>
            <p:cNvSpPr/>
            <p:nvPr/>
          </p:nvSpPr>
          <p:spPr>
            <a:xfrm>
              <a:off x="4888991" y="5678424"/>
              <a:ext cx="169545" cy="219710"/>
            </a:xfrm>
            <a:custGeom>
              <a:avLst/>
              <a:gdLst/>
              <a:ahLst/>
              <a:cxnLst/>
              <a:rect l="l" t="t" r="r" b="b"/>
              <a:pathLst>
                <a:path w="169545" h="219710">
                  <a:moveTo>
                    <a:pt x="169163" y="0"/>
                  </a:moveTo>
                  <a:lnTo>
                    <a:pt x="0" y="0"/>
                  </a:lnTo>
                  <a:lnTo>
                    <a:pt x="0" y="219456"/>
                  </a:lnTo>
                  <a:lnTo>
                    <a:pt x="169163" y="219456"/>
                  </a:lnTo>
                  <a:lnTo>
                    <a:pt x="169163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4888991" y="5678424"/>
              <a:ext cx="169545" cy="219710"/>
            </a:xfrm>
            <a:custGeom>
              <a:avLst/>
              <a:gdLst/>
              <a:ahLst/>
              <a:cxnLst/>
              <a:rect l="l" t="t" r="r" b="b"/>
              <a:pathLst>
                <a:path w="169545" h="219710">
                  <a:moveTo>
                    <a:pt x="0" y="219456"/>
                  </a:moveTo>
                  <a:lnTo>
                    <a:pt x="169163" y="219456"/>
                  </a:lnTo>
                  <a:lnTo>
                    <a:pt x="169163" y="0"/>
                  </a:lnTo>
                  <a:lnTo>
                    <a:pt x="0" y="0"/>
                  </a:lnTo>
                  <a:lnTo>
                    <a:pt x="0" y="219456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5058155" y="5678424"/>
              <a:ext cx="641985" cy="219710"/>
            </a:xfrm>
            <a:custGeom>
              <a:avLst/>
              <a:gdLst/>
              <a:ahLst/>
              <a:cxnLst/>
              <a:rect l="l" t="t" r="r" b="b"/>
              <a:pathLst>
                <a:path w="641985" h="219710">
                  <a:moveTo>
                    <a:pt x="641603" y="0"/>
                  </a:moveTo>
                  <a:lnTo>
                    <a:pt x="0" y="0"/>
                  </a:lnTo>
                  <a:lnTo>
                    <a:pt x="0" y="219456"/>
                  </a:lnTo>
                  <a:lnTo>
                    <a:pt x="641603" y="219456"/>
                  </a:lnTo>
                  <a:lnTo>
                    <a:pt x="641603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5058155" y="5678424"/>
              <a:ext cx="641985" cy="219710"/>
            </a:xfrm>
            <a:custGeom>
              <a:avLst/>
              <a:gdLst/>
              <a:ahLst/>
              <a:cxnLst/>
              <a:rect l="l" t="t" r="r" b="b"/>
              <a:pathLst>
                <a:path w="641985" h="219710">
                  <a:moveTo>
                    <a:pt x="0" y="219456"/>
                  </a:moveTo>
                  <a:lnTo>
                    <a:pt x="641603" y="219456"/>
                  </a:lnTo>
                  <a:lnTo>
                    <a:pt x="641603" y="0"/>
                  </a:lnTo>
                  <a:lnTo>
                    <a:pt x="0" y="0"/>
                  </a:lnTo>
                  <a:lnTo>
                    <a:pt x="0" y="219456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5699759" y="5678424"/>
              <a:ext cx="399415" cy="219710"/>
            </a:xfrm>
            <a:custGeom>
              <a:avLst/>
              <a:gdLst/>
              <a:ahLst/>
              <a:cxnLst/>
              <a:rect l="l" t="t" r="r" b="b"/>
              <a:pathLst>
                <a:path w="399414" h="219710">
                  <a:moveTo>
                    <a:pt x="399288" y="0"/>
                  </a:moveTo>
                  <a:lnTo>
                    <a:pt x="0" y="0"/>
                  </a:lnTo>
                  <a:lnTo>
                    <a:pt x="0" y="219456"/>
                  </a:lnTo>
                  <a:lnTo>
                    <a:pt x="399288" y="219456"/>
                  </a:lnTo>
                  <a:lnTo>
                    <a:pt x="3992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5699759" y="5678424"/>
              <a:ext cx="399415" cy="219710"/>
            </a:xfrm>
            <a:custGeom>
              <a:avLst/>
              <a:gdLst/>
              <a:ahLst/>
              <a:cxnLst/>
              <a:rect l="l" t="t" r="r" b="b"/>
              <a:pathLst>
                <a:path w="399414" h="219710">
                  <a:moveTo>
                    <a:pt x="0" y="219456"/>
                  </a:moveTo>
                  <a:lnTo>
                    <a:pt x="399288" y="219456"/>
                  </a:lnTo>
                  <a:lnTo>
                    <a:pt x="399288" y="0"/>
                  </a:lnTo>
                  <a:lnTo>
                    <a:pt x="0" y="0"/>
                  </a:lnTo>
                  <a:lnTo>
                    <a:pt x="0" y="219456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4888991" y="5590032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w="0" h="396239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6" name="object 166"/>
          <p:cNvSpPr txBox="1"/>
          <p:nvPr/>
        </p:nvSpPr>
        <p:spPr>
          <a:xfrm>
            <a:off x="5830570" y="5711748"/>
            <a:ext cx="13843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FFFFFF"/>
                </a:solidFill>
                <a:latin typeface="Arial"/>
                <a:cs typeface="Arial"/>
              </a:rPr>
              <a:t>33</a:t>
            </a:r>
            <a:endParaRPr sz="800">
              <a:latin typeface="Arial"/>
              <a:cs typeface="Arial"/>
            </a:endParaRPr>
          </a:p>
        </p:txBody>
      </p:sp>
      <p:sp>
        <p:nvSpPr>
          <p:cNvPr id="167" name="object 167"/>
          <p:cNvSpPr txBox="1"/>
          <p:nvPr/>
        </p:nvSpPr>
        <p:spPr>
          <a:xfrm>
            <a:off x="5311521" y="5711748"/>
            <a:ext cx="13843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 b="1">
                <a:solidFill>
                  <a:srgbClr val="FFFFFF"/>
                </a:solidFill>
                <a:latin typeface="Arial"/>
                <a:cs typeface="Arial"/>
              </a:rPr>
              <a:t>53</a:t>
            </a:r>
            <a:endParaRPr sz="800">
              <a:latin typeface="Arial"/>
              <a:cs typeface="Arial"/>
            </a:endParaRPr>
          </a:p>
        </p:txBody>
      </p:sp>
      <p:sp>
        <p:nvSpPr>
          <p:cNvPr id="168" name="object 168"/>
          <p:cNvSpPr txBox="1"/>
          <p:nvPr/>
        </p:nvSpPr>
        <p:spPr>
          <a:xfrm>
            <a:off x="4905247" y="5711748"/>
            <a:ext cx="13843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 b="1">
                <a:solidFill>
                  <a:srgbClr val="FFFFFF"/>
                </a:solidFill>
                <a:latin typeface="Arial"/>
                <a:cs typeface="Arial"/>
              </a:rPr>
              <a:t>14</a:t>
            </a:r>
            <a:endParaRPr sz="800">
              <a:latin typeface="Arial"/>
              <a:cs typeface="Arial"/>
            </a:endParaRPr>
          </a:p>
        </p:txBody>
      </p:sp>
      <p:sp>
        <p:nvSpPr>
          <p:cNvPr id="169" name="object 169"/>
          <p:cNvSpPr txBox="1"/>
          <p:nvPr/>
        </p:nvSpPr>
        <p:spPr>
          <a:xfrm>
            <a:off x="4767834" y="1730120"/>
            <a:ext cx="837565" cy="6826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ts val="3190"/>
              </a:lnSpc>
              <a:spcBef>
                <a:spcPts val="95"/>
              </a:spcBef>
            </a:pPr>
            <a:r>
              <a:rPr dirty="0" sz="2800" spc="-25" b="1">
                <a:solidFill>
                  <a:srgbClr val="FFFFFF"/>
                </a:solidFill>
                <a:latin typeface="Arial"/>
                <a:cs typeface="Arial"/>
              </a:rPr>
              <a:t>50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ts val="1989"/>
              </a:lnSpc>
            </a:pP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experts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0" name="object 170"/>
          <p:cNvSpPr/>
          <p:nvPr/>
        </p:nvSpPr>
        <p:spPr>
          <a:xfrm>
            <a:off x="3047" y="5445252"/>
            <a:ext cx="6309360" cy="11430"/>
          </a:xfrm>
          <a:custGeom>
            <a:avLst/>
            <a:gdLst/>
            <a:ahLst/>
            <a:cxnLst/>
            <a:rect l="l" t="t" r="r" b="b"/>
            <a:pathLst>
              <a:path w="6309360" h="11429">
                <a:moveTo>
                  <a:pt x="0" y="11176"/>
                </a:moveTo>
                <a:lnTo>
                  <a:pt x="6308852" y="0"/>
                </a:lnTo>
              </a:path>
            </a:pathLst>
          </a:custGeom>
          <a:ln w="12700">
            <a:solidFill>
              <a:srgbClr val="A21F1F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71" name="object 171"/>
          <p:cNvSpPr txBox="1"/>
          <p:nvPr/>
        </p:nvSpPr>
        <p:spPr>
          <a:xfrm>
            <a:off x="7489317" y="5226177"/>
            <a:ext cx="4531360" cy="1016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8600" indent="-1778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28600" algn="l"/>
              </a:tabLst>
            </a:pPr>
            <a:r>
              <a:rPr dirty="0" sz="1200" b="1">
                <a:latin typeface="Arial"/>
                <a:cs typeface="Arial"/>
              </a:rPr>
              <a:t>Purchasing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new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or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used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car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still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preferred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option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but</a:t>
            </a:r>
            <a:r>
              <a:rPr dirty="0" sz="1200" spc="-25">
                <a:latin typeface="Arial"/>
                <a:cs typeface="Arial"/>
              </a:rPr>
              <a:t> car</a:t>
            </a:r>
            <a:endParaRPr sz="1200">
              <a:latin typeface="Arial"/>
              <a:cs typeface="Arial"/>
            </a:endParaRPr>
          </a:p>
          <a:p>
            <a:pPr marL="227329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subscription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models</a:t>
            </a:r>
            <a:r>
              <a:rPr dirty="0" sz="1200" spc="-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are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gaining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traction</a:t>
            </a:r>
            <a:endParaRPr sz="1200">
              <a:latin typeface="Arial"/>
              <a:cs typeface="Arial"/>
            </a:endParaRPr>
          </a:p>
          <a:p>
            <a:pPr marL="227329" marR="132715" indent="-177165">
              <a:lnSpc>
                <a:spcPct val="100000"/>
              </a:lnSpc>
              <a:spcBef>
                <a:spcPts val="600"/>
              </a:spcBef>
              <a:buChar char="•"/>
              <a:tabLst>
                <a:tab pos="227329" algn="l"/>
              </a:tabLst>
            </a:pPr>
            <a:r>
              <a:rPr dirty="0" sz="1200">
                <a:latin typeface="Arial"/>
                <a:cs typeface="Arial"/>
              </a:rPr>
              <a:t>Consumers</a:t>
            </a:r>
            <a:r>
              <a:rPr dirty="0" sz="1200" spc="-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want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reduce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CO</a:t>
            </a:r>
            <a:r>
              <a:rPr dirty="0" baseline="-20833" sz="1200" b="1">
                <a:latin typeface="Arial"/>
                <a:cs typeface="Arial"/>
              </a:rPr>
              <a:t>2</a:t>
            </a:r>
            <a:r>
              <a:rPr dirty="0" baseline="-20833" sz="1200" spc="472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mainly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through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 spc="-20" b="1">
                <a:latin typeface="Arial"/>
                <a:cs typeface="Arial"/>
              </a:rPr>
              <a:t>more </a:t>
            </a:r>
            <a:r>
              <a:rPr dirty="0" sz="1200" spc="-10" b="1">
                <a:latin typeface="Arial"/>
                <a:cs typeface="Arial"/>
              </a:rPr>
              <a:t>walking/cycling, </a:t>
            </a:r>
            <a:r>
              <a:rPr dirty="0" sz="1200" b="1">
                <a:latin typeface="Arial"/>
                <a:cs typeface="Arial"/>
              </a:rPr>
              <a:t>switching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electric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car,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using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20" b="1">
                <a:latin typeface="Arial"/>
                <a:cs typeface="Arial"/>
              </a:rPr>
              <a:t>more </a:t>
            </a:r>
            <a:r>
              <a:rPr dirty="0" sz="1200" b="1">
                <a:latin typeface="Arial"/>
                <a:cs typeface="Arial"/>
              </a:rPr>
              <a:t>public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transport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2" name="object 172"/>
          <p:cNvSpPr txBox="1"/>
          <p:nvPr/>
        </p:nvSpPr>
        <p:spPr>
          <a:xfrm>
            <a:off x="7527417" y="2060194"/>
            <a:ext cx="4309110" cy="8331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9230" marR="5080" indent="-1771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9230" algn="l"/>
              </a:tabLst>
            </a:pPr>
            <a:r>
              <a:rPr dirty="0" sz="1200" b="1">
                <a:latin typeface="Arial"/>
                <a:cs typeface="Arial"/>
              </a:rPr>
              <a:t>Safety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+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navigation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remain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most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important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connected </a:t>
            </a:r>
            <a:r>
              <a:rPr dirty="0" sz="1200">
                <a:latin typeface="Arial"/>
                <a:cs typeface="Arial"/>
              </a:rPr>
              <a:t>services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features</a:t>
            </a:r>
            <a:r>
              <a:rPr dirty="0" sz="1200" spc="-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–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on-</a:t>
            </a:r>
            <a:r>
              <a:rPr dirty="0" sz="1200">
                <a:latin typeface="Arial"/>
                <a:cs typeface="Arial"/>
              </a:rPr>
              <a:t>demand</a:t>
            </a:r>
            <a:r>
              <a:rPr dirty="0" sz="1200" spc="-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functions</a:t>
            </a:r>
            <a:r>
              <a:rPr dirty="0" sz="1200" spc="-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gaining</a:t>
            </a:r>
            <a:r>
              <a:rPr dirty="0" sz="1200" spc="-4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popularity</a:t>
            </a:r>
            <a:endParaRPr sz="1200">
              <a:latin typeface="Arial"/>
              <a:cs typeface="Arial"/>
            </a:endParaRPr>
          </a:p>
          <a:p>
            <a:pPr marL="189230" marR="225425" indent="-177165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189230" algn="l"/>
              </a:tabLst>
            </a:pPr>
            <a:r>
              <a:rPr dirty="0" sz="1200" spc="-10" b="1">
                <a:latin typeface="Arial"/>
                <a:cs typeface="Arial"/>
              </a:rPr>
              <a:t>Willingness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pay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at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~20€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per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month in Germany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spc="-25" b="1">
                <a:latin typeface="Arial"/>
                <a:cs typeface="Arial"/>
              </a:rPr>
              <a:t>and </a:t>
            </a: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US,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while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at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~40€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China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–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experts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more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cautious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3" name="object 173"/>
          <p:cNvSpPr txBox="1"/>
          <p:nvPr/>
        </p:nvSpPr>
        <p:spPr>
          <a:xfrm>
            <a:off x="7527417" y="3115436"/>
            <a:ext cx="4240530" cy="833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77800" indent="-1778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77800" algn="l"/>
              </a:tabLst>
            </a:pPr>
            <a:r>
              <a:rPr dirty="0" sz="1200" b="1">
                <a:latin typeface="Arial"/>
                <a:cs typeface="Arial"/>
              </a:rPr>
              <a:t>Germans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still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sceptical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about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BEV </a:t>
            </a:r>
            <a:r>
              <a:rPr dirty="0" sz="1200">
                <a:latin typeface="Arial"/>
                <a:cs typeface="Arial"/>
              </a:rPr>
              <a:t>cars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–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only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35%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would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1200">
                <a:latin typeface="Arial"/>
                <a:cs typeface="Arial"/>
              </a:rPr>
              <a:t>consider</a:t>
            </a:r>
            <a:r>
              <a:rPr dirty="0" sz="1200" spc="-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getting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one,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but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more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openness</a:t>
            </a:r>
            <a:r>
              <a:rPr dirty="0" sz="1200" spc="-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US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~50%</a:t>
            </a:r>
            <a:endParaRPr sz="1200">
              <a:latin typeface="Arial"/>
              <a:cs typeface="Arial"/>
            </a:endParaRPr>
          </a:p>
          <a:p>
            <a:pPr marL="189230" marR="156845" indent="-177165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189230" algn="l"/>
              </a:tabLst>
            </a:pP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China,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overwhelming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preference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for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BEV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with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&gt;90% </a:t>
            </a:r>
            <a:r>
              <a:rPr dirty="0" sz="1200" spc="-10">
                <a:latin typeface="Arial"/>
                <a:cs typeface="Arial"/>
              </a:rPr>
              <a:t>considering</a:t>
            </a:r>
            <a:r>
              <a:rPr dirty="0" sz="1200" spc="-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such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option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–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vs.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only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80%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considering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ICE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4" name="object 174"/>
          <p:cNvSpPr txBox="1"/>
          <p:nvPr/>
        </p:nvSpPr>
        <p:spPr>
          <a:xfrm>
            <a:off x="7527417" y="4147184"/>
            <a:ext cx="4208780" cy="833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9230" marR="5080" indent="-1771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9230" algn="l"/>
              </a:tabLst>
            </a:pPr>
            <a:r>
              <a:rPr dirty="0" sz="1200" b="1">
                <a:latin typeface="Arial"/>
                <a:cs typeface="Arial"/>
              </a:rPr>
              <a:t>German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/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US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respondents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sceptical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about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spc="-25" b="1">
                <a:latin typeface="Arial"/>
                <a:cs typeface="Arial"/>
              </a:rPr>
              <a:t>L4</a:t>
            </a:r>
            <a:r>
              <a:rPr dirty="0" sz="1200" spc="50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automated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cars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– </a:t>
            </a:r>
            <a:r>
              <a:rPr dirty="0" sz="1200" spc="-10">
                <a:latin typeface="Arial"/>
                <a:cs typeface="Arial"/>
              </a:rPr>
              <a:t>60-</a:t>
            </a:r>
            <a:r>
              <a:rPr dirty="0" sz="1200">
                <a:latin typeface="Arial"/>
                <a:cs typeface="Arial"/>
              </a:rPr>
              <a:t>70%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uncomfortable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vs.</a:t>
            </a:r>
            <a:r>
              <a:rPr dirty="0" sz="1200" spc="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15%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 </a:t>
            </a:r>
            <a:r>
              <a:rPr dirty="0" sz="1200" spc="-10">
                <a:latin typeface="Arial"/>
                <a:cs typeface="Arial"/>
              </a:rPr>
              <a:t>China</a:t>
            </a:r>
            <a:endParaRPr sz="1200">
              <a:latin typeface="Arial"/>
              <a:cs typeface="Arial"/>
            </a:endParaRPr>
          </a:p>
          <a:p>
            <a:pPr marL="190500" indent="-177800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190500" algn="l"/>
              </a:tabLst>
            </a:pPr>
            <a:r>
              <a:rPr dirty="0" sz="1200" spc="-10" b="1">
                <a:latin typeface="Arial"/>
                <a:cs typeface="Arial"/>
              </a:rPr>
              <a:t>Willingness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pay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for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robo-</a:t>
            </a:r>
            <a:r>
              <a:rPr dirty="0" sz="1200">
                <a:latin typeface="Arial"/>
                <a:cs typeface="Arial"/>
              </a:rPr>
              <a:t>taxis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vs.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driver-</a:t>
            </a:r>
            <a:r>
              <a:rPr dirty="0" sz="1200">
                <a:latin typeface="Arial"/>
                <a:cs typeface="Arial"/>
              </a:rPr>
              <a:t>driven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taxis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is</a:t>
            </a:r>
            <a:endParaRPr sz="1200">
              <a:latin typeface="Arial"/>
              <a:cs typeface="Arial"/>
            </a:endParaRPr>
          </a:p>
          <a:p>
            <a:pPr marL="189230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lower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US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China than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Germany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6341160"/>
            <a:ext cx="1062355" cy="3003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300"/>
              </a:lnSpc>
              <a:spcBef>
                <a:spcPts val="95"/>
              </a:spcBef>
            </a:pPr>
            <a:r>
              <a:rPr dirty="0" sz="750">
                <a:latin typeface="Arial"/>
                <a:cs typeface="Arial"/>
              </a:rPr>
              <a:t>Digital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Auto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Report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-20">
                <a:latin typeface="Arial"/>
                <a:cs typeface="Arial"/>
              </a:rPr>
              <a:t>2023</a:t>
            </a:r>
            <a:r>
              <a:rPr dirty="0" sz="750" spc="-10">
                <a:latin typeface="Arial"/>
                <a:cs typeface="Arial"/>
              </a:rPr>
              <a:t> Strategy&amp;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49389" y="2200465"/>
            <a:ext cx="7425690" cy="3547110"/>
            <a:chOff x="449389" y="2200465"/>
            <a:chExt cx="7425690" cy="3547110"/>
          </a:xfrm>
        </p:grpSpPr>
        <p:sp>
          <p:nvSpPr>
            <p:cNvPr id="4" name="object 4"/>
            <p:cNvSpPr/>
            <p:nvPr/>
          </p:nvSpPr>
          <p:spPr>
            <a:xfrm>
              <a:off x="454151" y="2205227"/>
              <a:ext cx="7416165" cy="1507490"/>
            </a:xfrm>
            <a:custGeom>
              <a:avLst/>
              <a:gdLst/>
              <a:ahLst/>
              <a:cxnLst/>
              <a:rect l="l" t="t" r="r" b="b"/>
              <a:pathLst>
                <a:path w="7416165" h="1507489">
                  <a:moveTo>
                    <a:pt x="7415783" y="0"/>
                  </a:moveTo>
                  <a:lnTo>
                    <a:pt x="0" y="0"/>
                  </a:lnTo>
                  <a:lnTo>
                    <a:pt x="0" y="1507236"/>
                  </a:lnTo>
                  <a:lnTo>
                    <a:pt x="7415783" y="1507236"/>
                  </a:lnTo>
                  <a:lnTo>
                    <a:pt x="7415783" y="0"/>
                  </a:lnTo>
                  <a:close/>
                </a:path>
              </a:pathLst>
            </a:custGeom>
            <a:solidFill>
              <a:srgbClr val="F8DD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54151" y="2205227"/>
              <a:ext cx="7416165" cy="1507490"/>
            </a:xfrm>
            <a:custGeom>
              <a:avLst/>
              <a:gdLst/>
              <a:ahLst/>
              <a:cxnLst/>
              <a:rect l="l" t="t" r="r" b="b"/>
              <a:pathLst>
                <a:path w="7416165" h="1507489">
                  <a:moveTo>
                    <a:pt x="0" y="1507236"/>
                  </a:moveTo>
                  <a:lnTo>
                    <a:pt x="7415783" y="1507236"/>
                  </a:lnTo>
                  <a:lnTo>
                    <a:pt x="7415783" y="0"/>
                  </a:lnTo>
                  <a:lnTo>
                    <a:pt x="0" y="0"/>
                  </a:lnTo>
                  <a:lnTo>
                    <a:pt x="0" y="1507236"/>
                  </a:lnTo>
                  <a:close/>
                </a:path>
              </a:pathLst>
            </a:custGeom>
            <a:ln w="9525">
              <a:solidFill>
                <a:srgbClr val="DB526A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54151" y="3756660"/>
              <a:ext cx="2519680" cy="481965"/>
            </a:xfrm>
            <a:custGeom>
              <a:avLst/>
              <a:gdLst/>
              <a:ahLst/>
              <a:cxnLst/>
              <a:rect l="l" t="t" r="r" b="b"/>
              <a:pathLst>
                <a:path w="2519680" h="481964">
                  <a:moveTo>
                    <a:pt x="2519172" y="0"/>
                  </a:moveTo>
                  <a:lnTo>
                    <a:pt x="0" y="0"/>
                  </a:lnTo>
                  <a:lnTo>
                    <a:pt x="0" y="481583"/>
                  </a:lnTo>
                  <a:lnTo>
                    <a:pt x="2519172" y="481583"/>
                  </a:lnTo>
                  <a:lnTo>
                    <a:pt x="2519172" y="0"/>
                  </a:lnTo>
                  <a:close/>
                </a:path>
              </a:pathLst>
            </a:custGeom>
            <a:solidFill>
              <a:srgbClr val="F8DD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54151" y="3756660"/>
              <a:ext cx="2519680" cy="481965"/>
            </a:xfrm>
            <a:custGeom>
              <a:avLst/>
              <a:gdLst/>
              <a:ahLst/>
              <a:cxnLst/>
              <a:rect l="l" t="t" r="r" b="b"/>
              <a:pathLst>
                <a:path w="2519680" h="481964">
                  <a:moveTo>
                    <a:pt x="0" y="481583"/>
                  </a:moveTo>
                  <a:lnTo>
                    <a:pt x="2519172" y="481583"/>
                  </a:lnTo>
                  <a:lnTo>
                    <a:pt x="2519172" y="0"/>
                  </a:lnTo>
                  <a:lnTo>
                    <a:pt x="0" y="0"/>
                  </a:lnTo>
                  <a:lnTo>
                    <a:pt x="0" y="481583"/>
                  </a:lnTo>
                  <a:close/>
                </a:path>
              </a:pathLst>
            </a:custGeom>
            <a:ln w="9525">
              <a:solidFill>
                <a:srgbClr val="DB526A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566672" y="2270759"/>
              <a:ext cx="859790" cy="3153410"/>
            </a:xfrm>
            <a:custGeom>
              <a:avLst/>
              <a:gdLst/>
              <a:ahLst/>
              <a:cxnLst/>
              <a:rect l="l" t="t" r="r" b="b"/>
              <a:pathLst>
                <a:path w="859789" h="3153410">
                  <a:moveTo>
                    <a:pt x="292608" y="3020568"/>
                  </a:moveTo>
                  <a:lnTo>
                    <a:pt x="0" y="3020568"/>
                  </a:lnTo>
                  <a:lnTo>
                    <a:pt x="0" y="3153156"/>
                  </a:lnTo>
                  <a:lnTo>
                    <a:pt x="292608" y="3153156"/>
                  </a:lnTo>
                  <a:lnTo>
                    <a:pt x="292608" y="3020568"/>
                  </a:lnTo>
                  <a:close/>
                </a:path>
                <a:path w="859789" h="3153410">
                  <a:moveTo>
                    <a:pt x="419100" y="2517648"/>
                  </a:moveTo>
                  <a:lnTo>
                    <a:pt x="0" y="2517648"/>
                  </a:lnTo>
                  <a:lnTo>
                    <a:pt x="0" y="2650236"/>
                  </a:lnTo>
                  <a:lnTo>
                    <a:pt x="419100" y="2650236"/>
                  </a:lnTo>
                  <a:lnTo>
                    <a:pt x="419100" y="2517648"/>
                  </a:lnTo>
                  <a:close/>
                </a:path>
                <a:path w="859789" h="3153410">
                  <a:moveTo>
                    <a:pt x="478536" y="2013204"/>
                  </a:moveTo>
                  <a:lnTo>
                    <a:pt x="0" y="2013204"/>
                  </a:lnTo>
                  <a:lnTo>
                    <a:pt x="0" y="2145792"/>
                  </a:lnTo>
                  <a:lnTo>
                    <a:pt x="478536" y="2145792"/>
                  </a:lnTo>
                  <a:lnTo>
                    <a:pt x="478536" y="2013204"/>
                  </a:lnTo>
                  <a:close/>
                </a:path>
                <a:path w="859789" h="3153410">
                  <a:moveTo>
                    <a:pt x="643128" y="1510284"/>
                  </a:moveTo>
                  <a:lnTo>
                    <a:pt x="0" y="1510284"/>
                  </a:lnTo>
                  <a:lnTo>
                    <a:pt x="0" y="1642872"/>
                  </a:lnTo>
                  <a:lnTo>
                    <a:pt x="643128" y="1642872"/>
                  </a:lnTo>
                  <a:lnTo>
                    <a:pt x="643128" y="1510284"/>
                  </a:lnTo>
                  <a:close/>
                </a:path>
                <a:path w="859789" h="3153410">
                  <a:moveTo>
                    <a:pt x="740664" y="1007364"/>
                  </a:moveTo>
                  <a:lnTo>
                    <a:pt x="0" y="1007364"/>
                  </a:lnTo>
                  <a:lnTo>
                    <a:pt x="0" y="1139952"/>
                  </a:lnTo>
                  <a:lnTo>
                    <a:pt x="740664" y="1139952"/>
                  </a:lnTo>
                  <a:lnTo>
                    <a:pt x="740664" y="1007364"/>
                  </a:lnTo>
                  <a:close/>
                </a:path>
                <a:path w="859789" h="3153410">
                  <a:moveTo>
                    <a:pt x="833628" y="502920"/>
                  </a:moveTo>
                  <a:lnTo>
                    <a:pt x="0" y="502920"/>
                  </a:lnTo>
                  <a:lnTo>
                    <a:pt x="0" y="635508"/>
                  </a:lnTo>
                  <a:lnTo>
                    <a:pt x="833628" y="635508"/>
                  </a:lnTo>
                  <a:lnTo>
                    <a:pt x="833628" y="502920"/>
                  </a:lnTo>
                  <a:close/>
                </a:path>
                <a:path w="859789" h="3153410">
                  <a:moveTo>
                    <a:pt x="859536" y="0"/>
                  </a:moveTo>
                  <a:lnTo>
                    <a:pt x="0" y="0"/>
                  </a:lnTo>
                  <a:lnTo>
                    <a:pt x="0" y="132588"/>
                  </a:lnTo>
                  <a:lnTo>
                    <a:pt x="859536" y="132588"/>
                  </a:lnTo>
                  <a:lnTo>
                    <a:pt x="859536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566671" y="2270759"/>
              <a:ext cx="859790" cy="1643380"/>
            </a:xfrm>
            <a:custGeom>
              <a:avLst/>
              <a:gdLst/>
              <a:ahLst/>
              <a:cxnLst/>
              <a:rect l="l" t="t" r="r" b="b"/>
              <a:pathLst>
                <a:path w="859789" h="1643379">
                  <a:moveTo>
                    <a:pt x="859536" y="0"/>
                  </a:moveTo>
                  <a:lnTo>
                    <a:pt x="0" y="0"/>
                  </a:lnTo>
                  <a:lnTo>
                    <a:pt x="0" y="132588"/>
                  </a:lnTo>
                  <a:lnTo>
                    <a:pt x="859536" y="132588"/>
                  </a:lnTo>
                  <a:lnTo>
                    <a:pt x="859536" y="0"/>
                  </a:lnTo>
                  <a:close/>
                </a:path>
                <a:path w="859789" h="1643379">
                  <a:moveTo>
                    <a:pt x="833628" y="502920"/>
                  </a:moveTo>
                  <a:lnTo>
                    <a:pt x="0" y="502920"/>
                  </a:lnTo>
                  <a:lnTo>
                    <a:pt x="0" y="635508"/>
                  </a:lnTo>
                  <a:lnTo>
                    <a:pt x="833628" y="635508"/>
                  </a:lnTo>
                  <a:lnTo>
                    <a:pt x="833628" y="502920"/>
                  </a:lnTo>
                  <a:close/>
                </a:path>
                <a:path w="859789" h="1643379">
                  <a:moveTo>
                    <a:pt x="740664" y="1007363"/>
                  </a:moveTo>
                  <a:lnTo>
                    <a:pt x="0" y="1007363"/>
                  </a:lnTo>
                  <a:lnTo>
                    <a:pt x="0" y="1139952"/>
                  </a:lnTo>
                  <a:lnTo>
                    <a:pt x="740664" y="1139952"/>
                  </a:lnTo>
                  <a:lnTo>
                    <a:pt x="740664" y="1007363"/>
                  </a:lnTo>
                  <a:close/>
                </a:path>
                <a:path w="859789" h="1643379">
                  <a:moveTo>
                    <a:pt x="643128" y="1510284"/>
                  </a:moveTo>
                  <a:lnTo>
                    <a:pt x="0" y="1510284"/>
                  </a:lnTo>
                  <a:lnTo>
                    <a:pt x="0" y="1642872"/>
                  </a:lnTo>
                  <a:lnTo>
                    <a:pt x="643128" y="1642872"/>
                  </a:lnTo>
                  <a:lnTo>
                    <a:pt x="643128" y="1510284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566672" y="2403347"/>
              <a:ext cx="757555" cy="3153410"/>
            </a:xfrm>
            <a:custGeom>
              <a:avLst/>
              <a:gdLst/>
              <a:ahLst/>
              <a:cxnLst/>
              <a:rect l="l" t="t" r="r" b="b"/>
              <a:pathLst>
                <a:path w="757555" h="3153410">
                  <a:moveTo>
                    <a:pt x="202692" y="3020568"/>
                  </a:moveTo>
                  <a:lnTo>
                    <a:pt x="0" y="3020568"/>
                  </a:lnTo>
                  <a:lnTo>
                    <a:pt x="0" y="3153156"/>
                  </a:lnTo>
                  <a:lnTo>
                    <a:pt x="202692" y="3153156"/>
                  </a:lnTo>
                  <a:lnTo>
                    <a:pt x="202692" y="3020568"/>
                  </a:lnTo>
                  <a:close/>
                </a:path>
                <a:path w="757555" h="3153410">
                  <a:moveTo>
                    <a:pt x="368808" y="2517648"/>
                  </a:moveTo>
                  <a:lnTo>
                    <a:pt x="0" y="2517648"/>
                  </a:lnTo>
                  <a:lnTo>
                    <a:pt x="0" y="2650236"/>
                  </a:lnTo>
                  <a:lnTo>
                    <a:pt x="368808" y="2650236"/>
                  </a:lnTo>
                  <a:lnTo>
                    <a:pt x="368808" y="2517648"/>
                  </a:lnTo>
                  <a:close/>
                </a:path>
                <a:path w="757555" h="3153410">
                  <a:moveTo>
                    <a:pt x="374904" y="2013204"/>
                  </a:moveTo>
                  <a:lnTo>
                    <a:pt x="0" y="2013204"/>
                  </a:lnTo>
                  <a:lnTo>
                    <a:pt x="0" y="2145792"/>
                  </a:lnTo>
                  <a:lnTo>
                    <a:pt x="374904" y="2145792"/>
                  </a:lnTo>
                  <a:lnTo>
                    <a:pt x="374904" y="2013204"/>
                  </a:lnTo>
                  <a:close/>
                </a:path>
                <a:path w="757555" h="3153410">
                  <a:moveTo>
                    <a:pt x="438912" y="1510284"/>
                  </a:moveTo>
                  <a:lnTo>
                    <a:pt x="0" y="1510284"/>
                  </a:lnTo>
                  <a:lnTo>
                    <a:pt x="0" y="1642872"/>
                  </a:lnTo>
                  <a:lnTo>
                    <a:pt x="438912" y="1642872"/>
                  </a:lnTo>
                  <a:lnTo>
                    <a:pt x="438912" y="1510284"/>
                  </a:lnTo>
                  <a:close/>
                </a:path>
                <a:path w="757555" h="3153410">
                  <a:moveTo>
                    <a:pt x="665988" y="1007364"/>
                  </a:moveTo>
                  <a:lnTo>
                    <a:pt x="0" y="1007364"/>
                  </a:lnTo>
                  <a:lnTo>
                    <a:pt x="0" y="1139952"/>
                  </a:lnTo>
                  <a:lnTo>
                    <a:pt x="665988" y="1139952"/>
                  </a:lnTo>
                  <a:lnTo>
                    <a:pt x="665988" y="1007364"/>
                  </a:lnTo>
                  <a:close/>
                </a:path>
                <a:path w="757555" h="3153410">
                  <a:moveTo>
                    <a:pt x="737616" y="502920"/>
                  </a:moveTo>
                  <a:lnTo>
                    <a:pt x="0" y="502920"/>
                  </a:lnTo>
                  <a:lnTo>
                    <a:pt x="0" y="635508"/>
                  </a:lnTo>
                  <a:lnTo>
                    <a:pt x="737616" y="635508"/>
                  </a:lnTo>
                  <a:lnTo>
                    <a:pt x="737616" y="502920"/>
                  </a:lnTo>
                  <a:close/>
                </a:path>
                <a:path w="757555" h="3153410">
                  <a:moveTo>
                    <a:pt x="757428" y="0"/>
                  </a:moveTo>
                  <a:lnTo>
                    <a:pt x="0" y="0"/>
                  </a:lnTo>
                  <a:lnTo>
                    <a:pt x="0" y="132588"/>
                  </a:lnTo>
                  <a:lnTo>
                    <a:pt x="757428" y="132588"/>
                  </a:lnTo>
                  <a:lnTo>
                    <a:pt x="757428" y="0"/>
                  </a:lnTo>
                  <a:close/>
                </a:path>
              </a:pathLst>
            </a:custGeom>
            <a:solidFill>
              <a:srgbClr val="EA95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566671" y="2403347"/>
              <a:ext cx="757555" cy="3153410"/>
            </a:xfrm>
            <a:custGeom>
              <a:avLst/>
              <a:gdLst/>
              <a:ahLst/>
              <a:cxnLst/>
              <a:rect l="l" t="t" r="r" b="b"/>
              <a:pathLst>
                <a:path w="757555" h="3153410">
                  <a:moveTo>
                    <a:pt x="757428" y="0"/>
                  </a:moveTo>
                  <a:lnTo>
                    <a:pt x="0" y="0"/>
                  </a:lnTo>
                  <a:lnTo>
                    <a:pt x="0" y="132588"/>
                  </a:lnTo>
                  <a:lnTo>
                    <a:pt x="757428" y="132588"/>
                  </a:lnTo>
                  <a:lnTo>
                    <a:pt x="757428" y="0"/>
                  </a:lnTo>
                  <a:close/>
                </a:path>
                <a:path w="757555" h="3153410">
                  <a:moveTo>
                    <a:pt x="737616" y="502920"/>
                  </a:moveTo>
                  <a:lnTo>
                    <a:pt x="0" y="502920"/>
                  </a:lnTo>
                  <a:lnTo>
                    <a:pt x="0" y="635508"/>
                  </a:lnTo>
                  <a:lnTo>
                    <a:pt x="737616" y="635508"/>
                  </a:lnTo>
                  <a:lnTo>
                    <a:pt x="737616" y="502920"/>
                  </a:lnTo>
                  <a:close/>
                </a:path>
                <a:path w="757555" h="3153410">
                  <a:moveTo>
                    <a:pt x="665988" y="1007363"/>
                  </a:moveTo>
                  <a:lnTo>
                    <a:pt x="0" y="1007363"/>
                  </a:lnTo>
                  <a:lnTo>
                    <a:pt x="0" y="1139952"/>
                  </a:lnTo>
                  <a:lnTo>
                    <a:pt x="665988" y="1139952"/>
                  </a:lnTo>
                  <a:lnTo>
                    <a:pt x="665988" y="1007363"/>
                  </a:lnTo>
                  <a:close/>
                </a:path>
                <a:path w="757555" h="3153410">
                  <a:moveTo>
                    <a:pt x="438912" y="1510284"/>
                  </a:moveTo>
                  <a:lnTo>
                    <a:pt x="0" y="1510284"/>
                  </a:lnTo>
                  <a:lnTo>
                    <a:pt x="0" y="1642872"/>
                  </a:lnTo>
                  <a:lnTo>
                    <a:pt x="438912" y="1642872"/>
                  </a:lnTo>
                  <a:lnTo>
                    <a:pt x="438912" y="1510284"/>
                  </a:lnTo>
                  <a:close/>
                </a:path>
                <a:path w="757555" h="3153410">
                  <a:moveTo>
                    <a:pt x="374904" y="2013204"/>
                  </a:moveTo>
                  <a:lnTo>
                    <a:pt x="0" y="2013204"/>
                  </a:lnTo>
                  <a:lnTo>
                    <a:pt x="0" y="2145792"/>
                  </a:lnTo>
                  <a:lnTo>
                    <a:pt x="374904" y="2145792"/>
                  </a:lnTo>
                  <a:lnTo>
                    <a:pt x="374904" y="2013204"/>
                  </a:lnTo>
                  <a:close/>
                </a:path>
                <a:path w="757555" h="3153410">
                  <a:moveTo>
                    <a:pt x="368808" y="2517648"/>
                  </a:moveTo>
                  <a:lnTo>
                    <a:pt x="0" y="2517648"/>
                  </a:lnTo>
                  <a:lnTo>
                    <a:pt x="0" y="2650236"/>
                  </a:lnTo>
                  <a:lnTo>
                    <a:pt x="368808" y="2650236"/>
                  </a:lnTo>
                  <a:lnTo>
                    <a:pt x="368808" y="2517648"/>
                  </a:lnTo>
                  <a:close/>
                </a:path>
                <a:path w="757555" h="3153410">
                  <a:moveTo>
                    <a:pt x="202692" y="3020568"/>
                  </a:moveTo>
                  <a:lnTo>
                    <a:pt x="0" y="3020568"/>
                  </a:lnTo>
                  <a:lnTo>
                    <a:pt x="0" y="3153156"/>
                  </a:lnTo>
                  <a:lnTo>
                    <a:pt x="202692" y="3153156"/>
                  </a:lnTo>
                  <a:lnTo>
                    <a:pt x="202692" y="3020568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566672" y="2535935"/>
              <a:ext cx="856615" cy="3153410"/>
            </a:xfrm>
            <a:custGeom>
              <a:avLst/>
              <a:gdLst/>
              <a:ahLst/>
              <a:cxnLst/>
              <a:rect l="l" t="t" r="r" b="b"/>
              <a:pathLst>
                <a:path w="856614" h="3153410">
                  <a:moveTo>
                    <a:pt x="417576" y="3020568"/>
                  </a:moveTo>
                  <a:lnTo>
                    <a:pt x="0" y="3020568"/>
                  </a:lnTo>
                  <a:lnTo>
                    <a:pt x="0" y="3153156"/>
                  </a:lnTo>
                  <a:lnTo>
                    <a:pt x="417576" y="3153156"/>
                  </a:lnTo>
                  <a:lnTo>
                    <a:pt x="417576" y="3020568"/>
                  </a:lnTo>
                  <a:close/>
                </a:path>
                <a:path w="856614" h="3153410">
                  <a:moveTo>
                    <a:pt x="449580" y="1510284"/>
                  </a:moveTo>
                  <a:lnTo>
                    <a:pt x="0" y="1510284"/>
                  </a:lnTo>
                  <a:lnTo>
                    <a:pt x="0" y="1642872"/>
                  </a:lnTo>
                  <a:lnTo>
                    <a:pt x="449580" y="1642872"/>
                  </a:lnTo>
                  <a:lnTo>
                    <a:pt x="449580" y="1510284"/>
                  </a:lnTo>
                  <a:close/>
                </a:path>
                <a:path w="856614" h="3153410">
                  <a:moveTo>
                    <a:pt x="502920" y="2013204"/>
                  </a:moveTo>
                  <a:lnTo>
                    <a:pt x="0" y="2013204"/>
                  </a:lnTo>
                  <a:lnTo>
                    <a:pt x="0" y="2145792"/>
                  </a:lnTo>
                  <a:lnTo>
                    <a:pt x="502920" y="2145792"/>
                  </a:lnTo>
                  <a:lnTo>
                    <a:pt x="502920" y="2013204"/>
                  </a:lnTo>
                  <a:close/>
                </a:path>
                <a:path w="856614" h="3153410">
                  <a:moveTo>
                    <a:pt x="620268" y="2517648"/>
                  </a:moveTo>
                  <a:lnTo>
                    <a:pt x="0" y="2517648"/>
                  </a:lnTo>
                  <a:lnTo>
                    <a:pt x="0" y="2650236"/>
                  </a:lnTo>
                  <a:lnTo>
                    <a:pt x="620268" y="2650236"/>
                  </a:lnTo>
                  <a:lnTo>
                    <a:pt x="620268" y="2517648"/>
                  </a:lnTo>
                  <a:close/>
                </a:path>
                <a:path w="856614" h="3153410">
                  <a:moveTo>
                    <a:pt x="620268" y="1007364"/>
                  </a:moveTo>
                  <a:lnTo>
                    <a:pt x="0" y="1007364"/>
                  </a:lnTo>
                  <a:lnTo>
                    <a:pt x="0" y="1139952"/>
                  </a:lnTo>
                  <a:lnTo>
                    <a:pt x="620268" y="1139952"/>
                  </a:lnTo>
                  <a:lnTo>
                    <a:pt x="620268" y="1007364"/>
                  </a:lnTo>
                  <a:close/>
                </a:path>
                <a:path w="856614" h="3153410">
                  <a:moveTo>
                    <a:pt x="803148" y="0"/>
                  </a:moveTo>
                  <a:lnTo>
                    <a:pt x="0" y="0"/>
                  </a:lnTo>
                  <a:lnTo>
                    <a:pt x="0" y="132588"/>
                  </a:lnTo>
                  <a:lnTo>
                    <a:pt x="803148" y="132588"/>
                  </a:lnTo>
                  <a:lnTo>
                    <a:pt x="803148" y="0"/>
                  </a:lnTo>
                  <a:close/>
                </a:path>
                <a:path w="856614" h="3153410">
                  <a:moveTo>
                    <a:pt x="856488" y="502920"/>
                  </a:moveTo>
                  <a:lnTo>
                    <a:pt x="0" y="502920"/>
                  </a:lnTo>
                  <a:lnTo>
                    <a:pt x="0" y="635508"/>
                  </a:lnTo>
                  <a:lnTo>
                    <a:pt x="856488" y="635508"/>
                  </a:lnTo>
                  <a:lnTo>
                    <a:pt x="856488" y="50292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566671" y="2535936"/>
              <a:ext cx="856615" cy="3153410"/>
            </a:xfrm>
            <a:custGeom>
              <a:avLst/>
              <a:gdLst/>
              <a:ahLst/>
              <a:cxnLst/>
              <a:rect l="l" t="t" r="r" b="b"/>
              <a:pathLst>
                <a:path w="856614" h="3153410">
                  <a:moveTo>
                    <a:pt x="803148" y="0"/>
                  </a:moveTo>
                  <a:lnTo>
                    <a:pt x="0" y="0"/>
                  </a:lnTo>
                  <a:lnTo>
                    <a:pt x="0" y="132588"/>
                  </a:lnTo>
                  <a:lnTo>
                    <a:pt x="803148" y="132588"/>
                  </a:lnTo>
                  <a:lnTo>
                    <a:pt x="803148" y="0"/>
                  </a:lnTo>
                  <a:close/>
                </a:path>
                <a:path w="856614" h="3153410">
                  <a:moveTo>
                    <a:pt x="856488" y="502920"/>
                  </a:moveTo>
                  <a:lnTo>
                    <a:pt x="0" y="502920"/>
                  </a:lnTo>
                  <a:lnTo>
                    <a:pt x="0" y="635508"/>
                  </a:lnTo>
                  <a:lnTo>
                    <a:pt x="856488" y="635508"/>
                  </a:lnTo>
                  <a:lnTo>
                    <a:pt x="856488" y="502920"/>
                  </a:lnTo>
                  <a:close/>
                </a:path>
                <a:path w="856614" h="3153410">
                  <a:moveTo>
                    <a:pt x="620268" y="1007363"/>
                  </a:moveTo>
                  <a:lnTo>
                    <a:pt x="0" y="1007363"/>
                  </a:lnTo>
                  <a:lnTo>
                    <a:pt x="0" y="1139952"/>
                  </a:lnTo>
                  <a:lnTo>
                    <a:pt x="620268" y="1139952"/>
                  </a:lnTo>
                  <a:lnTo>
                    <a:pt x="620268" y="1007363"/>
                  </a:lnTo>
                  <a:close/>
                </a:path>
                <a:path w="856614" h="3153410">
                  <a:moveTo>
                    <a:pt x="449580" y="1510284"/>
                  </a:moveTo>
                  <a:lnTo>
                    <a:pt x="0" y="1510284"/>
                  </a:lnTo>
                  <a:lnTo>
                    <a:pt x="0" y="1642872"/>
                  </a:lnTo>
                  <a:lnTo>
                    <a:pt x="449580" y="1642872"/>
                  </a:lnTo>
                  <a:lnTo>
                    <a:pt x="449580" y="1510284"/>
                  </a:lnTo>
                  <a:close/>
                </a:path>
                <a:path w="856614" h="3153410">
                  <a:moveTo>
                    <a:pt x="502920" y="2013204"/>
                  </a:moveTo>
                  <a:lnTo>
                    <a:pt x="0" y="2013204"/>
                  </a:lnTo>
                  <a:lnTo>
                    <a:pt x="0" y="2145792"/>
                  </a:lnTo>
                  <a:lnTo>
                    <a:pt x="502920" y="2145792"/>
                  </a:lnTo>
                  <a:lnTo>
                    <a:pt x="502920" y="2013204"/>
                  </a:lnTo>
                  <a:close/>
                </a:path>
                <a:path w="856614" h="3153410">
                  <a:moveTo>
                    <a:pt x="620268" y="2517648"/>
                  </a:moveTo>
                  <a:lnTo>
                    <a:pt x="0" y="2517648"/>
                  </a:lnTo>
                  <a:lnTo>
                    <a:pt x="0" y="2650236"/>
                  </a:lnTo>
                  <a:lnTo>
                    <a:pt x="620268" y="2650236"/>
                  </a:lnTo>
                  <a:lnTo>
                    <a:pt x="620268" y="2517648"/>
                  </a:lnTo>
                  <a:close/>
                </a:path>
                <a:path w="856614" h="3153410">
                  <a:moveTo>
                    <a:pt x="417576" y="3020568"/>
                  </a:moveTo>
                  <a:lnTo>
                    <a:pt x="0" y="3020568"/>
                  </a:lnTo>
                  <a:lnTo>
                    <a:pt x="0" y="3153156"/>
                  </a:lnTo>
                  <a:lnTo>
                    <a:pt x="417576" y="3153156"/>
                  </a:lnTo>
                  <a:lnTo>
                    <a:pt x="417576" y="3020568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566671" y="2217419"/>
              <a:ext cx="0" cy="3525520"/>
            </a:xfrm>
            <a:custGeom>
              <a:avLst/>
              <a:gdLst/>
              <a:ahLst/>
              <a:cxnLst/>
              <a:rect l="l" t="t" r="r" b="b"/>
              <a:pathLst>
                <a:path w="0" h="3525520">
                  <a:moveTo>
                    <a:pt x="0" y="0"/>
                  </a:moveTo>
                  <a:lnTo>
                    <a:pt x="0" y="3525012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2578354" y="6500876"/>
            <a:ext cx="1867535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>
                <a:latin typeface="Arial"/>
                <a:cs typeface="Arial"/>
              </a:rPr>
              <a:t>Source:</a:t>
            </a:r>
            <a:r>
              <a:rPr dirty="0" sz="750" spc="-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PwC</a:t>
            </a:r>
            <a:r>
              <a:rPr dirty="0" sz="750" spc="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Strategy&amp;</a:t>
            </a:r>
            <a:r>
              <a:rPr dirty="0" sz="750" spc="-2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consumer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research</a:t>
            </a:r>
            <a:endParaRPr sz="7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584438" y="3668648"/>
            <a:ext cx="2726690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Arial"/>
                <a:cs typeface="Arial"/>
              </a:rPr>
              <a:t>Safety</a:t>
            </a:r>
            <a:r>
              <a:rPr dirty="0" sz="1400" spc="-55" b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and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navigation</a:t>
            </a:r>
            <a:r>
              <a:rPr dirty="0" sz="1400" spc="-60" b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still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 spc="-20" b="1">
                <a:latin typeface="Arial"/>
                <a:cs typeface="Arial"/>
              </a:rPr>
              <a:t>most </a:t>
            </a:r>
            <a:r>
              <a:rPr dirty="0" sz="1400" b="1">
                <a:latin typeface="Arial"/>
                <a:cs typeface="Arial"/>
              </a:rPr>
              <a:t>important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feature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for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respondents </a:t>
            </a:r>
            <a:r>
              <a:rPr dirty="0" sz="1400">
                <a:latin typeface="Arial"/>
                <a:cs typeface="Arial"/>
              </a:rPr>
              <a:t>across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all</a:t>
            </a:r>
            <a:r>
              <a:rPr dirty="0" sz="1400" spc="-10">
                <a:latin typeface="Arial"/>
                <a:cs typeface="Arial"/>
              </a:rPr>
              <a:t> regions.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584438" y="4522470"/>
            <a:ext cx="2834640" cy="879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Arial"/>
                <a:cs typeface="Arial"/>
              </a:rPr>
              <a:t>Significant</a:t>
            </a:r>
            <a:r>
              <a:rPr dirty="0" sz="1400" spc="-7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increase</a:t>
            </a:r>
            <a:r>
              <a:rPr dirty="0" sz="1400" spc="-60" b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number </a:t>
            </a:r>
            <a:r>
              <a:rPr dirty="0" sz="1400">
                <a:latin typeface="Arial"/>
                <a:cs typeface="Arial"/>
              </a:rPr>
              <a:t>of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participants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Germany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who</a:t>
            </a:r>
            <a:r>
              <a:rPr dirty="0" sz="1400" spc="-20">
                <a:latin typeface="Arial"/>
                <a:cs typeface="Arial"/>
              </a:rPr>
              <a:t> rate </a:t>
            </a:r>
            <a:r>
              <a:rPr dirty="0" sz="1400" b="1">
                <a:latin typeface="Arial"/>
                <a:cs typeface="Arial"/>
              </a:rPr>
              <a:t>smartphone</a:t>
            </a:r>
            <a:r>
              <a:rPr dirty="0" sz="1400" spc="-8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mirroring</a:t>
            </a:r>
            <a:r>
              <a:rPr dirty="0" sz="1400" spc="-80" b="1">
                <a:latin typeface="Arial"/>
                <a:cs typeface="Arial"/>
              </a:rPr>
              <a:t> </a:t>
            </a:r>
            <a:r>
              <a:rPr dirty="0" sz="1400" spc="-25" b="1">
                <a:latin typeface="Arial"/>
                <a:cs typeface="Arial"/>
              </a:rPr>
              <a:t>as </a:t>
            </a:r>
            <a:r>
              <a:rPr dirty="0" sz="1400" spc="-10" b="1">
                <a:latin typeface="Arial"/>
                <a:cs typeface="Arial"/>
              </a:rPr>
              <a:t>important</a:t>
            </a:r>
            <a:r>
              <a:rPr dirty="0" sz="1400" spc="-10">
                <a:latin typeface="Arial"/>
                <a:cs typeface="Arial"/>
              </a:rPr>
              <a:t>”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5000" y="3803395"/>
            <a:ext cx="856615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3340" marR="5080" indent="-41275">
              <a:lnSpc>
                <a:spcPct val="100000"/>
              </a:lnSpc>
              <a:spcBef>
                <a:spcPts val="105"/>
              </a:spcBef>
            </a:pPr>
            <a:r>
              <a:rPr dirty="0" sz="1050" b="1">
                <a:latin typeface="Arial"/>
                <a:cs typeface="Arial"/>
              </a:rPr>
              <a:t>Mirror</a:t>
            </a:r>
            <a:r>
              <a:rPr dirty="0" sz="1050" spc="-7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smart-</a:t>
            </a:r>
            <a:r>
              <a:rPr dirty="0" sz="1050" b="1">
                <a:latin typeface="Arial"/>
                <a:cs typeface="Arial"/>
              </a:rPr>
              <a:t>phone</a:t>
            </a:r>
            <a:r>
              <a:rPr dirty="0" sz="1050" spc="-3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in</a:t>
            </a:r>
            <a:r>
              <a:rPr dirty="0" sz="1050" spc="-10" b="1">
                <a:latin typeface="Arial"/>
                <a:cs typeface="Arial"/>
              </a:rPr>
              <a:t> </a:t>
            </a:r>
            <a:r>
              <a:rPr dirty="0" sz="1050" spc="-25" b="1">
                <a:latin typeface="Arial"/>
                <a:cs typeface="Arial"/>
              </a:rPr>
              <a:t>car</a:t>
            </a:r>
            <a:endParaRPr sz="10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99030" y="5250637"/>
            <a:ext cx="33274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27%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81304" y="2372614"/>
            <a:ext cx="70866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10" b="1">
                <a:latin typeface="Arial"/>
                <a:cs typeface="Arial"/>
              </a:rPr>
              <a:t>Navigation</a:t>
            </a:r>
            <a:endParaRPr sz="10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66901" y="2875915"/>
            <a:ext cx="42799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10" b="1">
                <a:latin typeface="Arial"/>
                <a:cs typeface="Arial"/>
              </a:rPr>
              <a:t>Safety</a:t>
            </a:r>
            <a:endParaRPr sz="10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30427" y="4306570"/>
            <a:ext cx="861694" cy="3473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59055">
              <a:lnSpc>
                <a:spcPct val="100000"/>
              </a:lnSpc>
              <a:spcBef>
                <a:spcPts val="105"/>
              </a:spcBef>
            </a:pPr>
            <a:r>
              <a:rPr dirty="0" sz="1050" spc="-10">
                <a:latin typeface="Arial"/>
                <a:cs typeface="Arial"/>
              </a:rPr>
              <a:t>Infotainment/ Entertainment</a:t>
            </a:r>
            <a:endParaRPr sz="10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81329" y="4810125"/>
            <a:ext cx="810895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342900">
              <a:lnSpc>
                <a:spcPct val="100000"/>
              </a:lnSpc>
              <a:spcBef>
                <a:spcPts val="105"/>
              </a:spcBef>
            </a:pPr>
            <a:r>
              <a:rPr dirty="0" sz="1050" spc="-10">
                <a:latin typeface="Arial"/>
                <a:cs typeface="Arial"/>
              </a:rPr>
              <a:t>Vehicle management</a:t>
            </a:r>
            <a:endParaRPr sz="10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5104" y="3298316"/>
            <a:ext cx="786130" cy="3473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51435">
              <a:lnSpc>
                <a:spcPct val="100000"/>
              </a:lnSpc>
              <a:spcBef>
                <a:spcPts val="105"/>
              </a:spcBef>
            </a:pPr>
            <a:r>
              <a:rPr dirty="0" sz="1050" spc="-10">
                <a:latin typeface="Arial"/>
                <a:cs typeface="Arial"/>
              </a:rPr>
              <a:t>On-demand </a:t>
            </a:r>
            <a:r>
              <a:rPr dirty="0" sz="1050">
                <a:latin typeface="Arial"/>
                <a:cs typeface="Arial"/>
              </a:rPr>
              <a:t>car</a:t>
            </a:r>
            <a:r>
              <a:rPr dirty="0" sz="1050" spc="-10">
                <a:latin typeface="Arial"/>
                <a:cs typeface="Arial"/>
              </a:rPr>
              <a:t> functions</a:t>
            </a:r>
            <a:endParaRPr sz="10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77976" y="5313426"/>
            <a:ext cx="814705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4318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latin typeface="Arial"/>
                <a:cs typeface="Arial"/>
              </a:rPr>
              <a:t>Lifestyle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and</a:t>
            </a:r>
            <a:endParaRPr sz="105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</a:pPr>
            <a:r>
              <a:rPr dirty="0" sz="1050" spc="-10">
                <a:latin typeface="Arial"/>
                <a:cs typeface="Arial"/>
              </a:rPr>
              <a:t>comfort</a:t>
            </a:r>
            <a:endParaRPr sz="10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464054" y="2229358"/>
            <a:ext cx="3327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80%</a:t>
            </a:r>
            <a:endParaRPr sz="12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438780" y="2732659"/>
            <a:ext cx="3327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78%</a:t>
            </a:r>
            <a:endParaRPr sz="12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344927" y="3236214"/>
            <a:ext cx="3327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69%</a:t>
            </a:r>
            <a:endParaRPr sz="12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248280" y="3739388"/>
            <a:ext cx="3327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60%</a:t>
            </a:r>
            <a:endParaRPr sz="12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083054" y="4244467"/>
            <a:ext cx="3327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45%</a:t>
            </a:r>
            <a:endParaRPr sz="12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024252" y="4747641"/>
            <a:ext cx="3327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39%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32" name="object 32" descr="deutschlan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4520" y="1840992"/>
            <a:ext cx="451104" cy="284988"/>
          </a:xfrm>
          <a:prstGeom prst="rect">
            <a:avLst/>
          </a:prstGeom>
        </p:spPr>
      </p:pic>
      <p:pic>
        <p:nvPicPr>
          <p:cNvPr id="33" name="object 33" descr="USA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01084" y="1840992"/>
            <a:ext cx="449579" cy="283463"/>
          </a:xfrm>
          <a:prstGeom prst="rect">
            <a:avLst/>
          </a:prstGeom>
        </p:spPr>
      </p:pic>
      <p:pic>
        <p:nvPicPr>
          <p:cNvPr id="34" name="object 34" descr="China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90132" y="1837944"/>
            <a:ext cx="431291" cy="272796"/>
          </a:xfrm>
          <a:prstGeom prst="rect">
            <a:avLst/>
          </a:prstGeom>
        </p:spPr>
      </p:pic>
      <p:grpSp>
        <p:nvGrpSpPr>
          <p:cNvPr id="35" name="object 35"/>
          <p:cNvGrpSpPr/>
          <p:nvPr/>
        </p:nvGrpSpPr>
        <p:grpSpPr>
          <a:xfrm>
            <a:off x="3793045" y="2212657"/>
            <a:ext cx="1028065" cy="3535045"/>
            <a:chOff x="3793045" y="2212657"/>
            <a:chExt cx="1028065" cy="3535045"/>
          </a:xfrm>
        </p:grpSpPr>
        <p:sp>
          <p:nvSpPr>
            <p:cNvPr id="36" name="object 36"/>
            <p:cNvSpPr/>
            <p:nvPr/>
          </p:nvSpPr>
          <p:spPr>
            <a:xfrm>
              <a:off x="3797808" y="2270759"/>
              <a:ext cx="929640" cy="3153410"/>
            </a:xfrm>
            <a:custGeom>
              <a:avLst/>
              <a:gdLst/>
              <a:ahLst/>
              <a:cxnLst/>
              <a:rect l="l" t="t" r="r" b="b"/>
              <a:pathLst>
                <a:path w="929639" h="3153410">
                  <a:moveTo>
                    <a:pt x="626364" y="2013204"/>
                  </a:moveTo>
                  <a:lnTo>
                    <a:pt x="0" y="2013204"/>
                  </a:lnTo>
                  <a:lnTo>
                    <a:pt x="0" y="2145792"/>
                  </a:lnTo>
                  <a:lnTo>
                    <a:pt x="626364" y="2145792"/>
                  </a:lnTo>
                  <a:lnTo>
                    <a:pt x="626364" y="2013204"/>
                  </a:lnTo>
                  <a:close/>
                </a:path>
                <a:path w="929639" h="3153410">
                  <a:moveTo>
                    <a:pt x="664464" y="3020568"/>
                  </a:moveTo>
                  <a:lnTo>
                    <a:pt x="0" y="3020568"/>
                  </a:lnTo>
                  <a:lnTo>
                    <a:pt x="0" y="3153156"/>
                  </a:lnTo>
                  <a:lnTo>
                    <a:pt x="664464" y="3153156"/>
                  </a:lnTo>
                  <a:lnTo>
                    <a:pt x="664464" y="3020568"/>
                  </a:lnTo>
                  <a:close/>
                </a:path>
                <a:path w="929639" h="3153410">
                  <a:moveTo>
                    <a:pt x="688848" y="1510284"/>
                  </a:moveTo>
                  <a:lnTo>
                    <a:pt x="0" y="1510284"/>
                  </a:lnTo>
                  <a:lnTo>
                    <a:pt x="0" y="1642872"/>
                  </a:lnTo>
                  <a:lnTo>
                    <a:pt x="688848" y="1642872"/>
                  </a:lnTo>
                  <a:lnTo>
                    <a:pt x="688848" y="1510284"/>
                  </a:lnTo>
                  <a:close/>
                </a:path>
                <a:path w="929639" h="3153410">
                  <a:moveTo>
                    <a:pt x="701040" y="2517648"/>
                  </a:moveTo>
                  <a:lnTo>
                    <a:pt x="0" y="2517648"/>
                  </a:lnTo>
                  <a:lnTo>
                    <a:pt x="0" y="2650236"/>
                  </a:lnTo>
                  <a:lnTo>
                    <a:pt x="701040" y="2650236"/>
                  </a:lnTo>
                  <a:lnTo>
                    <a:pt x="701040" y="2517648"/>
                  </a:lnTo>
                  <a:close/>
                </a:path>
                <a:path w="929639" h="3153410">
                  <a:moveTo>
                    <a:pt x="803148" y="1007364"/>
                  </a:moveTo>
                  <a:lnTo>
                    <a:pt x="0" y="1007364"/>
                  </a:lnTo>
                  <a:lnTo>
                    <a:pt x="0" y="1139952"/>
                  </a:lnTo>
                  <a:lnTo>
                    <a:pt x="803148" y="1139952"/>
                  </a:lnTo>
                  <a:lnTo>
                    <a:pt x="803148" y="1007364"/>
                  </a:lnTo>
                  <a:close/>
                </a:path>
                <a:path w="929639" h="3153410">
                  <a:moveTo>
                    <a:pt x="885444" y="0"/>
                  </a:moveTo>
                  <a:lnTo>
                    <a:pt x="0" y="0"/>
                  </a:lnTo>
                  <a:lnTo>
                    <a:pt x="0" y="132588"/>
                  </a:lnTo>
                  <a:lnTo>
                    <a:pt x="885444" y="132588"/>
                  </a:lnTo>
                  <a:lnTo>
                    <a:pt x="885444" y="0"/>
                  </a:lnTo>
                  <a:close/>
                </a:path>
                <a:path w="929639" h="3153410">
                  <a:moveTo>
                    <a:pt x="929640" y="502920"/>
                  </a:moveTo>
                  <a:lnTo>
                    <a:pt x="0" y="502920"/>
                  </a:lnTo>
                  <a:lnTo>
                    <a:pt x="0" y="635508"/>
                  </a:lnTo>
                  <a:lnTo>
                    <a:pt x="929640" y="635508"/>
                  </a:lnTo>
                  <a:lnTo>
                    <a:pt x="929640" y="50292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3797808" y="2270760"/>
              <a:ext cx="929640" cy="1140460"/>
            </a:xfrm>
            <a:custGeom>
              <a:avLst/>
              <a:gdLst/>
              <a:ahLst/>
              <a:cxnLst/>
              <a:rect l="l" t="t" r="r" b="b"/>
              <a:pathLst>
                <a:path w="929639" h="1140460">
                  <a:moveTo>
                    <a:pt x="885444" y="0"/>
                  </a:moveTo>
                  <a:lnTo>
                    <a:pt x="0" y="0"/>
                  </a:lnTo>
                  <a:lnTo>
                    <a:pt x="0" y="132588"/>
                  </a:lnTo>
                  <a:lnTo>
                    <a:pt x="885444" y="132588"/>
                  </a:lnTo>
                  <a:lnTo>
                    <a:pt x="885444" y="0"/>
                  </a:lnTo>
                  <a:close/>
                </a:path>
                <a:path w="929639" h="1140460">
                  <a:moveTo>
                    <a:pt x="929640" y="502920"/>
                  </a:moveTo>
                  <a:lnTo>
                    <a:pt x="0" y="502920"/>
                  </a:lnTo>
                  <a:lnTo>
                    <a:pt x="0" y="635508"/>
                  </a:lnTo>
                  <a:lnTo>
                    <a:pt x="929640" y="635508"/>
                  </a:lnTo>
                  <a:lnTo>
                    <a:pt x="929640" y="502920"/>
                  </a:lnTo>
                  <a:close/>
                </a:path>
                <a:path w="929639" h="1140460">
                  <a:moveTo>
                    <a:pt x="803148" y="1007363"/>
                  </a:moveTo>
                  <a:lnTo>
                    <a:pt x="0" y="1007363"/>
                  </a:lnTo>
                  <a:lnTo>
                    <a:pt x="0" y="1139952"/>
                  </a:lnTo>
                  <a:lnTo>
                    <a:pt x="803148" y="1139952"/>
                  </a:lnTo>
                  <a:lnTo>
                    <a:pt x="803148" y="1007363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3797808" y="2403347"/>
              <a:ext cx="746760" cy="3153410"/>
            </a:xfrm>
            <a:custGeom>
              <a:avLst/>
              <a:gdLst/>
              <a:ahLst/>
              <a:cxnLst/>
              <a:rect l="l" t="t" r="r" b="b"/>
              <a:pathLst>
                <a:path w="746760" h="3153410">
                  <a:moveTo>
                    <a:pt x="429768" y="2013204"/>
                  </a:moveTo>
                  <a:lnTo>
                    <a:pt x="0" y="2013204"/>
                  </a:lnTo>
                  <a:lnTo>
                    <a:pt x="0" y="2145792"/>
                  </a:lnTo>
                  <a:lnTo>
                    <a:pt x="429768" y="2145792"/>
                  </a:lnTo>
                  <a:lnTo>
                    <a:pt x="429768" y="2013204"/>
                  </a:lnTo>
                  <a:close/>
                </a:path>
                <a:path w="746760" h="3153410">
                  <a:moveTo>
                    <a:pt x="496824" y="1510284"/>
                  </a:moveTo>
                  <a:lnTo>
                    <a:pt x="0" y="1510284"/>
                  </a:lnTo>
                  <a:lnTo>
                    <a:pt x="0" y="1642872"/>
                  </a:lnTo>
                  <a:lnTo>
                    <a:pt x="496824" y="1642872"/>
                  </a:lnTo>
                  <a:lnTo>
                    <a:pt x="496824" y="1510284"/>
                  </a:lnTo>
                  <a:close/>
                </a:path>
                <a:path w="746760" h="3153410">
                  <a:moveTo>
                    <a:pt x="522732" y="3020568"/>
                  </a:moveTo>
                  <a:lnTo>
                    <a:pt x="0" y="3020568"/>
                  </a:lnTo>
                  <a:lnTo>
                    <a:pt x="0" y="3153156"/>
                  </a:lnTo>
                  <a:lnTo>
                    <a:pt x="522732" y="3153156"/>
                  </a:lnTo>
                  <a:lnTo>
                    <a:pt x="522732" y="3020568"/>
                  </a:lnTo>
                  <a:close/>
                </a:path>
                <a:path w="746760" h="3153410">
                  <a:moveTo>
                    <a:pt x="533400" y="2517648"/>
                  </a:moveTo>
                  <a:lnTo>
                    <a:pt x="0" y="2517648"/>
                  </a:lnTo>
                  <a:lnTo>
                    <a:pt x="0" y="2650236"/>
                  </a:lnTo>
                  <a:lnTo>
                    <a:pt x="533400" y="2650236"/>
                  </a:lnTo>
                  <a:lnTo>
                    <a:pt x="533400" y="2517648"/>
                  </a:lnTo>
                  <a:close/>
                </a:path>
                <a:path w="746760" h="3153410">
                  <a:moveTo>
                    <a:pt x="646176" y="1007364"/>
                  </a:moveTo>
                  <a:lnTo>
                    <a:pt x="0" y="1007364"/>
                  </a:lnTo>
                  <a:lnTo>
                    <a:pt x="0" y="1139952"/>
                  </a:lnTo>
                  <a:lnTo>
                    <a:pt x="646176" y="1139952"/>
                  </a:lnTo>
                  <a:lnTo>
                    <a:pt x="646176" y="1007364"/>
                  </a:lnTo>
                  <a:close/>
                </a:path>
                <a:path w="746760" h="3153410">
                  <a:moveTo>
                    <a:pt x="697992" y="0"/>
                  </a:moveTo>
                  <a:lnTo>
                    <a:pt x="0" y="0"/>
                  </a:lnTo>
                  <a:lnTo>
                    <a:pt x="0" y="132588"/>
                  </a:lnTo>
                  <a:lnTo>
                    <a:pt x="697992" y="132588"/>
                  </a:lnTo>
                  <a:lnTo>
                    <a:pt x="697992" y="0"/>
                  </a:lnTo>
                  <a:close/>
                </a:path>
                <a:path w="746760" h="3153410">
                  <a:moveTo>
                    <a:pt x="746760" y="502920"/>
                  </a:moveTo>
                  <a:lnTo>
                    <a:pt x="0" y="502920"/>
                  </a:lnTo>
                  <a:lnTo>
                    <a:pt x="0" y="635508"/>
                  </a:lnTo>
                  <a:lnTo>
                    <a:pt x="746760" y="635508"/>
                  </a:lnTo>
                  <a:lnTo>
                    <a:pt x="746760" y="502920"/>
                  </a:lnTo>
                  <a:close/>
                </a:path>
              </a:pathLst>
            </a:custGeom>
            <a:solidFill>
              <a:srgbClr val="EA95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3797808" y="2403348"/>
              <a:ext cx="746760" cy="3153410"/>
            </a:xfrm>
            <a:custGeom>
              <a:avLst/>
              <a:gdLst/>
              <a:ahLst/>
              <a:cxnLst/>
              <a:rect l="l" t="t" r="r" b="b"/>
              <a:pathLst>
                <a:path w="746760" h="3153410">
                  <a:moveTo>
                    <a:pt x="697991" y="0"/>
                  </a:moveTo>
                  <a:lnTo>
                    <a:pt x="0" y="0"/>
                  </a:lnTo>
                  <a:lnTo>
                    <a:pt x="0" y="132588"/>
                  </a:lnTo>
                  <a:lnTo>
                    <a:pt x="697991" y="132588"/>
                  </a:lnTo>
                  <a:lnTo>
                    <a:pt x="697991" y="0"/>
                  </a:lnTo>
                  <a:close/>
                </a:path>
                <a:path w="746760" h="3153410">
                  <a:moveTo>
                    <a:pt x="746759" y="502920"/>
                  </a:moveTo>
                  <a:lnTo>
                    <a:pt x="0" y="502920"/>
                  </a:lnTo>
                  <a:lnTo>
                    <a:pt x="0" y="635508"/>
                  </a:lnTo>
                  <a:lnTo>
                    <a:pt x="746759" y="635508"/>
                  </a:lnTo>
                  <a:lnTo>
                    <a:pt x="746759" y="502920"/>
                  </a:lnTo>
                  <a:close/>
                </a:path>
                <a:path w="746760" h="3153410">
                  <a:moveTo>
                    <a:pt x="646175" y="1007363"/>
                  </a:moveTo>
                  <a:lnTo>
                    <a:pt x="0" y="1007363"/>
                  </a:lnTo>
                  <a:lnTo>
                    <a:pt x="0" y="1139952"/>
                  </a:lnTo>
                  <a:lnTo>
                    <a:pt x="646175" y="1139952"/>
                  </a:lnTo>
                  <a:lnTo>
                    <a:pt x="646175" y="1007363"/>
                  </a:lnTo>
                  <a:close/>
                </a:path>
                <a:path w="746760" h="3153410">
                  <a:moveTo>
                    <a:pt x="496823" y="1510284"/>
                  </a:moveTo>
                  <a:lnTo>
                    <a:pt x="0" y="1510284"/>
                  </a:lnTo>
                  <a:lnTo>
                    <a:pt x="0" y="1642872"/>
                  </a:lnTo>
                  <a:lnTo>
                    <a:pt x="496823" y="1642872"/>
                  </a:lnTo>
                  <a:lnTo>
                    <a:pt x="496823" y="1510284"/>
                  </a:lnTo>
                  <a:close/>
                </a:path>
                <a:path w="746760" h="3153410">
                  <a:moveTo>
                    <a:pt x="429767" y="2013204"/>
                  </a:moveTo>
                  <a:lnTo>
                    <a:pt x="0" y="2013204"/>
                  </a:lnTo>
                  <a:lnTo>
                    <a:pt x="0" y="2145792"/>
                  </a:lnTo>
                  <a:lnTo>
                    <a:pt x="429767" y="2145792"/>
                  </a:lnTo>
                  <a:lnTo>
                    <a:pt x="429767" y="2013204"/>
                  </a:lnTo>
                  <a:close/>
                </a:path>
                <a:path w="746760" h="3153410">
                  <a:moveTo>
                    <a:pt x="533399" y="2517648"/>
                  </a:moveTo>
                  <a:lnTo>
                    <a:pt x="0" y="2517648"/>
                  </a:lnTo>
                  <a:lnTo>
                    <a:pt x="0" y="2650236"/>
                  </a:lnTo>
                  <a:lnTo>
                    <a:pt x="533399" y="2650236"/>
                  </a:lnTo>
                  <a:lnTo>
                    <a:pt x="533399" y="2517648"/>
                  </a:lnTo>
                  <a:close/>
                </a:path>
                <a:path w="746760" h="3153410">
                  <a:moveTo>
                    <a:pt x="522731" y="3020568"/>
                  </a:moveTo>
                  <a:lnTo>
                    <a:pt x="0" y="3020568"/>
                  </a:lnTo>
                  <a:lnTo>
                    <a:pt x="0" y="3153156"/>
                  </a:lnTo>
                  <a:lnTo>
                    <a:pt x="522731" y="3153156"/>
                  </a:lnTo>
                  <a:lnTo>
                    <a:pt x="522731" y="3020568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3797808" y="2535935"/>
              <a:ext cx="1018540" cy="3153410"/>
            </a:xfrm>
            <a:custGeom>
              <a:avLst/>
              <a:gdLst/>
              <a:ahLst/>
              <a:cxnLst/>
              <a:rect l="l" t="t" r="r" b="b"/>
              <a:pathLst>
                <a:path w="1018539" h="3153410">
                  <a:moveTo>
                    <a:pt x="667512" y="3020568"/>
                  </a:moveTo>
                  <a:lnTo>
                    <a:pt x="0" y="3020568"/>
                  </a:lnTo>
                  <a:lnTo>
                    <a:pt x="0" y="3153156"/>
                  </a:lnTo>
                  <a:lnTo>
                    <a:pt x="667512" y="3153156"/>
                  </a:lnTo>
                  <a:lnTo>
                    <a:pt x="667512" y="3020568"/>
                  </a:lnTo>
                  <a:close/>
                </a:path>
                <a:path w="1018539" h="3153410">
                  <a:moveTo>
                    <a:pt x="713232" y="2013204"/>
                  </a:moveTo>
                  <a:lnTo>
                    <a:pt x="0" y="2013204"/>
                  </a:lnTo>
                  <a:lnTo>
                    <a:pt x="0" y="2145792"/>
                  </a:lnTo>
                  <a:lnTo>
                    <a:pt x="713232" y="2145792"/>
                  </a:lnTo>
                  <a:lnTo>
                    <a:pt x="713232" y="2013204"/>
                  </a:lnTo>
                  <a:close/>
                </a:path>
                <a:path w="1018539" h="3153410">
                  <a:moveTo>
                    <a:pt x="757428" y="1510284"/>
                  </a:moveTo>
                  <a:lnTo>
                    <a:pt x="0" y="1510284"/>
                  </a:lnTo>
                  <a:lnTo>
                    <a:pt x="0" y="1642872"/>
                  </a:lnTo>
                  <a:lnTo>
                    <a:pt x="757428" y="1642872"/>
                  </a:lnTo>
                  <a:lnTo>
                    <a:pt x="757428" y="1510284"/>
                  </a:lnTo>
                  <a:close/>
                </a:path>
                <a:path w="1018539" h="3153410">
                  <a:moveTo>
                    <a:pt x="769620" y="1007364"/>
                  </a:moveTo>
                  <a:lnTo>
                    <a:pt x="0" y="1007364"/>
                  </a:lnTo>
                  <a:lnTo>
                    <a:pt x="0" y="1139952"/>
                  </a:lnTo>
                  <a:lnTo>
                    <a:pt x="769620" y="1139952"/>
                  </a:lnTo>
                  <a:lnTo>
                    <a:pt x="769620" y="1007364"/>
                  </a:lnTo>
                  <a:close/>
                </a:path>
                <a:path w="1018539" h="3153410">
                  <a:moveTo>
                    <a:pt x="803148" y="2517648"/>
                  </a:moveTo>
                  <a:lnTo>
                    <a:pt x="0" y="2517648"/>
                  </a:lnTo>
                  <a:lnTo>
                    <a:pt x="0" y="2650236"/>
                  </a:lnTo>
                  <a:lnTo>
                    <a:pt x="803148" y="2650236"/>
                  </a:lnTo>
                  <a:lnTo>
                    <a:pt x="803148" y="2517648"/>
                  </a:lnTo>
                  <a:close/>
                </a:path>
                <a:path w="1018539" h="3153410">
                  <a:moveTo>
                    <a:pt x="938784" y="0"/>
                  </a:moveTo>
                  <a:lnTo>
                    <a:pt x="0" y="0"/>
                  </a:lnTo>
                  <a:lnTo>
                    <a:pt x="0" y="132588"/>
                  </a:lnTo>
                  <a:lnTo>
                    <a:pt x="938784" y="132588"/>
                  </a:lnTo>
                  <a:lnTo>
                    <a:pt x="938784" y="0"/>
                  </a:lnTo>
                  <a:close/>
                </a:path>
                <a:path w="1018539" h="3153410">
                  <a:moveTo>
                    <a:pt x="1018032" y="502920"/>
                  </a:moveTo>
                  <a:lnTo>
                    <a:pt x="0" y="502920"/>
                  </a:lnTo>
                  <a:lnTo>
                    <a:pt x="0" y="635508"/>
                  </a:lnTo>
                  <a:lnTo>
                    <a:pt x="1018032" y="635508"/>
                  </a:lnTo>
                  <a:lnTo>
                    <a:pt x="1018032" y="50292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3797808" y="2535936"/>
              <a:ext cx="1018540" cy="3153410"/>
            </a:xfrm>
            <a:custGeom>
              <a:avLst/>
              <a:gdLst/>
              <a:ahLst/>
              <a:cxnLst/>
              <a:rect l="l" t="t" r="r" b="b"/>
              <a:pathLst>
                <a:path w="1018539" h="3153410">
                  <a:moveTo>
                    <a:pt x="938784" y="0"/>
                  </a:moveTo>
                  <a:lnTo>
                    <a:pt x="0" y="0"/>
                  </a:lnTo>
                  <a:lnTo>
                    <a:pt x="0" y="132588"/>
                  </a:lnTo>
                  <a:lnTo>
                    <a:pt x="938784" y="132588"/>
                  </a:lnTo>
                  <a:lnTo>
                    <a:pt x="938784" y="0"/>
                  </a:lnTo>
                  <a:close/>
                </a:path>
                <a:path w="1018539" h="3153410">
                  <a:moveTo>
                    <a:pt x="1018032" y="502920"/>
                  </a:moveTo>
                  <a:lnTo>
                    <a:pt x="0" y="502920"/>
                  </a:lnTo>
                  <a:lnTo>
                    <a:pt x="0" y="635508"/>
                  </a:lnTo>
                  <a:lnTo>
                    <a:pt x="1018032" y="635508"/>
                  </a:lnTo>
                  <a:lnTo>
                    <a:pt x="1018032" y="502920"/>
                  </a:lnTo>
                  <a:close/>
                </a:path>
                <a:path w="1018539" h="3153410">
                  <a:moveTo>
                    <a:pt x="769620" y="1007363"/>
                  </a:moveTo>
                  <a:lnTo>
                    <a:pt x="0" y="1007363"/>
                  </a:lnTo>
                  <a:lnTo>
                    <a:pt x="0" y="1139952"/>
                  </a:lnTo>
                  <a:lnTo>
                    <a:pt x="769620" y="1139952"/>
                  </a:lnTo>
                  <a:lnTo>
                    <a:pt x="769620" y="1007363"/>
                  </a:lnTo>
                  <a:close/>
                </a:path>
                <a:path w="1018539" h="3153410">
                  <a:moveTo>
                    <a:pt x="757428" y="1510284"/>
                  </a:moveTo>
                  <a:lnTo>
                    <a:pt x="0" y="1510284"/>
                  </a:lnTo>
                  <a:lnTo>
                    <a:pt x="0" y="1642872"/>
                  </a:lnTo>
                  <a:lnTo>
                    <a:pt x="757428" y="1642872"/>
                  </a:lnTo>
                  <a:lnTo>
                    <a:pt x="757428" y="1510284"/>
                  </a:lnTo>
                  <a:close/>
                </a:path>
                <a:path w="1018539" h="3153410">
                  <a:moveTo>
                    <a:pt x="713232" y="2013204"/>
                  </a:moveTo>
                  <a:lnTo>
                    <a:pt x="0" y="2013204"/>
                  </a:lnTo>
                  <a:lnTo>
                    <a:pt x="0" y="2145792"/>
                  </a:lnTo>
                  <a:lnTo>
                    <a:pt x="713232" y="2145792"/>
                  </a:lnTo>
                  <a:lnTo>
                    <a:pt x="713232" y="2013204"/>
                  </a:lnTo>
                  <a:close/>
                </a:path>
                <a:path w="1018539" h="3153410">
                  <a:moveTo>
                    <a:pt x="803148" y="2517648"/>
                  </a:moveTo>
                  <a:lnTo>
                    <a:pt x="0" y="2517648"/>
                  </a:lnTo>
                  <a:lnTo>
                    <a:pt x="0" y="2650236"/>
                  </a:lnTo>
                  <a:lnTo>
                    <a:pt x="803148" y="2650236"/>
                  </a:lnTo>
                  <a:lnTo>
                    <a:pt x="803148" y="2517648"/>
                  </a:lnTo>
                  <a:close/>
                </a:path>
                <a:path w="1018539" h="3153410">
                  <a:moveTo>
                    <a:pt x="667512" y="3020568"/>
                  </a:moveTo>
                  <a:lnTo>
                    <a:pt x="0" y="3020568"/>
                  </a:lnTo>
                  <a:lnTo>
                    <a:pt x="0" y="3153156"/>
                  </a:lnTo>
                  <a:lnTo>
                    <a:pt x="667512" y="3153156"/>
                  </a:lnTo>
                  <a:lnTo>
                    <a:pt x="667512" y="3020568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3797808" y="2217420"/>
              <a:ext cx="0" cy="3525520"/>
            </a:xfrm>
            <a:custGeom>
              <a:avLst/>
              <a:gdLst/>
              <a:ahLst/>
              <a:cxnLst/>
              <a:rect l="l" t="t" r="r" b="b"/>
              <a:pathLst>
                <a:path w="0" h="3525520">
                  <a:moveTo>
                    <a:pt x="0" y="0"/>
                  </a:moveTo>
                  <a:lnTo>
                    <a:pt x="0" y="3525012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4766309" y="2732659"/>
            <a:ext cx="3327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82%</a:t>
            </a:r>
            <a:endParaRPr sz="12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721733" y="2229358"/>
            <a:ext cx="3327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78%</a:t>
            </a:r>
            <a:endParaRPr sz="12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639183" y="3236214"/>
            <a:ext cx="3327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71%</a:t>
            </a:r>
            <a:endParaRPr sz="12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524883" y="3739388"/>
            <a:ext cx="3327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61%</a:t>
            </a:r>
            <a:endParaRPr sz="12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463034" y="4244467"/>
            <a:ext cx="3327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55%</a:t>
            </a:r>
            <a:endParaRPr sz="12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537709" y="4747641"/>
            <a:ext cx="3327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62%</a:t>
            </a:r>
            <a:endParaRPr sz="12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501134" y="5250637"/>
            <a:ext cx="33274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59%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6103429" y="2217420"/>
            <a:ext cx="1231900" cy="3525520"/>
            <a:chOff x="6103429" y="2217420"/>
            <a:chExt cx="1231900" cy="3525520"/>
          </a:xfrm>
        </p:grpSpPr>
        <p:sp>
          <p:nvSpPr>
            <p:cNvPr id="51" name="object 51"/>
            <p:cNvSpPr/>
            <p:nvPr/>
          </p:nvSpPr>
          <p:spPr>
            <a:xfrm>
              <a:off x="6108192" y="2270759"/>
              <a:ext cx="1211580" cy="3153410"/>
            </a:xfrm>
            <a:custGeom>
              <a:avLst/>
              <a:gdLst/>
              <a:ahLst/>
              <a:cxnLst/>
              <a:rect l="l" t="t" r="r" b="b"/>
              <a:pathLst>
                <a:path w="1211579" h="3153410">
                  <a:moveTo>
                    <a:pt x="961644" y="2013204"/>
                  </a:moveTo>
                  <a:lnTo>
                    <a:pt x="0" y="2013204"/>
                  </a:lnTo>
                  <a:lnTo>
                    <a:pt x="0" y="2145792"/>
                  </a:lnTo>
                  <a:lnTo>
                    <a:pt x="961644" y="2145792"/>
                  </a:lnTo>
                  <a:lnTo>
                    <a:pt x="961644" y="2013204"/>
                  </a:lnTo>
                  <a:close/>
                </a:path>
                <a:path w="1211579" h="3153410">
                  <a:moveTo>
                    <a:pt x="1072896" y="1510284"/>
                  </a:moveTo>
                  <a:lnTo>
                    <a:pt x="0" y="1510284"/>
                  </a:lnTo>
                  <a:lnTo>
                    <a:pt x="0" y="1642872"/>
                  </a:lnTo>
                  <a:lnTo>
                    <a:pt x="1072896" y="1642872"/>
                  </a:lnTo>
                  <a:lnTo>
                    <a:pt x="1072896" y="1510284"/>
                  </a:lnTo>
                  <a:close/>
                </a:path>
                <a:path w="1211579" h="3153410">
                  <a:moveTo>
                    <a:pt x="1124712" y="3020568"/>
                  </a:moveTo>
                  <a:lnTo>
                    <a:pt x="0" y="3020568"/>
                  </a:lnTo>
                  <a:lnTo>
                    <a:pt x="0" y="3153156"/>
                  </a:lnTo>
                  <a:lnTo>
                    <a:pt x="1124712" y="3153156"/>
                  </a:lnTo>
                  <a:lnTo>
                    <a:pt x="1124712" y="3020568"/>
                  </a:lnTo>
                  <a:close/>
                </a:path>
                <a:path w="1211579" h="3153410">
                  <a:moveTo>
                    <a:pt x="1150620" y="2517648"/>
                  </a:moveTo>
                  <a:lnTo>
                    <a:pt x="0" y="2517648"/>
                  </a:lnTo>
                  <a:lnTo>
                    <a:pt x="0" y="2650236"/>
                  </a:lnTo>
                  <a:lnTo>
                    <a:pt x="1150620" y="2650236"/>
                  </a:lnTo>
                  <a:lnTo>
                    <a:pt x="1150620" y="2517648"/>
                  </a:lnTo>
                  <a:close/>
                </a:path>
                <a:path w="1211579" h="3153410">
                  <a:moveTo>
                    <a:pt x="1159764" y="1007364"/>
                  </a:moveTo>
                  <a:lnTo>
                    <a:pt x="0" y="1007364"/>
                  </a:lnTo>
                  <a:lnTo>
                    <a:pt x="0" y="1139952"/>
                  </a:lnTo>
                  <a:lnTo>
                    <a:pt x="1159764" y="1139952"/>
                  </a:lnTo>
                  <a:lnTo>
                    <a:pt x="1159764" y="1007364"/>
                  </a:lnTo>
                  <a:close/>
                </a:path>
                <a:path w="1211579" h="3153410">
                  <a:moveTo>
                    <a:pt x="1165860" y="0"/>
                  </a:moveTo>
                  <a:lnTo>
                    <a:pt x="0" y="0"/>
                  </a:lnTo>
                  <a:lnTo>
                    <a:pt x="0" y="132588"/>
                  </a:lnTo>
                  <a:lnTo>
                    <a:pt x="1165860" y="132588"/>
                  </a:lnTo>
                  <a:lnTo>
                    <a:pt x="1165860" y="0"/>
                  </a:lnTo>
                  <a:close/>
                </a:path>
                <a:path w="1211579" h="3153410">
                  <a:moveTo>
                    <a:pt x="1211580" y="502920"/>
                  </a:moveTo>
                  <a:lnTo>
                    <a:pt x="0" y="502920"/>
                  </a:lnTo>
                  <a:lnTo>
                    <a:pt x="0" y="635508"/>
                  </a:lnTo>
                  <a:lnTo>
                    <a:pt x="1211580" y="635508"/>
                  </a:lnTo>
                  <a:lnTo>
                    <a:pt x="1211580" y="50292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6108191" y="2270760"/>
              <a:ext cx="1211580" cy="1140460"/>
            </a:xfrm>
            <a:custGeom>
              <a:avLst/>
              <a:gdLst/>
              <a:ahLst/>
              <a:cxnLst/>
              <a:rect l="l" t="t" r="r" b="b"/>
              <a:pathLst>
                <a:path w="1211579" h="1140460">
                  <a:moveTo>
                    <a:pt x="1165860" y="0"/>
                  </a:moveTo>
                  <a:lnTo>
                    <a:pt x="0" y="0"/>
                  </a:lnTo>
                  <a:lnTo>
                    <a:pt x="0" y="132588"/>
                  </a:lnTo>
                  <a:lnTo>
                    <a:pt x="1165860" y="132588"/>
                  </a:lnTo>
                  <a:lnTo>
                    <a:pt x="1165860" y="0"/>
                  </a:lnTo>
                  <a:close/>
                </a:path>
                <a:path w="1211579" h="1140460">
                  <a:moveTo>
                    <a:pt x="1211580" y="502920"/>
                  </a:moveTo>
                  <a:lnTo>
                    <a:pt x="0" y="502920"/>
                  </a:lnTo>
                  <a:lnTo>
                    <a:pt x="0" y="635508"/>
                  </a:lnTo>
                  <a:lnTo>
                    <a:pt x="1211580" y="635508"/>
                  </a:lnTo>
                  <a:lnTo>
                    <a:pt x="1211580" y="502920"/>
                  </a:lnTo>
                  <a:close/>
                </a:path>
                <a:path w="1211579" h="1140460">
                  <a:moveTo>
                    <a:pt x="1159764" y="1007363"/>
                  </a:moveTo>
                  <a:lnTo>
                    <a:pt x="0" y="1007363"/>
                  </a:lnTo>
                  <a:lnTo>
                    <a:pt x="0" y="1139952"/>
                  </a:lnTo>
                  <a:lnTo>
                    <a:pt x="1159764" y="1139952"/>
                  </a:lnTo>
                  <a:lnTo>
                    <a:pt x="1159764" y="1007363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6108192" y="2403347"/>
              <a:ext cx="1222375" cy="3153410"/>
            </a:xfrm>
            <a:custGeom>
              <a:avLst/>
              <a:gdLst/>
              <a:ahLst/>
              <a:cxnLst/>
              <a:rect l="l" t="t" r="r" b="b"/>
              <a:pathLst>
                <a:path w="1222375" h="3153410">
                  <a:moveTo>
                    <a:pt x="854964" y="2013204"/>
                  </a:moveTo>
                  <a:lnTo>
                    <a:pt x="0" y="2013204"/>
                  </a:lnTo>
                  <a:lnTo>
                    <a:pt x="0" y="2145792"/>
                  </a:lnTo>
                  <a:lnTo>
                    <a:pt x="854964" y="2145792"/>
                  </a:lnTo>
                  <a:lnTo>
                    <a:pt x="854964" y="2013204"/>
                  </a:lnTo>
                  <a:close/>
                </a:path>
                <a:path w="1222375" h="3153410">
                  <a:moveTo>
                    <a:pt x="880872" y="1510284"/>
                  </a:moveTo>
                  <a:lnTo>
                    <a:pt x="0" y="1510284"/>
                  </a:lnTo>
                  <a:lnTo>
                    <a:pt x="0" y="1642872"/>
                  </a:lnTo>
                  <a:lnTo>
                    <a:pt x="880872" y="1642872"/>
                  </a:lnTo>
                  <a:lnTo>
                    <a:pt x="880872" y="1510284"/>
                  </a:lnTo>
                  <a:close/>
                </a:path>
                <a:path w="1222375" h="3153410">
                  <a:moveTo>
                    <a:pt x="1021080" y="1007364"/>
                  </a:moveTo>
                  <a:lnTo>
                    <a:pt x="0" y="1007364"/>
                  </a:lnTo>
                  <a:lnTo>
                    <a:pt x="0" y="1139952"/>
                  </a:lnTo>
                  <a:lnTo>
                    <a:pt x="1021080" y="1139952"/>
                  </a:lnTo>
                  <a:lnTo>
                    <a:pt x="1021080" y="1007364"/>
                  </a:lnTo>
                  <a:close/>
                </a:path>
                <a:path w="1222375" h="3153410">
                  <a:moveTo>
                    <a:pt x="1094232" y="2517648"/>
                  </a:moveTo>
                  <a:lnTo>
                    <a:pt x="0" y="2517648"/>
                  </a:lnTo>
                  <a:lnTo>
                    <a:pt x="0" y="2650236"/>
                  </a:lnTo>
                  <a:lnTo>
                    <a:pt x="1094232" y="2650236"/>
                  </a:lnTo>
                  <a:lnTo>
                    <a:pt x="1094232" y="2517648"/>
                  </a:lnTo>
                  <a:close/>
                </a:path>
                <a:path w="1222375" h="3153410">
                  <a:moveTo>
                    <a:pt x="1098804" y="3020568"/>
                  </a:moveTo>
                  <a:lnTo>
                    <a:pt x="0" y="3020568"/>
                  </a:lnTo>
                  <a:lnTo>
                    <a:pt x="0" y="3153156"/>
                  </a:lnTo>
                  <a:lnTo>
                    <a:pt x="1098804" y="3153156"/>
                  </a:lnTo>
                  <a:lnTo>
                    <a:pt x="1098804" y="3020568"/>
                  </a:lnTo>
                  <a:close/>
                </a:path>
                <a:path w="1222375" h="3153410">
                  <a:moveTo>
                    <a:pt x="1184148" y="0"/>
                  </a:moveTo>
                  <a:lnTo>
                    <a:pt x="0" y="0"/>
                  </a:lnTo>
                  <a:lnTo>
                    <a:pt x="0" y="132588"/>
                  </a:lnTo>
                  <a:lnTo>
                    <a:pt x="1184148" y="132588"/>
                  </a:lnTo>
                  <a:lnTo>
                    <a:pt x="1184148" y="0"/>
                  </a:lnTo>
                  <a:close/>
                </a:path>
                <a:path w="1222375" h="3153410">
                  <a:moveTo>
                    <a:pt x="1222248" y="502920"/>
                  </a:moveTo>
                  <a:lnTo>
                    <a:pt x="0" y="502920"/>
                  </a:lnTo>
                  <a:lnTo>
                    <a:pt x="0" y="635508"/>
                  </a:lnTo>
                  <a:lnTo>
                    <a:pt x="1222248" y="635508"/>
                  </a:lnTo>
                  <a:lnTo>
                    <a:pt x="1222248" y="502920"/>
                  </a:lnTo>
                  <a:close/>
                </a:path>
              </a:pathLst>
            </a:custGeom>
            <a:solidFill>
              <a:srgbClr val="EA95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6108191" y="2403348"/>
              <a:ext cx="1222375" cy="3153410"/>
            </a:xfrm>
            <a:custGeom>
              <a:avLst/>
              <a:gdLst/>
              <a:ahLst/>
              <a:cxnLst/>
              <a:rect l="l" t="t" r="r" b="b"/>
              <a:pathLst>
                <a:path w="1222375" h="3153410">
                  <a:moveTo>
                    <a:pt x="1184148" y="0"/>
                  </a:moveTo>
                  <a:lnTo>
                    <a:pt x="0" y="0"/>
                  </a:lnTo>
                  <a:lnTo>
                    <a:pt x="0" y="132588"/>
                  </a:lnTo>
                  <a:lnTo>
                    <a:pt x="1184148" y="132588"/>
                  </a:lnTo>
                  <a:lnTo>
                    <a:pt x="1184148" y="0"/>
                  </a:lnTo>
                  <a:close/>
                </a:path>
                <a:path w="1222375" h="3153410">
                  <a:moveTo>
                    <a:pt x="1222248" y="502920"/>
                  </a:moveTo>
                  <a:lnTo>
                    <a:pt x="0" y="502920"/>
                  </a:lnTo>
                  <a:lnTo>
                    <a:pt x="0" y="635508"/>
                  </a:lnTo>
                  <a:lnTo>
                    <a:pt x="1222248" y="635508"/>
                  </a:lnTo>
                  <a:lnTo>
                    <a:pt x="1222248" y="502920"/>
                  </a:lnTo>
                  <a:close/>
                </a:path>
                <a:path w="1222375" h="3153410">
                  <a:moveTo>
                    <a:pt x="1021080" y="1007363"/>
                  </a:moveTo>
                  <a:lnTo>
                    <a:pt x="0" y="1007363"/>
                  </a:lnTo>
                  <a:lnTo>
                    <a:pt x="0" y="1139952"/>
                  </a:lnTo>
                  <a:lnTo>
                    <a:pt x="1021080" y="1139952"/>
                  </a:lnTo>
                  <a:lnTo>
                    <a:pt x="1021080" y="1007363"/>
                  </a:lnTo>
                  <a:close/>
                </a:path>
                <a:path w="1222375" h="3153410">
                  <a:moveTo>
                    <a:pt x="880872" y="1510284"/>
                  </a:moveTo>
                  <a:lnTo>
                    <a:pt x="0" y="1510284"/>
                  </a:lnTo>
                  <a:lnTo>
                    <a:pt x="0" y="1642872"/>
                  </a:lnTo>
                  <a:lnTo>
                    <a:pt x="880872" y="1642872"/>
                  </a:lnTo>
                  <a:lnTo>
                    <a:pt x="880872" y="1510284"/>
                  </a:lnTo>
                  <a:close/>
                </a:path>
                <a:path w="1222375" h="3153410">
                  <a:moveTo>
                    <a:pt x="854964" y="2013204"/>
                  </a:moveTo>
                  <a:lnTo>
                    <a:pt x="0" y="2013204"/>
                  </a:lnTo>
                  <a:lnTo>
                    <a:pt x="0" y="2145792"/>
                  </a:lnTo>
                  <a:lnTo>
                    <a:pt x="854964" y="2145792"/>
                  </a:lnTo>
                  <a:lnTo>
                    <a:pt x="854964" y="2013204"/>
                  </a:lnTo>
                  <a:close/>
                </a:path>
                <a:path w="1222375" h="3153410">
                  <a:moveTo>
                    <a:pt x="1094232" y="2517648"/>
                  </a:moveTo>
                  <a:lnTo>
                    <a:pt x="0" y="2517648"/>
                  </a:lnTo>
                  <a:lnTo>
                    <a:pt x="0" y="2650236"/>
                  </a:lnTo>
                  <a:lnTo>
                    <a:pt x="1094232" y="2650236"/>
                  </a:lnTo>
                  <a:lnTo>
                    <a:pt x="1094232" y="2517648"/>
                  </a:lnTo>
                  <a:close/>
                </a:path>
                <a:path w="1222375" h="3153410">
                  <a:moveTo>
                    <a:pt x="1098804" y="3020568"/>
                  </a:moveTo>
                  <a:lnTo>
                    <a:pt x="0" y="3020568"/>
                  </a:lnTo>
                  <a:lnTo>
                    <a:pt x="0" y="3153156"/>
                  </a:lnTo>
                  <a:lnTo>
                    <a:pt x="1098804" y="3153156"/>
                  </a:lnTo>
                  <a:lnTo>
                    <a:pt x="1098804" y="3020568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6108192" y="2535935"/>
              <a:ext cx="1170940" cy="3153410"/>
            </a:xfrm>
            <a:custGeom>
              <a:avLst/>
              <a:gdLst/>
              <a:ahLst/>
              <a:cxnLst/>
              <a:rect l="l" t="t" r="r" b="b"/>
              <a:pathLst>
                <a:path w="1170940" h="3153410">
                  <a:moveTo>
                    <a:pt x="893064" y="3020568"/>
                  </a:moveTo>
                  <a:lnTo>
                    <a:pt x="0" y="3020568"/>
                  </a:lnTo>
                  <a:lnTo>
                    <a:pt x="0" y="3153156"/>
                  </a:lnTo>
                  <a:lnTo>
                    <a:pt x="893064" y="3153156"/>
                  </a:lnTo>
                  <a:lnTo>
                    <a:pt x="893064" y="3020568"/>
                  </a:lnTo>
                  <a:close/>
                </a:path>
                <a:path w="1170940" h="3153410">
                  <a:moveTo>
                    <a:pt x="931164" y="1510284"/>
                  </a:moveTo>
                  <a:lnTo>
                    <a:pt x="0" y="1510284"/>
                  </a:lnTo>
                  <a:lnTo>
                    <a:pt x="0" y="1642872"/>
                  </a:lnTo>
                  <a:lnTo>
                    <a:pt x="931164" y="1642872"/>
                  </a:lnTo>
                  <a:lnTo>
                    <a:pt x="931164" y="1510284"/>
                  </a:lnTo>
                  <a:close/>
                </a:path>
                <a:path w="1170940" h="3153410">
                  <a:moveTo>
                    <a:pt x="993648" y="2013204"/>
                  </a:moveTo>
                  <a:lnTo>
                    <a:pt x="0" y="2013204"/>
                  </a:lnTo>
                  <a:lnTo>
                    <a:pt x="0" y="2145792"/>
                  </a:lnTo>
                  <a:lnTo>
                    <a:pt x="993648" y="2145792"/>
                  </a:lnTo>
                  <a:lnTo>
                    <a:pt x="993648" y="2013204"/>
                  </a:lnTo>
                  <a:close/>
                </a:path>
                <a:path w="1170940" h="3153410">
                  <a:moveTo>
                    <a:pt x="1043940" y="1007364"/>
                  </a:moveTo>
                  <a:lnTo>
                    <a:pt x="0" y="1007364"/>
                  </a:lnTo>
                  <a:lnTo>
                    <a:pt x="0" y="1139952"/>
                  </a:lnTo>
                  <a:lnTo>
                    <a:pt x="1043940" y="1139952"/>
                  </a:lnTo>
                  <a:lnTo>
                    <a:pt x="1043940" y="1007364"/>
                  </a:lnTo>
                  <a:close/>
                </a:path>
                <a:path w="1170940" h="3153410">
                  <a:moveTo>
                    <a:pt x="1056132" y="2517648"/>
                  </a:moveTo>
                  <a:lnTo>
                    <a:pt x="0" y="2517648"/>
                  </a:lnTo>
                  <a:lnTo>
                    <a:pt x="0" y="2650236"/>
                  </a:lnTo>
                  <a:lnTo>
                    <a:pt x="1056132" y="2650236"/>
                  </a:lnTo>
                  <a:lnTo>
                    <a:pt x="1056132" y="2517648"/>
                  </a:lnTo>
                  <a:close/>
                </a:path>
                <a:path w="1170940" h="3153410">
                  <a:moveTo>
                    <a:pt x="1158240" y="0"/>
                  </a:moveTo>
                  <a:lnTo>
                    <a:pt x="0" y="0"/>
                  </a:lnTo>
                  <a:lnTo>
                    <a:pt x="0" y="132588"/>
                  </a:lnTo>
                  <a:lnTo>
                    <a:pt x="1158240" y="132588"/>
                  </a:lnTo>
                  <a:lnTo>
                    <a:pt x="1158240" y="0"/>
                  </a:lnTo>
                  <a:close/>
                </a:path>
                <a:path w="1170940" h="3153410">
                  <a:moveTo>
                    <a:pt x="1170432" y="502920"/>
                  </a:moveTo>
                  <a:lnTo>
                    <a:pt x="0" y="502920"/>
                  </a:lnTo>
                  <a:lnTo>
                    <a:pt x="0" y="635508"/>
                  </a:lnTo>
                  <a:lnTo>
                    <a:pt x="1170432" y="635508"/>
                  </a:lnTo>
                  <a:lnTo>
                    <a:pt x="1170432" y="50292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6108191" y="2535936"/>
              <a:ext cx="1170940" cy="3153410"/>
            </a:xfrm>
            <a:custGeom>
              <a:avLst/>
              <a:gdLst/>
              <a:ahLst/>
              <a:cxnLst/>
              <a:rect l="l" t="t" r="r" b="b"/>
              <a:pathLst>
                <a:path w="1170940" h="3153410">
                  <a:moveTo>
                    <a:pt x="1158239" y="0"/>
                  </a:moveTo>
                  <a:lnTo>
                    <a:pt x="0" y="0"/>
                  </a:lnTo>
                  <a:lnTo>
                    <a:pt x="0" y="132588"/>
                  </a:lnTo>
                  <a:lnTo>
                    <a:pt x="1158239" y="132588"/>
                  </a:lnTo>
                  <a:lnTo>
                    <a:pt x="1158239" y="0"/>
                  </a:lnTo>
                  <a:close/>
                </a:path>
                <a:path w="1170940" h="3153410">
                  <a:moveTo>
                    <a:pt x="1170431" y="502920"/>
                  </a:moveTo>
                  <a:lnTo>
                    <a:pt x="0" y="502920"/>
                  </a:lnTo>
                  <a:lnTo>
                    <a:pt x="0" y="635508"/>
                  </a:lnTo>
                  <a:lnTo>
                    <a:pt x="1170431" y="635508"/>
                  </a:lnTo>
                  <a:lnTo>
                    <a:pt x="1170431" y="502920"/>
                  </a:lnTo>
                  <a:close/>
                </a:path>
                <a:path w="1170940" h="3153410">
                  <a:moveTo>
                    <a:pt x="1043939" y="1007363"/>
                  </a:moveTo>
                  <a:lnTo>
                    <a:pt x="0" y="1007363"/>
                  </a:lnTo>
                  <a:lnTo>
                    <a:pt x="0" y="1139952"/>
                  </a:lnTo>
                  <a:lnTo>
                    <a:pt x="1043939" y="1139952"/>
                  </a:lnTo>
                  <a:lnTo>
                    <a:pt x="1043939" y="1007363"/>
                  </a:lnTo>
                  <a:close/>
                </a:path>
                <a:path w="1170940" h="3153410">
                  <a:moveTo>
                    <a:pt x="931163" y="1510284"/>
                  </a:moveTo>
                  <a:lnTo>
                    <a:pt x="0" y="1510284"/>
                  </a:lnTo>
                  <a:lnTo>
                    <a:pt x="0" y="1642872"/>
                  </a:lnTo>
                  <a:lnTo>
                    <a:pt x="931163" y="1642872"/>
                  </a:lnTo>
                  <a:lnTo>
                    <a:pt x="931163" y="1510284"/>
                  </a:lnTo>
                  <a:close/>
                </a:path>
                <a:path w="1170940" h="3153410">
                  <a:moveTo>
                    <a:pt x="993647" y="2013204"/>
                  </a:moveTo>
                  <a:lnTo>
                    <a:pt x="0" y="2013204"/>
                  </a:lnTo>
                  <a:lnTo>
                    <a:pt x="0" y="2145792"/>
                  </a:lnTo>
                  <a:lnTo>
                    <a:pt x="993647" y="2145792"/>
                  </a:lnTo>
                  <a:lnTo>
                    <a:pt x="993647" y="2013204"/>
                  </a:lnTo>
                  <a:close/>
                </a:path>
                <a:path w="1170940" h="3153410">
                  <a:moveTo>
                    <a:pt x="1056132" y="2517648"/>
                  </a:moveTo>
                  <a:lnTo>
                    <a:pt x="0" y="2517648"/>
                  </a:lnTo>
                  <a:lnTo>
                    <a:pt x="0" y="2650236"/>
                  </a:lnTo>
                  <a:lnTo>
                    <a:pt x="1056132" y="2650236"/>
                  </a:lnTo>
                  <a:lnTo>
                    <a:pt x="1056132" y="2517648"/>
                  </a:lnTo>
                  <a:close/>
                </a:path>
                <a:path w="1170940" h="3153410">
                  <a:moveTo>
                    <a:pt x="893063" y="3020568"/>
                  </a:moveTo>
                  <a:lnTo>
                    <a:pt x="0" y="3020568"/>
                  </a:lnTo>
                  <a:lnTo>
                    <a:pt x="0" y="3153156"/>
                  </a:lnTo>
                  <a:lnTo>
                    <a:pt x="893063" y="3153156"/>
                  </a:lnTo>
                  <a:lnTo>
                    <a:pt x="893063" y="3020568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6108191" y="2217420"/>
              <a:ext cx="0" cy="3525520"/>
            </a:xfrm>
            <a:custGeom>
              <a:avLst/>
              <a:gdLst/>
              <a:ahLst/>
              <a:cxnLst/>
              <a:rect l="l" t="t" r="r" b="b"/>
              <a:pathLst>
                <a:path w="0" h="3525520">
                  <a:moveTo>
                    <a:pt x="0" y="0"/>
                  </a:moveTo>
                  <a:lnTo>
                    <a:pt x="0" y="3525012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/>
          <p:cNvSpPr txBox="1"/>
          <p:nvPr/>
        </p:nvSpPr>
        <p:spPr>
          <a:xfrm>
            <a:off x="7312914" y="2229358"/>
            <a:ext cx="3327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93%</a:t>
            </a:r>
            <a:endParaRPr sz="12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306436" y="3236214"/>
            <a:ext cx="3327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92%</a:t>
            </a:r>
            <a:endParaRPr sz="12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7358888" y="2732659"/>
            <a:ext cx="3327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96%</a:t>
            </a:r>
            <a:endParaRPr sz="12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108063" y="4244467"/>
            <a:ext cx="3327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76%</a:t>
            </a:r>
            <a:endParaRPr sz="12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220839" y="3739388"/>
            <a:ext cx="3327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85%</a:t>
            </a:r>
            <a:endParaRPr sz="12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271766" y="5250637"/>
            <a:ext cx="33274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89%</a:t>
            </a:r>
            <a:endParaRPr sz="12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298563" y="4747641"/>
            <a:ext cx="3327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92%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11306556" y="62484"/>
            <a:ext cx="772795" cy="1295400"/>
            <a:chOff x="11306556" y="62484"/>
            <a:chExt cx="772795" cy="1295400"/>
          </a:xfrm>
        </p:grpSpPr>
        <p:pic>
          <p:nvPicPr>
            <p:cNvPr id="66" name="object 6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15928" y="333756"/>
              <a:ext cx="121919" cy="230124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11306556" y="62483"/>
              <a:ext cx="772795" cy="1295400"/>
            </a:xfrm>
            <a:custGeom>
              <a:avLst/>
              <a:gdLst/>
              <a:ahLst/>
              <a:cxnLst/>
              <a:rect l="l" t="t" r="r" b="b"/>
              <a:pathLst>
                <a:path w="772795" h="1295400">
                  <a:moveTo>
                    <a:pt x="382524" y="566928"/>
                  </a:moveTo>
                  <a:lnTo>
                    <a:pt x="352171" y="566928"/>
                  </a:lnTo>
                  <a:lnTo>
                    <a:pt x="352171" y="657352"/>
                  </a:lnTo>
                  <a:lnTo>
                    <a:pt x="344601" y="702487"/>
                  </a:lnTo>
                  <a:lnTo>
                    <a:pt x="323646" y="742124"/>
                  </a:lnTo>
                  <a:lnTo>
                    <a:pt x="291922" y="773658"/>
                  </a:lnTo>
                  <a:lnTo>
                    <a:pt x="252044" y="794486"/>
                  </a:lnTo>
                  <a:lnTo>
                    <a:pt x="206629" y="802005"/>
                  </a:lnTo>
                  <a:lnTo>
                    <a:pt x="85344" y="802005"/>
                  </a:lnTo>
                  <a:lnTo>
                    <a:pt x="85344" y="838200"/>
                  </a:lnTo>
                  <a:lnTo>
                    <a:pt x="206629" y="838200"/>
                  </a:lnTo>
                  <a:lnTo>
                    <a:pt x="253339" y="831926"/>
                  </a:lnTo>
                  <a:lnTo>
                    <a:pt x="295351" y="814095"/>
                  </a:lnTo>
                  <a:lnTo>
                    <a:pt x="330962" y="786218"/>
                  </a:lnTo>
                  <a:lnTo>
                    <a:pt x="358482" y="749795"/>
                  </a:lnTo>
                  <a:lnTo>
                    <a:pt x="376224" y="706335"/>
                  </a:lnTo>
                  <a:lnTo>
                    <a:pt x="382524" y="657352"/>
                  </a:lnTo>
                  <a:lnTo>
                    <a:pt x="382524" y="566928"/>
                  </a:lnTo>
                  <a:close/>
                </a:path>
                <a:path w="772795" h="1295400">
                  <a:moveTo>
                    <a:pt x="772668" y="132588"/>
                  </a:moveTo>
                  <a:lnTo>
                    <a:pt x="769226" y="114427"/>
                  </a:lnTo>
                  <a:lnTo>
                    <a:pt x="762965" y="81343"/>
                  </a:lnTo>
                  <a:lnTo>
                    <a:pt x="761072" y="78359"/>
                  </a:lnTo>
                  <a:lnTo>
                    <a:pt x="736168" y="39154"/>
                  </a:lnTo>
                  <a:lnTo>
                    <a:pt x="695667" y="10541"/>
                  </a:lnTo>
                  <a:lnTo>
                    <a:pt x="693547" y="10109"/>
                  </a:lnTo>
                  <a:lnTo>
                    <a:pt x="693547" y="186817"/>
                  </a:lnTo>
                  <a:lnTo>
                    <a:pt x="693547" y="657733"/>
                  </a:lnTo>
                  <a:lnTo>
                    <a:pt x="693547" y="687959"/>
                  </a:lnTo>
                  <a:lnTo>
                    <a:pt x="693547" y="1030351"/>
                  </a:lnTo>
                  <a:lnTo>
                    <a:pt x="450215" y="1030351"/>
                  </a:lnTo>
                  <a:lnTo>
                    <a:pt x="450215" y="1162812"/>
                  </a:lnTo>
                  <a:lnTo>
                    <a:pt x="445833" y="1188440"/>
                  </a:lnTo>
                  <a:lnTo>
                    <a:pt x="433463" y="1209535"/>
                  </a:lnTo>
                  <a:lnTo>
                    <a:pt x="414261" y="1223848"/>
                  </a:lnTo>
                  <a:lnTo>
                    <a:pt x="389382" y="1229106"/>
                  </a:lnTo>
                  <a:lnTo>
                    <a:pt x="363537" y="1223848"/>
                  </a:lnTo>
                  <a:lnTo>
                    <a:pt x="342239" y="1209535"/>
                  </a:lnTo>
                  <a:lnTo>
                    <a:pt x="327774" y="1188440"/>
                  </a:lnTo>
                  <a:lnTo>
                    <a:pt x="322453" y="1162812"/>
                  </a:lnTo>
                  <a:lnTo>
                    <a:pt x="327774" y="1137246"/>
                  </a:lnTo>
                  <a:lnTo>
                    <a:pt x="363537" y="1101813"/>
                  </a:lnTo>
                  <a:lnTo>
                    <a:pt x="414261" y="1101813"/>
                  </a:lnTo>
                  <a:lnTo>
                    <a:pt x="445833" y="1137246"/>
                  </a:lnTo>
                  <a:lnTo>
                    <a:pt x="450215" y="1162812"/>
                  </a:lnTo>
                  <a:lnTo>
                    <a:pt x="450215" y="1030351"/>
                  </a:lnTo>
                  <a:lnTo>
                    <a:pt x="214134" y="1030351"/>
                  </a:lnTo>
                  <a:lnTo>
                    <a:pt x="215646" y="1025080"/>
                  </a:lnTo>
                  <a:lnTo>
                    <a:pt x="219544" y="1014222"/>
                  </a:lnTo>
                  <a:lnTo>
                    <a:pt x="224028" y="1001649"/>
                  </a:lnTo>
                  <a:lnTo>
                    <a:pt x="239928" y="979347"/>
                  </a:lnTo>
                  <a:lnTo>
                    <a:pt x="259842" y="958697"/>
                  </a:lnTo>
                  <a:lnTo>
                    <a:pt x="283171" y="941438"/>
                  </a:lnTo>
                  <a:lnTo>
                    <a:pt x="309372" y="929259"/>
                  </a:lnTo>
                  <a:lnTo>
                    <a:pt x="319659" y="946048"/>
                  </a:lnTo>
                  <a:lnTo>
                    <a:pt x="332232" y="959459"/>
                  </a:lnTo>
                  <a:lnTo>
                    <a:pt x="347091" y="968336"/>
                  </a:lnTo>
                  <a:lnTo>
                    <a:pt x="364236" y="971550"/>
                  </a:lnTo>
                  <a:lnTo>
                    <a:pt x="385762" y="967409"/>
                  </a:lnTo>
                  <a:lnTo>
                    <a:pt x="403860" y="956475"/>
                  </a:lnTo>
                  <a:lnTo>
                    <a:pt x="417385" y="941019"/>
                  </a:lnTo>
                  <a:lnTo>
                    <a:pt x="422554" y="929259"/>
                  </a:lnTo>
                  <a:lnTo>
                    <a:pt x="425196" y="923290"/>
                  </a:lnTo>
                  <a:lnTo>
                    <a:pt x="437388" y="923290"/>
                  </a:lnTo>
                  <a:lnTo>
                    <a:pt x="484720" y="913765"/>
                  </a:lnTo>
                  <a:lnTo>
                    <a:pt x="515632" y="893064"/>
                  </a:lnTo>
                  <a:lnTo>
                    <a:pt x="523494" y="887818"/>
                  </a:lnTo>
                  <a:lnTo>
                    <a:pt x="549681" y="849414"/>
                  </a:lnTo>
                  <a:lnTo>
                    <a:pt x="559308" y="802513"/>
                  </a:lnTo>
                  <a:lnTo>
                    <a:pt x="559308" y="730123"/>
                  </a:lnTo>
                  <a:lnTo>
                    <a:pt x="575398" y="724420"/>
                  </a:lnTo>
                  <a:lnTo>
                    <a:pt x="587502" y="715860"/>
                  </a:lnTo>
                  <a:lnTo>
                    <a:pt x="596163" y="703897"/>
                  </a:lnTo>
                  <a:lnTo>
                    <a:pt x="601980" y="687959"/>
                  </a:lnTo>
                  <a:lnTo>
                    <a:pt x="693547" y="687959"/>
                  </a:lnTo>
                  <a:lnTo>
                    <a:pt x="693547" y="657733"/>
                  </a:lnTo>
                  <a:lnTo>
                    <a:pt x="601980" y="657733"/>
                  </a:lnTo>
                  <a:lnTo>
                    <a:pt x="596163" y="644385"/>
                  </a:lnTo>
                  <a:lnTo>
                    <a:pt x="587502" y="632129"/>
                  </a:lnTo>
                  <a:lnTo>
                    <a:pt x="575398" y="622147"/>
                  </a:lnTo>
                  <a:lnTo>
                    <a:pt x="559308" y="615569"/>
                  </a:lnTo>
                  <a:lnTo>
                    <a:pt x="559308" y="186817"/>
                  </a:lnTo>
                  <a:lnTo>
                    <a:pt x="693547" y="186817"/>
                  </a:lnTo>
                  <a:lnTo>
                    <a:pt x="693547" y="10109"/>
                  </a:lnTo>
                  <a:lnTo>
                    <a:pt x="644906" y="0"/>
                  </a:lnTo>
                  <a:lnTo>
                    <a:pt x="528828" y="0"/>
                  </a:lnTo>
                  <a:lnTo>
                    <a:pt x="528828" y="186817"/>
                  </a:lnTo>
                  <a:lnTo>
                    <a:pt x="528828" y="615569"/>
                  </a:lnTo>
                  <a:lnTo>
                    <a:pt x="515302" y="622147"/>
                  </a:lnTo>
                  <a:lnTo>
                    <a:pt x="502920" y="632129"/>
                  </a:lnTo>
                  <a:lnTo>
                    <a:pt x="492823" y="644385"/>
                  </a:lnTo>
                  <a:lnTo>
                    <a:pt x="486156" y="657733"/>
                  </a:lnTo>
                  <a:lnTo>
                    <a:pt x="400812" y="657733"/>
                  </a:lnTo>
                  <a:lnTo>
                    <a:pt x="400812" y="687959"/>
                  </a:lnTo>
                  <a:lnTo>
                    <a:pt x="486156" y="687959"/>
                  </a:lnTo>
                  <a:lnTo>
                    <a:pt x="492823" y="703897"/>
                  </a:lnTo>
                  <a:lnTo>
                    <a:pt x="502920" y="715860"/>
                  </a:lnTo>
                  <a:lnTo>
                    <a:pt x="515302" y="724420"/>
                  </a:lnTo>
                  <a:lnTo>
                    <a:pt x="528828" y="730123"/>
                  </a:lnTo>
                  <a:lnTo>
                    <a:pt x="528828" y="802513"/>
                  </a:lnTo>
                  <a:lnTo>
                    <a:pt x="521398" y="837082"/>
                  </a:lnTo>
                  <a:lnTo>
                    <a:pt x="501396" y="865936"/>
                  </a:lnTo>
                  <a:lnTo>
                    <a:pt x="472249" y="885723"/>
                  </a:lnTo>
                  <a:lnTo>
                    <a:pt x="437388" y="893064"/>
                  </a:lnTo>
                  <a:lnTo>
                    <a:pt x="425196" y="893064"/>
                  </a:lnTo>
                  <a:lnTo>
                    <a:pt x="417385" y="876300"/>
                  </a:lnTo>
                  <a:lnTo>
                    <a:pt x="403860" y="862939"/>
                  </a:lnTo>
                  <a:lnTo>
                    <a:pt x="385953" y="854202"/>
                  </a:lnTo>
                  <a:lnTo>
                    <a:pt x="386397" y="854202"/>
                  </a:lnTo>
                  <a:lnTo>
                    <a:pt x="364236" y="850900"/>
                  </a:lnTo>
                  <a:lnTo>
                    <a:pt x="345376" y="854202"/>
                  </a:lnTo>
                  <a:lnTo>
                    <a:pt x="327660" y="863701"/>
                  </a:lnTo>
                  <a:lnTo>
                    <a:pt x="314515" y="878878"/>
                  </a:lnTo>
                  <a:lnTo>
                    <a:pt x="309372" y="899160"/>
                  </a:lnTo>
                  <a:lnTo>
                    <a:pt x="274129" y="912456"/>
                  </a:lnTo>
                  <a:lnTo>
                    <a:pt x="215760" y="958697"/>
                  </a:lnTo>
                  <a:lnTo>
                    <a:pt x="191541" y="997165"/>
                  </a:lnTo>
                  <a:lnTo>
                    <a:pt x="186690" y="1009243"/>
                  </a:lnTo>
                  <a:lnTo>
                    <a:pt x="180682" y="1023556"/>
                  </a:lnTo>
                  <a:lnTo>
                    <a:pt x="178092" y="1030351"/>
                  </a:lnTo>
                  <a:lnTo>
                    <a:pt x="79121" y="1030351"/>
                  </a:lnTo>
                  <a:lnTo>
                    <a:pt x="79121" y="763905"/>
                  </a:lnTo>
                  <a:lnTo>
                    <a:pt x="83058" y="751954"/>
                  </a:lnTo>
                  <a:lnTo>
                    <a:pt x="105625" y="721487"/>
                  </a:lnTo>
                  <a:lnTo>
                    <a:pt x="140208" y="699008"/>
                  </a:lnTo>
                  <a:lnTo>
                    <a:pt x="150495" y="712355"/>
                  </a:lnTo>
                  <a:lnTo>
                    <a:pt x="163068" y="723988"/>
                  </a:lnTo>
                  <a:lnTo>
                    <a:pt x="177927" y="732218"/>
                  </a:lnTo>
                  <a:lnTo>
                    <a:pt x="195072" y="735330"/>
                  </a:lnTo>
                  <a:lnTo>
                    <a:pt x="213067" y="731164"/>
                  </a:lnTo>
                  <a:lnTo>
                    <a:pt x="229362" y="720178"/>
                  </a:lnTo>
                  <a:lnTo>
                    <a:pt x="242214" y="704634"/>
                  </a:lnTo>
                  <a:lnTo>
                    <a:pt x="244652" y="699008"/>
                  </a:lnTo>
                  <a:lnTo>
                    <a:pt x="249936" y="686816"/>
                  </a:lnTo>
                  <a:lnTo>
                    <a:pt x="329184" y="686816"/>
                  </a:lnTo>
                  <a:lnTo>
                    <a:pt x="332701" y="681278"/>
                  </a:lnTo>
                  <a:lnTo>
                    <a:pt x="334518" y="673989"/>
                  </a:lnTo>
                  <a:lnTo>
                    <a:pt x="335178" y="665568"/>
                  </a:lnTo>
                  <a:lnTo>
                    <a:pt x="335280" y="656590"/>
                  </a:lnTo>
                  <a:lnTo>
                    <a:pt x="249936" y="656590"/>
                  </a:lnTo>
                  <a:lnTo>
                    <a:pt x="242214" y="639737"/>
                  </a:lnTo>
                  <a:lnTo>
                    <a:pt x="229362" y="626287"/>
                  </a:lnTo>
                  <a:lnTo>
                    <a:pt x="213067" y="617397"/>
                  </a:lnTo>
                  <a:lnTo>
                    <a:pt x="195072" y="614172"/>
                  </a:lnTo>
                  <a:lnTo>
                    <a:pt x="170116" y="618439"/>
                  </a:lnTo>
                  <a:lnTo>
                    <a:pt x="150876" y="630085"/>
                  </a:lnTo>
                  <a:lnTo>
                    <a:pt x="138493" y="647395"/>
                  </a:lnTo>
                  <a:lnTo>
                    <a:pt x="134112" y="668655"/>
                  </a:lnTo>
                  <a:lnTo>
                    <a:pt x="98386" y="686638"/>
                  </a:lnTo>
                  <a:lnTo>
                    <a:pt x="79121" y="705866"/>
                  </a:lnTo>
                  <a:lnTo>
                    <a:pt x="79121" y="554990"/>
                  </a:lnTo>
                  <a:lnTo>
                    <a:pt x="510540" y="554990"/>
                  </a:lnTo>
                  <a:lnTo>
                    <a:pt x="510540" y="546100"/>
                  </a:lnTo>
                  <a:lnTo>
                    <a:pt x="510540" y="527050"/>
                  </a:lnTo>
                  <a:lnTo>
                    <a:pt x="510540" y="518160"/>
                  </a:lnTo>
                  <a:lnTo>
                    <a:pt x="79121" y="518160"/>
                  </a:lnTo>
                  <a:lnTo>
                    <a:pt x="79121" y="186817"/>
                  </a:lnTo>
                  <a:lnTo>
                    <a:pt x="528828" y="186817"/>
                  </a:lnTo>
                  <a:lnTo>
                    <a:pt x="528828" y="0"/>
                  </a:lnTo>
                  <a:lnTo>
                    <a:pt x="480695" y="0"/>
                  </a:lnTo>
                  <a:lnTo>
                    <a:pt x="480695" y="78359"/>
                  </a:lnTo>
                  <a:lnTo>
                    <a:pt x="480695" y="114427"/>
                  </a:lnTo>
                  <a:lnTo>
                    <a:pt x="316357" y="114427"/>
                  </a:lnTo>
                  <a:lnTo>
                    <a:pt x="316357" y="78359"/>
                  </a:lnTo>
                  <a:lnTo>
                    <a:pt x="480695" y="78359"/>
                  </a:lnTo>
                  <a:lnTo>
                    <a:pt x="480695" y="0"/>
                  </a:lnTo>
                  <a:lnTo>
                    <a:pt x="133858" y="0"/>
                  </a:lnTo>
                  <a:lnTo>
                    <a:pt x="91884" y="6845"/>
                  </a:lnTo>
                  <a:lnTo>
                    <a:pt x="55181" y="25831"/>
                  </a:lnTo>
                  <a:lnTo>
                    <a:pt x="26085" y="54648"/>
                  </a:lnTo>
                  <a:lnTo>
                    <a:pt x="6908" y="91008"/>
                  </a:lnTo>
                  <a:lnTo>
                    <a:pt x="0" y="132588"/>
                  </a:lnTo>
                  <a:lnTo>
                    <a:pt x="0" y="1162812"/>
                  </a:lnTo>
                  <a:lnTo>
                    <a:pt x="6908" y="1204404"/>
                  </a:lnTo>
                  <a:lnTo>
                    <a:pt x="26085" y="1240764"/>
                  </a:lnTo>
                  <a:lnTo>
                    <a:pt x="55181" y="1269580"/>
                  </a:lnTo>
                  <a:lnTo>
                    <a:pt x="91884" y="1288567"/>
                  </a:lnTo>
                  <a:lnTo>
                    <a:pt x="133858" y="1295400"/>
                  </a:lnTo>
                  <a:lnTo>
                    <a:pt x="644906" y="1295400"/>
                  </a:lnTo>
                  <a:lnTo>
                    <a:pt x="695667" y="1284871"/>
                  </a:lnTo>
                  <a:lnTo>
                    <a:pt x="736168" y="1256258"/>
                  </a:lnTo>
                  <a:lnTo>
                    <a:pt x="762965" y="1214069"/>
                  </a:lnTo>
                  <a:lnTo>
                    <a:pt x="772668" y="1162812"/>
                  </a:lnTo>
                  <a:lnTo>
                    <a:pt x="772668" y="1096518"/>
                  </a:lnTo>
                  <a:lnTo>
                    <a:pt x="772668" y="1030351"/>
                  </a:lnTo>
                  <a:lnTo>
                    <a:pt x="772668" y="186817"/>
                  </a:lnTo>
                  <a:lnTo>
                    <a:pt x="772668" y="132588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8" name="object 68"/>
          <p:cNvSpPr/>
          <p:nvPr/>
        </p:nvSpPr>
        <p:spPr>
          <a:xfrm>
            <a:off x="8572500" y="1737360"/>
            <a:ext cx="3619500" cy="1245235"/>
          </a:xfrm>
          <a:custGeom>
            <a:avLst/>
            <a:gdLst/>
            <a:ahLst/>
            <a:cxnLst/>
            <a:rect l="l" t="t" r="r" b="b"/>
            <a:pathLst>
              <a:path w="3619500" h="1245235">
                <a:moveTo>
                  <a:pt x="3619500" y="0"/>
                </a:moveTo>
                <a:lnTo>
                  <a:pt x="0" y="0"/>
                </a:lnTo>
                <a:lnTo>
                  <a:pt x="0" y="1245108"/>
                </a:lnTo>
                <a:lnTo>
                  <a:pt x="3619500" y="1245108"/>
                </a:lnTo>
                <a:lnTo>
                  <a:pt x="36195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 txBox="1"/>
          <p:nvPr/>
        </p:nvSpPr>
        <p:spPr>
          <a:xfrm>
            <a:off x="8772270" y="2020316"/>
            <a:ext cx="2363470" cy="666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400" b="1" i="1">
                <a:solidFill>
                  <a:srgbClr val="A21F1F"/>
                </a:solidFill>
                <a:latin typeface="Arial"/>
                <a:cs typeface="Arial"/>
              </a:rPr>
              <a:t>Question:</a:t>
            </a:r>
            <a:r>
              <a:rPr dirty="0" sz="1400" spc="-55" b="1" i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“Which</a:t>
            </a:r>
            <a:r>
              <a:rPr dirty="0" sz="1400" spc="-55" i="1">
                <a:latin typeface="Arial"/>
                <a:cs typeface="Arial"/>
              </a:rPr>
              <a:t> </a:t>
            </a:r>
            <a:r>
              <a:rPr dirty="0" sz="1400" spc="-10" i="1">
                <a:latin typeface="Arial"/>
                <a:cs typeface="Arial"/>
              </a:rPr>
              <a:t>connected</a:t>
            </a:r>
            <a:r>
              <a:rPr dirty="0" sz="1400" spc="-1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service</a:t>
            </a:r>
            <a:r>
              <a:rPr dirty="0" sz="1400" spc="-6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categories</a:t>
            </a:r>
            <a:r>
              <a:rPr dirty="0" sz="1400" spc="-60" i="1">
                <a:latin typeface="Arial"/>
                <a:cs typeface="Arial"/>
              </a:rPr>
              <a:t> </a:t>
            </a:r>
            <a:r>
              <a:rPr dirty="0" sz="1400" spc="-25" i="1">
                <a:latin typeface="Arial"/>
                <a:cs typeface="Arial"/>
              </a:rPr>
              <a:t>are </a:t>
            </a:r>
            <a:r>
              <a:rPr dirty="0" sz="1400" i="1">
                <a:latin typeface="Arial"/>
                <a:cs typeface="Arial"/>
              </a:rPr>
              <a:t>particularly</a:t>
            </a:r>
            <a:r>
              <a:rPr dirty="0" sz="1400" spc="-5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important</a:t>
            </a:r>
            <a:r>
              <a:rPr dirty="0" sz="1400" spc="-6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to</a:t>
            </a:r>
            <a:r>
              <a:rPr dirty="0" sz="1400" spc="-15" i="1">
                <a:latin typeface="Arial"/>
                <a:cs typeface="Arial"/>
              </a:rPr>
              <a:t> </a:t>
            </a:r>
            <a:r>
              <a:rPr dirty="0" sz="1400" spc="-20" i="1">
                <a:latin typeface="Arial"/>
                <a:cs typeface="Arial"/>
              </a:rPr>
              <a:t>you?</a:t>
            </a:r>
            <a:r>
              <a:rPr dirty="0" sz="1400" spc="-20" i="1">
                <a:solidFill>
                  <a:srgbClr val="7C7C7C"/>
                </a:solidFill>
                <a:latin typeface="Arial"/>
                <a:cs typeface="Arial"/>
              </a:rPr>
              <a:t>”</a:t>
            </a:r>
            <a:endParaRPr sz="1400">
              <a:latin typeface="Arial"/>
              <a:cs typeface="Arial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8609076" y="3230879"/>
            <a:ext cx="182880" cy="413384"/>
          </a:xfrm>
          <a:custGeom>
            <a:avLst/>
            <a:gdLst/>
            <a:ahLst/>
            <a:cxnLst/>
            <a:rect l="l" t="t" r="r" b="b"/>
            <a:pathLst>
              <a:path w="182879" h="413385">
                <a:moveTo>
                  <a:pt x="182879" y="0"/>
                </a:moveTo>
                <a:lnTo>
                  <a:pt x="0" y="0"/>
                </a:lnTo>
                <a:lnTo>
                  <a:pt x="0" y="198120"/>
                </a:lnTo>
                <a:lnTo>
                  <a:pt x="84962" y="198120"/>
                </a:lnTo>
                <a:lnTo>
                  <a:pt x="80898" y="241935"/>
                </a:lnTo>
                <a:lnTo>
                  <a:pt x="67055" y="278511"/>
                </a:lnTo>
                <a:lnTo>
                  <a:pt x="41020" y="307340"/>
                </a:lnTo>
                <a:lnTo>
                  <a:pt x="0" y="328041"/>
                </a:lnTo>
                <a:lnTo>
                  <a:pt x="0" y="412877"/>
                </a:lnTo>
                <a:lnTo>
                  <a:pt x="43941" y="402463"/>
                </a:lnTo>
                <a:lnTo>
                  <a:pt x="83692" y="383921"/>
                </a:lnTo>
                <a:lnTo>
                  <a:pt x="117982" y="358013"/>
                </a:lnTo>
                <a:lnTo>
                  <a:pt x="146176" y="325501"/>
                </a:lnTo>
                <a:lnTo>
                  <a:pt x="167004" y="287274"/>
                </a:lnTo>
                <a:lnTo>
                  <a:pt x="179577" y="244094"/>
                </a:lnTo>
                <a:lnTo>
                  <a:pt x="182752" y="198120"/>
                </a:lnTo>
                <a:lnTo>
                  <a:pt x="1828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8883268" y="3230879"/>
            <a:ext cx="182880" cy="413384"/>
          </a:xfrm>
          <a:custGeom>
            <a:avLst/>
            <a:gdLst/>
            <a:ahLst/>
            <a:cxnLst/>
            <a:rect l="l" t="t" r="r" b="b"/>
            <a:pathLst>
              <a:path w="182879" h="413385">
                <a:moveTo>
                  <a:pt x="182879" y="0"/>
                </a:moveTo>
                <a:lnTo>
                  <a:pt x="0" y="0"/>
                </a:lnTo>
                <a:lnTo>
                  <a:pt x="0" y="198120"/>
                </a:lnTo>
                <a:lnTo>
                  <a:pt x="84962" y="198120"/>
                </a:lnTo>
                <a:lnTo>
                  <a:pt x="81025" y="241935"/>
                </a:lnTo>
                <a:lnTo>
                  <a:pt x="67182" y="278511"/>
                </a:lnTo>
                <a:lnTo>
                  <a:pt x="41020" y="307340"/>
                </a:lnTo>
                <a:lnTo>
                  <a:pt x="0" y="328041"/>
                </a:lnTo>
                <a:lnTo>
                  <a:pt x="0" y="412877"/>
                </a:lnTo>
                <a:lnTo>
                  <a:pt x="44068" y="402463"/>
                </a:lnTo>
                <a:lnTo>
                  <a:pt x="83692" y="383921"/>
                </a:lnTo>
                <a:lnTo>
                  <a:pt x="118109" y="358013"/>
                </a:lnTo>
                <a:lnTo>
                  <a:pt x="146176" y="325501"/>
                </a:lnTo>
                <a:lnTo>
                  <a:pt x="167004" y="287274"/>
                </a:lnTo>
                <a:lnTo>
                  <a:pt x="179577" y="244094"/>
                </a:lnTo>
                <a:lnTo>
                  <a:pt x="182752" y="198120"/>
                </a:lnTo>
                <a:lnTo>
                  <a:pt x="1828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 txBox="1"/>
          <p:nvPr/>
        </p:nvSpPr>
        <p:spPr>
          <a:xfrm>
            <a:off x="430174" y="80518"/>
            <a:ext cx="19037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"/>
                <a:cs typeface="Arial"/>
              </a:rPr>
              <a:t>Consumer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–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Connected</a:t>
            </a:r>
            <a:endParaRPr sz="1400">
              <a:latin typeface="Arial"/>
              <a:cs typeface="Arial"/>
            </a:endParaRPr>
          </a:p>
        </p:txBody>
      </p:sp>
      <p:sp>
        <p:nvSpPr>
          <p:cNvPr id="73" name="object 73" descr="$PPTXTitle"/>
          <p:cNvSpPr txBox="1">
            <a:spLocks noGrp="1"/>
          </p:cNvSpPr>
          <p:nvPr>
            <p:ph type="title"/>
          </p:nvPr>
        </p:nvSpPr>
        <p:spPr>
          <a:xfrm>
            <a:off x="430174" y="296926"/>
            <a:ext cx="10603865" cy="1260475"/>
          </a:xfrm>
          <a:prstGeom prst="rect"/>
        </p:spPr>
        <p:txBody>
          <a:bodyPr wrap="square" lIns="0" tIns="88265" rIns="0" bIns="0" rtlCol="0" vert="horz">
            <a:spAutoFit/>
          </a:bodyPr>
          <a:lstStyle/>
          <a:p>
            <a:pPr marL="12700" marR="5080">
              <a:lnSpc>
                <a:spcPts val="3260"/>
              </a:lnSpc>
              <a:spcBef>
                <a:spcPts val="695"/>
              </a:spcBef>
            </a:pPr>
            <a:r>
              <a:rPr dirty="0">
                <a:solidFill>
                  <a:srgbClr val="000000"/>
                </a:solidFill>
              </a:rPr>
              <a:t>Safety</a:t>
            </a:r>
            <a:r>
              <a:rPr dirty="0" spc="-3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and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navigation</a:t>
            </a:r>
            <a:r>
              <a:rPr dirty="0" spc="-4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remain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as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most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important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connected </a:t>
            </a:r>
            <a:r>
              <a:rPr dirty="0">
                <a:solidFill>
                  <a:srgbClr val="000000"/>
                </a:solidFill>
              </a:rPr>
              <a:t>services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features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–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on-</a:t>
            </a:r>
            <a:r>
              <a:rPr dirty="0">
                <a:solidFill>
                  <a:srgbClr val="000000"/>
                </a:solidFill>
              </a:rPr>
              <a:t>demand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car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functions</a:t>
            </a:r>
            <a:r>
              <a:rPr dirty="0" spc="-4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on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 spc="-20">
                <a:solidFill>
                  <a:srgbClr val="000000"/>
                </a:solidFill>
              </a:rPr>
              <a:t>rise</a:t>
            </a: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Connected</a:t>
            </a:r>
            <a:r>
              <a:rPr dirty="0" sz="1800" spc="-3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services</a:t>
            </a:r>
            <a:r>
              <a:rPr dirty="0" sz="1800" spc="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–</a:t>
            </a:r>
            <a:r>
              <a:rPr dirty="0" sz="1800" spc="-3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Share</a:t>
            </a:r>
            <a:r>
              <a:rPr dirty="0" sz="1800" spc="-3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of</a:t>
            </a:r>
            <a:r>
              <a:rPr dirty="0" sz="1800" spc="-3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participants</a:t>
            </a:r>
            <a:r>
              <a:rPr dirty="0" sz="1800" spc="-3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rating</a:t>
            </a:r>
            <a:r>
              <a:rPr dirty="0" sz="1800" spc="-3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feature</a:t>
            </a:r>
            <a:r>
              <a:rPr dirty="0" sz="1800" spc="-3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as</a:t>
            </a:r>
            <a:r>
              <a:rPr dirty="0" sz="1800" spc="-4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A21F1F"/>
                </a:solidFill>
                <a:latin typeface="Arial"/>
                <a:cs typeface="Arial"/>
              </a:rPr>
              <a:t>important</a:t>
            </a:r>
            <a:endParaRPr sz="1800">
              <a:latin typeface="Arial"/>
              <a:cs typeface="Arial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1546860" y="5978652"/>
            <a:ext cx="178435" cy="132715"/>
          </a:xfrm>
          <a:custGeom>
            <a:avLst/>
            <a:gdLst/>
            <a:ahLst/>
            <a:cxnLst/>
            <a:rect l="l" t="t" r="r" b="b"/>
            <a:pathLst>
              <a:path w="178435" h="132714">
                <a:moveTo>
                  <a:pt x="178308" y="0"/>
                </a:moveTo>
                <a:lnTo>
                  <a:pt x="0" y="0"/>
                </a:lnTo>
                <a:lnTo>
                  <a:pt x="0" y="132588"/>
                </a:lnTo>
                <a:lnTo>
                  <a:pt x="178308" y="132588"/>
                </a:lnTo>
                <a:lnTo>
                  <a:pt x="178308" y="0"/>
                </a:lnTo>
                <a:close/>
              </a:path>
            </a:pathLst>
          </a:custGeom>
          <a:solidFill>
            <a:srgbClr val="A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2157983" y="5978652"/>
            <a:ext cx="178435" cy="132715"/>
          </a:xfrm>
          <a:custGeom>
            <a:avLst/>
            <a:gdLst/>
            <a:ahLst/>
            <a:cxnLst/>
            <a:rect l="l" t="t" r="r" b="b"/>
            <a:pathLst>
              <a:path w="178435" h="132714">
                <a:moveTo>
                  <a:pt x="178307" y="0"/>
                </a:moveTo>
                <a:lnTo>
                  <a:pt x="0" y="0"/>
                </a:lnTo>
                <a:lnTo>
                  <a:pt x="0" y="132588"/>
                </a:lnTo>
                <a:lnTo>
                  <a:pt x="178307" y="132588"/>
                </a:lnTo>
                <a:lnTo>
                  <a:pt x="178307" y="0"/>
                </a:lnTo>
                <a:close/>
              </a:path>
            </a:pathLst>
          </a:custGeom>
          <a:solidFill>
            <a:srgbClr val="EA95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2769107" y="5978652"/>
            <a:ext cx="178435" cy="132715"/>
          </a:xfrm>
          <a:custGeom>
            <a:avLst/>
            <a:gdLst/>
            <a:ahLst/>
            <a:cxnLst/>
            <a:rect l="l" t="t" r="r" b="b"/>
            <a:pathLst>
              <a:path w="178435" h="132714">
                <a:moveTo>
                  <a:pt x="178307" y="0"/>
                </a:moveTo>
                <a:lnTo>
                  <a:pt x="0" y="0"/>
                </a:lnTo>
                <a:lnTo>
                  <a:pt x="0" y="132588"/>
                </a:lnTo>
                <a:lnTo>
                  <a:pt x="178307" y="132588"/>
                </a:lnTo>
                <a:lnTo>
                  <a:pt x="178307" y="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 txBox="1"/>
          <p:nvPr/>
        </p:nvSpPr>
        <p:spPr>
          <a:xfrm>
            <a:off x="1764029" y="5959246"/>
            <a:ext cx="3060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0">
                <a:latin typeface="Arial"/>
                <a:cs typeface="Arial"/>
              </a:rPr>
              <a:t>2023</a:t>
            </a:r>
            <a:endParaRPr sz="100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2375154" y="5959246"/>
            <a:ext cx="3060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0">
                <a:latin typeface="Arial"/>
                <a:cs typeface="Arial"/>
              </a:rPr>
              <a:t>2021</a:t>
            </a:r>
            <a:endParaRPr sz="100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2986532" y="5959246"/>
            <a:ext cx="3060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0">
                <a:latin typeface="Arial"/>
                <a:cs typeface="Arial"/>
              </a:rPr>
              <a:t>2020</a:t>
            </a:r>
            <a:endParaRPr sz="100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1665966" y="6500876"/>
            <a:ext cx="79375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 spc="-50">
                <a:latin typeface="Arial"/>
                <a:cs typeface="Arial"/>
              </a:rPr>
              <a:t>6</a:t>
            </a:r>
            <a:endParaRPr sz="750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8354314" y="5263388"/>
            <a:ext cx="29273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0">
                <a:solidFill>
                  <a:srgbClr val="B5B5B5"/>
                </a:solidFill>
                <a:latin typeface="Arial"/>
                <a:cs typeface="Arial"/>
              </a:rPr>
              <a:t>+</a:t>
            </a:r>
            <a:endParaRPr sz="3600">
              <a:latin typeface="Arial"/>
              <a:cs typeface="Arial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8596883" y="5605271"/>
            <a:ext cx="391795" cy="388620"/>
            <a:chOff x="8596883" y="5605271"/>
            <a:chExt cx="391795" cy="388620"/>
          </a:xfrm>
        </p:grpSpPr>
        <p:pic>
          <p:nvPicPr>
            <p:cNvPr id="83" name="object 8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02979" y="5605271"/>
              <a:ext cx="379475" cy="178308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8596883" y="5786627"/>
              <a:ext cx="391795" cy="207645"/>
            </a:xfrm>
            <a:custGeom>
              <a:avLst/>
              <a:gdLst/>
              <a:ahLst/>
              <a:cxnLst/>
              <a:rect l="l" t="t" r="r" b="b"/>
              <a:pathLst>
                <a:path w="391795" h="207645">
                  <a:moveTo>
                    <a:pt x="83502" y="26893"/>
                  </a:moveTo>
                  <a:lnTo>
                    <a:pt x="76443" y="26893"/>
                  </a:lnTo>
                  <a:lnTo>
                    <a:pt x="57911" y="27832"/>
                  </a:lnTo>
                  <a:lnTo>
                    <a:pt x="39846" y="30710"/>
                  </a:lnTo>
                  <a:lnTo>
                    <a:pt x="22971" y="35504"/>
                  </a:lnTo>
                  <a:lnTo>
                    <a:pt x="7619" y="42214"/>
                  </a:lnTo>
                  <a:lnTo>
                    <a:pt x="0" y="46062"/>
                  </a:lnTo>
                  <a:lnTo>
                    <a:pt x="0" y="207264"/>
                  </a:lnTo>
                  <a:lnTo>
                    <a:pt x="391667" y="207264"/>
                  </a:lnTo>
                  <a:lnTo>
                    <a:pt x="391667" y="181673"/>
                  </a:lnTo>
                  <a:lnTo>
                    <a:pt x="25653" y="181673"/>
                  </a:lnTo>
                  <a:lnTo>
                    <a:pt x="25653" y="61417"/>
                  </a:lnTo>
                  <a:lnTo>
                    <a:pt x="43211" y="55914"/>
                  </a:lnTo>
                  <a:lnTo>
                    <a:pt x="62579" y="52935"/>
                  </a:lnTo>
                  <a:lnTo>
                    <a:pt x="82661" y="52596"/>
                  </a:lnTo>
                  <a:lnTo>
                    <a:pt x="128015" y="52596"/>
                  </a:lnTo>
                  <a:lnTo>
                    <a:pt x="128015" y="38379"/>
                  </a:lnTo>
                  <a:lnTo>
                    <a:pt x="143291" y="33145"/>
                  </a:lnTo>
                  <a:lnTo>
                    <a:pt x="160019" y="29108"/>
                  </a:lnTo>
                  <a:lnTo>
                    <a:pt x="166587" y="28143"/>
                  </a:lnTo>
                  <a:lnTo>
                    <a:pt x="102361" y="28143"/>
                  </a:lnTo>
                  <a:lnTo>
                    <a:pt x="96408" y="27408"/>
                  </a:lnTo>
                  <a:lnTo>
                    <a:pt x="90074" y="27031"/>
                  </a:lnTo>
                  <a:lnTo>
                    <a:pt x="83502" y="26893"/>
                  </a:lnTo>
                  <a:close/>
                </a:path>
                <a:path w="391795" h="207645">
                  <a:moveTo>
                    <a:pt x="128015" y="52596"/>
                  </a:moveTo>
                  <a:lnTo>
                    <a:pt x="82661" y="52596"/>
                  </a:lnTo>
                  <a:lnTo>
                    <a:pt x="102361" y="55016"/>
                  </a:lnTo>
                  <a:lnTo>
                    <a:pt x="102361" y="181673"/>
                  </a:lnTo>
                  <a:lnTo>
                    <a:pt x="128015" y="181673"/>
                  </a:lnTo>
                  <a:lnTo>
                    <a:pt x="128015" y="52596"/>
                  </a:lnTo>
                  <a:close/>
                </a:path>
                <a:path w="391795" h="207645">
                  <a:moveTo>
                    <a:pt x="289305" y="25590"/>
                  </a:moveTo>
                  <a:lnTo>
                    <a:pt x="195833" y="25590"/>
                  </a:lnTo>
                  <a:lnTo>
                    <a:pt x="213967" y="26530"/>
                  </a:lnTo>
                  <a:lnTo>
                    <a:pt x="231647" y="29268"/>
                  </a:lnTo>
                  <a:lnTo>
                    <a:pt x="248376" y="33686"/>
                  </a:lnTo>
                  <a:lnTo>
                    <a:pt x="263651" y="39662"/>
                  </a:lnTo>
                  <a:lnTo>
                    <a:pt x="263651" y="181673"/>
                  </a:lnTo>
                  <a:lnTo>
                    <a:pt x="289305" y="181673"/>
                  </a:lnTo>
                  <a:lnTo>
                    <a:pt x="289305" y="55016"/>
                  </a:lnTo>
                  <a:lnTo>
                    <a:pt x="309006" y="52596"/>
                  </a:lnTo>
                  <a:lnTo>
                    <a:pt x="391667" y="52596"/>
                  </a:lnTo>
                  <a:lnTo>
                    <a:pt x="391667" y="46062"/>
                  </a:lnTo>
                  <a:lnTo>
                    <a:pt x="385317" y="42214"/>
                  </a:lnTo>
                  <a:lnTo>
                    <a:pt x="369232" y="35504"/>
                  </a:lnTo>
                  <a:lnTo>
                    <a:pt x="351980" y="30710"/>
                  </a:lnTo>
                  <a:lnTo>
                    <a:pt x="335740" y="28143"/>
                  </a:lnTo>
                  <a:lnTo>
                    <a:pt x="289305" y="28143"/>
                  </a:lnTo>
                  <a:lnTo>
                    <a:pt x="289305" y="25590"/>
                  </a:lnTo>
                  <a:close/>
                </a:path>
                <a:path w="391795" h="207645">
                  <a:moveTo>
                    <a:pt x="391667" y="52596"/>
                  </a:moveTo>
                  <a:lnTo>
                    <a:pt x="309006" y="52596"/>
                  </a:lnTo>
                  <a:lnTo>
                    <a:pt x="329088" y="52935"/>
                  </a:lnTo>
                  <a:lnTo>
                    <a:pt x="348456" y="55914"/>
                  </a:lnTo>
                  <a:lnTo>
                    <a:pt x="366013" y="61417"/>
                  </a:lnTo>
                  <a:lnTo>
                    <a:pt x="366013" y="181673"/>
                  </a:lnTo>
                  <a:lnTo>
                    <a:pt x="391667" y="181673"/>
                  </a:lnTo>
                  <a:lnTo>
                    <a:pt x="391667" y="52596"/>
                  </a:lnTo>
                  <a:close/>
                </a:path>
                <a:path w="391795" h="207645">
                  <a:moveTo>
                    <a:pt x="195833" y="0"/>
                  </a:moveTo>
                  <a:lnTo>
                    <a:pt x="172007" y="1398"/>
                  </a:lnTo>
                  <a:lnTo>
                    <a:pt x="172234" y="1398"/>
                  </a:lnTo>
                  <a:lnTo>
                    <a:pt x="150066" y="5275"/>
                  </a:lnTo>
                  <a:lnTo>
                    <a:pt x="129236" y="11331"/>
                  </a:lnTo>
                  <a:lnTo>
                    <a:pt x="110108" y="19189"/>
                  </a:lnTo>
                  <a:lnTo>
                    <a:pt x="102361" y="23025"/>
                  </a:lnTo>
                  <a:lnTo>
                    <a:pt x="102361" y="28143"/>
                  </a:lnTo>
                  <a:lnTo>
                    <a:pt x="166587" y="28143"/>
                  </a:lnTo>
                  <a:lnTo>
                    <a:pt x="177564" y="26530"/>
                  </a:lnTo>
                  <a:lnTo>
                    <a:pt x="177305" y="26530"/>
                  </a:lnTo>
                  <a:lnTo>
                    <a:pt x="195833" y="25590"/>
                  </a:lnTo>
                  <a:lnTo>
                    <a:pt x="289305" y="25590"/>
                  </a:lnTo>
                  <a:lnTo>
                    <a:pt x="289305" y="23025"/>
                  </a:lnTo>
                  <a:lnTo>
                    <a:pt x="282828" y="20472"/>
                  </a:lnTo>
                  <a:lnTo>
                    <a:pt x="263324" y="11872"/>
                  </a:lnTo>
                  <a:lnTo>
                    <a:pt x="241760" y="5435"/>
                  </a:lnTo>
                  <a:lnTo>
                    <a:pt x="218981" y="1398"/>
                  </a:lnTo>
                  <a:lnTo>
                    <a:pt x="195833" y="0"/>
                  </a:lnTo>
                  <a:close/>
                </a:path>
                <a:path w="391795" h="207645">
                  <a:moveTo>
                    <a:pt x="315224" y="26893"/>
                  </a:moveTo>
                  <a:lnTo>
                    <a:pt x="308344" y="26893"/>
                  </a:lnTo>
                  <a:lnTo>
                    <a:pt x="302069" y="27031"/>
                  </a:lnTo>
                  <a:lnTo>
                    <a:pt x="295794" y="27408"/>
                  </a:lnTo>
                  <a:lnTo>
                    <a:pt x="289305" y="28143"/>
                  </a:lnTo>
                  <a:lnTo>
                    <a:pt x="335740" y="28143"/>
                  </a:lnTo>
                  <a:lnTo>
                    <a:pt x="333775" y="27832"/>
                  </a:lnTo>
                  <a:lnTo>
                    <a:pt x="315224" y="26893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5" name="object 85"/>
          <p:cNvSpPr txBox="1"/>
          <p:nvPr/>
        </p:nvSpPr>
        <p:spPr>
          <a:xfrm>
            <a:off x="9067927" y="5561177"/>
            <a:ext cx="2627630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7C7C7C"/>
                </a:solidFill>
                <a:latin typeface="Arial"/>
                <a:cs typeface="Arial"/>
              </a:rPr>
              <a:t>Infotainment/entertainment</a:t>
            </a:r>
            <a:r>
              <a:rPr dirty="0" sz="1400" spc="60">
                <a:solidFill>
                  <a:srgbClr val="7C7C7C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7C7C7C"/>
                </a:solidFill>
                <a:latin typeface="Arial"/>
                <a:cs typeface="Arial"/>
              </a:rPr>
              <a:t>more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solidFill>
                  <a:srgbClr val="7C7C7C"/>
                </a:solidFill>
                <a:latin typeface="Arial"/>
                <a:cs typeface="Arial"/>
              </a:rPr>
              <a:t>important</a:t>
            </a:r>
            <a:r>
              <a:rPr dirty="0" sz="1400" spc="-50">
                <a:solidFill>
                  <a:srgbClr val="7C7C7C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7C7C7C"/>
                </a:solidFill>
                <a:latin typeface="Arial"/>
                <a:cs typeface="Arial"/>
              </a:rPr>
              <a:t>for</a:t>
            </a:r>
            <a:r>
              <a:rPr dirty="0" sz="1400" spc="-35">
                <a:solidFill>
                  <a:srgbClr val="7C7C7C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7C7C7C"/>
                </a:solidFill>
                <a:latin typeface="Arial"/>
                <a:cs typeface="Arial"/>
              </a:rPr>
              <a:t>younger</a:t>
            </a:r>
            <a:r>
              <a:rPr dirty="0" sz="1400" spc="-25">
                <a:solidFill>
                  <a:srgbClr val="7C7C7C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7C7C7C"/>
                </a:solidFill>
                <a:latin typeface="Arial"/>
                <a:cs typeface="Arial"/>
              </a:rPr>
              <a:t>consumers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11266176" y="2119811"/>
            <a:ext cx="877569" cy="1374775"/>
            <a:chOff x="11266176" y="2119811"/>
            <a:chExt cx="877569" cy="1374775"/>
          </a:xfrm>
        </p:grpSpPr>
        <p:sp>
          <p:nvSpPr>
            <p:cNvPr id="87" name="object 87"/>
            <p:cNvSpPr/>
            <p:nvPr/>
          </p:nvSpPr>
          <p:spPr>
            <a:xfrm>
              <a:off x="11541828" y="2119811"/>
              <a:ext cx="519430" cy="632460"/>
            </a:xfrm>
            <a:custGeom>
              <a:avLst/>
              <a:gdLst/>
              <a:ahLst/>
              <a:cxnLst/>
              <a:rect l="l" t="t" r="r" b="b"/>
              <a:pathLst>
                <a:path w="519429" h="632460">
                  <a:moveTo>
                    <a:pt x="239272" y="0"/>
                  </a:moveTo>
                  <a:lnTo>
                    <a:pt x="190879" y="2114"/>
                  </a:lnTo>
                  <a:lnTo>
                    <a:pt x="143981" y="13513"/>
                  </a:lnTo>
                  <a:lnTo>
                    <a:pt x="101073" y="34299"/>
                  </a:lnTo>
                  <a:lnTo>
                    <a:pt x="64647" y="64575"/>
                  </a:lnTo>
                  <a:lnTo>
                    <a:pt x="28267" y="121843"/>
                  </a:lnTo>
                  <a:lnTo>
                    <a:pt x="16131" y="167012"/>
                  </a:lnTo>
                  <a:lnTo>
                    <a:pt x="0" y="571300"/>
                  </a:lnTo>
                  <a:lnTo>
                    <a:pt x="519302" y="632434"/>
                  </a:lnTo>
                  <a:lnTo>
                    <a:pt x="505378" y="569571"/>
                  </a:lnTo>
                  <a:lnTo>
                    <a:pt x="494222" y="511806"/>
                  </a:lnTo>
                  <a:lnTo>
                    <a:pt x="485519" y="458948"/>
                  </a:lnTo>
                  <a:lnTo>
                    <a:pt x="478956" y="410809"/>
                  </a:lnTo>
                  <a:lnTo>
                    <a:pt x="474219" y="367197"/>
                  </a:lnTo>
                  <a:lnTo>
                    <a:pt x="470994" y="327924"/>
                  </a:lnTo>
                  <a:lnTo>
                    <a:pt x="468233" y="266799"/>
                  </a:lnTo>
                  <a:lnTo>
                    <a:pt x="464463" y="233044"/>
                  </a:lnTo>
                  <a:lnTo>
                    <a:pt x="455304" y="193216"/>
                  </a:lnTo>
                  <a:lnTo>
                    <a:pt x="438401" y="148999"/>
                  </a:lnTo>
                  <a:lnTo>
                    <a:pt x="403364" y="85446"/>
                  </a:lnTo>
                  <a:lnTo>
                    <a:pt x="372700" y="51728"/>
                  </a:lnTo>
                  <a:lnTo>
                    <a:pt x="330575" y="23212"/>
                  </a:lnTo>
                  <a:lnTo>
                    <a:pt x="286669" y="7067"/>
                  </a:lnTo>
                  <a:lnTo>
                    <a:pt x="239272" y="0"/>
                  </a:lnTo>
                  <a:close/>
                </a:path>
              </a:pathLst>
            </a:custGeom>
            <a:solidFill>
              <a:srgbClr val="9E23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11266176" y="2669580"/>
              <a:ext cx="403225" cy="722630"/>
            </a:xfrm>
            <a:custGeom>
              <a:avLst/>
              <a:gdLst/>
              <a:ahLst/>
              <a:cxnLst/>
              <a:rect l="l" t="t" r="r" b="b"/>
              <a:pathLst>
                <a:path w="403225" h="722629">
                  <a:moveTo>
                    <a:pt x="239683" y="0"/>
                  </a:moveTo>
                  <a:lnTo>
                    <a:pt x="188922" y="14586"/>
                  </a:lnTo>
                  <a:lnTo>
                    <a:pt x="150234" y="35616"/>
                  </a:lnTo>
                  <a:lnTo>
                    <a:pt x="124688" y="68291"/>
                  </a:lnTo>
                  <a:lnTo>
                    <a:pt x="103598" y="130605"/>
                  </a:lnTo>
                  <a:lnTo>
                    <a:pt x="81562" y="206191"/>
                  </a:lnTo>
                  <a:lnTo>
                    <a:pt x="68538" y="256396"/>
                  </a:lnTo>
                  <a:lnTo>
                    <a:pt x="54350" y="315852"/>
                  </a:lnTo>
                  <a:lnTo>
                    <a:pt x="39126" y="385292"/>
                  </a:lnTo>
                  <a:lnTo>
                    <a:pt x="22997" y="465449"/>
                  </a:lnTo>
                  <a:lnTo>
                    <a:pt x="6091" y="557057"/>
                  </a:lnTo>
                  <a:lnTo>
                    <a:pt x="0" y="604539"/>
                  </a:lnTo>
                  <a:lnTo>
                    <a:pt x="3171" y="635005"/>
                  </a:lnTo>
                  <a:lnTo>
                    <a:pt x="36638" y="668476"/>
                  </a:lnTo>
                  <a:lnTo>
                    <a:pt x="93280" y="683719"/>
                  </a:lnTo>
                  <a:lnTo>
                    <a:pt x="138856" y="691955"/>
                  </a:lnTo>
                  <a:lnTo>
                    <a:pt x="194050" y="700222"/>
                  </a:lnTo>
                  <a:lnTo>
                    <a:pt x="257447" y="708239"/>
                  </a:lnTo>
                  <a:lnTo>
                    <a:pt x="327631" y="715721"/>
                  </a:lnTo>
                  <a:lnTo>
                    <a:pt x="403188" y="722387"/>
                  </a:lnTo>
                  <a:lnTo>
                    <a:pt x="399610" y="610968"/>
                  </a:lnTo>
                  <a:lnTo>
                    <a:pt x="166012" y="548075"/>
                  </a:lnTo>
                  <a:lnTo>
                    <a:pt x="191167" y="440253"/>
                  </a:lnTo>
                  <a:lnTo>
                    <a:pt x="239683" y="0"/>
                  </a:lnTo>
                  <a:close/>
                </a:path>
              </a:pathLst>
            </a:custGeom>
            <a:solidFill>
              <a:srgbClr val="3E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11417768" y="2639763"/>
              <a:ext cx="655955" cy="855344"/>
            </a:xfrm>
            <a:custGeom>
              <a:avLst/>
              <a:gdLst/>
              <a:ahLst/>
              <a:cxnLst/>
              <a:rect l="l" t="t" r="r" b="b"/>
              <a:pathLst>
                <a:path w="655954" h="855345">
                  <a:moveTo>
                    <a:pt x="248063" y="0"/>
                  </a:moveTo>
                  <a:lnTo>
                    <a:pt x="35984" y="45950"/>
                  </a:lnTo>
                  <a:lnTo>
                    <a:pt x="50357" y="231051"/>
                  </a:lnTo>
                  <a:lnTo>
                    <a:pt x="0" y="854768"/>
                  </a:lnTo>
                  <a:lnTo>
                    <a:pt x="599482" y="854768"/>
                  </a:lnTo>
                  <a:lnTo>
                    <a:pt x="585466" y="728363"/>
                  </a:lnTo>
                  <a:lnTo>
                    <a:pt x="582231" y="579688"/>
                  </a:lnTo>
                  <a:lnTo>
                    <a:pt x="595253" y="463976"/>
                  </a:lnTo>
                  <a:lnTo>
                    <a:pt x="620414" y="284751"/>
                  </a:lnTo>
                  <a:lnTo>
                    <a:pt x="644904" y="120015"/>
                  </a:lnTo>
                  <a:lnTo>
                    <a:pt x="655914" y="47769"/>
                  </a:lnTo>
                  <a:lnTo>
                    <a:pt x="597455" y="32074"/>
                  </a:lnTo>
                  <a:lnTo>
                    <a:pt x="448362" y="5762"/>
                  </a:lnTo>
                  <a:lnTo>
                    <a:pt x="248063" y="0"/>
                  </a:lnTo>
                  <a:close/>
                </a:path>
              </a:pathLst>
            </a:custGeom>
            <a:solidFill>
              <a:srgbClr val="F7F8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11405222" y="2637205"/>
              <a:ext cx="668655" cy="857885"/>
            </a:xfrm>
            <a:custGeom>
              <a:avLst/>
              <a:gdLst/>
              <a:ahLst/>
              <a:cxnLst/>
              <a:rect l="l" t="t" r="r" b="b"/>
              <a:pathLst>
                <a:path w="668654" h="857885">
                  <a:moveTo>
                    <a:pt x="264134" y="747572"/>
                  </a:moveTo>
                  <a:lnTo>
                    <a:pt x="255765" y="670953"/>
                  </a:lnTo>
                  <a:lnTo>
                    <a:pt x="246976" y="616394"/>
                  </a:lnTo>
                  <a:lnTo>
                    <a:pt x="236575" y="556514"/>
                  </a:lnTo>
                  <a:lnTo>
                    <a:pt x="215442" y="437299"/>
                  </a:lnTo>
                  <a:lnTo>
                    <a:pt x="206908" y="386194"/>
                  </a:lnTo>
                  <a:lnTo>
                    <a:pt x="201231" y="346290"/>
                  </a:lnTo>
                  <a:lnTo>
                    <a:pt x="199491" y="321678"/>
                  </a:lnTo>
                  <a:lnTo>
                    <a:pt x="205244" y="267423"/>
                  </a:lnTo>
                  <a:lnTo>
                    <a:pt x="214439" y="214007"/>
                  </a:lnTo>
                  <a:lnTo>
                    <a:pt x="225742" y="161086"/>
                  </a:lnTo>
                  <a:lnTo>
                    <a:pt x="237794" y="108318"/>
                  </a:lnTo>
                  <a:lnTo>
                    <a:pt x="249250" y="55333"/>
                  </a:lnTo>
                  <a:lnTo>
                    <a:pt x="258737" y="1816"/>
                  </a:lnTo>
                  <a:lnTo>
                    <a:pt x="258737" y="0"/>
                  </a:lnTo>
                  <a:lnTo>
                    <a:pt x="216763" y="5791"/>
                  </a:lnTo>
                  <a:lnTo>
                    <a:pt x="171665" y="14338"/>
                  </a:lnTo>
                  <a:lnTo>
                    <a:pt x="125107" y="25374"/>
                  </a:lnTo>
                  <a:lnTo>
                    <a:pt x="78727" y="38658"/>
                  </a:lnTo>
                  <a:lnTo>
                    <a:pt x="34150" y="53911"/>
                  </a:lnTo>
                  <a:lnTo>
                    <a:pt x="52120" y="258787"/>
                  </a:lnTo>
                  <a:lnTo>
                    <a:pt x="48742" y="297205"/>
                  </a:lnTo>
                  <a:lnTo>
                    <a:pt x="45300" y="330809"/>
                  </a:lnTo>
                  <a:lnTo>
                    <a:pt x="41338" y="361226"/>
                  </a:lnTo>
                  <a:lnTo>
                    <a:pt x="32994" y="422541"/>
                  </a:lnTo>
                  <a:lnTo>
                    <a:pt x="33921" y="466344"/>
                  </a:lnTo>
                  <a:lnTo>
                    <a:pt x="38557" y="492633"/>
                  </a:lnTo>
                  <a:lnTo>
                    <a:pt x="41338" y="501383"/>
                  </a:lnTo>
                  <a:lnTo>
                    <a:pt x="0" y="857326"/>
                  </a:lnTo>
                  <a:lnTo>
                    <a:pt x="167843" y="857326"/>
                  </a:lnTo>
                  <a:lnTo>
                    <a:pt x="171488" y="834275"/>
                  </a:lnTo>
                  <a:lnTo>
                    <a:pt x="178308" y="786625"/>
                  </a:lnTo>
                  <a:lnTo>
                    <a:pt x="183299" y="743991"/>
                  </a:lnTo>
                  <a:lnTo>
                    <a:pt x="264134" y="747572"/>
                  </a:lnTo>
                  <a:close/>
                </a:path>
                <a:path w="668654" h="857885">
                  <a:moveTo>
                    <a:pt x="668451" y="50330"/>
                  </a:moveTo>
                  <a:lnTo>
                    <a:pt x="650900" y="45758"/>
                  </a:lnTo>
                  <a:lnTo>
                    <a:pt x="602183" y="33947"/>
                  </a:lnTo>
                  <a:lnTo>
                    <a:pt x="528205" y="17741"/>
                  </a:lnTo>
                  <a:lnTo>
                    <a:pt x="434848" y="0"/>
                  </a:lnTo>
                  <a:lnTo>
                    <a:pt x="436664" y="5397"/>
                  </a:lnTo>
                  <a:lnTo>
                    <a:pt x="438429" y="12611"/>
                  </a:lnTo>
                  <a:lnTo>
                    <a:pt x="436664" y="19761"/>
                  </a:lnTo>
                  <a:lnTo>
                    <a:pt x="432638" y="44183"/>
                  </a:lnTo>
                  <a:lnTo>
                    <a:pt x="426224" y="79311"/>
                  </a:lnTo>
                  <a:lnTo>
                    <a:pt x="417868" y="123405"/>
                  </a:lnTo>
                  <a:lnTo>
                    <a:pt x="385406" y="292239"/>
                  </a:lnTo>
                  <a:lnTo>
                    <a:pt x="373545" y="354939"/>
                  </a:lnTo>
                  <a:lnTo>
                    <a:pt x="361873" y="417969"/>
                  </a:lnTo>
                  <a:lnTo>
                    <a:pt x="350812" y="479590"/>
                  </a:lnTo>
                  <a:lnTo>
                    <a:pt x="340817" y="538099"/>
                  </a:lnTo>
                  <a:lnTo>
                    <a:pt x="332295" y="591743"/>
                  </a:lnTo>
                  <a:lnTo>
                    <a:pt x="325678" y="638797"/>
                  </a:lnTo>
                  <a:lnTo>
                    <a:pt x="321386" y="677545"/>
                  </a:lnTo>
                  <a:lnTo>
                    <a:pt x="319862" y="706247"/>
                  </a:lnTo>
                  <a:lnTo>
                    <a:pt x="320954" y="741997"/>
                  </a:lnTo>
                  <a:lnTo>
                    <a:pt x="323964" y="787069"/>
                  </a:lnTo>
                  <a:lnTo>
                    <a:pt x="328460" y="839393"/>
                  </a:lnTo>
                  <a:lnTo>
                    <a:pt x="330212" y="857326"/>
                  </a:lnTo>
                  <a:lnTo>
                    <a:pt x="635266" y="857326"/>
                  </a:lnTo>
                  <a:lnTo>
                    <a:pt x="610082" y="748893"/>
                  </a:lnTo>
                  <a:lnTo>
                    <a:pt x="594766" y="582256"/>
                  </a:lnTo>
                  <a:lnTo>
                    <a:pt x="607796" y="466534"/>
                  </a:lnTo>
                  <a:lnTo>
                    <a:pt x="632955" y="287312"/>
                  </a:lnTo>
                  <a:lnTo>
                    <a:pt x="657440" y="122580"/>
                  </a:lnTo>
                  <a:lnTo>
                    <a:pt x="668451" y="50330"/>
                  </a:lnTo>
                  <a:close/>
                </a:path>
              </a:pathLst>
            </a:custGeom>
            <a:solidFill>
              <a:srgbClr val="3E3D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11663967" y="2488057"/>
              <a:ext cx="181610" cy="267970"/>
            </a:xfrm>
            <a:custGeom>
              <a:avLst/>
              <a:gdLst/>
              <a:ahLst/>
              <a:cxnLst/>
              <a:rect l="l" t="t" r="r" b="b"/>
              <a:pathLst>
                <a:path w="181609" h="267969">
                  <a:moveTo>
                    <a:pt x="7216" y="0"/>
                  </a:moveTo>
                  <a:lnTo>
                    <a:pt x="0" y="183282"/>
                  </a:lnTo>
                  <a:lnTo>
                    <a:pt x="5606" y="215186"/>
                  </a:lnTo>
                  <a:lnTo>
                    <a:pt x="23158" y="241694"/>
                  </a:lnTo>
                  <a:lnTo>
                    <a:pt x="49796" y="260118"/>
                  </a:lnTo>
                  <a:lnTo>
                    <a:pt x="82659" y="267766"/>
                  </a:lnTo>
                  <a:lnTo>
                    <a:pt x="118316" y="257161"/>
                  </a:lnTo>
                  <a:lnTo>
                    <a:pt x="149595" y="228685"/>
                  </a:lnTo>
                  <a:lnTo>
                    <a:pt x="172119" y="191442"/>
                  </a:lnTo>
                  <a:lnTo>
                    <a:pt x="181510" y="154534"/>
                  </a:lnTo>
                  <a:lnTo>
                    <a:pt x="158161" y="3578"/>
                  </a:lnTo>
                  <a:lnTo>
                    <a:pt x="7216" y="0"/>
                  </a:lnTo>
                  <a:close/>
                </a:path>
              </a:pathLst>
            </a:custGeom>
            <a:solidFill>
              <a:srgbClr val="D6A68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2" name="object 9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665786" y="2488057"/>
              <a:ext cx="168896" cy="136582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11595681" y="2293980"/>
              <a:ext cx="293370" cy="306070"/>
            </a:xfrm>
            <a:custGeom>
              <a:avLst/>
              <a:gdLst/>
              <a:ahLst/>
              <a:cxnLst/>
              <a:rect l="l" t="t" r="r" b="b"/>
              <a:pathLst>
                <a:path w="293370" h="306069">
                  <a:moveTo>
                    <a:pt x="5397" y="0"/>
                  </a:moveTo>
                  <a:lnTo>
                    <a:pt x="0" y="140160"/>
                  </a:lnTo>
                  <a:lnTo>
                    <a:pt x="3639" y="186006"/>
                  </a:lnTo>
                  <a:lnTo>
                    <a:pt x="16498" y="229945"/>
                  </a:lnTo>
                  <a:lnTo>
                    <a:pt x="38319" y="267494"/>
                  </a:lnTo>
                  <a:lnTo>
                    <a:pt x="68848" y="294170"/>
                  </a:lnTo>
                  <a:lnTo>
                    <a:pt x="107826" y="305490"/>
                  </a:lnTo>
                  <a:lnTo>
                    <a:pt x="168449" y="301337"/>
                  </a:lnTo>
                  <a:lnTo>
                    <a:pt x="217938" y="283898"/>
                  </a:lnTo>
                  <a:lnTo>
                    <a:pt x="255084" y="255416"/>
                  </a:lnTo>
                  <a:lnTo>
                    <a:pt x="278680" y="218138"/>
                  </a:lnTo>
                  <a:lnTo>
                    <a:pt x="287517" y="174306"/>
                  </a:lnTo>
                  <a:lnTo>
                    <a:pt x="292914" y="8976"/>
                  </a:lnTo>
                  <a:lnTo>
                    <a:pt x="5397" y="0"/>
                  </a:lnTo>
                  <a:close/>
                </a:path>
              </a:pathLst>
            </a:custGeom>
            <a:solidFill>
              <a:srgbClr val="D6A6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11822129" y="2286823"/>
              <a:ext cx="92075" cy="300355"/>
            </a:xfrm>
            <a:custGeom>
              <a:avLst/>
              <a:gdLst/>
              <a:ahLst/>
              <a:cxnLst/>
              <a:rect l="l" t="t" r="r" b="b"/>
              <a:pathLst>
                <a:path w="92075" h="300355">
                  <a:moveTo>
                    <a:pt x="0" y="0"/>
                  </a:moveTo>
                  <a:lnTo>
                    <a:pt x="4263" y="14651"/>
                  </a:lnTo>
                  <a:lnTo>
                    <a:pt x="13910" y="53894"/>
                  </a:lnTo>
                  <a:lnTo>
                    <a:pt x="24228" y="110661"/>
                  </a:lnTo>
                  <a:lnTo>
                    <a:pt x="30504" y="177884"/>
                  </a:lnTo>
                  <a:lnTo>
                    <a:pt x="29234" y="237181"/>
                  </a:lnTo>
                  <a:lnTo>
                    <a:pt x="22893" y="269532"/>
                  </a:lnTo>
                  <a:lnTo>
                    <a:pt x="15870" y="283018"/>
                  </a:lnTo>
                  <a:lnTo>
                    <a:pt x="12553" y="285718"/>
                  </a:lnTo>
                  <a:lnTo>
                    <a:pt x="37721" y="300092"/>
                  </a:lnTo>
                  <a:lnTo>
                    <a:pt x="82659" y="226403"/>
                  </a:lnTo>
                  <a:lnTo>
                    <a:pt x="91634" y="107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232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5" name="object 9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787986" y="2274208"/>
              <a:ext cx="95212" cy="70110"/>
            </a:xfrm>
            <a:prstGeom prst="rect">
              <a:avLst/>
            </a:prstGeom>
          </p:spPr>
        </p:pic>
        <p:sp>
          <p:nvSpPr>
            <p:cNvPr id="96" name="object 96"/>
            <p:cNvSpPr/>
            <p:nvPr/>
          </p:nvSpPr>
          <p:spPr>
            <a:xfrm>
              <a:off x="11667606" y="3321882"/>
              <a:ext cx="135255" cy="63500"/>
            </a:xfrm>
            <a:custGeom>
              <a:avLst/>
              <a:gdLst/>
              <a:ahLst/>
              <a:cxnLst/>
              <a:rect l="l" t="t" r="r" b="b"/>
              <a:pathLst>
                <a:path w="135254" h="63500">
                  <a:moveTo>
                    <a:pt x="0" y="0"/>
                  </a:moveTo>
                  <a:lnTo>
                    <a:pt x="1758" y="62893"/>
                  </a:lnTo>
                  <a:lnTo>
                    <a:pt x="59250" y="57501"/>
                  </a:lnTo>
                  <a:lnTo>
                    <a:pt x="134752" y="467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A6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11457350" y="2869056"/>
              <a:ext cx="255270" cy="332740"/>
            </a:xfrm>
            <a:custGeom>
              <a:avLst/>
              <a:gdLst/>
              <a:ahLst/>
              <a:cxnLst/>
              <a:rect l="l" t="t" r="r" b="b"/>
              <a:pathLst>
                <a:path w="255270" h="332739">
                  <a:moveTo>
                    <a:pt x="0" y="0"/>
                  </a:moveTo>
                  <a:lnTo>
                    <a:pt x="19764" y="249759"/>
                  </a:lnTo>
                  <a:lnTo>
                    <a:pt x="255133" y="332424"/>
                  </a:lnTo>
                  <a:lnTo>
                    <a:pt x="240760" y="179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23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11408828" y="2904972"/>
              <a:ext cx="276860" cy="326390"/>
            </a:xfrm>
            <a:custGeom>
              <a:avLst/>
              <a:gdLst/>
              <a:ahLst/>
              <a:cxnLst/>
              <a:rect l="l" t="t" r="r" b="b"/>
              <a:pathLst>
                <a:path w="276859" h="326389">
                  <a:moveTo>
                    <a:pt x="0" y="0"/>
                  </a:moveTo>
                  <a:lnTo>
                    <a:pt x="19770" y="265959"/>
                  </a:lnTo>
                  <a:lnTo>
                    <a:pt x="79630" y="315433"/>
                  </a:lnTo>
                  <a:lnTo>
                    <a:pt x="165769" y="326158"/>
                  </a:lnTo>
                  <a:lnTo>
                    <a:pt x="243149" y="318014"/>
                  </a:lnTo>
                  <a:lnTo>
                    <a:pt x="276728" y="310882"/>
                  </a:lnTo>
                  <a:lnTo>
                    <a:pt x="253380" y="161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C31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11408816" y="2894190"/>
              <a:ext cx="293370" cy="321945"/>
            </a:xfrm>
            <a:custGeom>
              <a:avLst/>
              <a:gdLst/>
              <a:ahLst/>
              <a:cxnLst/>
              <a:rect l="l" t="t" r="r" b="b"/>
              <a:pathLst>
                <a:path w="293370" h="321944">
                  <a:moveTo>
                    <a:pt x="292925" y="305498"/>
                  </a:moveTo>
                  <a:lnTo>
                    <a:pt x="267893" y="19608"/>
                  </a:lnTo>
                  <a:lnTo>
                    <a:pt x="269519" y="17970"/>
                  </a:lnTo>
                  <a:lnTo>
                    <a:pt x="265938" y="14389"/>
                  </a:lnTo>
                  <a:lnTo>
                    <a:pt x="14389" y="0"/>
                  </a:lnTo>
                  <a:lnTo>
                    <a:pt x="0" y="10795"/>
                  </a:lnTo>
                  <a:lnTo>
                    <a:pt x="253390" y="26962"/>
                  </a:lnTo>
                  <a:lnTo>
                    <a:pt x="276733" y="321665"/>
                  </a:lnTo>
                  <a:lnTo>
                    <a:pt x="292925" y="305498"/>
                  </a:lnTo>
                  <a:close/>
                </a:path>
              </a:pathLst>
            </a:custGeom>
            <a:solidFill>
              <a:srgbClr val="CD7B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11410629" y="2895990"/>
              <a:ext cx="266065" cy="23495"/>
            </a:xfrm>
            <a:custGeom>
              <a:avLst/>
              <a:gdLst/>
              <a:ahLst/>
              <a:cxnLst/>
              <a:rect l="l" t="t" r="r" b="b"/>
              <a:pathLst>
                <a:path w="266065" h="23494">
                  <a:moveTo>
                    <a:pt x="8981" y="0"/>
                  </a:moveTo>
                  <a:lnTo>
                    <a:pt x="0" y="7186"/>
                  </a:lnTo>
                  <a:lnTo>
                    <a:pt x="255157" y="23362"/>
                  </a:lnTo>
                  <a:lnTo>
                    <a:pt x="265952" y="19765"/>
                  </a:lnTo>
                  <a:lnTo>
                    <a:pt x="262374" y="16169"/>
                  </a:lnTo>
                  <a:lnTo>
                    <a:pt x="8981" y="0"/>
                  </a:lnTo>
                  <a:close/>
                </a:path>
              </a:pathLst>
            </a:custGeom>
            <a:solidFill>
              <a:srgbClr val="F0EB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11457343" y="2851048"/>
              <a:ext cx="302260" cy="372110"/>
            </a:xfrm>
            <a:custGeom>
              <a:avLst/>
              <a:gdLst/>
              <a:ahLst/>
              <a:cxnLst/>
              <a:rect l="l" t="t" r="r" b="b"/>
              <a:pathLst>
                <a:path w="302259" h="372110">
                  <a:moveTo>
                    <a:pt x="301891" y="372008"/>
                  </a:moveTo>
                  <a:lnTo>
                    <a:pt x="274904" y="18008"/>
                  </a:lnTo>
                  <a:lnTo>
                    <a:pt x="28752" y="0"/>
                  </a:lnTo>
                  <a:lnTo>
                    <a:pt x="0" y="18008"/>
                  </a:lnTo>
                  <a:lnTo>
                    <a:pt x="240766" y="35966"/>
                  </a:lnTo>
                  <a:lnTo>
                    <a:pt x="249847" y="33261"/>
                  </a:lnTo>
                  <a:lnTo>
                    <a:pt x="244081" y="35179"/>
                  </a:lnTo>
                  <a:lnTo>
                    <a:pt x="240766" y="35966"/>
                  </a:lnTo>
                  <a:lnTo>
                    <a:pt x="255130" y="350443"/>
                  </a:lnTo>
                  <a:lnTo>
                    <a:pt x="301891" y="372008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11462735" y="2852863"/>
              <a:ext cx="262890" cy="31115"/>
            </a:xfrm>
            <a:custGeom>
              <a:avLst/>
              <a:gdLst/>
              <a:ahLst/>
              <a:cxnLst/>
              <a:rect l="l" t="t" r="r" b="b"/>
              <a:pathLst>
                <a:path w="262890" h="31114">
                  <a:moveTo>
                    <a:pt x="17969" y="0"/>
                  </a:moveTo>
                  <a:lnTo>
                    <a:pt x="0" y="12554"/>
                  </a:lnTo>
                  <a:lnTo>
                    <a:pt x="239013" y="30567"/>
                  </a:lnTo>
                  <a:lnTo>
                    <a:pt x="242661" y="30114"/>
                  </a:lnTo>
                  <a:lnTo>
                    <a:pt x="250687" y="28308"/>
                  </a:lnTo>
                  <a:lnTo>
                    <a:pt x="258713" y="24477"/>
                  </a:lnTo>
                  <a:lnTo>
                    <a:pt x="262361" y="17952"/>
                  </a:lnTo>
                  <a:lnTo>
                    <a:pt x="17969" y="0"/>
                  </a:lnTo>
                  <a:close/>
                </a:path>
              </a:pathLst>
            </a:custGeom>
            <a:solidFill>
              <a:srgbClr val="F0EB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3" name="object 10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385474" y="3106237"/>
              <a:ext cx="183281" cy="149154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11521221" y="2685713"/>
              <a:ext cx="622935" cy="685165"/>
            </a:xfrm>
            <a:custGeom>
              <a:avLst/>
              <a:gdLst/>
              <a:ahLst/>
              <a:cxnLst/>
              <a:rect l="l" t="t" r="r" b="b"/>
              <a:pathLst>
                <a:path w="622934" h="685164">
                  <a:moveTo>
                    <a:pt x="545246" y="0"/>
                  </a:moveTo>
                  <a:lnTo>
                    <a:pt x="490593" y="13798"/>
                  </a:lnTo>
                  <a:lnTo>
                    <a:pt x="459699" y="56396"/>
                  </a:lnTo>
                  <a:lnTo>
                    <a:pt x="445987" y="101347"/>
                  </a:lnTo>
                  <a:lnTo>
                    <a:pt x="442878" y="122208"/>
                  </a:lnTo>
                  <a:lnTo>
                    <a:pt x="351183" y="521159"/>
                  </a:lnTo>
                  <a:lnTo>
                    <a:pt x="29583" y="497796"/>
                  </a:lnTo>
                  <a:lnTo>
                    <a:pt x="9161" y="525679"/>
                  </a:lnTo>
                  <a:lnTo>
                    <a:pt x="1041" y="553729"/>
                  </a:lnTo>
                  <a:lnTo>
                    <a:pt x="0" y="575376"/>
                  </a:lnTo>
                  <a:lnTo>
                    <a:pt x="813" y="584052"/>
                  </a:lnTo>
                  <a:lnTo>
                    <a:pt x="41158" y="599270"/>
                  </a:lnTo>
                  <a:lnTo>
                    <a:pt x="136253" y="633021"/>
                  </a:lnTo>
                  <a:lnTo>
                    <a:pt x="247187" y="667446"/>
                  </a:lnTo>
                  <a:lnTo>
                    <a:pt x="335051" y="684687"/>
                  </a:lnTo>
                  <a:lnTo>
                    <a:pt x="390877" y="681712"/>
                  </a:lnTo>
                  <a:lnTo>
                    <a:pt x="431386" y="671659"/>
                  </a:lnTo>
                  <a:lnTo>
                    <a:pt x="491604" y="597786"/>
                  </a:lnTo>
                  <a:lnTo>
                    <a:pt x="515794" y="539670"/>
                  </a:lnTo>
                  <a:lnTo>
                    <a:pt x="537115" y="482216"/>
                  </a:lnTo>
                  <a:lnTo>
                    <a:pt x="555704" y="426053"/>
                  </a:lnTo>
                  <a:lnTo>
                    <a:pt x="571698" y="371812"/>
                  </a:lnTo>
                  <a:lnTo>
                    <a:pt x="585234" y="320123"/>
                  </a:lnTo>
                  <a:lnTo>
                    <a:pt x="596449" y="271616"/>
                  </a:lnTo>
                  <a:lnTo>
                    <a:pt x="605480" y="226920"/>
                  </a:lnTo>
                  <a:lnTo>
                    <a:pt x="612464" y="186667"/>
                  </a:lnTo>
                  <a:lnTo>
                    <a:pt x="620841" y="122005"/>
                  </a:lnTo>
                  <a:lnTo>
                    <a:pt x="622508" y="98858"/>
                  </a:lnTo>
                  <a:lnTo>
                    <a:pt x="611971" y="49305"/>
                  </a:lnTo>
                  <a:lnTo>
                    <a:pt x="585241" y="19112"/>
                  </a:lnTo>
                  <a:lnTo>
                    <a:pt x="557830" y="4077"/>
                  </a:lnTo>
                  <a:lnTo>
                    <a:pt x="545246" y="0"/>
                  </a:lnTo>
                  <a:close/>
                </a:path>
              </a:pathLst>
            </a:custGeom>
            <a:solidFill>
              <a:srgbClr val="3E3D3D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6341160"/>
            <a:ext cx="1062355" cy="3003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300"/>
              </a:lnSpc>
              <a:spcBef>
                <a:spcPts val="95"/>
              </a:spcBef>
            </a:pPr>
            <a:r>
              <a:rPr dirty="0" sz="750">
                <a:latin typeface="Arial"/>
                <a:cs typeface="Arial"/>
              </a:rPr>
              <a:t>Digital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Auto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Report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-20">
                <a:latin typeface="Arial"/>
                <a:cs typeface="Arial"/>
              </a:rPr>
              <a:t>2023</a:t>
            </a:r>
            <a:r>
              <a:rPr dirty="0" sz="750" spc="-10">
                <a:latin typeface="Arial"/>
                <a:cs typeface="Arial"/>
              </a:rPr>
              <a:t> Strategy&amp;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1306556" y="62484"/>
            <a:ext cx="772795" cy="1295400"/>
            <a:chOff x="11306556" y="62484"/>
            <a:chExt cx="772795" cy="12954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15928" y="333756"/>
              <a:ext cx="121919" cy="23012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306556" y="62483"/>
              <a:ext cx="772795" cy="1295400"/>
            </a:xfrm>
            <a:custGeom>
              <a:avLst/>
              <a:gdLst/>
              <a:ahLst/>
              <a:cxnLst/>
              <a:rect l="l" t="t" r="r" b="b"/>
              <a:pathLst>
                <a:path w="772795" h="1295400">
                  <a:moveTo>
                    <a:pt x="382524" y="566928"/>
                  </a:moveTo>
                  <a:lnTo>
                    <a:pt x="352171" y="566928"/>
                  </a:lnTo>
                  <a:lnTo>
                    <a:pt x="352171" y="657352"/>
                  </a:lnTo>
                  <a:lnTo>
                    <a:pt x="344601" y="702487"/>
                  </a:lnTo>
                  <a:lnTo>
                    <a:pt x="323646" y="742124"/>
                  </a:lnTo>
                  <a:lnTo>
                    <a:pt x="291922" y="773658"/>
                  </a:lnTo>
                  <a:lnTo>
                    <a:pt x="252044" y="794486"/>
                  </a:lnTo>
                  <a:lnTo>
                    <a:pt x="206629" y="802005"/>
                  </a:lnTo>
                  <a:lnTo>
                    <a:pt x="85344" y="802005"/>
                  </a:lnTo>
                  <a:lnTo>
                    <a:pt x="85344" y="838200"/>
                  </a:lnTo>
                  <a:lnTo>
                    <a:pt x="206629" y="838200"/>
                  </a:lnTo>
                  <a:lnTo>
                    <a:pt x="253339" y="831926"/>
                  </a:lnTo>
                  <a:lnTo>
                    <a:pt x="295351" y="814095"/>
                  </a:lnTo>
                  <a:lnTo>
                    <a:pt x="330962" y="786218"/>
                  </a:lnTo>
                  <a:lnTo>
                    <a:pt x="358482" y="749795"/>
                  </a:lnTo>
                  <a:lnTo>
                    <a:pt x="376224" y="706335"/>
                  </a:lnTo>
                  <a:lnTo>
                    <a:pt x="382524" y="657352"/>
                  </a:lnTo>
                  <a:lnTo>
                    <a:pt x="382524" y="566928"/>
                  </a:lnTo>
                  <a:close/>
                </a:path>
                <a:path w="772795" h="1295400">
                  <a:moveTo>
                    <a:pt x="772668" y="132588"/>
                  </a:moveTo>
                  <a:lnTo>
                    <a:pt x="769226" y="114427"/>
                  </a:lnTo>
                  <a:lnTo>
                    <a:pt x="762965" y="81343"/>
                  </a:lnTo>
                  <a:lnTo>
                    <a:pt x="761072" y="78359"/>
                  </a:lnTo>
                  <a:lnTo>
                    <a:pt x="736168" y="39154"/>
                  </a:lnTo>
                  <a:lnTo>
                    <a:pt x="695667" y="10541"/>
                  </a:lnTo>
                  <a:lnTo>
                    <a:pt x="693547" y="10109"/>
                  </a:lnTo>
                  <a:lnTo>
                    <a:pt x="693547" y="186817"/>
                  </a:lnTo>
                  <a:lnTo>
                    <a:pt x="693547" y="657733"/>
                  </a:lnTo>
                  <a:lnTo>
                    <a:pt x="693547" y="687959"/>
                  </a:lnTo>
                  <a:lnTo>
                    <a:pt x="693547" y="1030351"/>
                  </a:lnTo>
                  <a:lnTo>
                    <a:pt x="450215" y="1030351"/>
                  </a:lnTo>
                  <a:lnTo>
                    <a:pt x="450215" y="1162812"/>
                  </a:lnTo>
                  <a:lnTo>
                    <a:pt x="445833" y="1188440"/>
                  </a:lnTo>
                  <a:lnTo>
                    <a:pt x="433463" y="1209535"/>
                  </a:lnTo>
                  <a:lnTo>
                    <a:pt x="414261" y="1223848"/>
                  </a:lnTo>
                  <a:lnTo>
                    <a:pt x="389382" y="1229106"/>
                  </a:lnTo>
                  <a:lnTo>
                    <a:pt x="363537" y="1223848"/>
                  </a:lnTo>
                  <a:lnTo>
                    <a:pt x="342239" y="1209535"/>
                  </a:lnTo>
                  <a:lnTo>
                    <a:pt x="327774" y="1188440"/>
                  </a:lnTo>
                  <a:lnTo>
                    <a:pt x="322453" y="1162812"/>
                  </a:lnTo>
                  <a:lnTo>
                    <a:pt x="327774" y="1137246"/>
                  </a:lnTo>
                  <a:lnTo>
                    <a:pt x="363537" y="1101813"/>
                  </a:lnTo>
                  <a:lnTo>
                    <a:pt x="414261" y="1101813"/>
                  </a:lnTo>
                  <a:lnTo>
                    <a:pt x="445833" y="1137246"/>
                  </a:lnTo>
                  <a:lnTo>
                    <a:pt x="450215" y="1162812"/>
                  </a:lnTo>
                  <a:lnTo>
                    <a:pt x="450215" y="1030351"/>
                  </a:lnTo>
                  <a:lnTo>
                    <a:pt x="214134" y="1030351"/>
                  </a:lnTo>
                  <a:lnTo>
                    <a:pt x="215646" y="1025080"/>
                  </a:lnTo>
                  <a:lnTo>
                    <a:pt x="219544" y="1014222"/>
                  </a:lnTo>
                  <a:lnTo>
                    <a:pt x="224028" y="1001649"/>
                  </a:lnTo>
                  <a:lnTo>
                    <a:pt x="239928" y="979347"/>
                  </a:lnTo>
                  <a:lnTo>
                    <a:pt x="259842" y="958697"/>
                  </a:lnTo>
                  <a:lnTo>
                    <a:pt x="283171" y="941438"/>
                  </a:lnTo>
                  <a:lnTo>
                    <a:pt x="309372" y="929259"/>
                  </a:lnTo>
                  <a:lnTo>
                    <a:pt x="319659" y="946048"/>
                  </a:lnTo>
                  <a:lnTo>
                    <a:pt x="332232" y="959459"/>
                  </a:lnTo>
                  <a:lnTo>
                    <a:pt x="347091" y="968336"/>
                  </a:lnTo>
                  <a:lnTo>
                    <a:pt x="364236" y="971550"/>
                  </a:lnTo>
                  <a:lnTo>
                    <a:pt x="385762" y="967409"/>
                  </a:lnTo>
                  <a:lnTo>
                    <a:pt x="403860" y="956475"/>
                  </a:lnTo>
                  <a:lnTo>
                    <a:pt x="417385" y="941019"/>
                  </a:lnTo>
                  <a:lnTo>
                    <a:pt x="422554" y="929259"/>
                  </a:lnTo>
                  <a:lnTo>
                    <a:pt x="425196" y="923290"/>
                  </a:lnTo>
                  <a:lnTo>
                    <a:pt x="437388" y="923290"/>
                  </a:lnTo>
                  <a:lnTo>
                    <a:pt x="484720" y="913765"/>
                  </a:lnTo>
                  <a:lnTo>
                    <a:pt x="515632" y="893064"/>
                  </a:lnTo>
                  <a:lnTo>
                    <a:pt x="523494" y="887818"/>
                  </a:lnTo>
                  <a:lnTo>
                    <a:pt x="549681" y="849414"/>
                  </a:lnTo>
                  <a:lnTo>
                    <a:pt x="559308" y="802513"/>
                  </a:lnTo>
                  <a:lnTo>
                    <a:pt x="559308" y="730123"/>
                  </a:lnTo>
                  <a:lnTo>
                    <a:pt x="575398" y="724420"/>
                  </a:lnTo>
                  <a:lnTo>
                    <a:pt x="587502" y="715860"/>
                  </a:lnTo>
                  <a:lnTo>
                    <a:pt x="596163" y="703897"/>
                  </a:lnTo>
                  <a:lnTo>
                    <a:pt x="601980" y="687959"/>
                  </a:lnTo>
                  <a:lnTo>
                    <a:pt x="693547" y="687959"/>
                  </a:lnTo>
                  <a:lnTo>
                    <a:pt x="693547" y="657733"/>
                  </a:lnTo>
                  <a:lnTo>
                    <a:pt x="601980" y="657733"/>
                  </a:lnTo>
                  <a:lnTo>
                    <a:pt x="596163" y="644385"/>
                  </a:lnTo>
                  <a:lnTo>
                    <a:pt x="587502" y="632129"/>
                  </a:lnTo>
                  <a:lnTo>
                    <a:pt x="575398" y="622147"/>
                  </a:lnTo>
                  <a:lnTo>
                    <a:pt x="559308" y="615569"/>
                  </a:lnTo>
                  <a:lnTo>
                    <a:pt x="559308" y="186817"/>
                  </a:lnTo>
                  <a:lnTo>
                    <a:pt x="693547" y="186817"/>
                  </a:lnTo>
                  <a:lnTo>
                    <a:pt x="693547" y="10109"/>
                  </a:lnTo>
                  <a:lnTo>
                    <a:pt x="644906" y="0"/>
                  </a:lnTo>
                  <a:lnTo>
                    <a:pt x="528828" y="0"/>
                  </a:lnTo>
                  <a:lnTo>
                    <a:pt x="528828" y="186817"/>
                  </a:lnTo>
                  <a:lnTo>
                    <a:pt x="528828" y="615569"/>
                  </a:lnTo>
                  <a:lnTo>
                    <a:pt x="515302" y="622147"/>
                  </a:lnTo>
                  <a:lnTo>
                    <a:pt x="502920" y="632129"/>
                  </a:lnTo>
                  <a:lnTo>
                    <a:pt x="492823" y="644385"/>
                  </a:lnTo>
                  <a:lnTo>
                    <a:pt x="486156" y="657733"/>
                  </a:lnTo>
                  <a:lnTo>
                    <a:pt x="400812" y="657733"/>
                  </a:lnTo>
                  <a:lnTo>
                    <a:pt x="400812" y="687959"/>
                  </a:lnTo>
                  <a:lnTo>
                    <a:pt x="486156" y="687959"/>
                  </a:lnTo>
                  <a:lnTo>
                    <a:pt x="492823" y="703897"/>
                  </a:lnTo>
                  <a:lnTo>
                    <a:pt x="502920" y="715860"/>
                  </a:lnTo>
                  <a:lnTo>
                    <a:pt x="515302" y="724420"/>
                  </a:lnTo>
                  <a:lnTo>
                    <a:pt x="528828" y="730123"/>
                  </a:lnTo>
                  <a:lnTo>
                    <a:pt x="528828" y="802513"/>
                  </a:lnTo>
                  <a:lnTo>
                    <a:pt x="521398" y="837082"/>
                  </a:lnTo>
                  <a:lnTo>
                    <a:pt x="501396" y="865936"/>
                  </a:lnTo>
                  <a:lnTo>
                    <a:pt x="472249" y="885723"/>
                  </a:lnTo>
                  <a:lnTo>
                    <a:pt x="437388" y="893064"/>
                  </a:lnTo>
                  <a:lnTo>
                    <a:pt x="425196" y="893064"/>
                  </a:lnTo>
                  <a:lnTo>
                    <a:pt x="417385" y="876300"/>
                  </a:lnTo>
                  <a:lnTo>
                    <a:pt x="403860" y="862939"/>
                  </a:lnTo>
                  <a:lnTo>
                    <a:pt x="385953" y="854202"/>
                  </a:lnTo>
                  <a:lnTo>
                    <a:pt x="386397" y="854202"/>
                  </a:lnTo>
                  <a:lnTo>
                    <a:pt x="364236" y="850900"/>
                  </a:lnTo>
                  <a:lnTo>
                    <a:pt x="345376" y="854202"/>
                  </a:lnTo>
                  <a:lnTo>
                    <a:pt x="327660" y="863701"/>
                  </a:lnTo>
                  <a:lnTo>
                    <a:pt x="314515" y="878878"/>
                  </a:lnTo>
                  <a:lnTo>
                    <a:pt x="309372" y="899160"/>
                  </a:lnTo>
                  <a:lnTo>
                    <a:pt x="274129" y="912456"/>
                  </a:lnTo>
                  <a:lnTo>
                    <a:pt x="215760" y="958697"/>
                  </a:lnTo>
                  <a:lnTo>
                    <a:pt x="191541" y="997165"/>
                  </a:lnTo>
                  <a:lnTo>
                    <a:pt x="186690" y="1009243"/>
                  </a:lnTo>
                  <a:lnTo>
                    <a:pt x="180682" y="1023556"/>
                  </a:lnTo>
                  <a:lnTo>
                    <a:pt x="178092" y="1030351"/>
                  </a:lnTo>
                  <a:lnTo>
                    <a:pt x="79121" y="1030351"/>
                  </a:lnTo>
                  <a:lnTo>
                    <a:pt x="79121" y="763905"/>
                  </a:lnTo>
                  <a:lnTo>
                    <a:pt x="83058" y="751954"/>
                  </a:lnTo>
                  <a:lnTo>
                    <a:pt x="105625" y="721487"/>
                  </a:lnTo>
                  <a:lnTo>
                    <a:pt x="140208" y="699008"/>
                  </a:lnTo>
                  <a:lnTo>
                    <a:pt x="150495" y="712355"/>
                  </a:lnTo>
                  <a:lnTo>
                    <a:pt x="163068" y="723988"/>
                  </a:lnTo>
                  <a:lnTo>
                    <a:pt x="177927" y="732218"/>
                  </a:lnTo>
                  <a:lnTo>
                    <a:pt x="195072" y="735330"/>
                  </a:lnTo>
                  <a:lnTo>
                    <a:pt x="213067" y="731164"/>
                  </a:lnTo>
                  <a:lnTo>
                    <a:pt x="229362" y="720178"/>
                  </a:lnTo>
                  <a:lnTo>
                    <a:pt x="242214" y="704634"/>
                  </a:lnTo>
                  <a:lnTo>
                    <a:pt x="244652" y="699008"/>
                  </a:lnTo>
                  <a:lnTo>
                    <a:pt x="249936" y="686816"/>
                  </a:lnTo>
                  <a:lnTo>
                    <a:pt x="329184" y="686816"/>
                  </a:lnTo>
                  <a:lnTo>
                    <a:pt x="332701" y="681278"/>
                  </a:lnTo>
                  <a:lnTo>
                    <a:pt x="334518" y="673989"/>
                  </a:lnTo>
                  <a:lnTo>
                    <a:pt x="335178" y="665568"/>
                  </a:lnTo>
                  <a:lnTo>
                    <a:pt x="335280" y="656590"/>
                  </a:lnTo>
                  <a:lnTo>
                    <a:pt x="249936" y="656590"/>
                  </a:lnTo>
                  <a:lnTo>
                    <a:pt x="242214" y="639737"/>
                  </a:lnTo>
                  <a:lnTo>
                    <a:pt x="229362" y="626287"/>
                  </a:lnTo>
                  <a:lnTo>
                    <a:pt x="213067" y="617397"/>
                  </a:lnTo>
                  <a:lnTo>
                    <a:pt x="195072" y="614172"/>
                  </a:lnTo>
                  <a:lnTo>
                    <a:pt x="170116" y="618439"/>
                  </a:lnTo>
                  <a:lnTo>
                    <a:pt x="150876" y="630085"/>
                  </a:lnTo>
                  <a:lnTo>
                    <a:pt x="138493" y="647395"/>
                  </a:lnTo>
                  <a:lnTo>
                    <a:pt x="134112" y="668655"/>
                  </a:lnTo>
                  <a:lnTo>
                    <a:pt x="98386" y="686638"/>
                  </a:lnTo>
                  <a:lnTo>
                    <a:pt x="79121" y="705866"/>
                  </a:lnTo>
                  <a:lnTo>
                    <a:pt x="79121" y="554990"/>
                  </a:lnTo>
                  <a:lnTo>
                    <a:pt x="510540" y="554990"/>
                  </a:lnTo>
                  <a:lnTo>
                    <a:pt x="510540" y="546100"/>
                  </a:lnTo>
                  <a:lnTo>
                    <a:pt x="510540" y="527050"/>
                  </a:lnTo>
                  <a:lnTo>
                    <a:pt x="510540" y="518160"/>
                  </a:lnTo>
                  <a:lnTo>
                    <a:pt x="79121" y="518160"/>
                  </a:lnTo>
                  <a:lnTo>
                    <a:pt x="79121" y="186817"/>
                  </a:lnTo>
                  <a:lnTo>
                    <a:pt x="528828" y="186817"/>
                  </a:lnTo>
                  <a:lnTo>
                    <a:pt x="528828" y="0"/>
                  </a:lnTo>
                  <a:lnTo>
                    <a:pt x="480695" y="0"/>
                  </a:lnTo>
                  <a:lnTo>
                    <a:pt x="480695" y="78359"/>
                  </a:lnTo>
                  <a:lnTo>
                    <a:pt x="480695" y="114427"/>
                  </a:lnTo>
                  <a:lnTo>
                    <a:pt x="316357" y="114427"/>
                  </a:lnTo>
                  <a:lnTo>
                    <a:pt x="316357" y="78359"/>
                  </a:lnTo>
                  <a:lnTo>
                    <a:pt x="480695" y="78359"/>
                  </a:lnTo>
                  <a:lnTo>
                    <a:pt x="480695" y="0"/>
                  </a:lnTo>
                  <a:lnTo>
                    <a:pt x="133858" y="0"/>
                  </a:lnTo>
                  <a:lnTo>
                    <a:pt x="91884" y="6845"/>
                  </a:lnTo>
                  <a:lnTo>
                    <a:pt x="55181" y="25831"/>
                  </a:lnTo>
                  <a:lnTo>
                    <a:pt x="26085" y="54648"/>
                  </a:lnTo>
                  <a:lnTo>
                    <a:pt x="6908" y="91008"/>
                  </a:lnTo>
                  <a:lnTo>
                    <a:pt x="0" y="132588"/>
                  </a:lnTo>
                  <a:lnTo>
                    <a:pt x="0" y="1162812"/>
                  </a:lnTo>
                  <a:lnTo>
                    <a:pt x="6908" y="1204404"/>
                  </a:lnTo>
                  <a:lnTo>
                    <a:pt x="26085" y="1240764"/>
                  </a:lnTo>
                  <a:lnTo>
                    <a:pt x="55181" y="1269580"/>
                  </a:lnTo>
                  <a:lnTo>
                    <a:pt x="91884" y="1288567"/>
                  </a:lnTo>
                  <a:lnTo>
                    <a:pt x="133858" y="1295400"/>
                  </a:lnTo>
                  <a:lnTo>
                    <a:pt x="644906" y="1295400"/>
                  </a:lnTo>
                  <a:lnTo>
                    <a:pt x="695667" y="1284871"/>
                  </a:lnTo>
                  <a:lnTo>
                    <a:pt x="736168" y="1256258"/>
                  </a:lnTo>
                  <a:lnTo>
                    <a:pt x="762965" y="1214069"/>
                  </a:lnTo>
                  <a:lnTo>
                    <a:pt x="772668" y="1162812"/>
                  </a:lnTo>
                  <a:lnTo>
                    <a:pt x="772668" y="1096518"/>
                  </a:lnTo>
                  <a:lnTo>
                    <a:pt x="772668" y="1030351"/>
                  </a:lnTo>
                  <a:lnTo>
                    <a:pt x="772668" y="186817"/>
                  </a:lnTo>
                  <a:lnTo>
                    <a:pt x="772668" y="132588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449389" y="2212657"/>
            <a:ext cx="7642225" cy="3539490"/>
            <a:chOff x="449389" y="2212657"/>
            <a:chExt cx="7642225" cy="3539490"/>
          </a:xfrm>
        </p:grpSpPr>
        <p:sp>
          <p:nvSpPr>
            <p:cNvPr id="7" name="object 7"/>
            <p:cNvSpPr/>
            <p:nvPr/>
          </p:nvSpPr>
          <p:spPr>
            <a:xfrm>
              <a:off x="5710428" y="3195828"/>
              <a:ext cx="2376170" cy="539750"/>
            </a:xfrm>
            <a:custGeom>
              <a:avLst/>
              <a:gdLst/>
              <a:ahLst/>
              <a:cxnLst/>
              <a:rect l="l" t="t" r="r" b="b"/>
              <a:pathLst>
                <a:path w="2376170" h="539750">
                  <a:moveTo>
                    <a:pt x="2375916" y="0"/>
                  </a:moveTo>
                  <a:lnTo>
                    <a:pt x="0" y="0"/>
                  </a:lnTo>
                  <a:lnTo>
                    <a:pt x="0" y="539496"/>
                  </a:lnTo>
                  <a:lnTo>
                    <a:pt x="2375916" y="539496"/>
                  </a:lnTo>
                  <a:lnTo>
                    <a:pt x="2375916" y="0"/>
                  </a:lnTo>
                  <a:close/>
                </a:path>
              </a:pathLst>
            </a:custGeom>
            <a:solidFill>
              <a:srgbClr val="F8DD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710428" y="3195828"/>
              <a:ext cx="2376170" cy="539750"/>
            </a:xfrm>
            <a:custGeom>
              <a:avLst/>
              <a:gdLst/>
              <a:ahLst/>
              <a:cxnLst/>
              <a:rect l="l" t="t" r="r" b="b"/>
              <a:pathLst>
                <a:path w="2376170" h="539750">
                  <a:moveTo>
                    <a:pt x="0" y="539496"/>
                  </a:moveTo>
                  <a:lnTo>
                    <a:pt x="2375916" y="539496"/>
                  </a:lnTo>
                  <a:lnTo>
                    <a:pt x="2375916" y="0"/>
                  </a:lnTo>
                  <a:lnTo>
                    <a:pt x="0" y="0"/>
                  </a:lnTo>
                  <a:lnTo>
                    <a:pt x="0" y="539496"/>
                  </a:lnTo>
                  <a:close/>
                </a:path>
              </a:pathLst>
            </a:custGeom>
            <a:ln w="9525">
              <a:solidFill>
                <a:srgbClr val="DB526A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54151" y="5213604"/>
              <a:ext cx="7632700" cy="533400"/>
            </a:xfrm>
            <a:custGeom>
              <a:avLst/>
              <a:gdLst/>
              <a:ahLst/>
              <a:cxnLst/>
              <a:rect l="l" t="t" r="r" b="b"/>
              <a:pathLst>
                <a:path w="7632700" h="533400">
                  <a:moveTo>
                    <a:pt x="7632192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7632192" y="533400"/>
                  </a:lnTo>
                  <a:lnTo>
                    <a:pt x="7632192" y="0"/>
                  </a:lnTo>
                  <a:close/>
                </a:path>
              </a:pathLst>
            </a:custGeom>
            <a:solidFill>
              <a:srgbClr val="F8DD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54151" y="5213604"/>
              <a:ext cx="7632700" cy="533400"/>
            </a:xfrm>
            <a:custGeom>
              <a:avLst/>
              <a:gdLst/>
              <a:ahLst/>
              <a:cxnLst/>
              <a:rect l="l" t="t" r="r" b="b"/>
              <a:pathLst>
                <a:path w="7632700" h="533400">
                  <a:moveTo>
                    <a:pt x="0" y="533400"/>
                  </a:moveTo>
                  <a:lnTo>
                    <a:pt x="7632192" y="533400"/>
                  </a:lnTo>
                  <a:lnTo>
                    <a:pt x="7632192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 w="9525">
              <a:solidFill>
                <a:srgbClr val="DB526A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4151" y="3695700"/>
              <a:ext cx="2880360" cy="539750"/>
            </a:xfrm>
            <a:custGeom>
              <a:avLst/>
              <a:gdLst/>
              <a:ahLst/>
              <a:cxnLst/>
              <a:rect l="l" t="t" r="r" b="b"/>
              <a:pathLst>
                <a:path w="2880360" h="539750">
                  <a:moveTo>
                    <a:pt x="2880360" y="0"/>
                  </a:moveTo>
                  <a:lnTo>
                    <a:pt x="0" y="0"/>
                  </a:lnTo>
                  <a:lnTo>
                    <a:pt x="0" y="539495"/>
                  </a:lnTo>
                  <a:lnTo>
                    <a:pt x="2880360" y="539495"/>
                  </a:lnTo>
                  <a:lnTo>
                    <a:pt x="2880360" y="0"/>
                  </a:lnTo>
                  <a:close/>
                </a:path>
              </a:pathLst>
            </a:custGeom>
            <a:solidFill>
              <a:srgbClr val="F8DD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4151" y="3695700"/>
              <a:ext cx="2880360" cy="539750"/>
            </a:xfrm>
            <a:custGeom>
              <a:avLst/>
              <a:gdLst/>
              <a:ahLst/>
              <a:cxnLst/>
              <a:rect l="l" t="t" r="r" b="b"/>
              <a:pathLst>
                <a:path w="2880360" h="539750">
                  <a:moveTo>
                    <a:pt x="0" y="539495"/>
                  </a:moveTo>
                  <a:lnTo>
                    <a:pt x="2880360" y="539495"/>
                  </a:lnTo>
                  <a:lnTo>
                    <a:pt x="2880360" y="0"/>
                  </a:lnTo>
                  <a:lnTo>
                    <a:pt x="0" y="0"/>
                  </a:lnTo>
                  <a:lnTo>
                    <a:pt x="0" y="539495"/>
                  </a:lnTo>
                  <a:close/>
                </a:path>
              </a:pathLst>
            </a:custGeom>
            <a:ln w="9525">
              <a:solidFill>
                <a:srgbClr val="DB526A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4151" y="4224527"/>
              <a:ext cx="7632700" cy="532130"/>
            </a:xfrm>
            <a:custGeom>
              <a:avLst/>
              <a:gdLst/>
              <a:ahLst/>
              <a:cxnLst/>
              <a:rect l="l" t="t" r="r" b="b"/>
              <a:pathLst>
                <a:path w="7632700" h="532129">
                  <a:moveTo>
                    <a:pt x="7632192" y="0"/>
                  </a:moveTo>
                  <a:lnTo>
                    <a:pt x="0" y="0"/>
                  </a:lnTo>
                  <a:lnTo>
                    <a:pt x="0" y="531876"/>
                  </a:lnTo>
                  <a:lnTo>
                    <a:pt x="7632192" y="531876"/>
                  </a:lnTo>
                  <a:lnTo>
                    <a:pt x="7632192" y="0"/>
                  </a:lnTo>
                  <a:close/>
                </a:path>
              </a:pathLst>
            </a:custGeom>
            <a:solidFill>
              <a:srgbClr val="F8DD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4151" y="4224527"/>
              <a:ext cx="7632700" cy="532130"/>
            </a:xfrm>
            <a:custGeom>
              <a:avLst/>
              <a:gdLst/>
              <a:ahLst/>
              <a:cxnLst/>
              <a:rect l="l" t="t" r="r" b="b"/>
              <a:pathLst>
                <a:path w="7632700" h="532129">
                  <a:moveTo>
                    <a:pt x="0" y="531876"/>
                  </a:moveTo>
                  <a:lnTo>
                    <a:pt x="7632192" y="531876"/>
                  </a:lnTo>
                  <a:lnTo>
                    <a:pt x="7632192" y="0"/>
                  </a:lnTo>
                  <a:lnTo>
                    <a:pt x="0" y="0"/>
                  </a:lnTo>
                  <a:lnTo>
                    <a:pt x="0" y="531876"/>
                  </a:lnTo>
                  <a:close/>
                </a:path>
              </a:pathLst>
            </a:custGeom>
            <a:ln w="9524">
              <a:solidFill>
                <a:srgbClr val="DB526A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566672" y="2289047"/>
              <a:ext cx="1015365" cy="3202305"/>
            </a:xfrm>
            <a:custGeom>
              <a:avLst/>
              <a:gdLst/>
              <a:ahLst/>
              <a:cxnLst/>
              <a:rect l="l" t="t" r="r" b="b"/>
              <a:pathLst>
                <a:path w="1015364" h="3202304">
                  <a:moveTo>
                    <a:pt x="335280" y="1510284"/>
                  </a:moveTo>
                  <a:lnTo>
                    <a:pt x="0" y="1510284"/>
                  </a:lnTo>
                  <a:lnTo>
                    <a:pt x="0" y="1690116"/>
                  </a:lnTo>
                  <a:lnTo>
                    <a:pt x="335280" y="1690116"/>
                  </a:lnTo>
                  <a:lnTo>
                    <a:pt x="335280" y="1510284"/>
                  </a:lnTo>
                  <a:close/>
                </a:path>
                <a:path w="1015364" h="3202304">
                  <a:moveTo>
                    <a:pt x="679704" y="3022092"/>
                  </a:moveTo>
                  <a:lnTo>
                    <a:pt x="0" y="3022092"/>
                  </a:lnTo>
                  <a:lnTo>
                    <a:pt x="0" y="3201924"/>
                  </a:lnTo>
                  <a:lnTo>
                    <a:pt x="679704" y="3201924"/>
                  </a:lnTo>
                  <a:lnTo>
                    <a:pt x="679704" y="3022092"/>
                  </a:lnTo>
                  <a:close/>
                </a:path>
                <a:path w="1015364" h="3202304">
                  <a:moveTo>
                    <a:pt x="734568" y="2517648"/>
                  </a:moveTo>
                  <a:lnTo>
                    <a:pt x="0" y="2517648"/>
                  </a:lnTo>
                  <a:lnTo>
                    <a:pt x="0" y="2697480"/>
                  </a:lnTo>
                  <a:lnTo>
                    <a:pt x="734568" y="2697480"/>
                  </a:lnTo>
                  <a:lnTo>
                    <a:pt x="734568" y="2517648"/>
                  </a:lnTo>
                  <a:close/>
                </a:path>
                <a:path w="1015364" h="3202304">
                  <a:moveTo>
                    <a:pt x="787908" y="2014728"/>
                  </a:moveTo>
                  <a:lnTo>
                    <a:pt x="0" y="2014728"/>
                  </a:lnTo>
                  <a:lnTo>
                    <a:pt x="0" y="2194560"/>
                  </a:lnTo>
                  <a:lnTo>
                    <a:pt x="787908" y="2194560"/>
                  </a:lnTo>
                  <a:lnTo>
                    <a:pt x="787908" y="2014728"/>
                  </a:lnTo>
                  <a:close/>
                </a:path>
                <a:path w="1015364" h="3202304">
                  <a:moveTo>
                    <a:pt x="961644" y="1007364"/>
                  </a:moveTo>
                  <a:lnTo>
                    <a:pt x="0" y="1007364"/>
                  </a:lnTo>
                  <a:lnTo>
                    <a:pt x="0" y="1187196"/>
                  </a:lnTo>
                  <a:lnTo>
                    <a:pt x="961644" y="1187196"/>
                  </a:lnTo>
                  <a:lnTo>
                    <a:pt x="961644" y="1007364"/>
                  </a:lnTo>
                  <a:close/>
                </a:path>
                <a:path w="1015364" h="3202304">
                  <a:moveTo>
                    <a:pt x="961644" y="504444"/>
                  </a:moveTo>
                  <a:lnTo>
                    <a:pt x="0" y="504444"/>
                  </a:lnTo>
                  <a:lnTo>
                    <a:pt x="0" y="684276"/>
                  </a:lnTo>
                  <a:lnTo>
                    <a:pt x="961644" y="684276"/>
                  </a:lnTo>
                  <a:lnTo>
                    <a:pt x="961644" y="504444"/>
                  </a:lnTo>
                  <a:close/>
                </a:path>
                <a:path w="1015364" h="3202304">
                  <a:moveTo>
                    <a:pt x="1014984" y="0"/>
                  </a:moveTo>
                  <a:lnTo>
                    <a:pt x="0" y="0"/>
                  </a:lnTo>
                  <a:lnTo>
                    <a:pt x="0" y="179832"/>
                  </a:lnTo>
                  <a:lnTo>
                    <a:pt x="1014984" y="179832"/>
                  </a:lnTo>
                  <a:lnTo>
                    <a:pt x="1014984" y="0"/>
                  </a:lnTo>
                  <a:close/>
                </a:path>
              </a:pathLst>
            </a:custGeom>
            <a:solidFill>
              <a:srgbClr val="0D020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566671" y="3799332"/>
              <a:ext cx="788035" cy="1691639"/>
            </a:xfrm>
            <a:custGeom>
              <a:avLst/>
              <a:gdLst/>
              <a:ahLst/>
              <a:cxnLst/>
              <a:rect l="l" t="t" r="r" b="b"/>
              <a:pathLst>
                <a:path w="788035" h="1691639">
                  <a:moveTo>
                    <a:pt x="335280" y="0"/>
                  </a:moveTo>
                  <a:lnTo>
                    <a:pt x="0" y="0"/>
                  </a:lnTo>
                  <a:lnTo>
                    <a:pt x="0" y="179831"/>
                  </a:lnTo>
                  <a:lnTo>
                    <a:pt x="335280" y="179831"/>
                  </a:lnTo>
                  <a:lnTo>
                    <a:pt x="335280" y="0"/>
                  </a:lnTo>
                  <a:close/>
                </a:path>
                <a:path w="788035" h="1691639">
                  <a:moveTo>
                    <a:pt x="787908" y="504443"/>
                  </a:moveTo>
                  <a:lnTo>
                    <a:pt x="0" y="504443"/>
                  </a:lnTo>
                  <a:lnTo>
                    <a:pt x="0" y="684276"/>
                  </a:lnTo>
                  <a:lnTo>
                    <a:pt x="787908" y="684276"/>
                  </a:lnTo>
                  <a:lnTo>
                    <a:pt x="787908" y="504443"/>
                  </a:lnTo>
                  <a:close/>
                </a:path>
                <a:path w="788035" h="1691639">
                  <a:moveTo>
                    <a:pt x="679704" y="1511808"/>
                  </a:moveTo>
                  <a:lnTo>
                    <a:pt x="0" y="1511808"/>
                  </a:lnTo>
                  <a:lnTo>
                    <a:pt x="0" y="1691639"/>
                  </a:lnTo>
                  <a:lnTo>
                    <a:pt x="679704" y="1691639"/>
                  </a:lnTo>
                  <a:lnTo>
                    <a:pt x="679704" y="1511808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566672" y="2468879"/>
              <a:ext cx="867410" cy="3202305"/>
            </a:xfrm>
            <a:custGeom>
              <a:avLst/>
              <a:gdLst/>
              <a:ahLst/>
              <a:cxnLst/>
              <a:rect l="l" t="t" r="r" b="b"/>
              <a:pathLst>
                <a:path w="867410" h="3202304">
                  <a:moveTo>
                    <a:pt x="295656" y="3022092"/>
                  </a:moveTo>
                  <a:lnTo>
                    <a:pt x="0" y="3022092"/>
                  </a:lnTo>
                  <a:lnTo>
                    <a:pt x="0" y="3201924"/>
                  </a:lnTo>
                  <a:lnTo>
                    <a:pt x="295656" y="3201924"/>
                  </a:lnTo>
                  <a:lnTo>
                    <a:pt x="295656" y="3022092"/>
                  </a:lnTo>
                  <a:close/>
                </a:path>
                <a:path w="867410" h="3202304">
                  <a:moveTo>
                    <a:pt x="423672" y="2517648"/>
                  </a:moveTo>
                  <a:lnTo>
                    <a:pt x="0" y="2517648"/>
                  </a:lnTo>
                  <a:lnTo>
                    <a:pt x="0" y="2697480"/>
                  </a:lnTo>
                  <a:lnTo>
                    <a:pt x="423672" y="2697480"/>
                  </a:lnTo>
                  <a:lnTo>
                    <a:pt x="423672" y="2517648"/>
                  </a:lnTo>
                  <a:close/>
                </a:path>
                <a:path w="867410" h="3202304">
                  <a:moveTo>
                    <a:pt x="483108" y="2014728"/>
                  </a:moveTo>
                  <a:lnTo>
                    <a:pt x="0" y="2014728"/>
                  </a:lnTo>
                  <a:lnTo>
                    <a:pt x="0" y="2194560"/>
                  </a:lnTo>
                  <a:lnTo>
                    <a:pt x="483108" y="2194560"/>
                  </a:lnTo>
                  <a:lnTo>
                    <a:pt x="483108" y="2014728"/>
                  </a:lnTo>
                  <a:close/>
                </a:path>
                <a:path w="867410" h="3202304">
                  <a:moveTo>
                    <a:pt x="649224" y="1510284"/>
                  </a:moveTo>
                  <a:lnTo>
                    <a:pt x="0" y="1510284"/>
                  </a:lnTo>
                  <a:lnTo>
                    <a:pt x="0" y="1690116"/>
                  </a:lnTo>
                  <a:lnTo>
                    <a:pt x="649224" y="1690116"/>
                  </a:lnTo>
                  <a:lnTo>
                    <a:pt x="649224" y="1510284"/>
                  </a:lnTo>
                  <a:close/>
                </a:path>
                <a:path w="867410" h="3202304">
                  <a:moveTo>
                    <a:pt x="746760" y="1007364"/>
                  </a:moveTo>
                  <a:lnTo>
                    <a:pt x="0" y="1007364"/>
                  </a:lnTo>
                  <a:lnTo>
                    <a:pt x="0" y="1187196"/>
                  </a:lnTo>
                  <a:lnTo>
                    <a:pt x="746760" y="1187196"/>
                  </a:lnTo>
                  <a:lnTo>
                    <a:pt x="746760" y="1007364"/>
                  </a:lnTo>
                  <a:close/>
                </a:path>
                <a:path w="867410" h="3202304">
                  <a:moveTo>
                    <a:pt x="841248" y="504444"/>
                  </a:moveTo>
                  <a:lnTo>
                    <a:pt x="0" y="504444"/>
                  </a:lnTo>
                  <a:lnTo>
                    <a:pt x="0" y="684276"/>
                  </a:lnTo>
                  <a:lnTo>
                    <a:pt x="841248" y="684276"/>
                  </a:lnTo>
                  <a:lnTo>
                    <a:pt x="841248" y="504444"/>
                  </a:lnTo>
                  <a:close/>
                </a:path>
                <a:path w="867410" h="3202304">
                  <a:moveTo>
                    <a:pt x="867156" y="0"/>
                  </a:moveTo>
                  <a:lnTo>
                    <a:pt x="0" y="0"/>
                  </a:lnTo>
                  <a:lnTo>
                    <a:pt x="0" y="179832"/>
                  </a:lnTo>
                  <a:lnTo>
                    <a:pt x="867156" y="179832"/>
                  </a:lnTo>
                  <a:lnTo>
                    <a:pt x="867156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566671" y="2468880"/>
              <a:ext cx="867410" cy="3202305"/>
            </a:xfrm>
            <a:custGeom>
              <a:avLst/>
              <a:gdLst/>
              <a:ahLst/>
              <a:cxnLst/>
              <a:rect l="l" t="t" r="r" b="b"/>
              <a:pathLst>
                <a:path w="867410" h="3202304">
                  <a:moveTo>
                    <a:pt x="867156" y="0"/>
                  </a:moveTo>
                  <a:lnTo>
                    <a:pt x="0" y="0"/>
                  </a:lnTo>
                  <a:lnTo>
                    <a:pt x="0" y="179832"/>
                  </a:lnTo>
                  <a:lnTo>
                    <a:pt x="867156" y="179832"/>
                  </a:lnTo>
                  <a:lnTo>
                    <a:pt x="867156" y="0"/>
                  </a:lnTo>
                  <a:close/>
                </a:path>
                <a:path w="867410" h="3202304">
                  <a:moveTo>
                    <a:pt x="841247" y="504444"/>
                  </a:moveTo>
                  <a:lnTo>
                    <a:pt x="0" y="504444"/>
                  </a:lnTo>
                  <a:lnTo>
                    <a:pt x="0" y="684276"/>
                  </a:lnTo>
                  <a:lnTo>
                    <a:pt x="841247" y="684276"/>
                  </a:lnTo>
                  <a:lnTo>
                    <a:pt x="841247" y="504444"/>
                  </a:lnTo>
                  <a:close/>
                </a:path>
                <a:path w="867410" h="3202304">
                  <a:moveTo>
                    <a:pt x="746760" y="1007363"/>
                  </a:moveTo>
                  <a:lnTo>
                    <a:pt x="0" y="1007363"/>
                  </a:lnTo>
                  <a:lnTo>
                    <a:pt x="0" y="1187196"/>
                  </a:lnTo>
                  <a:lnTo>
                    <a:pt x="746760" y="1187196"/>
                  </a:lnTo>
                  <a:lnTo>
                    <a:pt x="746760" y="1007363"/>
                  </a:lnTo>
                  <a:close/>
                </a:path>
                <a:path w="867410" h="3202304">
                  <a:moveTo>
                    <a:pt x="649224" y="1510284"/>
                  </a:moveTo>
                  <a:lnTo>
                    <a:pt x="0" y="1510284"/>
                  </a:lnTo>
                  <a:lnTo>
                    <a:pt x="0" y="1690116"/>
                  </a:lnTo>
                  <a:lnTo>
                    <a:pt x="649224" y="1690116"/>
                  </a:lnTo>
                  <a:lnTo>
                    <a:pt x="649224" y="1510284"/>
                  </a:lnTo>
                  <a:close/>
                </a:path>
                <a:path w="867410" h="3202304">
                  <a:moveTo>
                    <a:pt x="483108" y="2014727"/>
                  </a:moveTo>
                  <a:lnTo>
                    <a:pt x="0" y="2014727"/>
                  </a:lnTo>
                  <a:lnTo>
                    <a:pt x="0" y="2194560"/>
                  </a:lnTo>
                  <a:lnTo>
                    <a:pt x="483108" y="2194560"/>
                  </a:lnTo>
                  <a:lnTo>
                    <a:pt x="483108" y="2014727"/>
                  </a:lnTo>
                  <a:close/>
                </a:path>
                <a:path w="867410" h="3202304">
                  <a:moveTo>
                    <a:pt x="423672" y="2517648"/>
                  </a:moveTo>
                  <a:lnTo>
                    <a:pt x="0" y="2517648"/>
                  </a:lnTo>
                  <a:lnTo>
                    <a:pt x="0" y="2697480"/>
                  </a:lnTo>
                  <a:lnTo>
                    <a:pt x="423672" y="2697480"/>
                  </a:lnTo>
                  <a:lnTo>
                    <a:pt x="423672" y="2517648"/>
                  </a:lnTo>
                  <a:close/>
                </a:path>
                <a:path w="867410" h="3202304">
                  <a:moveTo>
                    <a:pt x="295656" y="3022092"/>
                  </a:moveTo>
                  <a:lnTo>
                    <a:pt x="0" y="3022092"/>
                  </a:lnTo>
                  <a:lnTo>
                    <a:pt x="0" y="3201924"/>
                  </a:lnTo>
                  <a:lnTo>
                    <a:pt x="295656" y="3201924"/>
                  </a:lnTo>
                  <a:lnTo>
                    <a:pt x="295656" y="3022092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566671" y="2217420"/>
              <a:ext cx="0" cy="3525520"/>
            </a:xfrm>
            <a:custGeom>
              <a:avLst/>
              <a:gdLst/>
              <a:ahLst/>
              <a:cxnLst/>
              <a:rect l="l" t="t" r="r" b="b"/>
              <a:pathLst>
                <a:path w="0" h="3525520">
                  <a:moveTo>
                    <a:pt x="0" y="0"/>
                  </a:moveTo>
                  <a:lnTo>
                    <a:pt x="0" y="3525012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xfrm>
            <a:off x="430174" y="296926"/>
            <a:ext cx="10981690" cy="1260475"/>
          </a:xfrm>
          <a:prstGeom prst="rect"/>
        </p:spPr>
        <p:txBody>
          <a:bodyPr wrap="square" lIns="0" tIns="88265" rIns="0" bIns="0" rtlCol="0" vert="horz">
            <a:spAutoFit/>
          </a:bodyPr>
          <a:lstStyle/>
          <a:p>
            <a:pPr marL="12700" marR="5080">
              <a:lnSpc>
                <a:spcPts val="3260"/>
              </a:lnSpc>
              <a:spcBef>
                <a:spcPts val="695"/>
              </a:spcBef>
            </a:pPr>
            <a:r>
              <a:rPr dirty="0">
                <a:solidFill>
                  <a:srgbClr val="000000"/>
                </a:solidFill>
              </a:rPr>
              <a:t>Experts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rate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infotainment</a:t>
            </a:r>
            <a:r>
              <a:rPr dirty="0" spc="-4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higher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than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consumers do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 spc="-30">
                <a:solidFill>
                  <a:srgbClr val="000000"/>
                </a:solidFill>
              </a:rPr>
              <a:t>–</a:t>
            </a:r>
            <a:r>
              <a:rPr dirty="0" spc="-25">
                <a:solidFill>
                  <a:srgbClr val="000000"/>
                </a:solidFill>
              </a:rPr>
              <a:t>in </a:t>
            </a:r>
            <a:r>
              <a:rPr dirty="0">
                <a:solidFill>
                  <a:srgbClr val="000000"/>
                </a:solidFill>
              </a:rPr>
              <a:t>China,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they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underestimate relevance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of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on-</a:t>
            </a:r>
            <a:r>
              <a:rPr dirty="0">
                <a:solidFill>
                  <a:srgbClr val="000000"/>
                </a:solidFill>
              </a:rPr>
              <a:t>demand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functions</a:t>
            </a: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Connected</a:t>
            </a:r>
            <a:r>
              <a:rPr dirty="0" sz="1800" spc="-3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services</a:t>
            </a:r>
            <a:r>
              <a:rPr dirty="0" sz="1800" spc="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–</a:t>
            </a:r>
            <a:r>
              <a:rPr dirty="0" sz="1800" spc="-4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Share</a:t>
            </a:r>
            <a:r>
              <a:rPr dirty="0" sz="1800" spc="-2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of</a:t>
            </a:r>
            <a:r>
              <a:rPr dirty="0" sz="1800" spc="-3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experts</a:t>
            </a:r>
            <a:r>
              <a:rPr dirty="0" sz="1800" spc="-3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rating</a:t>
            </a:r>
            <a:r>
              <a:rPr dirty="0" sz="1800" spc="-3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feature</a:t>
            </a:r>
            <a:r>
              <a:rPr dirty="0" sz="1800" spc="-3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as</a:t>
            </a:r>
            <a:r>
              <a:rPr dirty="0" sz="1800" spc="-4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A21F1F"/>
                </a:solidFill>
                <a:latin typeface="Arial"/>
                <a:cs typeface="Arial"/>
              </a:rPr>
              <a:t>important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78354" y="6500876"/>
            <a:ext cx="1626235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>
                <a:latin typeface="Arial"/>
                <a:cs typeface="Arial"/>
              </a:rPr>
              <a:t>Source:</a:t>
            </a:r>
            <a:r>
              <a:rPr dirty="0" sz="750" spc="-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PwC</a:t>
            </a:r>
            <a:r>
              <a:rPr dirty="0" sz="750" spc="1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Strategy&amp;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expert</a:t>
            </a:r>
            <a:r>
              <a:rPr dirty="0" sz="750" spc="-10">
                <a:latin typeface="Arial"/>
                <a:cs typeface="Arial"/>
              </a:rPr>
              <a:t> survey</a:t>
            </a:r>
            <a:endParaRPr sz="7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76309" y="3671061"/>
            <a:ext cx="3115945" cy="666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 spc="-20" b="1">
                <a:latin typeface="Arial"/>
                <a:cs typeface="Arial"/>
              </a:rPr>
              <a:t>Safety,</a:t>
            </a:r>
            <a:r>
              <a:rPr dirty="0" sz="1400" spc="1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navigation</a:t>
            </a:r>
            <a:r>
              <a:rPr dirty="0" sz="1400" spc="-5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and</a:t>
            </a:r>
            <a:r>
              <a:rPr dirty="0" sz="1400" spc="-10" b="1">
                <a:latin typeface="Arial"/>
                <a:cs typeface="Arial"/>
              </a:rPr>
              <a:t> entertainment </a:t>
            </a:r>
            <a:r>
              <a:rPr dirty="0" sz="1400">
                <a:latin typeface="Arial"/>
                <a:cs typeface="Arial"/>
              </a:rPr>
              <a:t>are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considered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most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important</a:t>
            </a:r>
            <a:r>
              <a:rPr dirty="0" sz="1400" spc="-50" b="1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by </a:t>
            </a:r>
            <a:r>
              <a:rPr dirty="0" sz="1400" spc="-10">
                <a:latin typeface="Arial"/>
                <a:cs typeface="Arial"/>
              </a:rPr>
              <a:t>experts.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76309" y="4524883"/>
            <a:ext cx="3165475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"/>
                <a:cs typeface="Arial"/>
              </a:rPr>
              <a:t>Experts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Germany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are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rather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 spc="-20" b="1">
                <a:latin typeface="Arial"/>
                <a:cs typeface="Arial"/>
              </a:rPr>
              <a:t>less </a:t>
            </a:r>
            <a:r>
              <a:rPr dirty="0" sz="1400" spc="-10" b="1">
                <a:latin typeface="Arial"/>
                <a:cs typeface="Arial"/>
              </a:rPr>
              <a:t>enthusiastic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when</a:t>
            </a:r>
            <a:r>
              <a:rPr dirty="0" sz="1400" spc="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assessing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the </a:t>
            </a:r>
            <a:r>
              <a:rPr dirty="0" sz="1400">
                <a:latin typeface="Arial"/>
                <a:cs typeface="Arial"/>
              </a:rPr>
              <a:t>importance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of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mirroring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smart-</a:t>
            </a:r>
            <a:r>
              <a:rPr dirty="0" sz="1400" spc="-10" b="1">
                <a:latin typeface="Arial"/>
                <a:cs typeface="Arial"/>
              </a:rPr>
              <a:t>phones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76309" y="5378322"/>
            <a:ext cx="3251200" cy="880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"/>
                <a:cs typeface="Arial"/>
              </a:rPr>
              <a:t>Experts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China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are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comparatively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less </a:t>
            </a:r>
            <a:r>
              <a:rPr dirty="0" sz="1400">
                <a:latin typeface="Arial"/>
                <a:cs typeface="Arial"/>
              </a:rPr>
              <a:t>upbeat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when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assessing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34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importance </a:t>
            </a:r>
            <a:r>
              <a:rPr dirty="0" sz="1400">
                <a:latin typeface="Arial"/>
                <a:cs typeface="Arial"/>
              </a:rPr>
              <a:t>of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on-</a:t>
            </a:r>
            <a:r>
              <a:rPr dirty="0" sz="1400" b="1">
                <a:latin typeface="Arial"/>
                <a:cs typeface="Arial"/>
              </a:rPr>
              <a:t>demand</a:t>
            </a:r>
            <a:r>
              <a:rPr dirty="0" sz="1400" spc="-5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functions</a:t>
            </a:r>
            <a:r>
              <a:rPr dirty="0" sz="1400" spc="-55" b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and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lifestyle</a:t>
            </a:r>
            <a:r>
              <a:rPr dirty="0" sz="1400" spc="-50" b="1">
                <a:latin typeface="Arial"/>
                <a:cs typeface="Arial"/>
              </a:rPr>
              <a:t> &amp; </a:t>
            </a:r>
            <a:r>
              <a:rPr dirty="0" sz="1400" b="1">
                <a:latin typeface="Arial"/>
                <a:cs typeface="Arial"/>
              </a:rPr>
              <a:t>comfort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services.”</a:t>
            </a:r>
            <a:endParaRPr sz="1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975485" y="2265375"/>
            <a:ext cx="19621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94</a:t>
            </a:r>
            <a:endParaRPr sz="12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948433" y="2769489"/>
            <a:ext cx="1968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89</a:t>
            </a:r>
            <a:endParaRPr sz="12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948433" y="3273044"/>
            <a:ext cx="1968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89</a:t>
            </a:r>
            <a:endParaRPr sz="12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635379" y="3776598"/>
            <a:ext cx="196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31</a:t>
            </a:r>
            <a:endParaRPr sz="12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863598" y="4280154"/>
            <a:ext cx="196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73</a:t>
            </a:r>
            <a:endParaRPr sz="12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836801" y="4783582"/>
            <a:ext cx="196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68</a:t>
            </a:r>
            <a:endParaRPr sz="12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809750" y="5287136"/>
            <a:ext cx="196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63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894077" y="3846385"/>
            <a:ext cx="942340" cy="1740535"/>
            <a:chOff x="1894077" y="3846385"/>
            <a:chExt cx="942340" cy="1740535"/>
          </a:xfrm>
        </p:grpSpPr>
        <p:sp>
          <p:nvSpPr>
            <p:cNvPr id="33" name="object 33"/>
            <p:cNvSpPr/>
            <p:nvPr/>
          </p:nvSpPr>
          <p:spPr>
            <a:xfrm>
              <a:off x="2253995" y="4070603"/>
              <a:ext cx="327025" cy="0"/>
            </a:xfrm>
            <a:custGeom>
              <a:avLst/>
              <a:gdLst/>
              <a:ahLst/>
              <a:cxnLst/>
              <a:rect l="l" t="t" r="r" b="b"/>
              <a:pathLst>
                <a:path w="327025" h="0">
                  <a:moveTo>
                    <a:pt x="0" y="0"/>
                  </a:moveTo>
                  <a:lnTo>
                    <a:pt x="32702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2581655" y="3889247"/>
              <a:ext cx="0" cy="180975"/>
            </a:xfrm>
            <a:custGeom>
              <a:avLst/>
              <a:gdLst/>
              <a:ahLst/>
              <a:cxnLst/>
              <a:rect l="l" t="t" r="r" b="b"/>
              <a:pathLst>
                <a:path w="0" h="180975">
                  <a:moveTo>
                    <a:pt x="0" y="18097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1940051" y="3851147"/>
              <a:ext cx="641350" cy="76200"/>
            </a:xfrm>
            <a:custGeom>
              <a:avLst/>
              <a:gdLst/>
              <a:ahLst/>
              <a:cxnLst/>
              <a:rect l="l" t="t" r="r" b="b"/>
              <a:pathLst>
                <a:path w="64135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4450"/>
                  </a:lnTo>
                  <a:lnTo>
                    <a:pt x="63500" y="44450"/>
                  </a:lnTo>
                  <a:lnTo>
                    <a:pt x="63500" y="31750"/>
                  </a:lnTo>
                  <a:lnTo>
                    <a:pt x="76200" y="31750"/>
                  </a:lnTo>
                  <a:lnTo>
                    <a:pt x="76200" y="0"/>
                  </a:lnTo>
                  <a:close/>
                </a:path>
                <a:path w="641350" h="76200">
                  <a:moveTo>
                    <a:pt x="76200" y="31750"/>
                  </a:moveTo>
                  <a:lnTo>
                    <a:pt x="63500" y="31750"/>
                  </a:lnTo>
                  <a:lnTo>
                    <a:pt x="63500" y="44450"/>
                  </a:lnTo>
                  <a:lnTo>
                    <a:pt x="76200" y="44450"/>
                  </a:lnTo>
                  <a:lnTo>
                    <a:pt x="76200" y="31750"/>
                  </a:lnTo>
                  <a:close/>
                </a:path>
                <a:path w="641350" h="76200">
                  <a:moveTo>
                    <a:pt x="641350" y="31750"/>
                  </a:moveTo>
                  <a:lnTo>
                    <a:pt x="76200" y="31750"/>
                  </a:lnTo>
                  <a:lnTo>
                    <a:pt x="76200" y="44450"/>
                  </a:lnTo>
                  <a:lnTo>
                    <a:pt x="641350" y="44450"/>
                  </a:lnTo>
                  <a:lnTo>
                    <a:pt x="641350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2087879" y="4573523"/>
              <a:ext cx="736600" cy="0"/>
            </a:xfrm>
            <a:custGeom>
              <a:avLst/>
              <a:gdLst/>
              <a:ahLst/>
              <a:cxnLst/>
              <a:rect l="l" t="t" r="r" b="b"/>
              <a:pathLst>
                <a:path w="736600" h="0">
                  <a:moveTo>
                    <a:pt x="0" y="0"/>
                  </a:moveTo>
                  <a:lnTo>
                    <a:pt x="736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2823972" y="4393691"/>
              <a:ext cx="0" cy="179705"/>
            </a:xfrm>
            <a:custGeom>
              <a:avLst/>
              <a:gdLst/>
              <a:ahLst/>
              <a:cxnLst/>
              <a:rect l="l" t="t" r="r" b="b"/>
              <a:pathLst>
                <a:path w="0" h="179704">
                  <a:moveTo>
                    <a:pt x="0" y="17945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2394204" y="4355591"/>
              <a:ext cx="430530" cy="76200"/>
            </a:xfrm>
            <a:custGeom>
              <a:avLst/>
              <a:gdLst/>
              <a:ahLst/>
              <a:cxnLst/>
              <a:rect l="l" t="t" r="r" b="b"/>
              <a:pathLst>
                <a:path w="430530" h="76200">
                  <a:moveTo>
                    <a:pt x="76199" y="0"/>
                  </a:moveTo>
                  <a:lnTo>
                    <a:pt x="0" y="38099"/>
                  </a:lnTo>
                  <a:lnTo>
                    <a:pt x="76199" y="76199"/>
                  </a:lnTo>
                  <a:lnTo>
                    <a:pt x="76199" y="44449"/>
                  </a:lnTo>
                  <a:lnTo>
                    <a:pt x="63499" y="44449"/>
                  </a:lnTo>
                  <a:lnTo>
                    <a:pt x="63499" y="31749"/>
                  </a:lnTo>
                  <a:lnTo>
                    <a:pt x="76199" y="31749"/>
                  </a:lnTo>
                  <a:lnTo>
                    <a:pt x="76199" y="0"/>
                  </a:lnTo>
                  <a:close/>
                </a:path>
                <a:path w="430530" h="76200">
                  <a:moveTo>
                    <a:pt x="76199" y="31749"/>
                  </a:moveTo>
                  <a:lnTo>
                    <a:pt x="63499" y="31749"/>
                  </a:lnTo>
                  <a:lnTo>
                    <a:pt x="63499" y="44449"/>
                  </a:lnTo>
                  <a:lnTo>
                    <a:pt x="76199" y="44449"/>
                  </a:lnTo>
                  <a:lnTo>
                    <a:pt x="76199" y="31749"/>
                  </a:lnTo>
                  <a:close/>
                </a:path>
                <a:path w="430530" h="76200">
                  <a:moveTo>
                    <a:pt x="430275" y="31749"/>
                  </a:moveTo>
                  <a:lnTo>
                    <a:pt x="76199" y="31749"/>
                  </a:lnTo>
                  <a:lnTo>
                    <a:pt x="76199" y="44449"/>
                  </a:lnTo>
                  <a:lnTo>
                    <a:pt x="430275" y="44449"/>
                  </a:lnTo>
                  <a:lnTo>
                    <a:pt x="430275" y="317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2775203" y="5401055"/>
              <a:ext cx="0" cy="179705"/>
            </a:xfrm>
            <a:custGeom>
              <a:avLst/>
              <a:gdLst/>
              <a:ahLst/>
              <a:cxnLst/>
              <a:rect l="l" t="t" r="r" b="b"/>
              <a:pathLst>
                <a:path w="0" h="179704">
                  <a:moveTo>
                    <a:pt x="0" y="179451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1900427" y="5579363"/>
              <a:ext cx="875030" cy="0"/>
            </a:xfrm>
            <a:custGeom>
              <a:avLst/>
              <a:gdLst/>
              <a:ahLst/>
              <a:cxnLst/>
              <a:rect l="l" t="t" r="r" b="b"/>
              <a:pathLst>
                <a:path w="875030" h="0">
                  <a:moveTo>
                    <a:pt x="0" y="0"/>
                  </a:moveTo>
                  <a:lnTo>
                    <a:pt x="874776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2286000" y="5362955"/>
              <a:ext cx="488950" cy="76200"/>
            </a:xfrm>
            <a:custGeom>
              <a:avLst/>
              <a:gdLst/>
              <a:ahLst/>
              <a:cxnLst/>
              <a:rect l="l" t="t" r="r" b="b"/>
              <a:pathLst>
                <a:path w="48895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4450"/>
                  </a:lnTo>
                  <a:lnTo>
                    <a:pt x="63500" y="44450"/>
                  </a:lnTo>
                  <a:lnTo>
                    <a:pt x="63500" y="31750"/>
                  </a:lnTo>
                  <a:lnTo>
                    <a:pt x="76200" y="31750"/>
                  </a:lnTo>
                  <a:lnTo>
                    <a:pt x="76200" y="0"/>
                  </a:lnTo>
                  <a:close/>
                </a:path>
                <a:path w="488950" h="76200">
                  <a:moveTo>
                    <a:pt x="76200" y="31750"/>
                  </a:moveTo>
                  <a:lnTo>
                    <a:pt x="63500" y="31750"/>
                  </a:lnTo>
                  <a:lnTo>
                    <a:pt x="63500" y="44450"/>
                  </a:lnTo>
                  <a:lnTo>
                    <a:pt x="76200" y="44450"/>
                  </a:lnTo>
                  <a:lnTo>
                    <a:pt x="76200" y="31750"/>
                  </a:lnTo>
                  <a:close/>
                </a:path>
                <a:path w="488950" h="76200">
                  <a:moveTo>
                    <a:pt x="488950" y="31750"/>
                  </a:moveTo>
                  <a:lnTo>
                    <a:pt x="76200" y="31750"/>
                  </a:lnTo>
                  <a:lnTo>
                    <a:pt x="76200" y="44450"/>
                  </a:lnTo>
                  <a:lnTo>
                    <a:pt x="488950" y="44450"/>
                  </a:lnTo>
                  <a:lnTo>
                    <a:pt x="488950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2330195" y="3851147"/>
              <a:ext cx="501650" cy="259079"/>
            </a:xfrm>
            <a:custGeom>
              <a:avLst/>
              <a:gdLst/>
              <a:ahLst/>
              <a:cxnLst/>
              <a:rect l="l" t="t" r="r" b="b"/>
              <a:pathLst>
                <a:path w="501650" h="259079">
                  <a:moveTo>
                    <a:pt x="250697" y="0"/>
                  </a:moveTo>
                  <a:lnTo>
                    <a:pt x="193223" y="3423"/>
                  </a:lnTo>
                  <a:lnTo>
                    <a:pt x="140459" y="13173"/>
                  </a:lnTo>
                  <a:lnTo>
                    <a:pt x="93910" y="28471"/>
                  </a:lnTo>
                  <a:lnTo>
                    <a:pt x="55083" y="48536"/>
                  </a:lnTo>
                  <a:lnTo>
                    <a:pt x="25485" y="72589"/>
                  </a:lnTo>
                  <a:lnTo>
                    <a:pt x="0" y="129539"/>
                  </a:lnTo>
                  <a:lnTo>
                    <a:pt x="6622" y="159229"/>
                  </a:lnTo>
                  <a:lnTo>
                    <a:pt x="55083" y="210543"/>
                  </a:lnTo>
                  <a:lnTo>
                    <a:pt x="93910" y="230608"/>
                  </a:lnTo>
                  <a:lnTo>
                    <a:pt x="140459" y="245906"/>
                  </a:lnTo>
                  <a:lnTo>
                    <a:pt x="193223" y="255656"/>
                  </a:lnTo>
                  <a:lnTo>
                    <a:pt x="250697" y="259079"/>
                  </a:lnTo>
                  <a:lnTo>
                    <a:pt x="308172" y="255656"/>
                  </a:lnTo>
                  <a:lnTo>
                    <a:pt x="360936" y="245906"/>
                  </a:lnTo>
                  <a:lnTo>
                    <a:pt x="407485" y="230608"/>
                  </a:lnTo>
                  <a:lnTo>
                    <a:pt x="446312" y="210543"/>
                  </a:lnTo>
                  <a:lnTo>
                    <a:pt x="475910" y="186490"/>
                  </a:lnTo>
                  <a:lnTo>
                    <a:pt x="501395" y="129539"/>
                  </a:lnTo>
                  <a:lnTo>
                    <a:pt x="494773" y="99850"/>
                  </a:lnTo>
                  <a:lnTo>
                    <a:pt x="446312" y="48536"/>
                  </a:lnTo>
                  <a:lnTo>
                    <a:pt x="407485" y="28471"/>
                  </a:lnTo>
                  <a:lnTo>
                    <a:pt x="360936" y="13173"/>
                  </a:lnTo>
                  <a:lnTo>
                    <a:pt x="308172" y="3423"/>
                  </a:lnTo>
                  <a:lnTo>
                    <a:pt x="2506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2330195" y="3851147"/>
              <a:ext cx="501650" cy="259079"/>
            </a:xfrm>
            <a:custGeom>
              <a:avLst/>
              <a:gdLst/>
              <a:ahLst/>
              <a:cxnLst/>
              <a:rect l="l" t="t" r="r" b="b"/>
              <a:pathLst>
                <a:path w="501650" h="259079">
                  <a:moveTo>
                    <a:pt x="0" y="129539"/>
                  </a:moveTo>
                  <a:lnTo>
                    <a:pt x="25485" y="72589"/>
                  </a:lnTo>
                  <a:lnTo>
                    <a:pt x="55083" y="48536"/>
                  </a:lnTo>
                  <a:lnTo>
                    <a:pt x="93910" y="28471"/>
                  </a:lnTo>
                  <a:lnTo>
                    <a:pt x="140459" y="13173"/>
                  </a:lnTo>
                  <a:lnTo>
                    <a:pt x="193223" y="3423"/>
                  </a:lnTo>
                  <a:lnTo>
                    <a:pt x="250697" y="0"/>
                  </a:lnTo>
                  <a:lnTo>
                    <a:pt x="308172" y="3423"/>
                  </a:lnTo>
                  <a:lnTo>
                    <a:pt x="360936" y="13173"/>
                  </a:lnTo>
                  <a:lnTo>
                    <a:pt x="407485" y="28471"/>
                  </a:lnTo>
                  <a:lnTo>
                    <a:pt x="446312" y="48536"/>
                  </a:lnTo>
                  <a:lnTo>
                    <a:pt x="475910" y="72589"/>
                  </a:lnTo>
                  <a:lnTo>
                    <a:pt x="501395" y="129539"/>
                  </a:lnTo>
                  <a:lnTo>
                    <a:pt x="494773" y="159229"/>
                  </a:lnTo>
                  <a:lnTo>
                    <a:pt x="446312" y="210543"/>
                  </a:lnTo>
                  <a:lnTo>
                    <a:pt x="407485" y="230608"/>
                  </a:lnTo>
                  <a:lnTo>
                    <a:pt x="360936" y="245906"/>
                  </a:lnTo>
                  <a:lnTo>
                    <a:pt x="308172" y="255656"/>
                  </a:lnTo>
                  <a:lnTo>
                    <a:pt x="250697" y="259079"/>
                  </a:lnTo>
                  <a:lnTo>
                    <a:pt x="193223" y="255656"/>
                  </a:lnTo>
                  <a:lnTo>
                    <a:pt x="140459" y="245906"/>
                  </a:lnTo>
                  <a:lnTo>
                    <a:pt x="93910" y="230608"/>
                  </a:lnTo>
                  <a:lnTo>
                    <a:pt x="55083" y="210543"/>
                  </a:lnTo>
                  <a:lnTo>
                    <a:pt x="25485" y="186490"/>
                  </a:lnTo>
                  <a:lnTo>
                    <a:pt x="0" y="12953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681329" y="4810125"/>
            <a:ext cx="810895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342900">
              <a:lnSpc>
                <a:spcPct val="100000"/>
              </a:lnSpc>
              <a:spcBef>
                <a:spcPts val="105"/>
              </a:spcBef>
            </a:pPr>
            <a:r>
              <a:rPr dirty="0" sz="1050" spc="-10">
                <a:latin typeface="Arial"/>
                <a:cs typeface="Arial"/>
              </a:rPr>
              <a:t>Vehicle management</a:t>
            </a:r>
            <a:endParaRPr sz="10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31900" y="2372614"/>
            <a:ext cx="65913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10">
                <a:latin typeface="Arial"/>
                <a:cs typeface="Arial"/>
              </a:rPr>
              <a:t>Navigation</a:t>
            </a:r>
            <a:endParaRPr sz="10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086103" y="2875915"/>
            <a:ext cx="40640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10">
                <a:latin typeface="Arial"/>
                <a:cs typeface="Arial"/>
              </a:rPr>
              <a:t>Safety</a:t>
            </a:r>
            <a:endParaRPr sz="105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14578" y="5313426"/>
            <a:ext cx="876300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39370">
              <a:lnSpc>
                <a:spcPct val="100000"/>
              </a:lnSpc>
              <a:spcBef>
                <a:spcPts val="105"/>
              </a:spcBef>
            </a:pPr>
            <a:r>
              <a:rPr dirty="0" sz="1050" b="1">
                <a:latin typeface="Arial"/>
                <a:cs typeface="Arial"/>
              </a:rPr>
              <a:t>Lifestyle</a:t>
            </a:r>
            <a:r>
              <a:rPr dirty="0" sz="1050" spc="-50" b="1">
                <a:latin typeface="Arial"/>
                <a:cs typeface="Arial"/>
              </a:rPr>
              <a:t> </a:t>
            </a:r>
            <a:r>
              <a:rPr dirty="0" sz="1050" spc="-25" b="1">
                <a:latin typeface="Arial"/>
                <a:cs typeface="Arial"/>
              </a:rPr>
              <a:t>and</a:t>
            </a:r>
            <a:endParaRPr sz="105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</a:pPr>
            <a:r>
              <a:rPr dirty="0" sz="1050" spc="-10" b="1">
                <a:latin typeface="Arial"/>
                <a:cs typeface="Arial"/>
              </a:rPr>
              <a:t>comfort</a:t>
            </a:r>
            <a:endParaRPr sz="105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05104" y="3298316"/>
            <a:ext cx="786130" cy="3473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51435">
              <a:lnSpc>
                <a:spcPct val="100000"/>
              </a:lnSpc>
              <a:spcBef>
                <a:spcPts val="105"/>
              </a:spcBef>
            </a:pPr>
            <a:r>
              <a:rPr dirty="0" sz="1050" spc="-10">
                <a:latin typeface="Arial"/>
                <a:cs typeface="Arial"/>
              </a:rPr>
              <a:t>On-demand </a:t>
            </a:r>
            <a:r>
              <a:rPr dirty="0" sz="1050">
                <a:latin typeface="Arial"/>
                <a:cs typeface="Arial"/>
              </a:rPr>
              <a:t>car</a:t>
            </a:r>
            <a:r>
              <a:rPr dirty="0" sz="1050" spc="-10">
                <a:latin typeface="Arial"/>
                <a:cs typeface="Arial"/>
              </a:rPr>
              <a:t> functions</a:t>
            </a:r>
            <a:endParaRPr sz="105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35000" y="3803395"/>
            <a:ext cx="856615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3340" marR="5080" indent="-41275">
              <a:lnSpc>
                <a:spcPct val="100000"/>
              </a:lnSpc>
              <a:spcBef>
                <a:spcPts val="105"/>
              </a:spcBef>
            </a:pPr>
            <a:r>
              <a:rPr dirty="0" sz="1050" b="1">
                <a:latin typeface="Arial"/>
                <a:cs typeface="Arial"/>
              </a:rPr>
              <a:t>Mirror</a:t>
            </a:r>
            <a:r>
              <a:rPr dirty="0" sz="1050" spc="-7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smart-</a:t>
            </a:r>
            <a:r>
              <a:rPr dirty="0" sz="1050" b="1">
                <a:latin typeface="Arial"/>
                <a:cs typeface="Arial"/>
              </a:rPr>
              <a:t>phone</a:t>
            </a:r>
            <a:r>
              <a:rPr dirty="0" sz="1050" spc="-3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in</a:t>
            </a:r>
            <a:r>
              <a:rPr dirty="0" sz="1050" spc="-10" b="1">
                <a:latin typeface="Arial"/>
                <a:cs typeface="Arial"/>
              </a:rPr>
              <a:t> </a:t>
            </a:r>
            <a:r>
              <a:rPr dirty="0" sz="1050" spc="-25" b="1">
                <a:latin typeface="Arial"/>
                <a:cs typeface="Arial"/>
              </a:rPr>
              <a:t>car</a:t>
            </a:r>
            <a:endParaRPr sz="105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65200" y="4306570"/>
            <a:ext cx="927735" cy="3473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60960">
              <a:lnSpc>
                <a:spcPct val="100000"/>
              </a:lnSpc>
              <a:spcBef>
                <a:spcPts val="105"/>
              </a:spcBef>
            </a:pPr>
            <a:r>
              <a:rPr dirty="0" sz="1050" spc="-10" b="1">
                <a:latin typeface="Arial"/>
                <a:cs typeface="Arial"/>
              </a:rPr>
              <a:t>Infotainment/ Entertainment</a:t>
            </a:r>
            <a:endParaRPr sz="105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391917" y="3872865"/>
            <a:ext cx="3829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Arial"/>
                <a:cs typeface="Arial"/>
              </a:rPr>
              <a:t>-</a:t>
            </a:r>
            <a:r>
              <a:rPr dirty="0" sz="1200" spc="-25" b="1">
                <a:latin typeface="Arial"/>
                <a:cs typeface="Arial"/>
              </a:rPr>
              <a:t>48%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2541841" y="4349305"/>
            <a:ext cx="564515" cy="268605"/>
            <a:chOff x="2541841" y="4349305"/>
            <a:chExt cx="564515" cy="268605"/>
          </a:xfrm>
        </p:grpSpPr>
        <p:sp>
          <p:nvSpPr>
            <p:cNvPr id="53" name="object 53"/>
            <p:cNvSpPr/>
            <p:nvPr/>
          </p:nvSpPr>
          <p:spPr>
            <a:xfrm>
              <a:off x="2546604" y="4354067"/>
              <a:ext cx="554990" cy="259079"/>
            </a:xfrm>
            <a:custGeom>
              <a:avLst/>
              <a:gdLst/>
              <a:ahLst/>
              <a:cxnLst/>
              <a:rect l="l" t="t" r="r" b="b"/>
              <a:pathLst>
                <a:path w="554989" h="259079">
                  <a:moveTo>
                    <a:pt x="277368" y="0"/>
                  </a:moveTo>
                  <a:lnTo>
                    <a:pt x="213777" y="3423"/>
                  </a:lnTo>
                  <a:lnTo>
                    <a:pt x="155399" y="13173"/>
                  </a:lnTo>
                  <a:lnTo>
                    <a:pt x="103898" y="28471"/>
                  </a:lnTo>
                  <a:lnTo>
                    <a:pt x="60942" y="48536"/>
                  </a:lnTo>
                  <a:lnTo>
                    <a:pt x="28196" y="72589"/>
                  </a:lnTo>
                  <a:lnTo>
                    <a:pt x="0" y="129539"/>
                  </a:lnTo>
                  <a:lnTo>
                    <a:pt x="7326" y="159229"/>
                  </a:lnTo>
                  <a:lnTo>
                    <a:pt x="60942" y="210543"/>
                  </a:lnTo>
                  <a:lnTo>
                    <a:pt x="103898" y="230608"/>
                  </a:lnTo>
                  <a:lnTo>
                    <a:pt x="155399" y="245906"/>
                  </a:lnTo>
                  <a:lnTo>
                    <a:pt x="213777" y="255656"/>
                  </a:lnTo>
                  <a:lnTo>
                    <a:pt x="277368" y="259079"/>
                  </a:lnTo>
                  <a:lnTo>
                    <a:pt x="340958" y="255656"/>
                  </a:lnTo>
                  <a:lnTo>
                    <a:pt x="399336" y="245906"/>
                  </a:lnTo>
                  <a:lnTo>
                    <a:pt x="450837" y="230608"/>
                  </a:lnTo>
                  <a:lnTo>
                    <a:pt x="493793" y="210543"/>
                  </a:lnTo>
                  <a:lnTo>
                    <a:pt x="526539" y="186490"/>
                  </a:lnTo>
                  <a:lnTo>
                    <a:pt x="554736" y="129539"/>
                  </a:lnTo>
                  <a:lnTo>
                    <a:pt x="547409" y="99850"/>
                  </a:lnTo>
                  <a:lnTo>
                    <a:pt x="493793" y="48536"/>
                  </a:lnTo>
                  <a:lnTo>
                    <a:pt x="450837" y="28471"/>
                  </a:lnTo>
                  <a:lnTo>
                    <a:pt x="399336" y="13173"/>
                  </a:lnTo>
                  <a:lnTo>
                    <a:pt x="340958" y="3423"/>
                  </a:lnTo>
                  <a:lnTo>
                    <a:pt x="2773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2546604" y="4354067"/>
              <a:ext cx="554990" cy="259079"/>
            </a:xfrm>
            <a:custGeom>
              <a:avLst/>
              <a:gdLst/>
              <a:ahLst/>
              <a:cxnLst/>
              <a:rect l="l" t="t" r="r" b="b"/>
              <a:pathLst>
                <a:path w="554989" h="259079">
                  <a:moveTo>
                    <a:pt x="0" y="129539"/>
                  </a:moveTo>
                  <a:lnTo>
                    <a:pt x="28196" y="72589"/>
                  </a:lnTo>
                  <a:lnTo>
                    <a:pt x="60942" y="48536"/>
                  </a:lnTo>
                  <a:lnTo>
                    <a:pt x="103898" y="28471"/>
                  </a:lnTo>
                  <a:lnTo>
                    <a:pt x="155399" y="13173"/>
                  </a:lnTo>
                  <a:lnTo>
                    <a:pt x="213777" y="3423"/>
                  </a:lnTo>
                  <a:lnTo>
                    <a:pt x="277368" y="0"/>
                  </a:lnTo>
                  <a:lnTo>
                    <a:pt x="340958" y="3423"/>
                  </a:lnTo>
                  <a:lnTo>
                    <a:pt x="399336" y="13173"/>
                  </a:lnTo>
                  <a:lnTo>
                    <a:pt x="450837" y="28471"/>
                  </a:lnTo>
                  <a:lnTo>
                    <a:pt x="493793" y="48536"/>
                  </a:lnTo>
                  <a:lnTo>
                    <a:pt x="526539" y="72589"/>
                  </a:lnTo>
                  <a:lnTo>
                    <a:pt x="554736" y="129539"/>
                  </a:lnTo>
                  <a:lnTo>
                    <a:pt x="547409" y="159229"/>
                  </a:lnTo>
                  <a:lnTo>
                    <a:pt x="493793" y="210543"/>
                  </a:lnTo>
                  <a:lnTo>
                    <a:pt x="450837" y="230608"/>
                  </a:lnTo>
                  <a:lnTo>
                    <a:pt x="399336" y="245906"/>
                  </a:lnTo>
                  <a:lnTo>
                    <a:pt x="340958" y="255656"/>
                  </a:lnTo>
                  <a:lnTo>
                    <a:pt x="277368" y="259079"/>
                  </a:lnTo>
                  <a:lnTo>
                    <a:pt x="213777" y="255656"/>
                  </a:lnTo>
                  <a:lnTo>
                    <a:pt x="155399" y="245906"/>
                  </a:lnTo>
                  <a:lnTo>
                    <a:pt x="103898" y="230608"/>
                  </a:lnTo>
                  <a:lnTo>
                    <a:pt x="60942" y="210543"/>
                  </a:lnTo>
                  <a:lnTo>
                    <a:pt x="28196" y="186490"/>
                  </a:lnTo>
                  <a:lnTo>
                    <a:pt x="0" y="12953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/>
          <p:cNvSpPr txBox="1"/>
          <p:nvPr/>
        </p:nvSpPr>
        <p:spPr>
          <a:xfrm>
            <a:off x="2615564" y="4376166"/>
            <a:ext cx="41973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latin typeface="Arial"/>
                <a:cs typeface="Arial"/>
              </a:rPr>
              <a:t>+63%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2433637" y="5356669"/>
            <a:ext cx="685165" cy="268605"/>
            <a:chOff x="2433637" y="5356669"/>
            <a:chExt cx="685165" cy="268605"/>
          </a:xfrm>
        </p:grpSpPr>
        <p:sp>
          <p:nvSpPr>
            <p:cNvPr id="57" name="object 57"/>
            <p:cNvSpPr/>
            <p:nvPr/>
          </p:nvSpPr>
          <p:spPr>
            <a:xfrm>
              <a:off x="2438400" y="5361432"/>
              <a:ext cx="675640" cy="259079"/>
            </a:xfrm>
            <a:custGeom>
              <a:avLst/>
              <a:gdLst/>
              <a:ahLst/>
              <a:cxnLst/>
              <a:rect l="l" t="t" r="r" b="b"/>
              <a:pathLst>
                <a:path w="675639" h="259079">
                  <a:moveTo>
                    <a:pt x="337566" y="0"/>
                  </a:moveTo>
                  <a:lnTo>
                    <a:pt x="269533" y="2633"/>
                  </a:lnTo>
                  <a:lnTo>
                    <a:pt x="206168" y="10185"/>
                  </a:lnTo>
                  <a:lnTo>
                    <a:pt x="148828" y="22134"/>
                  </a:lnTo>
                  <a:lnTo>
                    <a:pt x="98869" y="37957"/>
                  </a:lnTo>
                  <a:lnTo>
                    <a:pt x="57650" y="57131"/>
                  </a:lnTo>
                  <a:lnTo>
                    <a:pt x="26527" y="79134"/>
                  </a:lnTo>
                  <a:lnTo>
                    <a:pt x="0" y="129540"/>
                  </a:lnTo>
                  <a:lnTo>
                    <a:pt x="6857" y="155634"/>
                  </a:lnTo>
                  <a:lnTo>
                    <a:pt x="57650" y="201948"/>
                  </a:lnTo>
                  <a:lnTo>
                    <a:pt x="98869" y="221122"/>
                  </a:lnTo>
                  <a:lnTo>
                    <a:pt x="148828" y="236945"/>
                  </a:lnTo>
                  <a:lnTo>
                    <a:pt x="206168" y="248894"/>
                  </a:lnTo>
                  <a:lnTo>
                    <a:pt x="269533" y="256446"/>
                  </a:lnTo>
                  <a:lnTo>
                    <a:pt x="337566" y="259080"/>
                  </a:lnTo>
                  <a:lnTo>
                    <a:pt x="405598" y="256446"/>
                  </a:lnTo>
                  <a:lnTo>
                    <a:pt x="468963" y="248894"/>
                  </a:lnTo>
                  <a:lnTo>
                    <a:pt x="526303" y="236945"/>
                  </a:lnTo>
                  <a:lnTo>
                    <a:pt x="576262" y="221122"/>
                  </a:lnTo>
                  <a:lnTo>
                    <a:pt x="617481" y="201948"/>
                  </a:lnTo>
                  <a:lnTo>
                    <a:pt x="648604" y="179945"/>
                  </a:lnTo>
                  <a:lnTo>
                    <a:pt x="675132" y="129540"/>
                  </a:lnTo>
                  <a:lnTo>
                    <a:pt x="668274" y="103445"/>
                  </a:lnTo>
                  <a:lnTo>
                    <a:pt x="617481" y="57131"/>
                  </a:lnTo>
                  <a:lnTo>
                    <a:pt x="576262" y="37957"/>
                  </a:lnTo>
                  <a:lnTo>
                    <a:pt x="526303" y="22134"/>
                  </a:lnTo>
                  <a:lnTo>
                    <a:pt x="468963" y="10185"/>
                  </a:lnTo>
                  <a:lnTo>
                    <a:pt x="405598" y="2633"/>
                  </a:lnTo>
                  <a:lnTo>
                    <a:pt x="3375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2438400" y="5361432"/>
              <a:ext cx="675640" cy="259079"/>
            </a:xfrm>
            <a:custGeom>
              <a:avLst/>
              <a:gdLst/>
              <a:ahLst/>
              <a:cxnLst/>
              <a:rect l="l" t="t" r="r" b="b"/>
              <a:pathLst>
                <a:path w="675639" h="259079">
                  <a:moveTo>
                    <a:pt x="0" y="129540"/>
                  </a:moveTo>
                  <a:lnTo>
                    <a:pt x="26527" y="79134"/>
                  </a:lnTo>
                  <a:lnTo>
                    <a:pt x="57650" y="57131"/>
                  </a:lnTo>
                  <a:lnTo>
                    <a:pt x="98869" y="37957"/>
                  </a:lnTo>
                  <a:lnTo>
                    <a:pt x="148828" y="22134"/>
                  </a:lnTo>
                  <a:lnTo>
                    <a:pt x="206168" y="10185"/>
                  </a:lnTo>
                  <a:lnTo>
                    <a:pt x="269533" y="2633"/>
                  </a:lnTo>
                  <a:lnTo>
                    <a:pt x="337566" y="0"/>
                  </a:lnTo>
                  <a:lnTo>
                    <a:pt x="405598" y="2633"/>
                  </a:lnTo>
                  <a:lnTo>
                    <a:pt x="468963" y="10185"/>
                  </a:lnTo>
                  <a:lnTo>
                    <a:pt x="526303" y="22134"/>
                  </a:lnTo>
                  <a:lnTo>
                    <a:pt x="576262" y="37957"/>
                  </a:lnTo>
                  <a:lnTo>
                    <a:pt x="617481" y="57131"/>
                  </a:lnTo>
                  <a:lnTo>
                    <a:pt x="648604" y="79134"/>
                  </a:lnTo>
                  <a:lnTo>
                    <a:pt x="675132" y="129540"/>
                  </a:lnTo>
                  <a:lnTo>
                    <a:pt x="668274" y="155634"/>
                  </a:lnTo>
                  <a:lnTo>
                    <a:pt x="617481" y="201948"/>
                  </a:lnTo>
                  <a:lnTo>
                    <a:pt x="576262" y="221122"/>
                  </a:lnTo>
                  <a:lnTo>
                    <a:pt x="526303" y="236945"/>
                  </a:lnTo>
                  <a:lnTo>
                    <a:pt x="468963" y="248894"/>
                  </a:lnTo>
                  <a:lnTo>
                    <a:pt x="405598" y="256446"/>
                  </a:lnTo>
                  <a:lnTo>
                    <a:pt x="337566" y="259080"/>
                  </a:lnTo>
                  <a:lnTo>
                    <a:pt x="269533" y="256446"/>
                  </a:lnTo>
                  <a:lnTo>
                    <a:pt x="206168" y="248894"/>
                  </a:lnTo>
                  <a:lnTo>
                    <a:pt x="148828" y="236945"/>
                  </a:lnTo>
                  <a:lnTo>
                    <a:pt x="98869" y="221122"/>
                  </a:lnTo>
                  <a:lnTo>
                    <a:pt x="57650" y="201948"/>
                  </a:lnTo>
                  <a:lnTo>
                    <a:pt x="26527" y="179945"/>
                  </a:lnTo>
                  <a:lnTo>
                    <a:pt x="0" y="12954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/>
          <p:cNvSpPr txBox="1"/>
          <p:nvPr/>
        </p:nvSpPr>
        <p:spPr>
          <a:xfrm>
            <a:off x="2525014" y="5382895"/>
            <a:ext cx="5060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Arial"/>
                <a:cs typeface="Arial"/>
              </a:rPr>
              <a:t>+130%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0" name="object 60" descr="deutschland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74520" y="1840992"/>
            <a:ext cx="451104" cy="284988"/>
          </a:xfrm>
          <a:prstGeom prst="rect">
            <a:avLst/>
          </a:prstGeom>
        </p:spPr>
      </p:pic>
      <p:pic>
        <p:nvPicPr>
          <p:cNvPr id="61" name="object 61" descr="USA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01084" y="1840992"/>
            <a:ext cx="452627" cy="284988"/>
          </a:xfrm>
          <a:prstGeom prst="rect">
            <a:avLst/>
          </a:prstGeom>
        </p:spPr>
      </p:pic>
      <p:pic>
        <p:nvPicPr>
          <p:cNvPr id="62" name="object 62" descr="China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90132" y="1837944"/>
            <a:ext cx="452628" cy="284988"/>
          </a:xfrm>
          <a:prstGeom prst="rect">
            <a:avLst/>
          </a:prstGeom>
        </p:spPr>
      </p:pic>
      <p:grpSp>
        <p:nvGrpSpPr>
          <p:cNvPr id="63" name="object 63"/>
          <p:cNvGrpSpPr/>
          <p:nvPr/>
        </p:nvGrpSpPr>
        <p:grpSpPr>
          <a:xfrm>
            <a:off x="3793045" y="2212657"/>
            <a:ext cx="1078230" cy="3535045"/>
            <a:chOff x="3793045" y="2212657"/>
            <a:chExt cx="1078230" cy="3535045"/>
          </a:xfrm>
        </p:grpSpPr>
        <p:sp>
          <p:nvSpPr>
            <p:cNvPr id="64" name="object 64"/>
            <p:cNvSpPr/>
            <p:nvPr/>
          </p:nvSpPr>
          <p:spPr>
            <a:xfrm>
              <a:off x="3797808" y="2289047"/>
              <a:ext cx="1073150" cy="3202305"/>
            </a:xfrm>
            <a:custGeom>
              <a:avLst/>
              <a:gdLst/>
              <a:ahLst/>
              <a:cxnLst/>
              <a:rect l="l" t="t" r="r" b="b"/>
              <a:pathLst>
                <a:path w="1073150" h="3202304">
                  <a:moveTo>
                    <a:pt x="787908" y="1510284"/>
                  </a:moveTo>
                  <a:lnTo>
                    <a:pt x="0" y="1510284"/>
                  </a:lnTo>
                  <a:lnTo>
                    <a:pt x="0" y="1690116"/>
                  </a:lnTo>
                  <a:lnTo>
                    <a:pt x="787908" y="1690116"/>
                  </a:lnTo>
                  <a:lnTo>
                    <a:pt x="787908" y="1510284"/>
                  </a:lnTo>
                  <a:close/>
                </a:path>
                <a:path w="1073150" h="3202304">
                  <a:moveTo>
                    <a:pt x="787908" y="1007364"/>
                  </a:moveTo>
                  <a:lnTo>
                    <a:pt x="0" y="1007364"/>
                  </a:lnTo>
                  <a:lnTo>
                    <a:pt x="0" y="1187196"/>
                  </a:lnTo>
                  <a:lnTo>
                    <a:pt x="787908" y="1187196"/>
                  </a:lnTo>
                  <a:lnTo>
                    <a:pt x="787908" y="1007364"/>
                  </a:lnTo>
                  <a:close/>
                </a:path>
                <a:path w="1073150" h="3202304">
                  <a:moveTo>
                    <a:pt x="787908" y="0"/>
                  </a:moveTo>
                  <a:lnTo>
                    <a:pt x="0" y="0"/>
                  </a:lnTo>
                  <a:lnTo>
                    <a:pt x="0" y="179832"/>
                  </a:lnTo>
                  <a:lnTo>
                    <a:pt x="787908" y="179832"/>
                  </a:lnTo>
                  <a:lnTo>
                    <a:pt x="787908" y="0"/>
                  </a:lnTo>
                  <a:close/>
                </a:path>
                <a:path w="1073150" h="3202304">
                  <a:moveTo>
                    <a:pt x="856488" y="3022092"/>
                  </a:moveTo>
                  <a:lnTo>
                    <a:pt x="0" y="3022092"/>
                  </a:lnTo>
                  <a:lnTo>
                    <a:pt x="0" y="3201924"/>
                  </a:lnTo>
                  <a:lnTo>
                    <a:pt x="856488" y="3201924"/>
                  </a:lnTo>
                  <a:lnTo>
                    <a:pt x="856488" y="3022092"/>
                  </a:lnTo>
                  <a:close/>
                </a:path>
                <a:path w="1073150" h="3202304">
                  <a:moveTo>
                    <a:pt x="856488" y="2014728"/>
                  </a:moveTo>
                  <a:lnTo>
                    <a:pt x="0" y="2014728"/>
                  </a:lnTo>
                  <a:lnTo>
                    <a:pt x="0" y="2194560"/>
                  </a:lnTo>
                  <a:lnTo>
                    <a:pt x="856488" y="2194560"/>
                  </a:lnTo>
                  <a:lnTo>
                    <a:pt x="856488" y="2014728"/>
                  </a:lnTo>
                  <a:close/>
                </a:path>
                <a:path w="1073150" h="3202304">
                  <a:moveTo>
                    <a:pt x="925068" y="2517648"/>
                  </a:moveTo>
                  <a:lnTo>
                    <a:pt x="0" y="2517648"/>
                  </a:lnTo>
                  <a:lnTo>
                    <a:pt x="0" y="2697480"/>
                  </a:lnTo>
                  <a:lnTo>
                    <a:pt x="925068" y="2697480"/>
                  </a:lnTo>
                  <a:lnTo>
                    <a:pt x="925068" y="2517648"/>
                  </a:lnTo>
                  <a:close/>
                </a:path>
                <a:path w="1073150" h="3202304">
                  <a:moveTo>
                    <a:pt x="1072896" y="504444"/>
                  </a:moveTo>
                  <a:lnTo>
                    <a:pt x="0" y="504444"/>
                  </a:lnTo>
                  <a:lnTo>
                    <a:pt x="0" y="684276"/>
                  </a:lnTo>
                  <a:lnTo>
                    <a:pt x="1072896" y="684276"/>
                  </a:lnTo>
                  <a:lnTo>
                    <a:pt x="1072896" y="504444"/>
                  </a:lnTo>
                  <a:close/>
                </a:path>
              </a:pathLst>
            </a:custGeom>
            <a:solidFill>
              <a:srgbClr val="0D020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3797808" y="4303776"/>
              <a:ext cx="856615" cy="1187450"/>
            </a:xfrm>
            <a:custGeom>
              <a:avLst/>
              <a:gdLst/>
              <a:ahLst/>
              <a:cxnLst/>
              <a:rect l="l" t="t" r="r" b="b"/>
              <a:pathLst>
                <a:path w="856614" h="1187450">
                  <a:moveTo>
                    <a:pt x="856488" y="0"/>
                  </a:moveTo>
                  <a:lnTo>
                    <a:pt x="0" y="0"/>
                  </a:lnTo>
                  <a:lnTo>
                    <a:pt x="0" y="179832"/>
                  </a:lnTo>
                  <a:lnTo>
                    <a:pt x="856488" y="179832"/>
                  </a:lnTo>
                  <a:lnTo>
                    <a:pt x="856488" y="0"/>
                  </a:lnTo>
                  <a:close/>
                </a:path>
                <a:path w="856614" h="1187450">
                  <a:moveTo>
                    <a:pt x="856488" y="1007364"/>
                  </a:moveTo>
                  <a:lnTo>
                    <a:pt x="0" y="1007364"/>
                  </a:lnTo>
                  <a:lnTo>
                    <a:pt x="0" y="1187196"/>
                  </a:lnTo>
                  <a:lnTo>
                    <a:pt x="856488" y="1187196"/>
                  </a:lnTo>
                  <a:lnTo>
                    <a:pt x="856488" y="1007364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3797808" y="2468879"/>
              <a:ext cx="937260" cy="3202305"/>
            </a:xfrm>
            <a:custGeom>
              <a:avLst/>
              <a:gdLst/>
              <a:ahLst/>
              <a:cxnLst/>
              <a:rect l="l" t="t" r="r" b="b"/>
              <a:pathLst>
                <a:path w="937260" h="3202304">
                  <a:moveTo>
                    <a:pt x="632460" y="2014728"/>
                  </a:moveTo>
                  <a:lnTo>
                    <a:pt x="0" y="2014728"/>
                  </a:lnTo>
                  <a:lnTo>
                    <a:pt x="0" y="2194560"/>
                  </a:lnTo>
                  <a:lnTo>
                    <a:pt x="632460" y="2194560"/>
                  </a:lnTo>
                  <a:lnTo>
                    <a:pt x="632460" y="2014728"/>
                  </a:lnTo>
                  <a:close/>
                </a:path>
                <a:path w="937260" h="3202304">
                  <a:moveTo>
                    <a:pt x="670560" y="3022092"/>
                  </a:moveTo>
                  <a:lnTo>
                    <a:pt x="0" y="3022092"/>
                  </a:lnTo>
                  <a:lnTo>
                    <a:pt x="0" y="3201924"/>
                  </a:lnTo>
                  <a:lnTo>
                    <a:pt x="670560" y="3201924"/>
                  </a:lnTo>
                  <a:lnTo>
                    <a:pt x="670560" y="3022092"/>
                  </a:lnTo>
                  <a:close/>
                </a:path>
                <a:path w="937260" h="3202304">
                  <a:moveTo>
                    <a:pt x="694944" y="1510284"/>
                  </a:moveTo>
                  <a:lnTo>
                    <a:pt x="0" y="1510284"/>
                  </a:lnTo>
                  <a:lnTo>
                    <a:pt x="0" y="1690116"/>
                  </a:lnTo>
                  <a:lnTo>
                    <a:pt x="694944" y="1690116"/>
                  </a:lnTo>
                  <a:lnTo>
                    <a:pt x="694944" y="1510284"/>
                  </a:lnTo>
                  <a:close/>
                </a:path>
                <a:path w="937260" h="3202304">
                  <a:moveTo>
                    <a:pt x="707136" y="2517648"/>
                  </a:moveTo>
                  <a:lnTo>
                    <a:pt x="0" y="2517648"/>
                  </a:lnTo>
                  <a:lnTo>
                    <a:pt x="0" y="2697480"/>
                  </a:lnTo>
                  <a:lnTo>
                    <a:pt x="707136" y="2697480"/>
                  </a:lnTo>
                  <a:lnTo>
                    <a:pt x="707136" y="2517648"/>
                  </a:lnTo>
                  <a:close/>
                </a:path>
                <a:path w="937260" h="3202304">
                  <a:moveTo>
                    <a:pt x="810768" y="1007364"/>
                  </a:moveTo>
                  <a:lnTo>
                    <a:pt x="0" y="1007364"/>
                  </a:lnTo>
                  <a:lnTo>
                    <a:pt x="0" y="1187196"/>
                  </a:lnTo>
                  <a:lnTo>
                    <a:pt x="810768" y="1187196"/>
                  </a:lnTo>
                  <a:lnTo>
                    <a:pt x="810768" y="1007364"/>
                  </a:lnTo>
                  <a:close/>
                </a:path>
                <a:path w="937260" h="3202304">
                  <a:moveTo>
                    <a:pt x="894588" y="0"/>
                  </a:moveTo>
                  <a:lnTo>
                    <a:pt x="0" y="0"/>
                  </a:lnTo>
                  <a:lnTo>
                    <a:pt x="0" y="179832"/>
                  </a:lnTo>
                  <a:lnTo>
                    <a:pt x="894588" y="179832"/>
                  </a:lnTo>
                  <a:lnTo>
                    <a:pt x="894588" y="0"/>
                  </a:lnTo>
                  <a:close/>
                </a:path>
                <a:path w="937260" h="3202304">
                  <a:moveTo>
                    <a:pt x="937260" y="504444"/>
                  </a:moveTo>
                  <a:lnTo>
                    <a:pt x="0" y="504444"/>
                  </a:lnTo>
                  <a:lnTo>
                    <a:pt x="0" y="684276"/>
                  </a:lnTo>
                  <a:lnTo>
                    <a:pt x="937260" y="684276"/>
                  </a:lnTo>
                  <a:lnTo>
                    <a:pt x="937260" y="504444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3797808" y="2468880"/>
              <a:ext cx="937260" cy="3202305"/>
            </a:xfrm>
            <a:custGeom>
              <a:avLst/>
              <a:gdLst/>
              <a:ahLst/>
              <a:cxnLst/>
              <a:rect l="l" t="t" r="r" b="b"/>
              <a:pathLst>
                <a:path w="937260" h="3202304">
                  <a:moveTo>
                    <a:pt x="894588" y="0"/>
                  </a:moveTo>
                  <a:lnTo>
                    <a:pt x="0" y="0"/>
                  </a:lnTo>
                  <a:lnTo>
                    <a:pt x="0" y="179832"/>
                  </a:lnTo>
                  <a:lnTo>
                    <a:pt x="894588" y="179832"/>
                  </a:lnTo>
                  <a:lnTo>
                    <a:pt x="894588" y="0"/>
                  </a:lnTo>
                  <a:close/>
                </a:path>
                <a:path w="937260" h="3202304">
                  <a:moveTo>
                    <a:pt x="937260" y="504444"/>
                  </a:moveTo>
                  <a:lnTo>
                    <a:pt x="0" y="504444"/>
                  </a:lnTo>
                  <a:lnTo>
                    <a:pt x="0" y="684276"/>
                  </a:lnTo>
                  <a:lnTo>
                    <a:pt x="937260" y="684276"/>
                  </a:lnTo>
                  <a:lnTo>
                    <a:pt x="937260" y="504444"/>
                  </a:lnTo>
                  <a:close/>
                </a:path>
                <a:path w="937260" h="3202304">
                  <a:moveTo>
                    <a:pt x="810768" y="1007363"/>
                  </a:moveTo>
                  <a:lnTo>
                    <a:pt x="0" y="1007363"/>
                  </a:lnTo>
                  <a:lnTo>
                    <a:pt x="0" y="1187196"/>
                  </a:lnTo>
                  <a:lnTo>
                    <a:pt x="810768" y="1187196"/>
                  </a:lnTo>
                  <a:lnTo>
                    <a:pt x="810768" y="1007363"/>
                  </a:lnTo>
                  <a:close/>
                </a:path>
                <a:path w="937260" h="3202304">
                  <a:moveTo>
                    <a:pt x="694944" y="1510284"/>
                  </a:moveTo>
                  <a:lnTo>
                    <a:pt x="0" y="1510284"/>
                  </a:lnTo>
                  <a:lnTo>
                    <a:pt x="0" y="1690116"/>
                  </a:lnTo>
                  <a:lnTo>
                    <a:pt x="694944" y="1690116"/>
                  </a:lnTo>
                  <a:lnTo>
                    <a:pt x="694944" y="1510284"/>
                  </a:lnTo>
                  <a:close/>
                </a:path>
                <a:path w="937260" h="3202304">
                  <a:moveTo>
                    <a:pt x="632460" y="2014727"/>
                  </a:moveTo>
                  <a:lnTo>
                    <a:pt x="0" y="2014727"/>
                  </a:lnTo>
                  <a:lnTo>
                    <a:pt x="0" y="2194560"/>
                  </a:lnTo>
                  <a:lnTo>
                    <a:pt x="632460" y="2194560"/>
                  </a:lnTo>
                  <a:lnTo>
                    <a:pt x="632460" y="2014727"/>
                  </a:lnTo>
                  <a:close/>
                </a:path>
                <a:path w="937260" h="3202304">
                  <a:moveTo>
                    <a:pt x="707136" y="2517648"/>
                  </a:moveTo>
                  <a:lnTo>
                    <a:pt x="0" y="2517648"/>
                  </a:lnTo>
                  <a:lnTo>
                    <a:pt x="0" y="2697480"/>
                  </a:lnTo>
                  <a:lnTo>
                    <a:pt x="707136" y="2697480"/>
                  </a:lnTo>
                  <a:lnTo>
                    <a:pt x="707136" y="2517648"/>
                  </a:lnTo>
                  <a:close/>
                </a:path>
                <a:path w="937260" h="3202304">
                  <a:moveTo>
                    <a:pt x="670560" y="3022092"/>
                  </a:moveTo>
                  <a:lnTo>
                    <a:pt x="0" y="3022092"/>
                  </a:lnTo>
                  <a:lnTo>
                    <a:pt x="0" y="3201924"/>
                  </a:lnTo>
                  <a:lnTo>
                    <a:pt x="670560" y="3201924"/>
                  </a:lnTo>
                  <a:lnTo>
                    <a:pt x="670560" y="3022092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3797808" y="2217420"/>
              <a:ext cx="0" cy="3525520"/>
            </a:xfrm>
            <a:custGeom>
              <a:avLst/>
              <a:gdLst/>
              <a:ahLst/>
              <a:cxnLst/>
              <a:rect l="l" t="t" r="r" b="b"/>
              <a:pathLst>
                <a:path w="0" h="3525520">
                  <a:moveTo>
                    <a:pt x="0" y="0"/>
                  </a:moveTo>
                  <a:lnTo>
                    <a:pt x="0" y="3525012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9" name="object 69"/>
          <p:cNvSpPr txBox="1"/>
          <p:nvPr/>
        </p:nvSpPr>
        <p:spPr>
          <a:xfrm>
            <a:off x="4094479" y="2265375"/>
            <a:ext cx="19621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69</a:t>
            </a:r>
            <a:endParaRPr sz="120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4237101" y="2769489"/>
            <a:ext cx="196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94</a:t>
            </a:r>
            <a:endParaRPr sz="120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4094479" y="3273044"/>
            <a:ext cx="196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69</a:t>
            </a:r>
            <a:endParaRPr sz="12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4094479" y="3776598"/>
            <a:ext cx="196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69</a:t>
            </a:r>
            <a:endParaRPr sz="120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4128642" y="4280154"/>
            <a:ext cx="196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75</a:t>
            </a:r>
            <a:endParaRPr sz="120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4163059" y="4783582"/>
            <a:ext cx="196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81</a:t>
            </a:r>
            <a:endParaRPr sz="120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4128642" y="5287136"/>
            <a:ext cx="196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75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4462017" y="4349305"/>
            <a:ext cx="944244" cy="1237615"/>
            <a:chOff x="4462017" y="4349305"/>
            <a:chExt cx="944244" cy="1237615"/>
          </a:xfrm>
        </p:grpSpPr>
        <p:sp>
          <p:nvSpPr>
            <p:cNvPr id="77" name="object 77"/>
            <p:cNvSpPr/>
            <p:nvPr/>
          </p:nvSpPr>
          <p:spPr>
            <a:xfrm>
              <a:off x="4468367" y="4573523"/>
              <a:ext cx="654050" cy="0"/>
            </a:xfrm>
            <a:custGeom>
              <a:avLst/>
              <a:gdLst/>
              <a:ahLst/>
              <a:cxnLst/>
              <a:rect l="l" t="t" r="r" b="b"/>
              <a:pathLst>
                <a:path w="654050" h="0">
                  <a:moveTo>
                    <a:pt x="0" y="0"/>
                  </a:moveTo>
                  <a:lnTo>
                    <a:pt x="65405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4692395" y="4355591"/>
              <a:ext cx="430530" cy="76200"/>
            </a:xfrm>
            <a:custGeom>
              <a:avLst/>
              <a:gdLst/>
              <a:ahLst/>
              <a:cxnLst/>
              <a:rect l="l" t="t" r="r" b="b"/>
              <a:pathLst>
                <a:path w="430529" h="76200">
                  <a:moveTo>
                    <a:pt x="76199" y="0"/>
                  </a:moveTo>
                  <a:lnTo>
                    <a:pt x="0" y="38099"/>
                  </a:lnTo>
                  <a:lnTo>
                    <a:pt x="76199" y="76199"/>
                  </a:lnTo>
                  <a:lnTo>
                    <a:pt x="76199" y="44449"/>
                  </a:lnTo>
                  <a:lnTo>
                    <a:pt x="63499" y="44449"/>
                  </a:lnTo>
                  <a:lnTo>
                    <a:pt x="63499" y="31749"/>
                  </a:lnTo>
                  <a:lnTo>
                    <a:pt x="76199" y="31749"/>
                  </a:lnTo>
                  <a:lnTo>
                    <a:pt x="76199" y="0"/>
                  </a:lnTo>
                  <a:close/>
                </a:path>
                <a:path w="430529" h="76200">
                  <a:moveTo>
                    <a:pt x="76199" y="31749"/>
                  </a:moveTo>
                  <a:lnTo>
                    <a:pt x="63499" y="31749"/>
                  </a:lnTo>
                  <a:lnTo>
                    <a:pt x="63499" y="44449"/>
                  </a:lnTo>
                  <a:lnTo>
                    <a:pt x="76199" y="44449"/>
                  </a:lnTo>
                  <a:lnTo>
                    <a:pt x="76199" y="31749"/>
                  </a:lnTo>
                  <a:close/>
                </a:path>
                <a:path w="430529" h="76200">
                  <a:moveTo>
                    <a:pt x="430275" y="31749"/>
                  </a:moveTo>
                  <a:lnTo>
                    <a:pt x="76199" y="31749"/>
                  </a:lnTo>
                  <a:lnTo>
                    <a:pt x="76199" y="44449"/>
                  </a:lnTo>
                  <a:lnTo>
                    <a:pt x="430275" y="44449"/>
                  </a:lnTo>
                  <a:lnTo>
                    <a:pt x="430275" y="317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5122163" y="4393691"/>
              <a:ext cx="0" cy="179705"/>
            </a:xfrm>
            <a:custGeom>
              <a:avLst/>
              <a:gdLst/>
              <a:ahLst/>
              <a:cxnLst/>
              <a:rect l="l" t="t" r="r" b="b"/>
              <a:pathLst>
                <a:path w="0" h="179704">
                  <a:moveTo>
                    <a:pt x="0" y="17945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4504943" y="5579363"/>
              <a:ext cx="617855" cy="0"/>
            </a:xfrm>
            <a:custGeom>
              <a:avLst/>
              <a:gdLst/>
              <a:ahLst/>
              <a:cxnLst/>
              <a:rect l="l" t="t" r="r" b="b"/>
              <a:pathLst>
                <a:path w="617854" h="0">
                  <a:moveTo>
                    <a:pt x="0" y="0"/>
                  </a:moveTo>
                  <a:lnTo>
                    <a:pt x="617601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5122163" y="5401055"/>
              <a:ext cx="0" cy="179705"/>
            </a:xfrm>
            <a:custGeom>
              <a:avLst/>
              <a:gdLst/>
              <a:ahLst/>
              <a:cxnLst/>
              <a:rect l="l" t="t" r="r" b="b"/>
              <a:pathLst>
                <a:path w="0" h="179704">
                  <a:moveTo>
                    <a:pt x="0" y="179451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4692395" y="5362955"/>
              <a:ext cx="430530" cy="76200"/>
            </a:xfrm>
            <a:custGeom>
              <a:avLst/>
              <a:gdLst/>
              <a:ahLst/>
              <a:cxnLst/>
              <a:rect l="l" t="t" r="r" b="b"/>
              <a:pathLst>
                <a:path w="430529" h="76200">
                  <a:moveTo>
                    <a:pt x="76199" y="0"/>
                  </a:moveTo>
                  <a:lnTo>
                    <a:pt x="0" y="38100"/>
                  </a:lnTo>
                  <a:lnTo>
                    <a:pt x="76199" y="76200"/>
                  </a:lnTo>
                  <a:lnTo>
                    <a:pt x="76199" y="44450"/>
                  </a:lnTo>
                  <a:lnTo>
                    <a:pt x="63499" y="44450"/>
                  </a:lnTo>
                  <a:lnTo>
                    <a:pt x="63499" y="31750"/>
                  </a:lnTo>
                  <a:lnTo>
                    <a:pt x="76199" y="31750"/>
                  </a:lnTo>
                  <a:lnTo>
                    <a:pt x="76199" y="0"/>
                  </a:lnTo>
                  <a:close/>
                </a:path>
                <a:path w="430529" h="76200">
                  <a:moveTo>
                    <a:pt x="76199" y="31750"/>
                  </a:moveTo>
                  <a:lnTo>
                    <a:pt x="63499" y="31750"/>
                  </a:lnTo>
                  <a:lnTo>
                    <a:pt x="63499" y="44450"/>
                  </a:lnTo>
                  <a:lnTo>
                    <a:pt x="76199" y="44450"/>
                  </a:lnTo>
                  <a:lnTo>
                    <a:pt x="76199" y="31750"/>
                  </a:lnTo>
                  <a:close/>
                </a:path>
                <a:path w="430529" h="76200">
                  <a:moveTo>
                    <a:pt x="430275" y="31750"/>
                  </a:moveTo>
                  <a:lnTo>
                    <a:pt x="76199" y="31750"/>
                  </a:lnTo>
                  <a:lnTo>
                    <a:pt x="76199" y="44450"/>
                  </a:lnTo>
                  <a:lnTo>
                    <a:pt x="430275" y="44450"/>
                  </a:lnTo>
                  <a:lnTo>
                    <a:pt x="430275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4844795" y="4354067"/>
              <a:ext cx="556260" cy="259079"/>
            </a:xfrm>
            <a:custGeom>
              <a:avLst/>
              <a:gdLst/>
              <a:ahLst/>
              <a:cxnLst/>
              <a:rect l="l" t="t" r="r" b="b"/>
              <a:pathLst>
                <a:path w="556260" h="259079">
                  <a:moveTo>
                    <a:pt x="278130" y="0"/>
                  </a:moveTo>
                  <a:lnTo>
                    <a:pt x="214337" y="3423"/>
                  </a:lnTo>
                  <a:lnTo>
                    <a:pt x="155787" y="13173"/>
                  </a:lnTo>
                  <a:lnTo>
                    <a:pt x="104147" y="28471"/>
                  </a:lnTo>
                  <a:lnTo>
                    <a:pt x="61082" y="48536"/>
                  </a:lnTo>
                  <a:lnTo>
                    <a:pt x="28258" y="72589"/>
                  </a:lnTo>
                  <a:lnTo>
                    <a:pt x="0" y="129539"/>
                  </a:lnTo>
                  <a:lnTo>
                    <a:pt x="7342" y="159229"/>
                  </a:lnTo>
                  <a:lnTo>
                    <a:pt x="61082" y="210543"/>
                  </a:lnTo>
                  <a:lnTo>
                    <a:pt x="104147" y="230608"/>
                  </a:lnTo>
                  <a:lnTo>
                    <a:pt x="155787" y="245906"/>
                  </a:lnTo>
                  <a:lnTo>
                    <a:pt x="214337" y="255656"/>
                  </a:lnTo>
                  <a:lnTo>
                    <a:pt x="278130" y="259079"/>
                  </a:lnTo>
                  <a:lnTo>
                    <a:pt x="341922" y="255656"/>
                  </a:lnTo>
                  <a:lnTo>
                    <a:pt x="400472" y="245906"/>
                  </a:lnTo>
                  <a:lnTo>
                    <a:pt x="452112" y="230608"/>
                  </a:lnTo>
                  <a:lnTo>
                    <a:pt x="495177" y="210543"/>
                  </a:lnTo>
                  <a:lnTo>
                    <a:pt x="528001" y="186490"/>
                  </a:lnTo>
                  <a:lnTo>
                    <a:pt x="556260" y="129539"/>
                  </a:lnTo>
                  <a:lnTo>
                    <a:pt x="548917" y="99850"/>
                  </a:lnTo>
                  <a:lnTo>
                    <a:pt x="495177" y="48536"/>
                  </a:lnTo>
                  <a:lnTo>
                    <a:pt x="452112" y="28471"/>
                  </a:lnTo>
                  <a:lnTo>
                    <a:pt x="400472" y="13173"/>
                  </a:lnTo>
                  <a:lnTo>
                    <a:pt x="341922" y="3423"/>
                  </a:lnTo>
                  <a:lnTo>
                    <a:pt x="2781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4844795" y="4354067"/>
              <a:ext cx="556260" cy="259079"/>
            </a:xfrm>
            <a:custGeom>
              <a:avLst/>
              <a:gdLst/>
              <a:ahLst/>
              <a:cxnLst/>
              <a:rect l="l" t="t" r="r" b="b"/>
              <a:pathLst>
                <a:path w="556260" h="259079">
                  <a:moveTo>
                    <a:pt x="0" y="129539"/>
                  </a:moveTo>
                  <a:lnTo>
                    <a:pt x="28258" y="72589"/>
                  </a:lnTo>
                  <a:lnTo>
                    <a:pt x="61082" y="48536"/>
                  </a:lnTo>
                  <a:lnTo>
                    <a:pt x="104147" y="28471"/>
                  </a:lnTo>
                  <a:lnTo>
                    <a:pt x="155787" y="13173"/>
                  </a:lnTo>
                  <a:lnTo>
                    <a:pt x="214337" y="3423"/>
                  </a:lnTo>
                  <a:lnTo>
                    <a:pt x="278130" y="0"/>
                  </a:lnTo>
                  <a:lnTo>
                    <a:pt x="341922" y="3423"/>
                  </a:lnTo>
                  <a:lnTo>
                    <a:pt x="400472" y="13173"/>
                  </a:lnTo>
                  <a:lnTo>
                    <a:pt x="452112" y="28471"/>
                  </a:lnTo>
                  <a:lnTo>
                    <a:pt x="495177" y="48536"/>
                  </a:lnTo>
                  <a:lnTo>
                    <a:pt x="528001" y="72589"/>
                  </a:lnTo>
                  <a:lnTo>
                    <a:pt x="556260" y="129539"/>
                  </a:lnTo>
                  <a:lnTo>
                    <a:pt x="548917" y="159229"/>
                  </a:lnTo>
                  <a:lnTo>
                    <a:pt x="495177" y="210543"/>
                  </a:lnTo>
                  <a:lnTo>
                    <a:pt x="452112" y="230608"/>
                  </a:lnTo>
                  <a:lnTo>
                    <a:pt x="400472" y="245906"/>
                  </a:lnTo>
                  <a:lnTo>
                    <a:pt x="341922" y="255656"/>
                  </a:lnTo>
                  <a:lnTo>
                    <a:pt x="278130" y="259079"/>
                  </a:lnTo>
                  <a:lnTo>
                    <a:pt x="214337" y="255656"/>
                  </a:lnTo>
                  <a:lnTo>
                    <a:pt x="155787" y="245906"/>
                  </a:lnTo>
                  <a:lnTo>
                    <a:pt x="104147" y="230608"/>
                  </a:lnTo>
                  <a:lnTo>
                    <a:pt x="61082" y="210543"/>
                  </a:lnTo>
                  <a:lnTo>
                    <a:pt x="28258" y="186490"/>
                  </a:lnTo>
                  <a:lnTo>
                    <a:pt x="0" y="12953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5" name="object 85"/>
          <p:cNvSpPr txBox="1"/>
          <p:nvPr/>
        </p:nvSpPr>
        <p:spPr>
          <a:xfrm>
            <a:off x="4914646" y="4376166"/>
            <a:ext cx="41973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latin typeface="Arial"/>
                <a:cs typeface="Arial"/>
              </a:rPr>
              <a:t>+35%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4840033" y="5356669"/>
            <a:ext cx="565785" cy="268605"/>
            <a:chOff x="4840033" y="5356669"/>
            <a:chExt cx="565785" cy="268605"/>
          </a:xfrm>
        </p:grpSpPr>
        <p:sp>
          <p:nvSpPr>
            <p:cNvPr id="87" name="object 87"/>
            <p:cNvSpPr/>
            <p:nvPr/>
          </p:nvSpPr>
          <p:spPr>
            <a:xfrm>
              <a:off x="4844796" y="5361432"/>
              <a:ext cx="556260" cy="259079"/>
            </a:xfrm>
            <a:custGeom>
              <a:avLst/>
              <a:gdLst/>
              <a:ahLst/>
              <a:cxnLst/>
              <a:rect l="l" t="t" r="r" b="b"/>
              <a:pathLst>
                <a:path w="556260" h="259079">
                  <a:moveTo>
                    <a:pt x="278130" y="0"/>
                  </a:moveTo>
                  <a:lnTo>
                    <a:pt x="214337" y="3423"/>
                  </a:lnTo>
                  <a:lnTo>
                    <a:pt x="155787" y="13173"/>
                  </a:lnTo>
                  <a:lnTo>
                    <a:pt x="104147" y="28471"/>
                  </a:lnTo>
                  <a:lnTo>
                    <a:pt x="61082" y="48536"/>
                  </a:lnTo>
                  <a:lnTo>
                    <a:pt x="28258" y="72589"/>
                  </a:lnTo>
                  <a:lnTo>
                    <a:pt x="0" y="129540"/>
                  </a:lnTo>
                  <a:lnTo>
                    <a:pt x="7342" y="159229"/>
                  </a:lnTo>
                  <a:lnTo>
                    <a:pt x="61082" y="210543"/>
                  </a:lnTo>
                  <a:lnTo>
                    <a:pt x="104147" y="230608"/>
                  </a:lnTo>
                  <a:lnTo>
                    <a:pt x="155787" y="245906"/>
                  </a:lnTo>
                  <a:lnTo>
                    <a:pt x="214337" y="255656"/>
                  </a:lnTo>
                  <a:lnTo>
                    <a:pt x="278130" y="259080"/>
                  </a:lnTo>
                  <a:lnTo>
                    <a:pt x="341922" y="255656"/>
                  </a:lnTo>
                  <a:lnTo>
                    <a:pt x="400472" y="245906"/>
                  </a:lnTo>
                  <a:lnTo>
                    <a:pt x="452112" y="230608"/>
                  </a:lnTo>
                  <a:lnTo>
                    <a:pt x="495177" y="210543"/>
                  </a:lnTo>
                  <a:lnTo>
                    <a:pt x="528001" y="186490"/>
                  </a:lnTo>
                  <a:lnTo>
                    <a:pt x="556260" y="129540"/>
                  </a:lnTo>
                  <a:lnTo>
                    <a:pt x="548917" y="99850"/>
                  </a:lnTo>
                  <a:lnTo>
                    <a:pt x="495177" y="48536"/>
                  </a:lnTo>
                  <a:lnTo>
                    <a:pt x="452112" y="28471"/>
                  </a:lnTo>
                  <a:lnTo>
                    <a:pt x="400472" y="13173"/>
                  </a:lnTo>
                  <a:lnTo>
                    <a:pt x="341922" y="3423"/>
                  </a:lnTo>
                  <a:lnTo>
                    <a:pt x="2781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4844796" y="5361432"/>
              <a:ext cx="556260" cy="259079"/>
            </a:xfrm>
            <a:custGeom>
              <a:avLst/>
              <a:gdLst/>
              <a:ahLst/>
              <a:cxnLst/>
              <a:rect l="l" t="t" r="r" b="b"/>
              <a:pathLst>
                <a:path w="556260" h="259079">
                  <a:moveTo>
                    <a:pt x="0" y="129540"/>
                  </a:moveTo>
                  <a:lnTo>
                    <a:pt x="28258" y="72589"/>
                  </a:lnTo>
                  <a:lnTo>
                    <a:pt x="61082" y="48536"/>
                  </a:lnTo>
                  <a:lnTo>
                    <a:pt x="104147" y="28471"/>
                  </a:lnTo>
                  <a:lnTo>
                    <a:pt x="155787" y="13173"/>
                  </a:lnTo>
                  <a:lnTo>
                    <a:pt x="214337" y="3423"/>
                  </a:lnTo>
                  <a:lnTo>
                    <a:pt x="278130" y="0"/>
                  </a:lnTo>
                  <a:lnTo>
                    <a:pt x="341922" y="3423"/>
                  </a:lnTo>
                  <a:lnTo>
                    <a:pt x="400472" y="13173"/>
                  </a:lnTo>
                  <a:lnTo>
                    <a:pt x="452112" y="28471"/>
                  </a:lnTo>
                  <a:lnTo>
                    <a:pt x="495177" y="48536"/>
                  </a:lnTo>
                  <a:lnTo>
                    <a:pt x="528001" y="72589"/>
                  </a:lnTo>
                  <a:lnTo>
                    <a:pt x="556260" y="129540"/>
                  </a:lnTo>
                  <a:lnTo>
                    <a:pt x="548917" y="159229"/>
                  </a:lnTo>
                  <a:lnTo>
                    <a:pt x="495177" y="210543"/>
                  </a:lnTo>
                  <a:lnTo>
                    <a:pt x="452112" y="230608"/>
                  </a:lnTo>
                  <a:lnTo>
                    <a:pt x="400472" y="245906"/>
                  </a:lnTo>
                  <a:lnTo>
                    <a:pt x="341922" y="255656"/>
                  </a:lnTo>
                  <a:lnTo>
                    <a:pt x="278130" y="259080"/>
                  </a:lnTo>
                  <a:lnTo>
                    <a:pt x="214337" y="255656"/>
                  </a:lnTo>
                  <a:lnTo>
                    <a:pt x="155787" y="245906"/>
                  </a:lnTo>
                  <a:lnTo>
                    <a:pt x="104147" y="230608"/>
                  </a:lnTo>
                  <a:lnTo>
                    <a:pt x="61082" y="210543"/>
                  </a:lnTo>
                  <a:lnTo>
                    <a:pt x="28258" y="186490"/>
                  </a:lnTo>
                  <a:lnTo>
                    <a:pt x="0" y="12954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9" name="object 89"/>
          <p:cNvSpPr txBox="1"/>
          <p:nvPr/>
        </p:nvSpPr>
        <p:spPr>
          <a:xfrm>
            <a:off x="4914646" y="5382895"/>
            <a:ext cx="41973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latin typeface="Arial"/>
                <a:cs typeface="Arial"/>
              </a:rPr>
              <a:t>+28%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90" name="object 90"/>
          <p:cNvGrpSpPr/>
          <p:nvPr/>
        </p:nvGrpSpPr>
        <p:grpSpPr>
          <a:xfrm>
            <a:off x="6103429" y="2212657"/>
            <a:ext cx="1231900" cy="3535045"/>
            <a:chOff x="6103429" y="2212657"/>
            <a:chExt cx="1231900" cy="3535045"/>
          </a:xfrm>
        </p:grpSpPr>
        <p:sp>
          <p:nvSpPr>
            <p:cNvPr id="91" name="object 91"/>
            <p:cNvSpPr/>
            <p:nvPr/>
          </p:nvSpPr>
          <p:spPr>
            <a:xfrm>
              <a:off x="6108192" y="2289047"/>
              <a:ext cx="1181100" cy="3202305"/>
            </a:xfrm>
            <a:custGeom>
              <a:avLst/>
              <a:gdLst/>
              <a:ahLst/>
              <a:cxnLst/>
              <a:rect l="l" t="t" r="r" b="b"/>
              <a:pathLst>
                <a:path w="1181100" h="3202304">
                  <a:moveTo>
                    <a:pt x="850392" y="3022092"/>
                  </a:moveTo>
                  <a:lnTo>
                    <a:pt x="0" y="3022092"/>
                  </a:lnTo>
                  <a:lnTo>
                    <a:pt x="0" y="3201924"/>
                  </a:lnTo>
                  <a:lnTo>
                    <a:pt x="850392" y="3201924"/>
                  </a:lnTo>
                  <a:lnTo>
                    <a:pt x="850392" y="3022092"/>
                  </a:lnTo>
                  <a:close/>
                </a:path>
                <a:path w="1181100" h="3202304">
                  <a:moveTo>
                    <a:pt x="850392" y="1007364"/>
                  </a:moveTo>
                  <a:lnTo>
                    <a:pt x="0" y="1007364"/>
                  </a:lnTo>
                  <a:lnTo>
                    <a:pt x="0" y="1187196"/>
                  </a:lnTo>
                  <a:lnTo>
                    <a:pt x="850392" y="1187196"/>
                  </a:lnTo>
                  <a:lnTo>
                    <a:pt x="850392" y="1007364"/>
                  </a:lnTo>
                  <a:close/>
                </a:path>
                <a:path w="1181100" h="3202304">
                  <a:moveTo>
                    <a:pt x="926592" y="2517648"/>
                  </a:moveTo>
                  <a:lnTo>
                    <a:pt x="0" y="2517648"/>
                  </a:lnTo>
                  <a:lnTo>
                    <a:pt x="0" y="2697480"/>
                  </a:lnTo>
                  <a:lnTo>
                    <a:pt x="926592" y="2697480"/>
                  </a:lnTo>
                  <a:lnTo>
                    <a:pt x="926592" y="2517648"/>
                  </a:lnTo>
                  <a:close/>
                </a:path>
                <a:path w="1181100" h="3202304">
                  <a:moveTo>
                    <a:pt x="1016508" y="1510284"/>
                  </a:moveTo>
                  <a:lnTo>
                    <a:pt x="0" y="1510284"/>
                  </a:lnTo>
                  <a:lnTo>
                    <a:pt x="0" y="1690116"/>
                  </a:lnTo>
                  <a:lnTo>
                    <a:pt x="1016508" y="1690116"/>
                  </a:lnTo>
                  <a:lnTo>
                    <a:pt x="1016508" y="1510284"/>
                  </a:lnTo>
                  <a:close/>
                </a:path>
                <a:path w="1181100" h="3202304">
                  <a:moveTo>
                    <a:pt x="1016508" y="0"/>
                  </a:moveTo>
                  <a:lnTo>
                    <a:pt x="0" y="0"/>
                  </a:lnTo>
                  <a:lnTo>
                    <a:pt x="0" y="179832"/>
                  </a:lnTo>
                  <a:lnTo>
                    <a:pt x="1016508" y="179832"/>
                  </a:lnTo>
                  <a:lnTo>
                    <a:pt x="1016508" y="0"/>
                  </a:lnTo>
                  <a:close/>
                </a:path>
                <a:path w="1181100" h="3202304">
                  <a:moveTo>
                    <a:pt x="1104900" y="2014728"/>
                  </a:moveTo>
                  <a:lnTo>
                    <a:pt x="0" y="2014728"/>
                  </a:lnTo>
                  <a:lnTo>
                    <a:pt x="0" y="2194560"/>
                  </a:lnTo>
                  <a:lnTo>
                    <a:pt x="1104900" y="2194560"/>
                  </a:lnTo>
                  <a:lnTo>
                    <a:pt x="1104900" y="2014728"/>
                  </a:lnTo>
                  <a:close/>
                </a:path>
                <a:path w="1181100" h="3202304">
                  <a:moveTo>
                    <a:pt x="1181100" y="504444"/>
                  </a:moveTo>
                  <a:lnTo>
                    <a:pt x="0" y="504444"/>
                  </a:lnTo>
                  <a:lnTo>
                    <a:pt x="0" y="684276"/>
                  </a:lnTo>
                  <a:lnTo>
                    <a:pt x="1181100" y="684276"/>
                  </a:lnTo>
                  <a:lnTo>
                    <a:pt x="1181100" y="504444"/>
                  </a:lnTo>
                  <a:close/>
                </a:path>
              </a:pathLst>
            </a:custGeom>
            <a:solidFill>
              <a:srgbClr val="0D020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6108191" y="3296412"/>
              <a:ext cx="1104900" cy="2194560"/>
            </a:xfrm>
            <a:custGeom>
              <a:avLst/>
              <a:gdLst/>
              <a:ahLst/>
              <a:cxnLst/>
              <a:rect l="l" t="t" r="r" b="b"/>
              <a:pathLst>
                <a:path w="1104900" h="2194560">
                  <a:moveTo>
                    <a:pt x="850392" y="0"/>
                  </a:moveTo>
                  <a:lnTo>
                    <a:pt x="0" y="0"/>
                  </a:lnTo>
                  <a:lnTo>
                    <a:pt x="0" y="179832"/>
                  </a:lnTo>
                  <a:lnTo>
                    <a:pt x="850392" y="179832"/>
                  </a:lnTo>
                  <a:lnTo>
                    <a:pt x="850392" y="0"/>
                  </a:lnTo>
                  <a:close/>
                </a:path>
                <a:path w="1104900" h="2194560">
                  <a:moveTo>
                    <a:pt x="1104900" y="1007363"/>
                  </a:moveTo>
                  <a:lnTo>
                    <a:pt x="0" y="1007363"/>
                  </a:lnTo>
                  <a:lnTo>
                    <a:pt x="0" y="1187196"/>
                  </a:lnTo>
                  <a:lnTo>
                    <a:pt x="1104900" y="1187196"/>
                  </a:lnTo>
                  <a:lnTo>
                    <a:pt x="1104900" y="1007363"/>
                  </a:lnTo>
                  <a:close/>
                </a:path>
                <a:path w="1104900" h="2194560">
                  <a:moveTo>
                    <a:pt x="850392" y="2014728"/>
                  </a:moveTo>
                  <a:lnTo>
                    <a:pt x="0" y="2014728"/>
                  </a:lnTo>
                  <a:lnTo>
                    <a:pt x="0" y="2194560"/>
                  </a:lnTo>
                  <a:lnTo>
                    <a:pt x="850392" y="2194560"/>
                  </a:lnTo>
                  <a:lnTo>
                    <a:pt x="850392" y="2014728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6108192" y="2468879"/>
              <a:ext cx="1222375" cy="3202305"/>
            </a:xfrm>
            <a:custGeom>
              <a:avLst/>
              <a:gdLst/>
              <a:ahLst/>
              <a:cxnLst/>
              <a:rect l="l" t="t" r="r" b="b"/>
              <a:pathLst>
                <a:path w="1222375" h="3202304">
                  <a:moveTo>
                    <a:pt x="970788" y="2014728"/>
                  </a:moveTo>
                  <a:lnTo>
                    <a:pt x="0" y="2014728"/>
                  </a:lnTo>
                  <a:lnTo>
                    <a:pt x="0" y="2194560"/>
                  </a:lnTo>
                  <a:lnTo>
                    <a:pt x="970788" y="2194560"/>
                  </a:lnTo>
                  <a:lnTo>
                    <a:pt x="970788" y="2014728"/>
                  </a:lnTo>
                  <a:close/>
                </a:path>
                <a:path w="1222375" h="3202304">
                  <a:moveTo>
                    <a:pt x="1083564" y="1510284"/>
                  </a:moveTo>
                  <a:lnTo>
                    <a:pt x="0" y="1510284"/>
                  </a:lnTo>
                  <a:lnTo>
                    <a:pt x="0" y="1690116"/>
                  </a:lnTo>
                  <a:lnTo>
                    <a:pt x="1083564" y="1690116"/>
                  </a:lnTo>
                  <a:lnTo>
                    <a:pt x="1083564" y="1510284"/>
                  </a:lnTo>
                  <a:close/>
                </a:path>
                <a:path w="1222375" h="3202304">
                  <a:moveTo>
                    <a:pt x="1135380" y="3022092"/>
                  </a:moveTo>
                  <a:lnTo>
                    <a:pt x="0" y="3022092"/>
                  </a:lnTo>
                  <a:lnTo>
                    <a:pt x="0" y="3201924"/>
                  </a:lnTo>
                  <a:lnTo>
                    <a:pt x="1135380" y="3201924"/>
                  </a:lnTo>
                  <a:lnTo>
                    <a:pt x="1135380" y="3022092"/>
                  </a:lnTo>
                  <a:close/>
                </a:path>
                <a:path w="1222375" h="3202304">
                  <a:moveTo>
                    <a:pt x="1161288" y="2517648"/>
                  </a:moveTo>
                  <a:lnTo>
                    <a:pt x="0" y="2517648"/>
                  </a:lnTo>
                  <a:lnTo>
                    <a:pt x="0" y="2697480"/>
                  </a:lnTo>
                  <a:lnTo>
                    <a:pt x="1161288" y="2697480"/>
                  </a:lnTo>
                  <a:lnTo>
                    <a:pt x="1161288" y="2517648"/>
                  </a:lnTo>
                  <a:close/>
                </a:path>
                <a:path w="1222375" h="3202304">
                  <a:moveTo>
                    <a:pt x="1170432" y="1007364"/>
                  </a:moveTo>
                  <a:lnTo>
                    <a:pt x="0" y="1007364"/>
                  </a:lnTo>
                  <a:lnTo>
                    <a:pt x="0" y="1187196"/>
                  </a:lnTo>
                  <a:lnTo>
                    <a:pt x="1170432" y="1187196"/>
                  </a:lnTo>
                  <a:lnTo>
                    <a:pt x="1170432" y="1007364"/>
                  </a:lnTo>
                  <a:close/>
                </a:path>
                <a:path w="1222375" h="3202304">
                  <a:moveTo>
                    <a:pt x="1176528" y="0"/>
                  </a:moveTo>
                  <a:lnTo>
                    <a:pt x="0" y="0"/>
                  </a:lnTo>
                  <a:lnTo>
                    <a:pt x="0" y="179832"/>
                  </a:lnTo>
                  <a:lnTo>
                    <a:pt x="1176528" y="179832"/>
                  </a:lnTo>
                  <a:lnTo>
                    <a:pt x="1176528" y="0"/>
                  </a:lnTo>
                  <a:close/>
                </a:path>
                <a:path w="1222375" h="3202304">
                  <a:moveTo>
                    <a:pt x="1222248" y="504444"/>
                  </a:moveTo>
                  <a:lnTo>
                    <a:pt x="0" y="504444"/>
                  </a:lnTo>
                  <a:lnTo>
                    <a:pt x="0" y="684276"/>
                  </a:lnTo>
                  <a:lnTo>
                    <a:pt x="1222248" y="684276"/>
                  </a:lnTo>
                  <a:lnTo>
                    <a:pt x="1222248" y="504444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6108191" y="2468880"/>
              <a:ext cx="1222375" cy="3202305"/>
            </a:xfrm>
            <a:custGeom>
              <a:avLst/>
              <a:gdLst/>
              <a:ahLst/>
              <a:cxnLst/>
              <a:rect l="l" t="t" r="r" b="b"/>
              <a:pathLst>
                <a:path w="1222375" h="3202304">
                  <a:moveTo>
                    <a:pt x="1176527" y="0"/>
                  </a:moveTo>
                  <a:lnTo>
                    <a:pt x="0" y="0"/>
                  </a:lnTo>
                  <a:lnTo>
                    <a:pt x="0" y="179832"/>
                  </a:lnTo>
                  <a:lnTo>
                    <a:pt x="1176527" y="179832"/>
                  </a:lnTo>
                  <a:lnTo>
                    <a:pt x="1176527" y="0"/>
                  </a:lnTo>
                  <a:close/>
                </a:path>
                <a:path w="1222375" h="3202304">
                  <a:moveTo>
                    <a:pt x="1222247" y="504444"/>
                  </a:moveTo>
                  <a:lnTo>
                    <a:pt x="0" y="504444"/>
                  </a:lnTo>
                  <a:lnTo>
                    <a:pt x="0" y="684276"/>
                  </a:lnTo>
                  <a:lnTo>
                    <a:pt x="1222247" y="684276"/>
                  </a:lnTo>
                  <a:lnTo>
                    <a:pt x="1222247" y="504444"/>
                  </a:lnTo>
                  <a:close/>
                </a:path>
                <a:path w="1222375" h="3202304">
                  <a:moveTo>
                    <a:pt x="1170431" y="1007363"/>
                  </a:moveTo>
                  <a:lnTo>
                    <a:pt x="0" y="1007363"/>
                  </a:lnTo>
                  <a:lnTo>
                    <a:pt x="0" y="1187196"/>
                  </a:lnTo>
                  <a:lnTo>
                    <a:pt x="1170431" y="1187196"/>
                  </a:lnTo>
                  <a:lnTo>
                    <a:pt x="1170431" y="1007363"/>
                  </a:lnTo>
                  <a:close/>
                </a:path>
                <a:path w="1222375" h="3202304">
                  <a:moveTo>
                    <a:pt x="1083564" y="1510284"/>
                  </a:moveTo>
                  <a:lnTo>
                    <a:pt x="0" y="1510284"/>
                  </a:lnTo>
                  <a:lnTo>
                    <a:pt x="0" y="1690116"/>
                  </a:lnTo>
                  <a:lnTo>
                    <a:pt x="1083564" y="1690116"/>
                  </a:lnTo>
                  <a:lnTo>
                    <a:pt x="1083564" y="1510284"/>
                  </a:lnTo>
                  <a:close/>
                </a:path>
                <a:path w="1222375" h="3202304">
                  <a:moveTo>
                    <a:pt x="970787" y="2014727"/>
                  </a:moveTo>
                  <a:lnTo>
                    <a:pt x="0" y="2014727"/>
                  </a:lnTo>
                  <a:lnTo>
                    <a:pt x="0" y="2194560"/>
                  </a:lnTo>
                  <a:lnTo>
                    <a:pt x="970787" y="2194560"/>
                  </a:lnTo>
                  <a:lnTo>
                    <a:pt x="970787" y="2014727"/>
                  </a:lnTo>
                  <a:close/>
                </a:path>
                <a:path w="1222375" h="3202304">
                  <a:moveTo>
                    <a:pt x="1161287" y="2517648"/>
                  </a:moveTo>
                  <a:lnTo>
                    <a:pt x="0" y="2517648"/>
                  </a:lnTo>
                  <a:lnTo>
                    <a:pt x="0" y="2697480"/>
                  </a:lnTo>
                  <a:lnTo>
                    <a:pt x="1161287" y="2697480"/>
                  </a:lnTo>
                  <a:lnTo>
                    <a:pt x="1161287" y="2517648"/>
                  </a:lnTo>
                  <a:close/>
                </a:path>
                <a:path w="1222375" h="3202304">
                  <a:moveTo>
                    <a:pt x="1135380" y="3022092"/>
                  </a:moveTo>
                  <a:lnTo>
                    <a:pt x="0" y="3022092"/>
                  </a:lnTo>
                  <a:lnTo>
                    <a:pt x="0" y="3201924"/>
                  </a:lnTo>
                  <a:lnTo>
                    <a:pt x="1135380" y="3201924"/>
                  </a:lnTo>
                  <a:lnTo>
                    <a:pt x="1135380" y="3022092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6108191" y="2217420"/>
              <a:ext cx="0" cy="3525520"/>
            </a:xfrm>
            <a:custGeom>
              <a:avLst/>
              <a:gdLst/>
              <a:ahLst/>
              <a:cxnLst/>
              <a:rect l="l" t="t" r="r" b="b"/>
              <a:pathLst>
                <a:path w="0" h="3525520">
                  <a:moveTo>
                    <a:pt x="0" y="0"/>
                  </a:moveTo>
                  <a:lnTo>
                    <a:pt x="0" y="3525012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6" name="object 96"/>
          <p:cNvSpPr txBox="1"/>
          <p:nvPr/>
        </p:nvSpPr>
        <p:spPr>
          <a:xfrm>
            <a:off x="6519798" y="2265375"/>
            <a:ext cx="19621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80</a:t>
            </a:r>
            <a:endParaRPr sz="1200">
              <a:latin typeface="Arial"/>
              <a:cs typeface="Arial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6602348" y="2769489"/>
            <a:ext cx="196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93</a:t>
            </a:r>
            <a:endParaRPr sz="1200">
              <a:latin typeface="Arial"/>
              <a:cs typeface="Arial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6437121" y="3273044"/>
            <a:ext cx="196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67</a:t>
            </a:r>
            <a:endParaRPr sz="1200">
              <a:latin typeface="Arial"/>
              <a:cs typeface="Arial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6519798" y="3776598"/>
            <a:ext cx="196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80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6564248" y="4280154"/>
            <a:ext cx="196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87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6475221" y="4783582"/>
            <a:ext cx="196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73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6437121" y="5287136"/>
            <a:ext cx="196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67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03" name="object 103"/>
          <p:cNvGrpSpPr/>
          <p:nvPr/>
        </p:nvGrpSpPr>
        <p:grpSpPr>
          <a:xfrm>
            <a:off x="6998207" y="3341941"/>
            <a:ext cx="901065" cy="2245360"/>
            <a:chOff x="6998207" y="3341941"/>
            <a:chExt cx="901065" cy="2245360"/>
          </a:xfrm>
        </p:grpSpPr>
        <p:sp>
          <p:nvSpPr>
            <p:cNvPr id="104" name="object 104"/>
            <p:cNvSpPr/>
            <p:nvPr/>
          </p:nvSpPr>
          <p:spPr>
            <a:xfrm>
              <a:off x="7644383" y="3386327"/>
              <a:ext cx="0" cy="179705"/>
            </a:xfrm>
            <a:custGeom>
              <a:avLst/>
              <a:gdLst/>
              <a:ahLst/>
              <a:cxnLst/>
              <a:rect l="l" t="t" r="r" b="b"/>
              <a:pathLst>
                <a:path w="0" h="179704">
                  <a:moveTo>
                    <a:pt x="0" y="179324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6998207" y="3348227"/>
              <a:ext cx="646430" cy="76200"/>
            </a:xfrm>
            <a:custGeom>
              <a:avLst/>
              <a:gdLst/>
              <a:ahLst/>
              <a:cxnLst/>
              <a:rect l="l" t="t" r="r" b="b"/>
              <a:pathLst>
                <a:path w="646429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4450"/>
                  </a:lnTo>
                  <a:lnTo>
                    <a:pt x="63500" y="44450"/>
                  </a:lnTo>
                  <a:lnTo>
                    <a:pt x="63500" y="31750"/>
                  </a:lnTo>
                  <a:lnTo>
                    <a:pt x="76200" y="31750"/>
                  </a:lnTo>
                  <a:lnTo>
                    <a:pt x="76200" y="0"/>
                  </a:lnTo>
                  <a:close/>
                </a:path>
                <a:path w="646429" h="76200">
                  <a:moveTo>
                    <a:pt x="76200" y="31750"/>
                  </a:moveTo>
                  <a:lnTo>
                    <a:pt x="63500" y="31750"/>
                  </a:lnTo>
                  <a:lnTo>
                    <a:pt x="63500" y="44450"/>
                  </a:lnTo>
                  <a:lnTo>
                    <a:pt x="76200" y="44450"/>
                  </a:lnTo>
                  <a:lnTo>
                    <a:pt x="76200" y="31750"/>
                  </a:lnTo>
                  <a:close/>
                </a:path>
                <a:path w="646429" h="76200">
                  <a:moveTo>
                    <a:pt x="646049" y="31750"/>
                  </a:moveTo>
                  <a:lnTo>
                    <a:pt x="76200" y="31750"/>
                  </a:lnTo>
                  <a:lnTo>
                    <a:pt x="76200" y="44450"/>
                  </a:lnTo>
                  <a:lnTo>
                    <a:pt x="646049" y="44450"/>
                  </a:lnTo>
                  <a:lnTo>
                    <a:pt x="646049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7316723" y="3566159"/>
              <a:ext cx="327025" cy="0"/>
            </a:xfrm>
            <a:custGeom>
              <a:avLst/>
              <a:gdLst/>
              <a:ahLst/>
              <a:cxnLst/>
              <a:rect l="l" t="t" r="r" b="b"/>
              <a:pathLst>
                <a:path w="327025" h="0">
                  <a:moveTo>
                    <a:pt x="0" y="0"/>
                  </a:moveTo>
                  <a:lnTo>
                    <a:pt x="32702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7117079" y="4573523"/>
              <a:ext cx="565150" cy="0"/>
            </a:xfrm>
            <a:custGeom>
              <a:avLst/>
              <a:gdLst/>
              <a:ahLst/>
              <a:cxnLst/>
              <a:rect l="l" t="t" r="r" b="b"/>
              <a:pathLst>
                <a:path w="565150" h="0">
                  <a:moveTo>
                    <a:pt x="0" y="0"/>
                  </a:moveTo>
                  <a:lnTo>
                    <a:pt x="56515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7682483" y="4393691"/>
              <a:ext cx="0" cy="179705"/>
            </a:xfrm>
            <a:custGeom>
              <a:avLst/>
              <a:gdLst/>
              <a:ahLst/>
              <a:cxnLst/>
              <a:rect l="l" t="t" r="r" b="b"/>
              <a:pathLst>
                <a:path w="0" h="179704">
                  <a:moveTo>
                    <a:pt x="0" y="17945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7251191" y="4355591"/>
              <a:ext cx="430530" cy="76200"/>
            </a:xfrm>
            <a:custGeom>
              <a:avLst/>
              <a:gdLst/>
              <a:ahLst/>
              <a:cxnLst/>
              <a:rect l="l" t="t" r="r" b="b"/>
              <a:pathLst>
                <a:path w="430529" h="76200">
                  <a:moveTo>
                    <a:pt x="76199" y="0"/>
                  </a:moveTo>
                  <a:lnTo>
                    <a:pt x="0" y="38099"/>
                  </a:lnTo>
                  <a:lnTo>
                    <a:pt x="76199" y="76199"/>
                  </a:lnTo>
                  <a:lnTo>
                    <a:pt x="76199" y="44449"/>
                  </a:lnTo>
                  <a:lnTo>
                    <a:pt x="63499" y="44449"/>
                  </a:lnTo>
                  <a:lnTo>
                    <a:pt x="63499" y="31749"/>
                  </a:lnTo>
                  <a:lnTo>
                    <a:pt x="76199" y="31749"/>
                  </a:lnTo>
                  <a:lnTo>
                    <a:pt x="76199" y="0"/>
                  </a:lnTo>
                  <a:close/>
                </a:path>
                <a:path w="430529" h="76200">
                  <a:moveTo>
                    <a:pt x="76199" y="31749"/>
                  </a:moveTo>
                  <a:lnTo>
                    <a:pt x="63499" y="31749"/>
                  </a:lnTo>
                  <a:lnTo>
                    <a:pt x="63499" y="44449"/>
                  </a:lnTo>
                  <a:lnTo>
                    <a:pt x="76199" y="44449"/>
                  </a:lnTo>
                  <a:lnTo>
                    <a:pt x="76199" y="31749"/>
                  </a:lnTo>
                  <a:close/>
                </a:path>
                <a:path w="430529" h="76200">
                  <a:moveTo>
                    <a:pt x="430275" y="31749"/>
                  </a:moveTo>
                  <a:lnTo>
                    <a:pt x="76199" y="31749"/>
                  </a:lnTo>
                  <a:lnTo>
                    <a:pt x="76199" y="44449"/>
                  </a:lnTo>
                  <a:lnTo>
                    <a:pt x="430275" y="44449"/>
                  </a:lnTo>
                  <a:lnTo>
                    <a:pt x="430275" y="317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7281671" y="5579363"/>
              <a:ext cx="327025" cy="0"/>
            </a:xfrm>
            <a:custGeom>
              <a:avLst/>
              <a:gdLst/>
              <a:ahLst/>
              <a:cxnLst/>
              <a:rect l="l" t="t" r="r" b="b"/>
              <a:pathLst>
                <a:path w="327025" h="0">
                  <a:moveTo>
                    <a:pt x="0" y="0"/>
                  </a:moveTo>
                  <a:lnTo>
                    <a:pt x="32702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7609331" y="5401055"/>
              <a:ext cx="0" cy="179705"/>
            </a:xfrm>
            <a:custGeom>
              <a:avLst/>
              <a:gdLst/>
              <a:ahLst/>
              <a:cxnLst/>
              <a:rect l="l" t="t" r="r" b="b"/>
              <a:pathLst>
                <a:path w="0" h="179704">
                  <a:moveTo>
                    <a:pt x="0" y="179451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6998207" y="5362955"/>
              <a:ext cx="611505" cy="76200"/>
            </a:xfrm>
            <a:custGeom>
              <a:avLst/>
              <a:gdLst/>
              <a:ahLst/>
              <a:cxnLst/>
              <a:rect l="l" t="t" r="r" b="b"/>
              <a:pathLst>
                <a:path w="611504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4450"/>
                  </a:lnTo>
                  <a:lnTo>
                    <a:pt x="63500" y="44450"/>
                  </a:lnTo>
                  <a:lnTo>
                    <a:pt x="63500" y="31750"/>
                  </a:lnTo>
                  <a:lnTo>
                    <a:pt x="76200" y="31750"/>
                  </a:lnTo>
                  <a:lnTo>
                    <a:pt x="76200" y="0"/>
                  </a:lnTo>
                  <a:close/>
                </a:path>
                <a:path w="611504" h="76200">
                  <a:moveTo>
                    <a:pt x="76200" y="31750"/>
                  </a:moveTo>
                  <a:lnTo>
                    <a:pt x="63500" y="31750"/>
                  </a:lnTo>
                  <a:lnTo>
                    <a:pt x="63500" y="44450"/>
                  </a:lnTo>
                  <a:lnTo>
                    <a:pt x="76200" y="44450"/>
                  </a:lnTo>
                  <a:lnTo>
                    <a:pt x="76200" y="31750"/>
                  </a:lnTo>
                  <a:close/>
                </a:path>
                <a:path w="611504" h="76200">
                  <a:moveTo>
                    <a:pt x="611124" y="31750"/>
                  </a:moveTo>
                  <a:lnTo>
                    <a:pt x="76200" y="31750"/>
                  </a:lnTo>
                  <a:lnTo>
                    <a:pt x="76200" y="44450"/>
                  </a:lnTo>
                  <a:lnTo>
                    <a:pt x="611124" y="44450"/>
                  </a:lnTo>
                  <a:lnTo>
                    <a:pt x="611124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7392923" y="3346703"/>
              <a:ext cx="501650" cy="259079"/>
            </a:xfrm>
            <a:custGeom>
              <a:avLst/>
              <a:gdLst/>
              <a:ahLst/>
              <a:cxnLst/>
              <a:rect l="l" t="t" r="r" b="b"/>
              <a:pathLst>
                <a:path w="501650" h="259079">
                  <a:moveTo>
                    <a:pt x="250697" y="0"/>
                  </a:moveTo>
                  <a:lnTo>
                    <a:pt x="193223" y="3423"/>
                  </a:lnTo>
                  <a:lnTo>
                    <a:pt x="140459" y="13173"/>
                  </a:lnTo>
                  <a:lnTo>
                    <a:pt x="93910" y="28471"/>
                  </a:lnTo>
                  <a:lnTo>
                    <a:pt x="55083" y="48536"/>
                  </a:lnTo>
                  <a:lnTo>
                    <a:pt x="25485" y="72589"/>
                  </a:lnTo>
                  <a:lnTo>
                    <a:pt x="0" y="129539"/>
                  </a:lnTo>
                  <a:lnTo>
                    <a:pt x="6622" y="159229"/>
                  </a:lnTo>
                  <a:lnTo>
                    <a:pt x="55083" y="210543"/>
                  </a:lnTo>
                  <a:lnTo>
                    <a:pt x="93910" y="230608"/>
                  </a:lnTo>
                  <a:lnTo>
                    <a:pt x="140459" y="245906"/>
                  </a:lnTo>
                  <a:lnTo>
                    <a:pt x="193223" y="255656"/>
                  </a:lnTo>
                  <a:lnTo>
                    <a:pt x="250697" y="259079"/>
                  </a:lnTo>
                  <a:lnTo>
                    <a:pt x="308172" y="255656"/>
                  </a:lnTo>
                  <a:lnTo>
                    <a:pt x="360936" y="245906"/>
                  </a:lnTo>
                  <a:lnTo>
                    <a:pt x="407485" y="230608"/>
                  </a:lnTo>
                  <a:lnTo>
                    <a:pt x="446312" y="210543"/>
                  </a:lnTo>
                  <a:lnTo>
                    <a:pt x="475910" y="186490"/>
                  </a:lnTo>
                  <a:lnTo>
                    <a:pt x="501395" y="129539"/>
                  </a:lnTo>
                  <a:lnTo>
                    <a:pt x="494773" y="99850"/>
                  </a:lnTo>
                  <a:lnTo>
                    <a:pt x="446312" y="48536"/>
                  </a:lnTo>
                  <a:lnTo>
                    <a:pt x="407485" y="28471"/>
                  </a:lnTo>
                  <a:lnTo>
                    <a:pt x="360936" y="13173"/>
                  </a:lnTo>
                  <a:lnTo>
                    <a:pt x="308172" y="3423"/>
                  </a:lnTo>
                  <a:lnTo>
                    <a:pt x="2506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7392923" y="3346703"/>
              <a:ext cx="501650" cy="259079"/>
            </a:xfrm>
            <a:custGeom>
              <a:avLst/>
              <a:gdLst/>
              <a:ahLst/>
              <a:cxnLst/>
              <a:rect l="l" t="t" r="r" b="b"/>
              <a:pathLst>
                <a:path w="501650" h="259079">
                  <a:moveTo>
                    <a:pt x="0" y="129539"/>
                  </a:moveTo>
                  <a:lnTo>
                    <a:pt x="25485" y="72589"/>
                  </a:lnTo>
                  <a:lnTo>
                    <a:pt x="55083" y="48536"/>
                  </a:lnTo>
                  <a:lnTo>
                    <a:pt x="93910" y="28471"/>
                  </a:lnTo>
                  <a:lnTo>
                    <a:pt x="140459" y="13173"/>
                  </a:lnTo>
                  <a:lnTo>
                    <a:pt x="193223" y="3423"/>
                  </a:lnTo>
                  <a:lnTo>
                    <a:pt x="250697" y="0"/>
                  </a:lnTo>
                  <a:lnTo>
                    <a:pt x="308172" y="3423"/>
                  </a:lnTo>
                  <a:lnTo>
                    <a:pt x="360936" y="13173"/>
                  </a:lnTo>
                  <a:lnTo>
                    <a:pt x="407485" y="28471"/>
                  </a:lnTo>
                  <a:lnTo>
                    <a:pt x="446312" y="48536"/>
                  </a:lnTo>
                  <a:lnTo>
                    <a:pt x="475910" y="72589"/>
                  </a:lnTo>
                  <a:lnTo>
                    <a:pt x="501395" y="129539"/>
                  </a:lnTo>
                  <a:lnTo>
                    <a:pt x="494773" y="159229"/>
                  </a:lnTo>
                  <a:lnTo>
                    <a:pt x="446312" y="210543"/>
                  </a:lnTo>
                  <a:lnTo>
                    <a:pt x="407485" y="230608"/>
                  </a:lnTo>
                  <a:lnTo>
                    <a:pt x="360936" y="245906"/>
                  </a:lnTo>
                  <a:lnTo>
                    <a:pt x="308172" y="255656"/>
                  </a:lnTo>
                  <a:lnTo>
                    <a:pt x="250697" y="259079"/>
                  </a:lnTo>
                  <a:lnTo>
                    <a:pt x="193223" y="255656"/>
                  </a:lnTo>
                  <a:lnTo>
                    <a:pt x="140459" y="245906"/>
                  </a:lnTo>
                  <a:lnTo>
                    <a:pt x="93910" y="230608"/>
                  </a:lnTo>
                  <a:lnTo>
                    <a:pt x="55083" y="210543"/>
                  </a:lnTo>
                  <a:lnTo>
                    <a:pt x="25485" y="186490"/>
                  </a:lnTo>
                  <a:lnTo>
                    <a:pt x="0" y="12953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5" name="object 115"/>
          <p:cNvSpPr txBox="1"/>
          <p:nvPr/>
        </p:nvSpPr>
        <p:spPr>
          <a:xfrm>
            <a:off x="7454900" y="3367785"/>
            <a:ext cx="3829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Arial"/>
                <a:cs typeface="Arial"/>
              </a:rPr>
              <a:t>-</a:t>
            </a:r>
            <a:r>
              <a:rPr dirty="0" sz="1200" spc="-25" b="1">
                <a:latin typeface="Arial"/>
                <a:cs typeface="Arial"/>
              </a:rPr>
              <a:t>27%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16" name="object 116"/>
          <p:cNvGrpSpPr/>
          <p:nvPr/>
        </p:nvGrpSpPr>
        <p:grpSpPr>
          <a:xfrm>
            <a:off x="7398829" y="4349305"/>
            <a:ext cx="565785" cy="268605"/>
            <a:chOff x="7398829" y="4349305"/>
            <a:chExt cx="565785" cy="268605"/>
          </a:xfrm>
        </p:grpSpPr>
        <p:sp>
          <p:nvSpPr>
            <p:cNvPr id="117" name="object 117"/>
            <p:cNvSpPr/>
            <p:nvPr/>
          </p:nvSpPr>
          <p:spPr>
            <a:xfrm>
              <a:off x="7403592" y="4354067"/>
              <a:ext cx="556260" cy="259079"/>
            </a:xfrm>
            <a:custGeom>
              <a:avLst/>
              <a:gdLst/>
              <a:ahLst/>
              <a:cxnLst/>
              <a:rect l="l" t="t" r="r" b="b"/>
              <a:pathLst>
                <a:path w="556259" h="259079">
                  <a:moveTo>
                    <a:pt x="278130" y="0"/>
                  </a:moveTo>
                  <a:lnTo>
                    <a:pt x="214337" y="3423"/>
                  </a:lnTo>
                  <a:lnTo>
                    <a:pt x="155787" y="13173"/>
                  </a:lnTo>
                  <a:lnTo>
                    <a:pt x="104147" y="28471"/>
                  </a:lnTo>
                  <a:lnTo>
                    <a:pt x="61082" y="48536"/>
                  </a:lnTo>
                  <a:lnTo>
                    <a:pt x="28258" y="72589"/>
                  </a:lnTo>
                  <a:lnTo>
                    <a:pt x="0" y="129539"/>
                  </a:lnTo>
                  <a:lnTo>
                    <a:pt x="7342" y="159229"/>
                  </a:lnTo>
                  <a:lnTo>
                    <a:pt x="61082" y="210543"/>
                  </a:lnTo>
                  <a:lnTo>
                    <a:pt x="104147" y="230608"/>
                  </a:lnTo>
                  <a:lnTo>
                    <a:pt x="155787" y="245906"/>
                  </a:lnTo>
                  <a:lnTo>
                    <a:pt x="214337" y="255656"/>
                  </a:lnTo>
                  <a:lnTo>
                    <a:pt x="278130" y="259079"/>
                  </a:lnTo>
                  <a:lnTo>
                    <a:pt x="341922" y="255656"/>
                  </a:lnTo>
                  <a:lnTo>
                    <a:pt x="400472" y="245906"/>
                  </a:lnTo>
                  <a:lnTo>
                    <a:pt x="452112" y="230608"/>
                  </a:lnTo>
                  <a:lnTo>
                    <a:pt x="495177" y="210543"/>
                  </a:lnTo>
                  <a:lnTo>
                    <a:pt x="528001" y="186490"/>
                  </a:lnTo>
                  <a:lnTo>
                    <a:pt x="556260" y="129539"/>
                  </a:lnTo>
                  <a:lnTo>
                    <a:pt x="548917" y="99850"/>
                  </a:lnTo>
                  <a:lnTo>
                    <a:pt x="495177" y="48536"/>
                  </a:lnTo>
                  <a:lnTo>
                    <a:pt x="452112" y="28471"/>
                  </a:lnTo>
                  <a:lnTo>
                    <a:pt x="400472" y="13173"/>
                  </a:lnTo>
                  <a:lnTo>
                    <a:pt x="341922" y="3423"/>
                  </a:lnTo>
                  <a:lnTo>
                    <a:pt x="2781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7403592" y="4354067"/>
              <a:ext cx="556260" cy="259079"/>
            </a:xfrm>
            <a:custGeom>
              <a:avLst/>
              <a:gdLst/>
              <a:ahLst/>
              <a:cxnLst/>
              <a:rect l="l" t="t" r="r" b="b"/>
              <a:pathLst>
                <a:path w="556259" h="259079">
                  <a:moveTo>
                    <a:pt x="0" y="129539"/>
                  </a:moveTo>
                  <a:lnTo>
                    <a:pt x="28258" y="72589"/>
                  </a:lnTo>
                  <a:lnTo>
                    <a:pt x="61082" y="48536"/>
                  </a:lnTo>
                  <a:lnTo>
                    <a:pt x="104147" y="28471"/>
                  </a:lnTo>
                  <a:lnTo>
                    <a:pt x="155787" y="13173"/>
                  </a:lnTo>
                  <a:lnTo>
                    <a:pt x="214337" y="3423"/>
                  </a:lnTo>
                  <a:lnTo>
                    <a:pt x="278130" y="0"/>
                  </a:lnTo>
                  <a:lnTo>
                    <a:pt x="341922" y="3423"/>
                  </a:lnTo>
                  <a:lnTo>
                    <a:pt x="400472" y="13173"/>
                  </a:lnTo>
                  <a:lnTo>
                    <a:pt x="452112" y="28471"/>
                  </a:lnTo>
                  <a:lnTo>
                    <a:pt x="495177" y="48536"/>
                  </a:lnTo>
                  <a:lnTo>
                    <a:pt x="528001" y="72589"/>
                  </a:lnTo>
                  <a:lnTo>
                    <a:pt x="556260" y="129539"/>
                  </a:lnTo>
                  <a:lnTo>
                    <a:pt x="548917" y="159229"/>
                  </a:lnTo>
                  <a:lnTo>
                    <a:pt x="495177" y="210543"/>
                  </a:lnTo>
                  <a:lnTo>
                    <a:pt x="452112" y="230608"/>
                  </a:lnTo>
                  <a:lnTo>
                    <a:pt x="400472" y="245906"/>
                  </a:lnTo>
                  <a:lnTo>
                    <a:pt x="341922" y="255656"/>
                  </a:lnTo>
                  <a:lnTo>
                    <a:pt x="278130" y="259079"/>
                  </a:lnTo>
                  <a:lnTo>
                    <a:pt x="214337" y="255656"/>
                  </a:lnTo>
                  <a:lnTo>
                    <a:pt x="155787" y="245906"/>
                  </a:lnTo>
                  <a:lnTo>
                    <a:pt x="104147" y="230608"/>
                  </a:lnTo>
                  <a:lnTo>
                    <a:pt x="61082" y="210543"/>
                  </a:lnTo>
                  <a:lnTo>
                    <a:pt x="28258" y="186490"/>
                  </a:lnTo>
                  <a:lnTo>
                    <a:pt x="0" y="12953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9" name="object 119"/>
          <p:cNvSpPr txBox="1"/>
          <p:nvPr/>
        </p:nvSpPr>
        <p:spPr>
          <a:xfrm>
            <a:off x="7474077" y="4376166"/>
            <a:ext cx="41973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latin typeface="Arial"/>
                <a:cs typeface="Arial"/>
              </a:rPr>
              <a:t>+14%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20" name="object 120"/>
          <p:cNvGrpSpPr/>
          <p:nvPr/>
        </p:nvGrpSpPr>
        <p:grpSpPr>
          <a:xfrm>
            <a:off x="7353109" y="5356669"/>
            <a:ext cx="511175" cy="268605"/>
            <a:chOff x="7353109" y="5356669"/>
            <a:chExt cx="511175" cy="268605"/>
          </a:xfrm>
        </p:grpSpPr>
        <p:sp>
          <p:nvSpPr>
            <p:cNvPr id="121" name="object 121"/>
            <p:cNvSpPr/>
            <p:nvPr/>
          </p:nvSpPr>
          <p:spPr>
            <a:xfrm>
              <a:off x="7357871" y="5361432"/>
              <a:ext cx="501650" cy="259079"/>
            </a:xfrm>
            <a:custGeom>
              <a:avLst/>
              <a:gdLst/>
              <a:ahLst/>
              <a:cxnLst/>
              <a:rect l="l" t="t" r="r" b="b"/>
              <a:pathLst>
                <a:path w="501650" h="259079">
                  <a:moveTo>
                    <a:pt x="250697" y="0"/>
                  </a:moveTo>
                  <a:lnTo>
                    <a:pt x="193223" y="3423"/>
                  </a:lnTo>
                  <a:lnTo>
                    <a:pt x="140459" y="13173"/>
                  </a:lnTo>
                  <a:lnTo>
                    <a:pt x="93910" y="28471"/>
                  </a:lnTo>
                  <a:lnTo>
                    <a:pt x="55083" y="48536"/>
                  </a:lnTo>
                  <a:lnTo>
                    <a:pt x="25485" y="72589"/>
                  </a:lnTo>
                  <a:lnTo>
                    <a:pt x="0" y="129540"/>
                  </a:lnTo>
                  <a:lnTo>
                    <a:pt x="6622" y="159229"/>
                  </a:lnTo>
                  <a:lnTo>
                    <a:pt x="55083" y="210543"/>
                  </a:lnTo>
                  <a:lnTo>
                    <a:pt x="93910" y="230608"/>
                  </a:lnTo>
                  <a:lnTo>
                    <a:pt x="140459" y="245906"/>
                  </a:lnTo>
                  <a:lnTo>
                    <a:pt x="193223" y="255656"/>
                  </a:lnTo>
                  <a:lnTo>
                    <a:pt x="250697" y="259080"/>
                  </a:lnTo>
                  <a:lnTo>
                    <a:pt x="308172" y="255656"/>
                  </a:lnTo>
                  <a:lnTo>
                    <a:pt x="360936" y="245906"/>
                  </a:lnTo>
                  <a:lnTo>
                    <a:pt x="407485" y="230608"/>
                  </a:lnTo>
                  <a:lnTo>
                    <a:pt x="446312" y="210543"/>
                  </a:lnTo>
                  <a:lnTo>
                    <a:pt x="475910" y="186490"/>
                  </a:lnTo>
                  <a:lnTo>
                    <a:pt x="501395" y="129540"/>
                  </a:lnTo>
                  <a:lnTo>
                    <a:pt x="494773" y="99850"/>
                  </a:lnTo>
                  <a:lnTo>
                    <a:pt x="446312" y="48536"/>
                  </a:lnTo>
                  <a:lnTo>
                    <a:pt x="407485" y="28471"/>
                  </a:lnTo>
                  <a:lnTo>
                    <a:pt x="360936" y="13173"/>
                  </a:lnTo>
                  <a:lnTo>
                    <a:pt x="308172" y="3423"/>
                  </a:lnTo>
                  <a:lnTo>
                    <a:pt x="2506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7357871" y="5361432"/>
              <a:ext cx="501650" cy="259079"/>
            </a:xfrm>
            <a:custGeom>
              <a:avLst/>
              <a:gdLst/>
              <a:ahLst/>
              <a:cxnLst/>
              <a:rect l="l" t="t" r="r" b="b"/>
              <a:pathLst>
                <a:path w="501650" h="259079">
                  <a:moveTo>
                    <a:pt x="0" y="129540"/>
                  </a:moveTo>
                  <a:lnTo>
                    <a:pt x="25485" y="72589"/>
                  </a:lnTo>
                  <a:lnTo>
                    <a:pt x="55083" y="48536"/>
                  </a:lnTo>
                  <a:lnTo>
                    <a:pt x="93910" y="28471"/>
                  </a:lnTo>
                  <a:lnTo>
                    <a:pt x="140459" y="13173"/>
                  </a:lnTo>
                  <a:lnTo>
                    <a:pt x="193223" y="3423"/>
                  </a:lnTo>
                  <a:lnTo>
                    <a:pt x="250697" y="0"/>
                  </a:lnTo>
                  <a:lnTo>
                    <a:pt x="308172" y="3423"/>
                  </a:lnTo>
                  <a:lnTo>
                    <a:pt x="360936" y="13173"/>
                  </a:lnTo>
                  <a:lnTo>
                    <a:pt x="407485" y="28471"/>
                  </a:lnTo>
                  <a:lnTo>
                    <a:pt x="446312" y="48536"/>
                  </a:lnTo>
                  <a:lnTo>
                    <a:pt x="475910" y="72589"/>
                  </a:lnTo>
                  <a:lnTo>
                    <a:pt x="501395" y="129540"/>
                  </a:lnTo>
                  <a:lnTo>
                    <a:pt x="494773" y="159229"/>
                  </a:lnTo>
                  <a:lnTo>
                    <a:pt x="446312" y="210543"/>
                  </a:lnTo>
                  <a:lnTo>
                    <a:pt x="407485" y="230608"/>
                  </a:lnTo>
                  <a:lnTo>
                    <a:pt x="360936" y="245906"/>
                  </a:lnTo>
                  <a:lnTo>
                    <a:pt x="308172" y="255656"/>
                  </a:lnTo>
                  <a:lnTo>
                    <a:pt x="250697" y="259080"/>
                  </a:lnTo>
                  <a:lnTo>
                    <a:pt x="193223" y="255656"/>
                  </a:lnTo>
                  <a:lnTo>
                    <a:pt x="140459" y="245906"/>
                  </a:lnTo>
                  <a:lnTo>
                    <a:pt x="93910" y="230608"/>
                  </a:lnTo>
                  <a:lnTo>
                    <a:pt x="55083" y="210543"/>
                  </a:lnTo>
                  <a:lnTo>
                    <a:pt x="25485" y="186490"/>
                  </a:lnTo>
                  <a:lnTo>
                    <a:pt x="0" y="12954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3" name="object 123"/>
          <p:cNvSpPr txBox="1"/>
          <p:nvPr/>
        </p:nvSpPr>
        <p:spPr>
          <a:xfrm>
            <a:off x="7420102" y="5382895"/>
            <a:ext cx="3829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Arial"/>
                <a:cs typeface="Arial"/>
              </a:rPr>
              <a:t>-</a:t>
            </a:r>
            <a:r>
              <a:rPr dirty="0" sz="1200" spc="-25" b="1">
                <a:latin typeface="Arial"/>
                <a:cs typeface="Arial"/>
              </a:rPr>
              <a:t>25%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4" name="object 124"/>
          <p:cNvSpPr/>
          <p:nvPr/>
        </p:nvSpPr>
        <p:spPr>
          <a:xfrm>
            <a:off x="8572500" y="1737360"/>
            <a:ext cx="3619500" cy="1245235"/>
          </a:xfrm>
          <a:custGeom>
            <a:avLst/>
            <a:gdLst/>
            <a:ahLst/>
            <a:cxnLst/>
            <a:rect l="l" t="t" r="r" b="b"/>
            <a:pathLst>
              <a:path w="3619500" h="1245235">
                <a:moveTo>
                  <a:pt x="3619500" y="0"/>
                </a:moveTo>
                <a:lnTo>
                  <a:pt x="0" y="0"/>
                </a:lnTo>
                <a:lnTo>
                  <a:pt x="0" y="1245108"/>
                </a:lnTo>
                <a:lnTo>
                  <a:pt x="3619500" y="1245108"/>
                </a:lnTo>
                <a:lnTo>
                  <a:pt x="36195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 txBox="1"/>
          <p:nvPr/>
        </p:nvSpPr>
        <p:spPr>
          <a:xfrm>
            <a:off x="8772270" y="2020316"/>
            <a:ext cx="2363470" cy="666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400" b="1" i="1">
                <a:solidFill>
                  <a:srgbClr val="A21F1F"/>
                </a:solidFill>
                <a:latin typeface="Arial"/>
                <a:cs typeface="Arial"/>
              </a:rPr>
              <a:t>Question:</a:t>
            </a:r>
            <a:r>
              <a:rPr dirty="0" sz="1400" spc="-55" b="1" i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“Which</a:t>
            </a:r>
            <a:r>
              <a:rPr dirty="0" sz="1400" spc="-55" i="1">
                <a:latin typeface="Arial"/>
                <a:cs typeface="Arial"/>
              </a:rPr>
              <a:t> </a:t>
            </a:r>
            <a:r>
              <a:rPr dirty="0" sz="1400" spc="-10" i="1">
                <a:latin typeface="Arial"/>
                <a:cs typeface="Arial"/>
              </a:rPr>
              <a:t>connected</a:t>
            </a:r>
            <a:r>
              <a:rPr dirty="0" sz="1400" spc="-1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service</a:t>
            </a:r>
            <a:r>
              <a:rPr dirty="0" sz="1400" spc="-6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categories</a:t>
            </a:r>
            <a:r>
              <a:rPr dirty="0" sz="1400" spc="-60" i="1">
                <a:latin typeface="Arial"/>
                <a:cs typeface="Arial"/>
              </a:rPr>
              <a:t> </a:t>
            </a:r>
            <a:r>
              <a:rPr dirty="0" sz="1400" spc="-25" i="1">
                <a:latin typeface="Arial"/>
                <a:cs typeface="Arial"/>
              </a:rPr>
              <a:t>are </a:t>
            </a:r>
            <a:r>
              <a:rPr dirty="0" sz="1400" i="1">
                <a:latin typeface="Arial"/>
                <a:cs typeface="Arial"/>
              </a:rPr>
              <a:t>particularly</a:t>
            </a:r>
            <a:r>
              <a:rPr dirty="0" sz="1400" spc="-5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important</a:t>
            </a:r>
            <a:r>
              <a:rPr dirty="0" sz="1400" spc="-6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to</a:t>
            </a:r>
            <a:r>
              <a:rPr dirty="0" sz="1400" spc="-15" i="1">
                <a:latin typeface="Arial"/>
                <a:cs typeface="Arial"/>
              </a:rPr>
              <a:t> </a:t>
            </a:r>
            <a:r>
              <a:rPr dirty="0" sz="1400" spc="-20" i="1">
                <a:latin typeface="Arial"/>
                <a:cs typeface="Arial"/>
              </a:rPr>
              <a:t>you?</a:t>
            </a:r>
            <a:r>
              <a:rPr dirty="0" sz="1400" spc="-20" i="1">
                <a:solidFill>
                  <a:srgbClr val="7C7C7C"/>
                </a:solidFill>
                <a:latin typeface="Arial"/>
                <a:cs typeface="Arial"/>
              </a:rPr>
              <a:t>”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6" name="object 126"/>
          <p:cNvSpPr/>
          <p:nvPr/>
        </p:nvSpPr>
        <p:spPr>
          <a:xfrm>
            <a:off x="8609076" y="3230879"/>
            <a:ext cx="182880" cy="413384"/>
          </a:xfrm>
          <a:custGeom>
            <a:avLst/>
            <a:gdLst/>
            <a:ahLst/>
            <a:cxnLst/>
            <a:rect l="l" t="t" r="r" b="b"/>
            <a:pathLst>
              <a:path w="182879" h="413385">
                <a:moveTo>
                  <a:pt x="182879" y="0"/>
                </a:moveTo>
                <a:lnTo>
                  <a:pt x="0" y="0"/>
                </a:lnTo>
                <a:lnTo>
                  <a:pt x="0" y="198120"/>
                </a:lnTo>
                <a:lnTo>
                  <a:pt x="84962" y="198120"/>
                </a:lnTo>
                <a:lnTo>
                  <a:pt x="80898" y="241935"/>
                </a:lnTo>
                <a:lnTo>
                  <a:pt x="67055" y="278511"/>
                </a:lnTo>
                <a:lnTo>
                  <a:pt x="41020" y="307340"/>
                </a:lnTo>
                <a:lnTo>
                  <a:pt x="0" y="328041"/>
                </a:lnTo>
                <a:lnTo>
                  <a:pt x="0" y="412877"/>
                </a:lnTo>
                <a:lnTo>
                  <a:pt x="43941" y="402463"/>
                </a:lnTo>
                <a:lnTo>
                  <a:pt x="83692" y="383921"/>
                </a:lnTo>
                <a:lnTo>
                  <a:pt x="117982" y="358013"/>
                </a:lnTo>
                <a:lnTo>
                  <a:pt x="146176" y="325501"/>
                </a:lnTo>
                <a:lnTo>
                  <a:pt x="167004" y="287274"/>
                </a:lnTo>
                <a:lnTo>
                  <a:pt x="179577" y="244094"/>
                </a:lnTo>
                <a:lnTo>
                  <a:pt x="182752" y="198120"/>
                </a:lnTo>
                <a:lnTo>
                  <a:pt x="1828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8883268" y="3230879"/>
            <a:ext cx="182880" cy="413384"/>
          </a:xfrm>
          <a:custGeom>
            <a:avLst/>
            <a:gdLst/>
            <a:ahLst/>
            <a:cxnLst/>
            <a:rect l="l" t="t" r="r" b="b"/>
            <a:pathLst>
              <a:path w="182879" h="413385">
                <a:moveTo>
                  <a:pt x="182879" y="0"/>
                </a:moveTo>
                <a:lnTo>
                  <a:pt x="0" y="0"/>
                </a:lnTo>
                <a:lnTo>
                  <a:pt x="0" y="198120"/>
                </a:lnTo>
                <a:lnTo>
                  <a:pt x="84962" y="198120"/>
                </a:lnTo>
                <a:lnTo>
                  <a:pt x="81025" y="241935"/>
                </a:lnTo>
                <a:lnTo>
                  <a:pt x="67182" y="278511"/>
                </a:lnTo>
                <a:lnTo>
                  <a:pt x="41020" y="307340"/>
                </a:lnTo>
                <a:lnTo>
                  <a:pt x="0" y="328041"/>
                </a:lnTo>
                <a:lnTo>
                  <a:pt x="0" y="412877"/>
                </a:lnTo>
                <a:lnTo>
                  <a:pt x="44068" y="402463"/>
                </a:lnTo>
                <a:lnTo>
                  <a:pt x="83692" y="383921"/>
                </a:lnTo>
                <a:lnTo>
                  <a:pt x="118109" y="358013"/>
                </a:lnTo>
                <a:lnTo>
                  <a:pt x="146176" y="325501"/>
                </a:lnTo>
                <a:lnTo>
                  <a:pt x="167004" y="287274"/>
                </a:lnTo>
                <a:lnTo>
                  <a:pt x="179577" y="244094"/>
                </a:lnTo>
                <a:lnTo>
                  <a:pt x="182752" y="198120"/>
                </a:lnTo>
                <a:lnTo>
                  <a:pt x="1828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 txBox="1"/>
          <p:nvPr/>
        </p:nvSpPr>
        <p:spPr>
          <a:xfrm>
            <a:off x="430174" y="80518"/>
            <a:ext cx="15989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"/>
                <a:cs typeface="Arial"/>
              </a:rPr>
              <a:t>Expert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–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Connected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9" name="object 129"/>
          <p:cNvSpPr/>
          <p:nvPr/>
        </p:nvSpPr>
        <p:spPr>
          <a:xfrm>
            <a:off x="1546860" y="5978652"/>
            <a:ext cx="178435" cy="132715"/>
          </a:xfrm>
          <a:custGeom>
            <a:avLst/>
            <a:gdLst/>
            <a:ahLst/>
            <a:cxnLst/>
            <a:rect l="l" t="t" r="r" b="b"/>
            <a:pathLst>
              <a:path w="178435" h="132714">
                <a:moveTo>
                  <a:pt x="178308" y="0"/>
                </a:moveTo>
                <a:lnTo>
                  <a:pt x="0" y="0"/>
                </a:lnTo>
                <a:lnTo>
                  <a:pt x="0" y="132588"/>
                </a:lnTo>
                <a:lnTo>
                  <a:pt x="178308" y="132588"/>
                </a:lnTo>
                <a:lnTo>
                  <a:pt x="178308" y="0"/>
                </a:lnTo>
                <a:close/>
              </a:path>
            </a:pathLst>
          </a:custGeom>
          <a:solidFill>
            <a:srgbClr val="0D020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2662427" y="5978652"/>
            <a:ext cx="180340" cy="132715"/>
          </a:xfrm>
          <a:custGeom>
            <a:avLst/>
            <a:gdLst/>
            <a:ahLst/>
            <a:cxnLst/>
            <a:rect l="l" t="t" r="r" b="b"/>
            <a:pathLst>
              <a:path w="180339" h="132714">
                <a:moveTo>
                  <a:pt x="179831" y="0"/>
                </a:moveTo>
                <a:lnTo>
                  <a:pt x="0" y="0"/>
                </a:lnTo>
                <a:lnTo>
                  <a:pt x="0" y="132588"/>
                </a:lnTo>
                <a:lnTo>
                  <a:pt x="179831" y="132588"/>
                </a:lnTo>
                <a:lnTo>
                  <a:pt x="179831" y="0"/>
                </a:lnTo>
                <a:close/>
              </a:path>
            </a:pathLst>
          </a:custGeom>
          <a:solidFill>
            <a:srgbClr val="DB52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 txBox="1"/>
          <p:nvPr/>
        </p:nvSpPr>
        <p:spPr>
          <a:xfrm>
            <a:off x="1764029" y="5959246"/>
            <a:ext cx="8737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Arial"/>
                <a:cs typeface="Arial"/>
              </a:rPr>
              <a:t>2023</a:t>
            </a:r>
            <a:r>
              <a:rPr dirty="0" sz="1000" spc="-3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–</a:t>
            </a:r>
            <a:r>
              <a:rPr dirty="0" sz="1000" spc="-10">
                <a:latin typeface="Arial"/>
                <a:cs typeface="Arial"/>
              </a:rPr>
              <a:t> Experts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2880105" y="5959246"/>
            <a:ext cx="103124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Arial"/>
                <a:cs typeface="Arial"/>
              </a:rPr>
              <a:t>2023</a:t>
            </a:r>
            <a:r>
              <a:rPr dirty="0" sz="1000" spc="-4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–</a:t>
            </a:r>
            <a:r>
              <a:rPr dirty="0" sz="1000" spc="-10">
                <a:latin typeface="Arial"/>
                <a:cs typeface="Arial"/>
              </a:rPr>
              <a:t> Consumer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133" name="object 13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023092" y="1848611"/>
            <a:ext cx="1094231" cy="1580388"/>
          </a:xfrm>
          <a:prstGeom prst="rect">
            <a:avLst/>
          </a:prstGeom>
        </p:spPr>
      </p:pic>
      <p:sp>
        <p:nvSpPr>
          <p:cNvPr id="134" name="object 134"/>
          <p:cNvSpPr txBox="1"/>
          <p:nvPr/>
        </p:nvSpPr>
        <p:spPr>
          <a:xfrm>
            <a:off x="11665966" y="6500876"/>
            <a:ext cx="79375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 spc="-50">
                <a:latin typeface="Arial"/>
                <a:cs typeface="Arial"/>
              </a:rPr>
              <a:t>7</a:t>
            </a:r>
            <a:endParaRPr sz="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6341160"/>
            <a:ext cx="1062355" cy="3003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300"/>
              </a:lnSpc>
              <a:spcBef>
                <a:spcPts val="95"/>
              </a:spcBef>
            </a:pPr>
            <a:r>
              <a:rPr dirty="0" sz="750">
                <a:latin typeface="Arial"/>
                <a:cs typeface="Arial"/>
              </a:rPr>
              <a:t>Digital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Auto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Report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-20">
                <a:latin typeface="Arial"/>
                <a:cs typeface="Arial"/>
              </a:rPr>
              <a:t>2023</a:t>
            </a:r>
            <a:r>
              <a:rPr dirty="0" sz="750" spc="-10">
                <a:latin typeface="Arial"/>
                <a:cs typeface="Arial"/>
              </a:rPr>
              <a:t> Strategy&amp;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1306556" y="62484"/>
            <a:ext cx="772795" cy="1295400"/>
            <a:chOff x="11306556" y="62484"/>
            <a:chExt cx="772795" cy="12954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15928" y="333756"/>
              <a:ext cx="121919" cy="23012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306556" y="62483"/>
              <a:ext cx="772795" cy="1295400"/>
            </a:xfrm>
            <a:custGeom>
              <a:avLst/>
              <a:gdLst/>
              <a:ahLst/>
              <a:cxnLst/>
              <a:rect l="l" t="t" r="r" b="b"/>
              <a:pathLst>
                <a:path w="772795" h="1295400">
                  <a:moveTo>
                    <a:pt x="382524" y="566928"/>
                  </a:moveTo>
                  <a:lnTo>
                    <a:pt x="352171" y="566928"/>
                  </a:lnTo>
                  <a:lnTo>
                    <a:pt x="352171" y="657352"/>
                  </a:lnTo>
                  <a:lnTo>
                    <a:pt x="344601" y="702487"/>
                  </a:lnTo>
                  <a:lnTo>
                    <a:pt x="323646" y="742124"/>
                  </a:lnTo>
                  <a:lnTo>
                    <a:pt x="291922" y="773658"/>
                  </a:lnTo>
                  <a:lnTo>
                    <a:pt x="252044" y="794486"/>
                  </a:lnTo>
                  <a:lnTo>
                    <a:pt x="206629" y="802005"/>
                  </a:lnTo>
                  <a:lnTo>
                    <a:pt x="85344" y="802005"/>
                  </a:lnTo>
                  <a:lnTo>
                    <a:pt x="85344" y="838200"/>
                  </a:lnTo>
                  <a:lnTo>
                    <a:pt x="206629" y="838200"/>
                  </a:lnTo>
                  <a:lnTo>
                    <a:pt x="253339" y="831926"/>
                  </a:lnTo>
                  <a:lnTo>
                    <a:pt x="295351" y="814095"/>
                  </a:lnTo>
                  <a:lnTo>
                    <a:pt x="330962" y="786218"/>
                  </a:lnTo>
                  <a:lnTo>
                    <a:pt x="358482" y="749795"/>
                  </a:lnTo>
                  <a:lnTo>
                    <a:pt x="376224" y="706335"/>
                  </a:lnTo>
                  <a:lnTo>
                    <a:pt x="382524" y="657352"/>
                  </a:lnTo>
                  <a:lnTo>
                    <a:pt x="382524" y="566928"/>
                  </a:lnTo>
                  <a:close/>
                </a:path>
                <a:path w="772795" h="1295400">
                  <a:moveTo>
                    <a:pt x="772668" y="132588"/>
                  </a:moveTo>
                  <a:lnTo>
                    <a:pt x="769226" y="114427"/>
                  </a:lnTo>
                  <a:lnTo>
                    <a:pt x="762965" y="81343"/>
                  </a:lnTo>
                  <a:lnTo>
                    <a:pt x="761072" y="78359"/>
                  </a:lnTo>
                  <a:lnTo>
                    <a:pt x="736168" y="39154"/>
                  </a:lnTo>
                  <a:lnTo>
                    <a:pt x="695667" y="10541"/>
                  </a:lnTo>
                  <a:lnTo>
                    <a:pt x="693547" y="10109"/>
                  </a:lnTo>
                  <a:lnTo>
                    <a:pt x="693547" y="186817"/>
                  </a:lnTo>
                  <a:lnTo>
                    <a:pt x="693547" y="657733"/>
                  </a:lnTo>
                  <a:lnTo>
                    <a:pt x="693547" y="687959"/>
                  </a:lnTo>
                  <a:lnTo>
                    <a:pt x="693547" y="1030351"/>
                  </a:lnTo>
                  <a:lnTo>
                    <a:pt x="450215" y="1030351"/>
                  </a:lnTo>
                  <a:lnTo>
                    <a:pt x="450215" y="1162812"/>
                  </a:lnTo>
                  <a:lnTo>
                    <a:pt x="445833" y="1188440"/>
                  </a:lnTo>
                  <a:lnTo>
                    <a:pt x="433463" y="1209535"/>
                  </a:lnTo>
                  <a:lnTo>
                    <a:pt x="414261" y="1223848"/>
                  </a:lnTo>
                  <a:lnTo>
                    <a:pt x="389382" y="1229106"/>
                  </a:lnTo>
                  <a:lnTo>
                    <a:pt x="363537" y="1223848"/>
                  </a:lnTo>
                  <a:lnTo>
                    <a:pt x="342239" y="1209535"/>
                  </a:lnTo>
                  <a:lnTo>
                    <a:pt x="327774" y="1188440"/>
                  </a:lnTo>
                  <a:lnTo>
                    <a:pt x="322453" y="1162812"/>
                  </a:lnTo>
                  <a:lnTo>
                    <a:pt x="327774" y="1137246"/>
                  </a:lnTo>
                  <a:lnTo>
                    <a:pt x="363537" y="1101813"/>
                  </a:lnTo>
                  <a:lnTo>
                    <a:pt x="414261" y="1101813"/>
                  </a:lnTo>
                  <a:lnTo>
                    <a:pt x="445833" y="1137246"/>
                  </a:lnTo>
                  <a:lnTo>
                    <a:pt x="450215" y="1162812"/>
                  </a:lnTo>
                  <a:lnTo>
                    <a:pt x="450215" y="1030351"/>
                  </a:lnTo>
                  <a:lnTo>
                    <a:pt x="214134" y="1030351"/>
                  </a:lnTo>
                  <a:lnTo>
                    <a:pt x="215646" y="1025080"/>
                  </a:lnTo>
                  <a:lnTo>
                    <a:pt x="219544" y="1014222"/>
                  </a:lnTo>
                  <a:lnTo>
                    <a:pt x="224028" y="1001649"/>
                  </a:lnTo>
                  <a:lnTo>
                    <a:pt x="239928" y="979347"/>
                  </a:lnTo>
                  <a:lnTo>
                    <a:pt x="259842" y="958697"/>
                  </a:lnTo>
                  <a:lnTo>
                    <a:pt x="283171" y="941438"/>
                  </a:lnTo>
                  <a:lnTo>
                    <a:pt x="309372" y="929259"/>
                  </a:lnTo>
                  <a:lnTo>
                    <a:pt x="319659" y="946048"/>
                  </a:lnTo>
                  <a:lnTo>
                    <a:pt x="332232" y="959459"/>
                  </a:lnTo>
                  <a:lnTo>
                    <a:pt x="347091" y="968336"/>
                  </a:lnTo>
                  <a:lnTo>
                    <a:pt x="364236" y="971550"/>
                  </a:lnTo>
                  <a:lnTo>
                    <a:pt x="385762" y="967409"/>
                  </a:lnTo>
                  <a:lnTo>
                    <a:pt x="403860" y="956475"/>
                  </a:lnTo>
                  <a:lnTo>
                    <a:pt x="417385" y="941019"/>
                  </a:lnTo>
                  <a:lnTo>
                    <a:pt x="422554" y="929259"/>
                  </a:lnTo>
                  <a:lnTo>
                    <a:pt x="425196" y="923290"/>
                  </a:lnTo>
                  <a:lnTo>
                    <a:pt x="437388" y="923290"/>
                  </a:lnTo>
                  <a:lnTo>
                    <a:pt x="484720" y="913765"/>
                  </a:lnTo>
                  <a:lnTo>
                    <a:pt x="515632" y="893064"/>
                  </a:lnTo>
                  <a:lnTo>
                    <a:pt x="523494" y="887818"/>
                  </a:lnTo>
                  <a:lnTo>
                    <a:pt x="549681" y="849414"/>
                  </a:lnTo>
                  <a:lnTo>
                    <a:pt x="559308" y="802513"/>
                  </a:lnTo>
                  <a:lnTo>
                    <a:pt x="559308" y="730123"/>
                  </a:lnTo>
                  <a:lnTo>
                    <a:pt x="575398" y="724420"/>
                  </a:lnTo>
                  <a:lnTo>
                    <a:pt x="587502" y="715860"/>
                  </a:lnTo>
                  <a:lnTo>
                    <a:pt x="596163" y="703897"/>
                  </a:lnTo>
                  <a:lnTo>
                    <a:pt x="601980" y="687959"/>
                  </a:lnTo>
                  <a:lnTo>
                    <a:pt x="693547" y="687959"/>
                  </a:lnTo>
                  <a:lnTo>
                    <a:pt x="693547" y="657733"/>
                  </a:lnTo>
                  <a:lnTo>
                    <a:pt x="601980" y="657733"/>
                  </a:lnTo>
                  <a:lnTo>
                    <a:pt x="596163" y="644385"/>
                  </a:lnTo>
                  <a:lnTo>
                    <a:pt x="587502" y="632129"/>
                  </a:lnTo>
                  <a:lnTo>
                    <a:pt x="575398" y="622147"/>
                  </a:lnTo>
                  <a:lnTo>
                    <a:pt x="559308" y="615569"/>
                  </a:lnTo>
                  <a:lnTo>
                    <a:pt x="559308" y="186817"/>
                  </a:lnTo>
                  <a:lnTo>
                    <a:pt x="693547" y="186817"/>
                  </a:lnTo>
                  <a:lnTo>
                    <a:pt x="693547" y="10109"/>
                  </a:lnTo>
                  <a:lnTo>
                    <a:pt x="644906" y="0"/>
                  </a:lnTo>
                  <a:lnTo>
                    <a:pt x="528828" y="0"/>
                  </a:lnTo>
                  <a:lnTo>
                    <a:pt x="528828" y="186817"/>
                  </a:lnTo>
                  <a:lnTo>
                    <a:pt x="528828" y="615569"/>
                  </a:lnTo>
                  <a:lnTo>
                    <a:pt x="515302" y="622147"/>
                  </a:lnTo>
                  <a:lnTo>
                    <a:pt x="502920" y="632129"/>
                  </a:lnTo>
                  <a:lnTo>
                    <a:pt x="492823" y="644385"/>
                  </a:lnTo>
                  <a:lnTo>
                    <a:pt x="486156" y="657733"/>
                  </a:lnTo>
                  <a:lnTo>
                    <a:pt x="400812" y="657733"/>
                  </a:lnTo>
                  <a:lnTo>
                    <a:pt x="400812" y="687959"/>
                  </a:lnTo>
                  <a:lnTo>
                    <a:pt x="486156" y="687959"/>
                  </a:lnTo>
                  <a:lnTo>
                    <a:pt x="492823" y="703897"/>
                  </a:lnTo>
                  <a:lnTo>
                    <a:pt x="502920" y="715860"/>
                  </a:lnTo>
                  <a:lnTo>
                    <a:pt x="515302" y="724420"/>
                  </a:lnTo>
                  <a:lnTo>
                    <a:pt x="528828" y="730123"/>
                  </a:lnTo>
                  <a:lnTo>
                    <a:pt x="528828" y="802513"/>
                  </a:lnTo>
                  <a:lnTo>
                    <a:pt x="521398" y="837082"/>
                  </a:lnTo>
                  <a:lnTo>
                    <a:pt x="501396" y="865936"/>
                  </a:lnTo>
                  <a:lnTo>
                    <a:pt x="472249" y="885723"/>
                  </a:lnTo>
                  <a:lnTo>
                    <a:pt x="437388" y="893064"/>
                  </a:lnTo>
                  <a:lnTo>
                    <a:pt x="425196" y="893064"/>
                  </a:lnTo>
                  <a:lnTo>
                    <a:pt x="417385" y="876300"/>
                  </a:lnTo>
                  <a:lnTo>
                    <a:pt x="403860" y="862939"/>
                  </a:lnTo>
                  <a:lnTo>
                    <a:pt x="385953" y="854202"/>
                  </a:lnTo>
                  <a:lnTo>
                    <a:pt x="386397" y="854202"/>
                  </a:lnTo>
                  <a:lnTo>
                    <a:pt x="364236" y="850900"/>
                  </a:lnTo>
                  <a:lnTo>
                    <a:pt x="345376" y="854202"/>
                  </a:lnTo>
                  <a:lnTo>
                    <a:pt x="327660" y="863701"/>
                  </a:lnTo>
                  <a:lnTo>
                    <a:pt x="314515" y="878878"/>
                  </a:lnTo>
                  <a:lnTo>
                    <a:pt x="309372" y="899160"/>
                  </a:lnTo>
                  <a:lnTo>
                    <a:pt x="274129" y="912456"/>
                  </a:lnTo>
                  <a:lnTo>
                    <a:pt x="215760" y="958697"/>
                  </a:lnTo>
                  <a:lnTo>
                    <a:pt x="191541" y="997165"/>
                  </a:lnTo>
                  <a:lnTo>
                    <a:pt x="186690" y="1009243"/>
                  </a:lnTo>
                  <a:lnTo>
                    <a:pt x="180682" y="1023556"/>
                  </a:lnTo>
                  <a:lnTo>
                    <a:pt x="178092" y="1030351"/>
                  </a:lnTo>
                  <a:lnTo>
                    <a:pt x="79121" y="1030351"/>
                  </a:lnTo>
                  <a:lnTo>
                    <a:pt x="79121" y="763905"/>
                  </a:lnTo>
                  <a:lnTo>
                    <a:pt x="83058" y="751954"/>
                  </a:lnTo>
                  <a:lnTo>
                    <a:pt x="105625" y="721487"/>
                  </a:lnTo>
                  <a:lnTo>
                    <a:pt x="140208" y="699008"/>
                  </a:lnTo>
                  <a:lnTo>
                    <a:pt x="150495" y="712355"/>
                  </a:lnTo>
                  <a:lnTo>
                    <a:pt x="163068" y="723988"/>
                  </a:lnTo>
                  <a:lnTo>
                    <a:pt x="177927" y="732218"/>
                  </a:lnTo>
                  <a:lnTo>
                    <a:pt x="195072" y="735330"/>
                  </a:lnTo>
                  <a:lnTo>
                    <a:pt x="213067" y="731164"/>
                  </a:lnTo>
                  <a:lnTo>
                    <a:pt x="229362" y="720178"/>
                  </a:lnTo>
                  <a:lnTo>
                    <a:pt x="242214" y="704634"/>
                  </a:lnTo>
                  <a:lnTo>
                    <a:pt x="244652" y="699008"/>
                  </a:lnTo>
                  <a:lnTo>
                    <a:pt x="249936" y="686816"/>
                  </a:lnTo>
                  <a:lnTo>
                    <a:pt x="329184" y="686816"/>
                  </a:lnTo>
                  <a:lnTo>
                    <a:pt x="332701" y="681278"/>
                  </a:lnTo>
                  <a:lnTo>
                    <a:pt x="334518" y="673989"/>
                  </a:lnTo>
                  <a:lnTo>
                    <a:pt x="335178" y="665568"/>
                  </a:lnTo>
                  <a:lnTo>
                    <a:pt x="335280" y="656590"/>
                  </a:lnTo>
                  <a:lnTo>
                    <a:pt x="249936" y="656590"/>
                  </a:lnTo>
                  <a:lnTo>
                    <a:pt x="242214" y="639737"/>
                  </a:lnTo>
                  <a:lnTo>
                    <a:pt x="229362" y="626287"/>
                  </a:lnTo>
                  <a:lnTo>
                    <a:pt x="213067" y="617397"/>
                  </a:lnTo>
                  <a:lnTo>
                    <a:pt x="195072" y="614172"/>
                  </a:lnTo>
                  <a:lnTo>
                    <a:pt x="170116" y="618439"/>
                  </a:lnTo>
                  <a:lnTo>
                    <a:pt x="150876" y="630085"/>
                  </a:lnTo>
                  <a:lnTo>
                    <a:pt x="138493" y="647395"/>
                  </a:lnTo>
                  <a:lnTo>
                    <a:pt x="134112" y="668655"/>
                  </a:lnTo>
                  <a:lnTo>
                    <a:pt x="98386" y="686638"/>
                  </a:lnTo>
                  <a:lnTo>
                    <a:pt x="79121" y="705866"/>
                  </a:lnTo>
                  <a:lnTo>
                    <a:pt x="79121" y="554990"/>
                  </a:lnTo>
                  <a:lnTo>
                    <a:pt x="510540" y="554990"/>
                  </a:lnTo>
                  <a:lnTo>
                    <a:pt x="510540" y="546100"/>
                  </a:lnTo>
                  <a:lnTo>
                    <a:pt x="510540" y="527050"/>
                  </a:lnTo>
                  <a:lnTo>
                    <a:pt x="510540" y="518160"/>
                  </a:lnTo>
                  <a:lnTo>
                    <a:pt x="79121" y="518160"/>
                  </a:lnTo>
                  <a:lnTo>
                    <a:pt x="79121" y="186817"/>
                  </a:lnTo>
                  <a:lnTo>
                    <a:pt x="528828" y="186817"/>
                  </a:lnTo>
                  <a:lnTo>
                    <a:pt x="528828" y="0"/>
                  </a:lnTo>
                  <a:lnTo>
                    <a:pt x="480695" y="0"/>
                  </a:lnTo>
                  <a:lnTo>
                    <a:pt x="480695" y="78359"/>
                  </a:lnTo>
                  <a:lnTo>
                    <a:pt x="480695" y="114427"/>
                  </a:lnTo>
                  <a:lnTo>
                    <a:pt x="316357" y="114427"/>
                  </a:lnTo>
                  <a:lnTo>
                    <a:pt x="316357" y="78359"/>
                  </a:lnTo>
                  <a:lnTo>
                    <a:pt x="480695" y="78359"/>
                  </a:lnTo>
                  <a:lnTo>
                    <a:pt x="480695" y="0"/>
                  </a:lnTo>
                  <a:lnTo>
                    <a:pt x="133858" y="0"/>
                  </a:lnTo>
                  <a:lnTo>
                    <a:pt x="91884" y="6845"/>
                  </a:lnTo>
                  <a:lnTo>
                    <a:pt x="55181" y="25831"/>
                  </a:lnTo>
                  <a:lnTo>
                    <a:pt x="26085" y="54648"/>
                  </a:lnTo>
                  <a:lnTo>
                    <a:pt x="6908" y="91008"/>
                  </a:lnTo>
                  <a:lnTo>
                    <a:pt x="0" y="132588"/>
                  </a:lnTo>
                  <a:lnTo>
                    <a:pt x="0" y="1162812"/>
                  </a:lnTo>
                  <a:lnTo>
                    <a:pt x="6908" y="1204404"/>
                  </a:lnTo>
                  <a:lnTo>
                    <a:pt x="26085" y="1240764"/>
                  </a:lnTo>
                  <a:lnTo>
                    <a:pt x="55181" y="1269580"/>
                  </a:lnTo>
                  <a:lnTo>
                    <a:pt x="91884" y="1288567"/>
                  </a:lnTo>
                  <a:lnTo>
                    <a:pt x="133858" y="1295400"/>
                  </a:lnTo>
                  <a:lnTo>
                    <a:pt x="644906" y="1295400"/>
                  </a:lnTo>
                  <a:lnTo>
                    <a:pt x="695667" y="1284871"/>
                  </a:lnTo>
                  <a:lnTo>
                    <a:pt x="736168" y="1256258"/>
                  </a:lnTo>
                  <a:lnTo>
                    <a:pt x="762965" y="1214069"/>
                  </a:lnTo>
                  <a:lnTo>
                    <a:pt x="772668" y="1162812"/>
                  </a:lnTo>
                  <a:lnTo>
                    <a:pt x="772668" y="1096518"/>
                  </a:lnTo>
                  <a:lnTo>
                    <a:pt x="772668" y="1030351"/>
                  </a:lnTo>
                  <a:lnTo>
                    <a:pt x="772668" y="186817"/>
                  </a:lnTo>
                  <a:lnTo>
                    <a:pt x="772668" y="132588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30174" y="296926"/>
            <a:ext cx="11327765" cy="1260475"/>
          </a:xfrm>
          <a:prstGeom prst="rect"/>
        </p:spPr>
        <p:txBody>
          <a:bodyPr wrap="square" lIns="0" tIns="88265" rIns="0" bIns="0" rtlCol="0" vert="horz">
            <a:spAutoFit/>
          </a:bodyPr>
          <a:lstStyle/>
          <a:p>
            <a:pPr marL="12700" marR="5080">
              <a:lnSpc>
                <a:spcPts val="3260"/>
              </a:lnSpc>
              <a:spcBef>
                <a:spcPts val="695"/>
              </a:spcBef>
            </a:pPr>
            <a:r>
              <a:rPr dirty="0">
                <a:solidFill>
                  <a:srgbClr val="000000"/>
                </a:solidFill>
              </a:rPr>
              <a:t>Smartphone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mirroring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to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car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has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highest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rating;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Auto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 spc="-25">
                <a:solidFill>
                  <a:srgbClr val="000000"/>
                </a:solidFill>
              </a:rPr>
              <a:t>OEM </a:t>
            </a:r>
            <a:r>
              <a:rPr dirty="0">
                <a:solidFill>
                  <a:srgbClr val="000000"/>
                </a:solidFill>
              </a:rPr>
              <a:t>apps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for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service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access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are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less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popular</a:t>
            </a: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Connected</a:t>
            </a:r>
            <a:r>
              <a:rPr dirty="0" sz="1800" spc="-5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services</a:t>
            </a:r>
            <a:r>
              <a:rPr dirty="0" sz="1800" spc="-1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and</a:t>
            </a:r>
            <a:r>
              <a:rPr dirty="0" sz="1800" spc="-4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media/entertainment</a:t>
            </a:r>
            <a:r>
              <a:rPr dirty="0" sz="1800" spc="-4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in</a:t>
            </a:r>
            <a:r>
              <a:rPr dirty="0" sz="1800" spc="-5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the</a:t>
            </a:r>
            <a:r>
              <a:rPr dirty="0" sz="1800" spc="-5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spc="-25" b="1">
                <a:solidFill>
                  <a:srgbClr val="A21F1F"/>
                </a:solidFill>
                <a:latin typeface="Arial"/>
                <a:cs typeface="Arial"/>
              </a:rPr>
              <a:t>car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78354" y="6500876"/>
            <a:ext cx="3473450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>
                <a:latin typeface="Arial"/>
                <a:cs typeface="Arial"/>
              </a:rPr>
              <a:t>Source:</a:t>
            </a:r>
            <a:r>
              <a:rPr dirty="0" sz="750" spc="-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PwC</a:t>
            </a:r>
            <a:r>
              <a:rPr dirty="0" sz="750" spc="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Strategy&amp;</a:t>
            </a:r>
            <a:r>
              <a:rPr dirty="0" sz="750" spc="-2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consumer</a:t>
            </a:r>
            <a:r>
              <a:rPr dirty="0" sz="750" spc="-2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research;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Difference</a:t>
            </a:r>
            <a:r>
              <a:rPr dirty="0" sz="750" spc="-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to</a:t>
            </a:r>
            <a:r>
              <a:rPr dirty="0" sz="750" spc="-1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100%: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no/low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likelihood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467165" y="2310383"/>
            <a:ext cx="916305" cy="3510279"/>
            <a:chOff x="2467165" y="2310383"/>
            <a:chExt cx="916305" cy="3510279"/>
          </a:xfrm>
        </p:grpSpPr>
        <p:sp>
          <p:nvSpPr>
            <p:cNvPr id="9" name="object 9"/>
            <p:cNvSpPr/>
            <p:nvPr/>
          </p:nvSpPr>
          <p:spPr>
            <a:xfrm>
              <a:off x="2471928" y="2505455"/>
              <a:ext cx="911860" cy="2242185"/>
            </a:xfrm>
            <a:custGeom>
              <a:avLst/>
              <a:gdLst/>
              <a:ahLst/>
              <a:cxnLst/>
              <a:rect l="l" t="t" r="r" b="b"/>
              <a:pathLst>
                <a:path w="911860" h="2242185">
                  <a:moveTo>
                    <a:pt x="774192" y="1754124"/>
                  </a:moveTo>
                  <a:lnTo>
                    <a:pt x="0" y="1754124"/>
                  </a:lnTo>
                  <a:lnTo>
                    <a:pt x="0" y="2241804"/>
                  </a:lnTo>
                  <a:lnTo>
                    <a:pt x="774192" y="2241804"/>
                  </a:lnTo>
                  <a:lnTo>
                    <a:pt x="774192" y="1754124"/>
                  </a:lnTo>
                  <a:close/>
                </a:path>
                <a:path w="911860" h="2242185">
                  <a:moveTo>
                    <a:pt x="911352" y="0"/>
                  </a:moveTo>
                  <a:lnTo>
                    <a:pt x="0" y="0"/>
                  </a:lnTo>
                  <a:lnTo>
                    <a:pt x="0" y="486156"/>
                  </a:lnTo>
                  <a:lnTo>
                    <a:pt x="911352" y="486156"/>
                  </a:lnTo>
                  <a:lnTo>
                    <a:pt x="911352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471927" y="2310383"/>
              <a:ext cx="0" cy="3510279"/>
            </a:xfrm>
            <a:custGeom>
              <a:avLst/>
              <a:gdLst/>
              <a:ahLst/>
              <a:cxnLst/>
              <a:rect l="l" t="t" r="r" b="b"/>
              <a:pathLst>
                <a:path w="0" h="3510279">
                  <a:moveTo>
                    <a:pt x="0" y="0"/>
                  </a:moveTo>
                  <a:lnTo>
                    <a:pt x="0" y="3509772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8584438" y="3998467"/>
            <a:ext cx="3154680" cy="1050290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12700" marR="5080">
              <a:lnSpc>
                <a:spcPts val="1600"/>
              </a:lnSpc>
              <a:spcBef>
                <a:spcPts val="220"/>
              </a:spcBef>
            </a:pPr>
            <a:r>
              <a:rPr dirty="0" sz="1400">
                <a:latin typeface="Arial"/>
                <a:cs typeface="Arial"/>
              </a:rPr>
              <a:t>Highest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preference</a:t>
            </a:r>
            <a:r>
              <a:rPr dirty="0" sz="1400" spc="-55" b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across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all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countries </a:t>
            </a:r>
            <a:r>
              <a:rPr dirty="0" sz="1400">
                <a:latin typeface="Arial"/>
                <a:cs typeface="Arial"/>
              </a:rPr>
              <a:t>is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for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smartphone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mirroring.</a:t>
            </a:r>
            <a:endParaRPr sz="1400">
              <a:latin typeface="Arial"/>
              <a:cs typeface="Arial"/>
            </a:endParaRPr>
          </a:p>
          <a:p>
            <a:pPr marL="12700" marR="120014">
              <a:lnSpc>
                <a:spcPts val="1600"/>
              </a:lnSpc>
              <a:spcBef>
                <a:spcPts val="1590"/>
              </a:spcBef>
            </a:pPr>
            <a:r>
              <a:rPr dirty="0" sz="1400" spc="-10">
                <a:latin typeface="Arial"/>
                <a:cs typeface="Arial"/>
              </a:rPr>
              <a:t>Media/entertainment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via</a:t>
            </a:r>
            <a:r>
              <a:rPr dirty="0" sz="1400" spc="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an </a:t>
            </a:r>
            <a:r>
              <a:rPr dirty="0" sz="1400" b="1">
                <a:latin typeface="Arial"/>
                <a:cs typeface="Arial"/>
              </a:rPr>
              <a:t>auto </a:t>
            </a:r>
            <a:r>
              <a:rPr dirty="0" sz="1400" spc="-25" b="1">
                <a:latin typeface="Arial"/>
                <a:cs typeface="Arial"/>
              </a:rPr>
              <a:t>OEM </a:t>
            </a:r>
            <a:r>
              <a:rPr dirty="0" sz="1400" b="1">
                <a:latin typeface="Arial"/>
                <a:cs typeface="Arial"/>
              </a:rPr>
              <a:t>application</a:t>
            </a:r>
            <a:r>
              <a:rPr dirty="0" sz="1400" spc="-65" b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is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less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popular</a:t>
            </a:r>
            <a:r>
              <a:rPr dirty="0" sz="1400" spc="-10">
                <a:latin typeface="Arial"/>
                <a:cs typeface="Arial"/>
              </a:rPr>
              <a:t>.”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609076" y="3560064"/>
            <a:ext cx="182880" cy="413384"/>
          </a:xfrm>
          <a:custGeom>
            <a:avLst/>
            <a:gdLst/>
            <a:ahLst/>
            <a:cxnLst/>
            <a:rect l="l" t="t" r="r" b="b"/>
            <a:pathLst>
              <a:path w="182879" h="413385">
                <a:moveTo>
                  <a:pt x="182879" y="0"/>
                </a:moveTo>
                <a:lnTo>
                  <a:pt x="0" y="0"/>
                </a:lnTo>
                <a:lnTo>
                  <a:pt x="0" y="198120"/>
                </a:lnTo>
                <a:lnTo>
                  <a:pt x="84962" y="198120"/>
                </a:lnTo>
                <a:lnTo>
                  <a:pt x="80898" y="241935"/>
                </a:lnTo>
                <a:lnTo>
                  <a:pt x="67055" y="278511"/>
                </a:lnTo>
                <a:lnTo>
                  <a:pt x="41020" y="307340"/>
                </a:lnTo>
                <a:lnTo>
                  <a:pt x="0" y="328041"/>
                </a:lnTo>
                <a:lnTo>
                  <a:pt x="0" y="412877"/>
                </a:lnTo>
                <a:lnTo>
                  <a:pt x="43941" y="402463"/>
                </a:lnTo>
                <a:lnTo>
                  <a:pt x="83692" y="383921"/>
                </a:lnTo>
                <a:lnTo>
                  <a:pt x="117982" y="358013"/>
                </a:lnTo>
                <a:lnTo>
                  <a:pt x="146176" y="325501"/>
                </a:lnTo>
                <a:lnTo>
                  <a:pt x="167004" y="287274"/>
                </a:lnTo>
                <a:lnTo>
                  <a:pt x="179577" y="244094"/>
                </a:lnTo>
                <a:lnTo>
                  <a:pt x="182752" y="198120"/>
                </a:lnTo>
                <a:lnTo>
                  <a:pt x="1828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883268" y="3560064"/>
            <a:ext cx="182880" cy="413384"/>
          </a:xfrm>
          <a:custGeom>
            <a:avLst/>
            <a:gdLst/>
            <a:ahLst/>
            <a:cxnLst/>
            <a:rect l="l" t="t" r="r" b="b"/>
            <a:pathLst>
              <a:path w="182879" h="413385">
                <a:moveTo>
                  <a:pt x="182879" y="0"/>
                </a:moveTo>
                <a:lnTo>
                  <a:pt x="0" y="0"/>
                </a:lnTo>
                <a:lnTo>
                  <a:pt x="0" y="198120"/>
                </a:lnTo>
                <a:lnTo>
                  <a:pt x="84962" y="198120"/>
                </a:lnTo>
                <a:lnTo>
                  <a:pt x="81025" y="241935"/>
                </a:lnTo>
                <a:lnTo>
                  <a:pt x="67182" y="278511"/>
                </a:lnTo>
                <a:lnTo>
                  <a:pt x="41020" y="307340"/>
                </a:lnTo>
                <a:lnTo>
                  <a:pt x="0" y="328041"/>
                </a:lnTo>
                <a:lnTo>
                  <a:pt x="0" y="412877"/>
                </a:lnTo>
                <a:lnTo>
                  <a:pt x="44068" y="402463"/>
                </a:lnTo>
                <a:lnTo>
                  <a:pt x="83692" y="383921"/>
                </a:lnTo>
                <a:lnTo>
                  <a:pt x="118109" y="358013"/>
                </a:lnTo>
                <a:lnTo>
                  <a:pt x="146176" y="325501"/>
                </a:lnTo>
                <a:lnTo>
                  <a:pt x="167004" y="287274"/>
                </a:lnTo>
                <a:lnTo>
                  <a:pt x="179577" y="244094"/>
                </a:lnTo>
                <a:lnTo>
                  <a:pt x="182752" y="198120"/>
                </a:lnTo>
                <a:lnTo>
                  <a:pt x="1828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572500" y="1737360"/>
            <a:ext cx="3619500" cy="1245235"/>
          </a:xfrm>
          <a:custGeom>
            <a:avLst/>
            <a:gdLst/>
            <a:ahLst/>
            <a:cxnLst/>
            <a:rect l="l" t="t" r="r" b="b"/>
            <a:pathLst>
              <a:path w="3619500" h="1245235">
                <a:moveTo>
                  <a:pt x="3619500" y="0"/>
                </a:moveTo>
                <a:lnTo>
                  <a:pt x="0" y="0"/>
                </a:lnTo>
                <a:lnTo>
                  <a:pt x="0" y="1245108"/>
                </a:lnTo>
                <a:lnTo>
                  <a:pt x="3619500" y="1245108"/>
                </a:lnTo>
                <a:lnTo>
                  <a:pt x="36195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8772270" y="1915413"/>
            <a:ext cx="2165350" cy="8794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400" b="1" i="1">
                <a:solidFill>
                  <a:srgbClr val="A21F1F"/>
                </a:solidFill>
                <a:latin typeface="Arial"/>
                <a:cs typeface="Arial"/>
              </a:rPr>
              <a:t>Question:</a:t>
            </a:r>
            <a:r>
              <a:rPr dirty="0" sz="1400" spc="-70" b="1" i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“How</a:t>
            </a:r>
            <a:r>
              <a:rPr dirty="0" sz="1400" spc="-4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would</a:t>
            </a:r>
            <a:r>
              <a:rPr dirty="0" sz="1400" spc="-35" i="1">
                <a:latin typeface="Arial"/>
                <a:cs typeface="Arial"/>
              </a:rPr>
              <a:t> </a:t>
            </a:r>
            <a:r>
              <a:rPr dirty="0" sz="1400" spc="-25" i="1">
                <a:latin typeface="Arial"/>
                <a:cs typeface="Arial"/>
              </a:rPr>
              <a:t>you</a:t>
            </a:r>
            <a:r>
              <a:rPr dirty="0" sz="1400" spc="-2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prefer</a:t>
            </a:r>
            <a:r>
              <a:rPr dirty="0" sz="1400" spc="34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to</a:t>
            </a:r>
            <a:r>
              <a:rPr dirty="0" sz="1400" spc="-2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enjoy</a:t>
            </a:r>
            <a:r>
              <a:rPr dirty="0" sz="1400" spc="-30" i="1">
                <a:latin typeface="Arial"/>
                <a:cs typeface="Arial"/>
              </a:rPr>
              <a:t> </a:t>
            </a:r>
            <a:r>
              <a:rPr dirty="0" sz="1400" spc="-10" i="1">
                <a:latin typeface="Arial"/>
                <a:cs typeface="Arial"/>
              </a:rPr>
              <a:t>connected </a:t>
            </a:r>
            <a:r>
              <a:rPr dirty="0" sz="1400" i="1">
                <a:latin typeface="Arial"/>
                <a:cs typeface="Arial"/>
              </a:rPr>
              <a:t>services</a:t>
            </a:r>
            <a:r>
              <a:rPr dirty="0" sz="1400" spc="-5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and</a:t>
            </a:r>
            <a:r>
              <a:rPr dirty="0" sz="1400" spc="-25" i="1">
                <a:latin typeface="Arial"/>
                <a:cs typeface="Arial"/>
              </a:rPr>
              <a:t> </a:t>
            </a:r>
            <a:r>
              <a:rPr dirty="0" sz="1400" spc="-10" i="1">
                <a:latin typeface="Arial"/>
                <a:cs typeface="Arial"/>
              </a:rPr>
              <a:t>media/ </a:t>
            </a:r>
            <a:r>
              <a:rPr dirty="0" sz="1400" i="1">
                <a:latin typeface="Arial"/>
                <a:cs typeface="Arial"/>
              </a:rPr>
              <a:t>entertainment</a:t>
            </a:r>
            <a:r>
              <a:rPr dirty="0" sz="1400" spc="-5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in</a:t>
            </a:r>
            <a:r>
              <a:rPr dirty="0" sz="1400" spc="-2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your</a:t>
            </a:r>
            <a:r>
              <a:rPr dirty="0" sz="1400" spc="-45" i="1">
                <a:latin typeface="Arial"/>
                <a:cs typeface="Arial"/>
              </a:rPr>
              <a:t> </a:t>
            </a:r>
            <a:r>
              <a:rPr dirty="0" sz="1400" spc="-10" i="1">
                <a:latin typeface="Arial"/>
                <a:cs typeface="Arial"/>
              </a:rPr>
              <a:t>car?”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16" name="object 16" descr="deutschland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80944" y="1845564"/>
            <a:ext cx="451104" cy="284988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430174" y="80518"/>
            <a:ext cx="19037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"/>
                <a:cs typeface="Arial"/>
              </a:rPr>
              <a:t>Consumer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–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Connected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332541" y="2310383"/>
            <a:ext cx="1019810" cy="3510279"/>
            <a:chOff x="4332541" y="2310383"/>
            <a:chExt cx="1019810" cy="3510279"/>
          </a:xfrm>
        </p:grpSpPr>
        <p:sp>
          <p:nvSpPr>
            <p:cNvPr id="19" name="object 19"/>
            <p:cNvSpPr/>
            <p:nvPr/>
          </p:nvSpPr>
          <p:spPr>
            <a:xfrm>
              <a:off x="4337304" y="2505455"/>
              <a:ext cx="1015365" cy="2242185"/>
            </a:xfrm>
            <a:custGeom>
              <a:avLst/>
              <a:gdLst/>
              <a:ahLst/>
              <a:cxnLst/>
              <a:rect l="l" t="t" r="r" b="b"/>
              <a:pathLst>
                <a:path w="1015364" h="2242185">
                  <a:moveTo>
                    <a:pt x="637032" y="1754124"/>
                  </a:moveTo>
                  <a:lnTo>
                    <a:pt x="0" y="1754124"/>
                  </a:lnTo>
                  <a:lnTo>
                    <a:pt x="0" y="2241804"/>
                  </a:lnTo>
                  <a:lnTo>
                    <a:pt x="637032" y="2241804"/>
                  </a:lnTo>
                  <a:lnTo>
                    <a:pt x="637032" y="1754124"/>
                  </a:lnTo>
                  <a:close/>
                </a:path>
                <a:path w="1015364" h="2242185">
                  <a:moveTo>
                    <a:pt x="1014984" y="0"/>
                  </a:moveTo>
                  <a:lnTo>
                    <a:pt x="0" y="0"/>
                  </a:lnTo>
                  <a:lnTo>
                    <a:pt x="0" y="486156"/>
                  </a:lnTo>
                  <a:lnTo>
                    <a:pt x="1014984" y="486156"/>
                  </a:lnTo>
                  <a:lnTo>
                    <a:pt x="1014984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337303" y="2310383"/>
              <a:ext cx="0" cy="3510279"/>
            </a:xfrm>
            <a:custGeom>
              <a:avLst/>
              <a:gdLst/>
              <a:ahLst/>
              <a:cxnLst/>
              <a:rect l="l" t="t" r="r" b="b"/>
              <a:pathLst>
                <a:path w="0" h="3510279">
                  <a:moveTo>
                    <a:pt x="0" y="0"/>
                  </a:moveTo>
                  <a:lnTo>
                    <a:pt x="0" y="3509772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" name="object 21"/>
          <p:cNvGrpSpPr/>
          <p:nvPr/>
        </p:nvGrpSpPr>
        <p:grpSpPr>
          <a:xfrm>
            <a:off x="6260401" y="2310383"/>
            <a:ext cx="1021715" cy="3510279"/>
            <a:chOff x="6260401" y="2310383"/>
            <a:chExt cx="1021715" cy="3510279"/>
          </a:xfrm>
        </p:grpSpPr>
        <p:sp>
          <p:nvSpPr>
            <p:cNvPr id="22" name="object 22"/>
            <p:cNvSpPr/>
            <p:nvPr/>
          </p:nvSpPr>
          <p:spPr>
            <a:xfrm>
              <a:off x="6265164" y="2505455"/>
              <a:ext cx="1016635" cy="2242185"/>
            </a:xfrm>
            <a:custGeom>
              <a:avLst/>
              <a:gdLst/>
              <a:ahLst/>
              <a:cxnLst/>
              <a:rect l="l" t="t" r="r" b="b"/>
              <a:pathLst>
                <a:path w="1016634" h="2242185">
                  <a:moveTo>
                    <a:pt x="775716" y="1754124"/>
                  </a:moveTo>
                  <a:lnTo>
                    <a:pt x="0" y="1754124"/>
                  </a:lnTo>
                  <a:lnTo>
                    <a:pt x="0" y="2241804"/>
                  </a:lnTo>
                  <a:lnTo>
                    <a:pt x="775716" y="2241804"/>
                  </a:lnTo>
                  <a:lnTo>
                    <a:pt x="775716" y="1754124"/>
                  </a:lnTo>
                  <a:close/>
                </a:path>
                <a:path w="1016634" h="2242185">
                  <a:moveTo>
                    <a:pt x="1016508" y="0"/>
                  </a:moveTo>
                  <a:lnTo>
                    <a:pt x="0" y="0"/>
                  </a:lnTo>
                  <a:lnTo>
                    <a:pt x="0" y="486156"/>
                  </a:lnTo>
                  <a:lnTo>
                    <a:pt x="1016508" y="486156"/>
                  </a:lnTo>
                  <a:lnTo>
                    <a:pt x="1016508" y="0"/>
                  </a:lnTo>
                  <a:close/>
                </a:path>
              </a:pathLst>
            </a:custGeom>
            <a:solidFill>
              <a:srgbClr val="7C7C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265164" y="2310383"/>
              <a:ext cx="0" cy="3510279"/>
            </a:xfrm>
            <a:custGeom>
              <a:avLst/>
              <a:gdLst/>
              <a:ahLst/>
              <a:cxnLst/>
              <a:rect l="l" t="t" r="r" b="b"/>
              <a:pathLst>
                <a:path w="0" h="3510279">
                  <a:moveTo>
                    <a:pt x="0" y="0"/>
                  </a:moveTo>
                  <a:lnTo>
                    <a:pt x="0" y="3509772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449389" y="2305621"/>
          <a:ext cx="7501890" cy="34944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8030"/>
                <a:gridCol w="550544"/>
                <a:gridCol w="637539"/>
                <a:gridCol w="678814"/>
                <a:gridCol w="602614"/>
                <a:gridCol w="586104"/>
                <a:gridCol w="741679"/>
                <a:gridCol w="569595"/>
                <a:gridCol w="517525"/>
                <a:gridCol w="520700"/>
              </a:tblGrid>
              <a:tr h="9823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r" marR="146050">
                        <a:lnSpc>
                          <a:spcPct val="100000"/>
                        </a:lnSpc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my</a:t>
                      </a:r>
                      <a:r>
                        <a:rPr dirty="0" sz="12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smartphone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algn="r" marR="140970">
                        <a:lnSpc>
                          <a:spcPct val="100000"/>
                        </a:lnSpc>
                      </a:pPr>
                      <a:r>
                        <a:rPr dirty="0" sz="1200" spc="-10" b="1">
                          <a:latin typeface="Arial"/>
                          <a:cs typeface="Arial"/>
                        </a:rPr>
                        <a:t>directly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7785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DB526A"/>
                      </a:solidFill>
                      <a:prstDash val="sysDash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60755">
                        <a:lnSpc>
                          <a:spcPct val="100000"/>
                        </a:lnSpc>
                      </a:pPr>
                      <a:r>
                        <a:rPr dirty="0" sz="1200" spc="-25" b="1">
                          <a:latin typeface="Arial"/>
                          <a:cs typeface="Arial"/>
                        </a:rPr>
                        <a:t>53%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66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DB526A"/>
                      </a:solidFill>
                      <a:prstDash val="sysDash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064895">
                        <a:lnSpc>
                          <a:spcPct val="100000"/>
                        </a:lnSpc>
                      </a:pPr>
                      <a:r>
                        <a:rPr dirty="0" sz="1200" spc="-25" b="1">
                          <a:latin typeface="Arial"/>
                          <a:cs typeface="Arial"/>
                        </a:rPr>
                        <a:t>59%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66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DB526A"/>
                      </a:solidFill>
                      <a:prstDash val="sysDash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065530">
                        <a:lnSpc>
                          <a:spcPct val="100000"/>
                        </a:lnSpc>
                      </a:pPr>
                      <a:r>
                        <a:rPr dirty="0" sz="1200" spc="-25" b="1">
                          <a:latin typeface="Arial"/>
                          <a:cs typeface="Arial"/>
                        </a:rPr>
                        <a:t>59%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6637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DB526A"/>
                      </a:solidFill>
                      <a:prstDash val="sysDash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88265">
                <a:tc rowSpan="3">
                  <a:txBody>
                    <a:bodyPr/>
                    <a:lstStyle/>
                    <a:p>
                      <a:pPr algn="r" marL="483870" marR="146050" indent="-21209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screen</a:t>
                      </a:r>
                      <a:r>
                        <a:rPr dirty="0" sz="12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mirroring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from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2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smartphone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into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vehicle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42545">
                    <a:lnL w="9525">
                      <a:solidFill>
                        <a:srgbClr val="DB526A"/>
                      </a:solidFill>
                      <a:prstDash val="sysDash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B526A"/>
                      </a:solidFill>
                      <a:prstDash val="sysDash"/>
                    </a:lnT>
                    <a:lnB w="9525">
                      <a:solidFill>
                        <a:srgbClr val="DB526A"/>
                      </a:solidFill>
                      <a:prstDash val="sysDash"/>
                    </a:lnB>
                    <a:solidFill>
                      <a:srgbClr val="F8DDE0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DB526A"/>
                      </a:solidFill>
                      <a:prstDash val="sysDash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8DDE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8895">
                        <a:lnSpc>
                          <a:spcPct val="100000"/>
                        </a:lnSpc>
                      </a:pPr>
                      <a:r>
                        <a:rPr dirty="0" sz="1200" spc="-25" b="1">
                          <a:latin typeface="Arial"/>
                          <a:cs typeface="Arial"/>
                        </a:rPr>
                        <a:t>69%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B526A"/>
                      </a:solidFill>
                      <a:prstDash val="sysDash"/>
                    </a:lnT>
                    <a:solidFill>
                      <a:srgbClr val="F8DDE0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DB526A"/>
                      </a:solidFill>
                      <a:prstDash val="sysDash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8DDE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9530">
                        <a:lnSpc>
                          <a:spcPct val="100000"/>
                        </a:lnSpc>
                      </a:pPr>
                      <a:r>
                        <a:rPr dirty="0" sz="1200" spc="-25" b="1">
                          <a:latin typeface="Arial"/>
                          <a:cs typeface="Arial"/>
                        </a:rPr>
                        <a:t>69%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B526A"/>
                      </a:solidFill>
                      <a:prstDash val="sysDash"/>
                    </a:lnT>
                    <a:solidFill>
                      <a:srgbClr val="F8DDE0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DB526A"/>
                      </a:solidFill>
                      <a:prstDash val="sysDash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8DDE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0165">
                        <a:lnSpc>
                          <a:spcPct val="100000"/>
                        </a:lnSpc>
                      </a:pPr>
                      <a:r>
                        <a:rPr dirty="0" sz="1200" spc="-25" b="1">
                          <a:latin typeface="Arial"/>
                          <a:cs typeface="Arial"/>
                        </a:rPr>
                        <a:t>63%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6096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DB526A"/>
                      </a:solidFill>
                      <a:prstDash val="sysDash"/>
                    </a:lnR>
                    <a:lnT w="9525">
                      <a:solidFill>
                        <a:srgbClr val="DB526A"/>
                      </a:solidFill>
                      <a:prstDash val="sysDash"/>
                    </a:lnT>
                    <a:solidFill>
                      <a:srgbClr val="F8DDE0"/>
                    </a:solidFill>
                  </a:tcPr>
                </a:tc>
              </a:tr>
              <a:tr h="48768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2545">
                    <a:lnL w="9525">
                      <a:solidFill>
                        <a:srgbClr val="DB526A"/>
                      </a:solidFill>
                      <a:prstDash val="sysDash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B526A"/>
                      </a:solidFill>
                      <a:prstDash val="sysDash"/>
                    </a:lnT>
                    <a:lnB w="9525">
                      <a:solidFill>
                        <a:srgbClr val="DB526A"/>
                      </a:solidFill>
                      <a:prstDash val="sysDash"/>
                    </a:lnB>
                    <a:solidFill>
                      <a:srgbClr val="F8DDE0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A21F1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096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B526A"/>
                      </a:solidFill>
                      <a:prstDash val="sysDash"/>
                    </a:lnT>
                    <a:solidFill>
                      <a:srgbClr val="F8DDE0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DB526A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096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B526A"/>
                      </a:solidFill>
                      <a:prstDash val="sysDash"/>
                    </a:lnT>
                    <a:solidFill>
                      <a:srgbClr val="F8DDE0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7C7C7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096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DB526A"/>
                      </a:solidFill>
                      <a:prstDash val="sysDash"/>
                    </a:lnR>
                    <a:lnT w="9525">
                      <a:solidFill>
                        <a:srgbClr val="DB526A"/>
                      </a:solidFill>
                      <a:prstDash val="sysDash"/>
                    </a:lnT>
                    <a:solidFill>
                      <a:srgbClr val="F8DDE0"/>
                    </a:solidFill>
                  </a:tcPr>
                </a:tc>
              </a:tr>
              <a:tr h="9715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2545">
                    <a:lnL w="9525">
                      <a:solidFill>
                        <a:srgbClr val="DB526A"/>
                      </a:solidFill>
                      <a:prstDash val="sysDash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B526A"/>
                      </a:solidFill>
                      <a:prstDash val="sysDash"/>
                    </a:lnT>
                    <a:lnB w="9525">
                      <a:solidFill>
                        <a:srgbClr val="DB526A"/>
                      </a:solidFill>
                      <a:prstDash val="sysDash"/>
                    </a:lnB>
                    <a:solidFill>
                      <a:srgbClr val="F8DDE0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DB526A"/>
                      </a:solidFill>
                      <a:prstDash val="sysDash"/>
                    </a:lnB>
                    <a:solidFill>
                      <a:srgbClr val="F8DDE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DB526A"/>
                      </a:solidFill>
                      <a:prstDash val="sysDash"/>
                    </a:lnB>
                    <a:solidFill>
                      <a:srgbClr val="F8DDE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DB526A"/>
                      </a:solidFill>
                      <a:prstDash val="sysDash"/>
                    </a:lnR>
                    <a:lnB w="9525">
                      <a:solidFill>
                        <a:srgbClr val="DB526A"/>
                      </a:solidFill>
                      <a:prstDash val="sysDash"/>
                    </a:lnB>
                    <a:solidFill>
                      <a:srgbClr val="F8DDE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0833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just" marL="419734" marR="144780" indent="697865">
                        <a:lnSpc>
                          <a:spcPct val="100000"/>
                        </a:lnSpc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On an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app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content</a:t>
                      </a:r>
                      <a:r>
                        <a:rPr dirty="0" sz="12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provider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installed</a:t>
                      </a:r>
                      <a:r>
                        <a:rPr dirty="0" sz="1200" spc="-5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12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your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car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6985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B526A"/>
                      </a:solidFill>
                      <a:prstDash val="sysDash"/>
                    </a:lnT>
                    <a:lnB w="9525">
                      <a:solidFill>
                        <a:srgbClr val="DB526A"/>
                      </a:solidFill>
                      <a:prstDash val="sysDash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88900">
                        <a:lnSpc>
                          <a:spcPct val="100000"/>
                        </a:lnSpc>
                      </a:pPr>
                      <a:r>
                        <a:rPr dirty="0" sz="1200" spc="-25" b="1">
                          <a:latin typeface="Arial"/>
                          <a:cs typeface="Arial"/>
                        </a:rPr>
                        <a:t>45%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B526A"/>
                      </a:solidFill>
                      <a:prstDash val="sysDash"/>
                    </a:lnT>
                    <a:lnB w="9525">
                      <a:solidFill>
                        <a:srgbClr val="DB526A"/>
                      </a:solidFill>
                      <a:prstDash val="sysDash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R="242570">
                        <a:lnSpc>
                          <a:spcPct val="100000"/>
                        </a:lnSpc>
                      </a:pPr>
                      <a:r>
                        <a:rPr dirty="0" sz="1200" spc="-25" b="1">
                          <a:latin typeface="Arial"/>
                          <a:cs typeface="Arial"/>
                        </a:rPr>
                        <a:t>37%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B526A"/>
                      </a:solidFill>
                      <a:prstDash val="sysDash"/>
                    </a:lnT>
                    <a:lnB w="9525">
                      <a:solidFill>
                        <a:srgbClr val="DB526A"/>
                      </a:solidFill>
                      <a:prstDash val="sysDash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824865">
                        <a:lnSpc>
                          <a:spcPct val="100000"/>
                        </a:lnSpc>
                      </a:pPr>
                      <a:r>
                        <a:rPr dirty="0" sz="1200" spc="-25" b="1">
                          <a:latin typeface="Arial"/>
                          <a:cs typeface="Arial"/>
                        </a:rPr>
                        <a:t>45%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DB526A"/>
                      </a:solidFill>
                      <a:prstDash val="sysDash"/>
                    </a:lnT>
                    <a:lnB w="9525">
                      <a:solidFill>
                        <a:srgbClr val="DB526A"/>
                      </a:solidFill>
                      <a:prstDash val="sysDash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86360">
                <a:tc rowSpan="3">
                  <a:txBody>
                    <a:bodyPr/>
                    <a:lstStyle/>
                    <a:p>
                      <a:pPr marL="814069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Auto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OEM</a:t>
                      </a:r>
                      <a:r>
                        <a:rPr dirty="0" sz="1200" spc="-5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app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537845">
                        <a:lnSpc>
                          <a:spcPct val="100000"/>
                        </a:lnSpc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accessing</a:t>
                      </a:r>
                      <a:r>
                        <a:rPr dirty="0" sz="1200" spc="-7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content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39065">
                    <a:lnL w="9525">
                      <a:solidFill>
                        <a:srgbClr val="DB526A"/>
                      </a:solidFill>
                      <a:prstDash val="sysDash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B526A"/>
                      </a:solidFill>
                      <a:prstDash val="sysDash"/>
                    </a:lnT>
                    <a:lnB w="9525">
                      <a:solidFill>
                        <a:srgbClr val="DB526A"/>
                      </a:solidFill>
                      <a:prstDash val="sysDash"/>
                    </a:lnB>
                    <a:solidFill>
                      <a:srgbClr val="F8DDE0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B526A"/>
                      </a:solidFill>
                      <a:prstDash val="sysDash"/>
                    </a:lnT>
                    <a:solidFill>
                      <a:srgbClr val="F8DDE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B526A"/>
                      </a:solidFill>
                      <a:prstDash val="sysDash"/>
                    </a:lnT>
                    <a:solidFill>
                      <a:srgbClr val="F8DDE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DB526A"/>
                      </a:solidFill>
                      <a:prstDash val="sysDash"/>
                    </a:lnR>
                    <a:lnT w="9525">
                      <a:solidFill>
                        <a:srgbClr val="DB526A"/>
                      </a:solidFill>
                      <a:prstDash val="sysDash"/>
                    </a:lnT>
                    <a:solidFill>
                      <a:srgbClr val="F8DDE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8704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39065">
                    <a:lnL w="9525">
                      <a:solidFill>
                        <a:srgbClr val="DB526A"/>
                      </a:solidFill>
                      <a:prstDash val="sysDash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B526A"/>
                      </a:solidFill>
                      <a:prstDash val="sysDash"/>
                    </a:lnT>
                    <a:lnB w="9525">
                      <a:solidFill>
                        <a:srgbClr val="DB526A"/>
                      </a:solidFill>
                      <a:prstDash val="sysDash"/>
                    </a:lnB>
                    <a:solidFill>
                      <a:srgbClr val="F8DD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A21F1F"/>
                    </a:solidFill>
                  </a:tcPr>
                </a:tc>
                <a:tc gridSpan="2" rowSpan="2"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r>
                        <a:rPr dirty="0" sz="1200" spc="-25" b="1">
                          <a:latin typeface="Arial"/>
                          <a:cs typeface="Arial"/>
                        </a:rPr>
                        <a:t>32%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DB526A"/>
                      </a:solidFill>
                      <a:prstDash val="sysDash"/>
                    </a:lnB>
                    <a:solidFill>
                      <a:srgbClr val="F8DDE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DB526A"/>
                    </a:solidFill>
                  </a:tcPr>
                </a:tc>
                <a:tc gridSpan="2" rowSpan="2"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r>
                        <a:rPr dirty="0" sz="1200" spc="-25" b="1">
                          <a:latin typeface="Arial"/>
                          <a:cs typeface="Arial"/>
                        </a:rPr>
                        <a:t>35%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DB526A"/>
                      </a:solidFill>
                      <a:prstDash val="sysDash"/>
                    </a:lnB>
                    <a:solidFill>
                      <a:srgbClr val="F8DDE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7C7C7C"/>
                    </a:solidFill>
                  </a:tcPr>
                </a:tc>
                <a:tc gridSpan="2" rowSpan="2"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r>
                        <a:rPr dirty="0" sz="1200" spc="-25" b="1">
                          <a:latin typeface="Arial"/>
                          <a:cs typeface="Arial"/>
                        </a:rPr>
                        <a:t>33%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4795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DB526A"/>
                      </a:solidFill>
                      <a:prstDash val="sysDash"/>
                    </a:lnR>
                    <a:lnB w="9525">
                      <a:solidFill>
                        <a:srgbClr val="DB526A"/>
                      </a:solidFill>
                      <a:prstDash val="sysDash"/>
                    </a:lnB>
                    <a:solidFill>
                      <a:srgbClr val="F8DDE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9715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39065">
                    <a:lnL w="9525">
                      <a:solidFill>
                        <a:srgbClr val="DB526A"/>
                      </a:solidFill>
                      <a:prstDash val="sysDash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B526A"/>
                      </a:solidFill>
                      <a:prstDash val="sysDash"/>
                    </a:lnT>
                    <a:lnB w="9525">
                      <a:solidFill>
                        <a:srgbClr val="DB526A"/>
                      </a:solidFill>
                      <a:prstDash val="sysDash"/>
                    </a:lnB>
                    <a:solidFill>
                      <a:srgbClr val="F8DD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DB526A"/>
                      </a:solidFill>
                      <a:prstDash val="sysDash"/>
                    </a:lnB>
                    <a:solidFill>
                      <a:srgbClr val="F8DDE0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4795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DB526A"/>
                      </a:solidFill>
                      <a:prstDash val="sysDash"/>
                    </a:lnB>
                    <a:solidFill>
                      <a:srgbClr val="F8DDE0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DB526A"/>
                      </a:solidFill>
                      <a:prstDash val="sysDash"/>
                    </a:lnB>
                    <a:solidFill>
                      <a:srgbClr val="F8DDE0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4795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DB526A"/>
                      </a:solidFill>
                      <a:prstDash val="sysDash"/>
                    </a:lnB>
                    <a:solidFill>
                      <a:srgbClr val="F8DDE0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DB526A"/>
                      </a:solidFill>
                      <a:prstDash val="sysDash"/>
                    </a:lnB>
                    <a:solidFill>
                      <a:srgbClr val="F8DDE0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4795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DB526A"/>
                      </a:solidFill>
                      <a:prstDash val="sysDash"/>
                    </a:lnR>
                    <a:lnB w="9525">
                      <a:solidFill>
                        <a:srgbClr val="DB526A"/>
                      </a:solidFill>
                      <a:prstDash val="sysDash"/>
                    </a:lnB>
                    <a:solidFill>
                      <a:srgbClr val="F8DDE0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25" name="object 25"/>
          <p:cNvGrpSpPr/>
          <p:nvPr/>
        </p:nvGrpSpPr>
        <p:grpSpPr>
          <a:xfrm>
            <a:off x="2522220" y="6047232"/>
            <a:ext cx="192405" cy="132715"/>
            <a:chOff x="2522220" y="6047232"/>
            <a:chExt cx="192405" cy="132715"/>
          </a:xfrm>
        </p:grpSpPr>
        <p:sp>
          <p:nvSpPr>
            <p:cNvPr id="26" name="object 26"/>
            <p:cNvSpPr/>
            <p:nvPr/>
          </p:nvSpPr>
          <p:spPr>
            <a:xfrm>
              <a:off x="2522220" y="6047232"/>
              <a:ext cx="180340" cy="132715"/>
            </a:xfrm>
            <a:custGeom>
              <a:avLst/>
              <a:gdLst/>
              <a:ahLst/>
              <a:cxnLst/>
              <a:rect l="l" t="t" r="r" b="b"/>
              <a:pathLst>
                <a:path w="180339" h="132714">
                  <a:moveTo>
                    <a:pt x="179831" y="0"/>
                  </a:moveTo>
                  <a:lnTo>
                    <a:pt x="0" y="0"/>
                  </a:lnTo>
                  <a:lnTo>
                    <a:pt x="0" y="132587"/>
                  </a:lnTo>
                  <a:lnTo>
                    <a:pt x="179831" y="132587"/>
                  </a:lnTo>
                  <a:lnTo>
                    <a:pt x="179831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592324" y="6053328"/>
              <a:ext cx="60960" cy="121920"/>
            </a:xfrm>
            <a:custGeom>
              <a:avLst/>
              <a:gdLst/>
              <a:ahLst/>
              <a:cxnLst/>
              <a:rect l="l" t="t" r="r" b="b"/>
              <a:pathLst>
                <a:path w="60960" h="121920">
                  <a:moveTo>
                    <a:pt x="60960" y="0"/>
                  </a:moveTo>
                  <a:lnTo>
                    <a:pt x="0" y="0"/>
                  </a:lnTo>
                  <a:lnTo>
                    <a:pt x="0" y="121920"/>
                  </a:lnTo>
                  <a:lnTo>
                    <a:pt x="60960" y="121920"/>
                  </a:lnTo>
                  <a:lnTo>
                    <a:pt x="60960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653284" y="6053328"/>
              <a:ext cx="60960" cy="121920"/>
            </a:xfrm>
            <a:custGeom>
              <a:avLst/>
              <a:gdLst/>
              <a:ahLst/>
              <a:cxnLst/>
              <a:rect l="l" t="t" r="r" b="b"/>
              <a:pathLst>
                <a:path w="60960" h="121920">
                  <a:moveTo>
                    <a:pt x="60960" y="0"/>
                  </a:moveTo>
                  <a:lnTo>
                    <a:pt x="0" y="0"/>
                  </a:lnTo>
                  <a:lnTo>
                    <a:pt x="0" y="121920"/>
                  </a:lnTo>
                  <a:lnTo>
                    <a:pt x="60960" y="121920"/>
                  </a:lnTo>
                  <a:lnTo>
                    <a:pt x="60960" y="0"/>
                  </a:lnTo>
                  <a:close/>
                </a:path>
              </a:pathLst>
            </a:custGeom>
            <a:solidFill>
              <a:srgbClr val="7C7C7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2714879" y="6027521"/>
            <a:ext cx="9385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Arial"/>
                <a:cs typeface="Arial"/>
              </a:rPr>
              <a:t>1</a:t>
            </a:r>
            <a:r>
              <a:rPr dirty="0" baseline="25641" sz="975">
                <a:latin typeface="Arial"/>
                <a:cs typeface="Arial"/>
              </a:rPr>
              <a:t>st</a:t>
            </a:r>
            <a:r>
              <a:rPr dirty="0" baseline="25641" sz="975" spc="13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and 2</a:t>
            </a:r>
            <a:r>
              <a:rPr dirty="0" baseline="25641" sz="975">
                <a:latin typeface="Arial"/>
                <a:cs typeface="Arial"/>
              </a:rPr>
              <a:t>nd</a:t>
            </a:r>
            <a:r>
              <a:rPr dirty="0" baseline="25641" sz="975" spc="142">
                <a:latin typeface="Arial"/>
                <a:cs typeface="Arial"/>
              </a:rPr>
              <a:t> </a:t>
            </a:r>
            <a:r>
              <a:rPr dirty="0" sz="1000" spc="-20">
                <a:latin typeface="Arial"/>
                <a:cs typeface="Arial"/>
              </a:rPr>
              <a:t>rank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30" name="object 30" descr="USA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09744" y="1845564"/>
            <a:ext cx="449579" cy="283463"/>
          </a:xfrm>
          <a:prstGeom prst="rect">
            <a:avLst/>
          </a:prstGeom>
        </p:spPr>
      </p:pic>
      <p:pic>
        <p:nvPicPr>
          <p:cNvPr id="31" name="object 31" descr="China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97040" y="1842516"/>
            <a:ext cx="432816" cy="272796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11665966" y="6500876"/>
            <a:ext cx="79375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 spc="-50">
                <a:latin typeface="Arial"/>
                <a:cs typeface="Arial"/>
              </a:rPr>
              <a:t>8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1051402" y="2068460"/>
            <a:ext cx="1059815" cy="1433830"/>
            <a:chOff x="11051402" y="2068460"/>
            <a:chExt cx="1059815" cy="1433830"/>
          </a:xfrm>
        </p:grpSpPr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193748" y="3438463"/>
              <a:ext cx="113044" cy="6368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11847123" y="2962677"/>
              <a:ext cx="51435" cy="539750"/>
            </a:xfrm>
            <a:custGeom>
              <a:avLst/>
              <a:gdLst/>
              <a:ahLst/>
              <a:cxnLst/>
              <a:rect l="l" t="t" r="r" b="b"/>
              <a:pathLst>
                <a:path w="51434" h="539750">
                  <a:moveTo>
                    <a:pt x="29529" y="0"/>
                  </a:moveTo>
                  <a:lnTo>
                    <a:pt x="0" y="406069"/>
                  </a:lnTo>
                  <a:lnTo>
                    <a:pt x="11782" y="539474"/>
                  </a:lnTo>
                  <a:lnTo>
                    <a:pt x="51104" y="539474"/>
                  </a:lnTo>
                  <a:lnTo>
                    <a:pt x="36989" y="407926"/>
                  </a:lnTo>
                  <a:lnTo>
                    <a:pt x="47140" y="78536"/>
                  </a:lnTo>
                  <a:lnTo>
                    <a:pt x="29529" y="0"/>
                  </a:lnTo>
                  <a:close/>
                </a:path>
              </a:pathLst>
            </a:custGeom>
            <a:solidFill>
              <a:srgbClr val="000000">
                <a:alpha val="9803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11181151" y="2606438"/>
              <a:ext cx="930275" cy="895985"/>
            </a:xfrm>
            <a:custGeom>
              <a:avLst/>
              <a:gdLst/>
              <a:ahLst/>
              <a:cxnLst/>
              <a:rect l="l" t="t" r="r" b="b"/>
              <a:pathLst>
                <a:path w="930275" h="895985">
                  <a:moveTo>
                    <a:pt x="848303" y="189648"/>
                  </a:moveTo>
                  <a:lnTo>
                    <a:pt x="66064" y="189648"/>
                  </a:lnTo>
                  <a:lnTo>
                    <a:pt x="13" y="692262"/>
                  </a:lnTo>
                  <a:lnTo>
                    <a:pt x="0" y="703193"/>
                  </a:lnTo>
                  <a:lnTo>
                    <a:pt x="1268" y="888046"/>
                  </a:lnTo>
                  <a:lnTo>
                    <a:pt x="1321" y="895713"/>
                  </a:lnTo>
                  <a:lnTo>
                    <a:pt x="151497" y="895713"/>
                  </a:lnTo>
                  <a:lnTo>
                    <a:pt x="152752" y="888046"/>
                  </a:lnTo>
                  <a:lnTo>
                    <a:pt x="160210" y="839240"/>
                  </a:lnTo>
                  <a:lnTo>
                    <a:pt x="167012" y="790360"/>
                  </a:lnTo>
                  <a:lnTo>
                    <a:pt x="173023" y="741377"/>
                  </a:lnTo>
                  <a:lnTo>
                    <a:pt x="178045" y="692902"/>
                  </a:lnTo>
                  <a:lnTo>
                    <a:pt x="182143" y="642986"/>
                  </a:lnTo>
                  <a:lnTo>
                    <a:pt x="184876" y="595408"/>
                  </a:lnTo>
                  <a:lnTo>
                    <a:pt x="184985" y="593518"/>
                  </a:lnTo>
                  <a:lnTo>
                    <a:pt x="186504" y="543830"/>
                  </a:lnTo>
                  <a:lnTo>
                    <a:pt x="186568" y="493891"/>
                  </a:lnTo>
                  <a:lnTo>
                    <a:pt x="711178" y="493891"/>
                  </a:lnTo>
                  <a:lnTo>
                    <a:pt x="711722" y="476871"/>
                  </a:lnTo>
                  <a:lnTo>
                    <a:pt x="713880" y="437484"/>
                  </a:lnTo>
                  <a:lnTo>
                    <a:pt x="887133" y="437484"/>
                  </a:lnTo>
                  <a:lnTo>
                    <a:pt x="848303" y="189648"/>
                  </a:lnTo>
                  <a:close/>
                </a:path>
                <a:path w="930275" h="895985">
                  <a:moveTo>
                    <a:pt x="711178" y="493891"/>
                  </a:moveTo>
                  <a:lnTo>
                    <a:pt x="186568" y="493891"/>
                  </a:lnTo>
                  <a:lnTo>
                    <a:pt x="190570" y="692263"/>
                  </a:lnTo>
                  <a:lnTo>
                    <a:pt x="191762" y="752327"/>
                  </a:lnTo>
                  <a:lnTo>
                    <a:pt x="191850" y="762534"/>
                  </a:lnTo>
                  <a:lnTo>
                    <a:pt x="177033" y="863517"/>
                  </a:lnTo>
                  <a:lnTo>
                    <a:pt x="173166" y="893296"/>
                  </a:lnTo>
                  <a:lnTo>
                    <a:pt x="172922" y="895713"/>
                  </a:lnTo>
                  <a:lnTo>
                    <a:pt x="722374" y="895713"/>
                  </a:lnTo>
                  <a:lnTo>
                    <a:pt x="713419" y="856272"/>
                  </a:lnTo>
                  <a:lnTo>
                    <a:pt x="704902" y="803803"/>
                  </a:lnTo>
                  <a:lnTo>
                    <a:pt x="703422" y="752327"/>
                  </a:lnTo>
                  <a:lnTo>
                    <a:pt x="909662" y="752327"/>
                  </a:lnTo>
                  <a:lnTo>
                    <a:pt x="922488" y="741047"/>
                  </a:lnTo>
                  <a:lnTo>
                    <a:pt x="929742" y="703194"/>
                  </a:lnTo>
                  <a:lnTo>
                    <a:pt x="921744" y="658393"/>
                  </a:lnTo>
                  <a:lnTo>
                    <a:pt x="911876" y="595409"/>
                  </a:lnTo>
                  <a:lnTo>
                    <a:pt x="708651" y="595409"/>
                  </a:lnTo>
                  <a:lnTo>
                    <a:pt x="709598" y="555935"/>
                  </a:lnTo>
                  <a:lnTo>
                    <a:pt x="710458" y="516388"/>
                  </a:lnTo>
                  <a:lnTo>
                    <a:pt x="711178" y="493891"/>
                  </a:lnTo>
                  <a:close/>
                </a:path>
                <a:path w="930275" h="895985">
                  <a:moveTo>
                    <a:pt x="909662" y="752327"/>
                  </a:moveTo>
                  <a:lnTo>
                    <a:pt x="703422" y="752327"/>
                  </a:lnTo>
                  <a:lnTo>
                    <a:pt x="774609" y="765326"/>
                  </a:lnTo>
                  <a:lnTo>
                    <a:pt x="818827" y="771020"/>
                  </a:lnTo>
                  <a:lnTo>
                    <a:pt x="861740" y="771307"/>
                  </a:lnTo>
                  <a:lnTo>
                    <a:pt x="898057" y="762534"/>
                  </a:lnTo>
                  <a:lnTo>
                    <a:pt x="909662" y="752327"/>
                  </a:lnTo>
                  <a:close/>
                </a:path>
                <a:path w="930275" h="895985">
                  <a:moveTo>
                    <a:pt x="887133" y="437484"/>
                  </a:moveTo>
                  <a:lnTo>
                    <a:pt x="713880" y="437484"/>
                  </a:lnTo>
                  <a:lnTo>
                    <a:pt x="736797" y="594944"/>
                  </a:lnTo>
                  <a:lnTo>
                    <a:pt x="708651" y="595409"/>
                  </a:lnTo>
                  <a:lnTo>
                    <a:pt x="911876" y="595409"/>
                  </a:lnTo>
                  <a:lnTo>
                    <a:pt x="887133" y="437484"/>
                  </a:lnTo>
                  <a:close/>
                </a:path>
                <a:path w="930275" h="895985">
                  <a:moveTo>
                    <a:pt x="453646" y="0"/>
                  </a:moveTo>
                  <a:lnTo>
                    <a:pt x="451877" y="619"/>
                  </a:lnTo>
                  <a:lnTo>
                    <a:pt x="451800" y="3249"/>
                  </a:lnTo>
                  <a:lnTo>
                    <a:pt x="290769" y="60043"/>
                  </a:lnTo>
                  <a:lnTo>
                    <a:pt x="206135" y="86732"/>
                  </a:lnTo>
                  <a:lnTo>
                    <a:pt x="162238" y="103171"/>
                  </a:lnTo>
                  <a:lnTo>
                    <a:pt x="121962" y="124426"/>
                  </a:lnTo>
                  <a:lnTo>
                    <a:pt x="88813" y="152563"/>
                  </a:lnTo>
                  <a:lnTo>
                    <a:pt x="66294" y="189648"/>
                  </a:lnTo>
                  <a:lnTo>
                    <a:pt x="848073" y="189648"/>
                  </a:lnTo>
                  <a:lnTo>
                    <a:pt x="826498" y="153330"/>
                  </a:lnTo>
                  <a:lnTo>
                    <a:pt x="794208" y="125633"/>
                  </a:lnTo>
                  <a:lnTo>
                    <a:pt x="754753" y="104602"/>
                  </a:lnTo>
                  <a:lnTo>
                    <a:pt x="711684" y="88286"/>
                  </a:lnTo>
                  <a:lnTo>
                    <a:pt x="628904" y="61978"/>
                  </a:lnTo>
                  <a:lnTo>
                    <a:pt x="462567" y="3249"/>
                  </a:lnTo>
                  <a:lnTo>
                    <a:pt x="462490" y="2708"/>
                  </a:lnTo>
                  <a:lnTo>
                    <a:pt x="462438" y="1315"/>
                  </a:lnTo>
                  <a:lnTo>
                    <a:pt x="457107" y="1315"/>
                  </a:lnTo>
                  <a:lnTo>
                    <a:pt x="453646" y="0"/>
                  </a:lnTo>
                  <a:close/>
                </a:path>
                <a:path w="930275" h="895985">
                  <a:moveTo>
                    <a:pt x="460644" y="0"/>
                  </a:moveTo>
                  <a:lnTo>
                    <a:pt x="457107" y="1315"/>
                  </a:lnTo>
                  <a:lnTo>
                    <a:pt x="462438" y="1315"/>
                  </a:lnTo>
                  <a:lnTo>
                    <a:pt x="462413" y="619"/>
                  </a:lnTo>
                  <a:lnTo>
                    <a:pt x="460644" y="0"/>
                  </a:lnTo>
                  <a:close/>
                </a:path>
              </a:pathLst>
            </a:custGeom>
            <a:solidFill>
              <a:srgbClr val="6263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11361415" y="2732097"/>
              <a:ext cx="749300" cy="701040"/>
            </a:xfrm>
            <a:custGeom>
              <a:avLst/>
              <a:gdLst/>
              <a:ahLst/>
              <a:cxnLst/>
              <a:rect l="l" t="t" r="r" b="b"/>
              <a:pathLst>
                <a:path w="749300" h="701039">
                  <a:moveTo>
                    <a:pt x="615978" y="0"/>
                  </a:moveTo>
                  <a:lnTo>
                    <a:pt x="638070" y="52927"/>
                  </a:lnTo>
                  <a:lnTo>
                    <a:pt x="652843" y="109293"/>
                  </a:lnTo>
                  <a:lnTo>
                    <a:pt x="664965" y="179822"/>
                  </a:lnTo>
                  <a:lnTo>
                    <a:pt x="671756" y="230708"/>
                  </a:lnTo>
                  <a:lnTo>
                    <a:pt x="683455" y="383629"/>
                  </a:lnTo>
                  <a:lnTo>
                    <a:pt x="690727" y="434776"/>
                  </a:lnTo>
                  <a:lnTo>
                    <a:pt x="696905" y="468203"/>
                  </a:lnTo>
                  <a:lnTo>
                    <a:pt x="701051" y="504830"/>
                  </a:lnTo>
                  <a:lnTo>
                    <a:pt x="698189" y="540746"/>
                  </a:lnTo>
                  <a:lnTo>
                    <a:pt x="683344" y="572041"/>
                  </a:lnTo>
                  <a:lnTo>
                    <a:pt x="662886" y="583073"/>
                  </a:lnTo>
                  <a:lnTo>
                    <a:pt x="626219" y="589583"/>
                  </a:lnTo>
                  <a:lnTo>
                    <a:pt x="577411" y="592319"/>
                  </a:lnTo>
                  <a:lnTo>
                    <a:pt x="520534" y="592027"/>
                  </a:lnTo>
                  <a:lnTo>
                    <a:pt x="459657" y="589453"/>
                  </a:lnTo>
                  <a:lnTo>
                    <a:pt x="342181" y="580445"/>
                  </a:lnTo>
                  <a:lnTo>
                    <a:pt x="257542" y="571267"/>
                  </a:lnTo>
                  <a:lnTo>
                    <a:pt x="240154" y="555707"/>
                  </a:lnTo>
                  <a:lnTo>
                    <a:pt x="243363" y="526756"/>
                  </a:lnTo>
                  <a:lnTo>
                    <a:pt x="254546" y="498821"/>
                  </a:lnTo>
                  <a:lnTo>
                    <a:pt x="261079" y="486308"/>
                  </a:lnTo>
                  <a:lnTo>
                    <a:pt x="325830" y="485689"/>
                  </a:lnTo>
                  <a:lnTo>
                    <a:pt x="528234" y="469905"/>
                  </a:lnTo>
                  <a:lnTo>
                    <a:pt x="533540" y="311903"/>
                  </a:lnTo>
                  <a:lnTo>
                    <a:pt x="526218" y="344448"/>
                  </a:lnTo>
                  <a:lnTo>
                    <a:pt x="512739" y="377508"/>
                  </a:lnTo>
                  <a:lnTo>
                    <a:pt x="469097" y="429592"/>
                  </a:lnTo>
                  <a:lnTo>
                    <a:pt x="433032" y="446353"/>
                  </a:lnTo>
                  <a:lnTo>
                    <a:pt x="394090" y="454236"/>
                  </a:lnTo>
                  <a:lnTo>
                    <a:pt x="353893" y="456141"/>
                  </a:lnTo>
                  <a:lnTo>
                    <a:pt x="263031" y="453910"/>
                  </a:lnTo>
                  <a:lnTo>
                    <a:pt x="161079" y="457321"/>
                  </a:lnTo>
                  <a:lnTo>
                    <a:pt x="8151" y="467274"/>
                  </a:lnTo>
                  <a:lnTo>
                    <a:pt x="0" y="631079"/>
                  </a:lnTo>
                  <a:lnTo>
                    <a:pt x="121427" y="639590"/>
                  </a:lnTo>
                  <a:lnTo>
                    <a:pt x="151380" y="600680"/>
                  </a:lnTo>
                  <a:lnTo>
                    <a:pt x="155028" y="594198"/>
                  </a:lnTo>
                  <a:lnTo>
                    <a:pt x="164414" y="591307"/>
                  </a:lnTo>
                  <a:lnTo>
                    <a:pt x="216731" y="592608"/>
                  </a:lnTo>
                  <a:lnTo>
                    <a:pt x="270014" y="600601"/>
                  </a:lnTo>
                  <a:lnTo>
                    <a:pt x="323331" y="613882"/>
                  </a:lnTo>
                  <a:lnTo>
                    <a:pt x="375751" y="631044"/>
                  </a:lnTo>
                  <a:lnTo>
                    <a:pt x="426342" y="650683"/>
                  </a:lnTo>
                  <a:lnTo>
                    <a:pt x="474173" y="671392"/>
                  </a:lnTo>
                  <a:lnTo>
                    <a:pt x="529080" y="700795"/>
                  </a:lnTo>
                  <a:lnTo>
                    <a:pt x="522467" y="638739"/>
                  </a:lnTo>
                  <a:lnTo>
                    <a:pt x="522851" y="626746"/>
                  </a:lnTo>
                  <a:lnTo>
                    <a:pt x="674424" y="647637"/>
                  </a:lnTo>
                  <a:lnTo>
                    <a:pt x="704097" y="644293"/>
                  </a:lnTo>
                  <a:lnTo>
                    <a:pt x="728456" y="629648"/>
                  </a:lnTo>
                  <a:lnTo>
                    <a:pt x="744468" y="606529"/>
                  </a:lnTo>
                  <a:lnTo>
                    <a:pt x="749095" y="577767"/>
                  </a:lnTo>
                  <a:lnTo>
                    <a:pt x="741482" y="532734"/>
                  </a:lnTo>
                  <a:lnTo>
                    <a:pt x="667733" y="63990"/>
                  </a:lnTo>
                  <a:lnTo>
                    <a:pt x="662242" y="51793"/>
                  </a:lnTo>
                  <a:lnTo>
                    <a:pt x="652353" y="35593"/>
                  </a:lnTo>
                  <a:lnTo>
                    <a:pt x="637215" y="17593"/>
                  </a:lnTo>
                  <a:lnTo>
                    <a:pt x="615978" y="0"/>
                  </a:lnTo>
                  <a:close/>
                </a:path>
              </a:pathLst>
            </a:custGeom>
            <a:solidFill>
              <a:srgbClr val="000000">
                <a:alpha val="13723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11051402" y="3097389"/>
              <a:ext cx="434975" cy="266065"/>
            </a:xfrm>
            <a:custGeom>
              <a:avLst/>
              <a:gdLst/>
              <a:ahLst/>
              <a:cxnLst/>
              <a:rect l="l" t="t" r="r" b="b"/>
              <a:pathLst>
                <a:path w="434975" h="266064">
                  <a:moveTo>
                    <a:pt x="22916" y="0"/>
                  </a:moveTo>
                  <a:lnTo>
                    <a:pt x="11646" y="1248"/>
                  </a:lnTo>
                  <a:lnTo>
                    <a:pt x="4623" y="5058"/>
                  </a:lnTo>
                  <a:lnTo>
                    <a:pt x="1017" y="11522"/>
                  </a:lnTo>
                  <a:lnTo>
                    <a:pt x="0" y="20736"/>
                  </a:lnTo>
                  <a:lnTo>
                    <a:pt x="45025" y="253631"/>
                  </a:lnTo>
                  <a:lnTo>
                    <a:pt x="50581" y="260331"/>
                  </a:lnTo>
                  <a:lnTo>
                    <a:pt x="58819" y="264362"/>
                  </a:lnTo>
                  <a:lnTo>
                    <a:pt x="68903" y="265709"/>
                  </a:lnTo>
                  <a:lnTo>
                    <a:pt x="409038" y="265709"/>
                  </a:lnTo>
                  <a:lnTo>
                    <a:pt x="419121" y="264519"/>
                  </a:lnTo>
                  <a:lnTo>
                    <a:pt x="427359" y="260834"/>
                  </a:lnTo>
                  <a:lnTo>
                    <a:pt x="432915" y="254480"/>
                  </a:lnTo>
                  <a:lnTo>
                    <a:pt x="434953" y="245282"/>
                  </a:lnTo>
                  <a:lnTo>
                    <a:pt x="390015" y="15688"/>
                  </a:lnTo>
                  <a:lnTo>
                    <a:pt x="384496" y="7737"/>
                  </a:lnTo>
                  <a:lnTo>
                    <a:pt x="376252" y="2456"/>
                  </a:lnTo>
                  <a:lnTo>
                    <a:pt x="366126" y="541"/>
                  </a:lnTo>
                  <a:lnTo>
                    <a:pt x="22916" y="0"/>
                  </a:lnTo>
                  <a:close/>
                </a:path>
              </a:pathLst>
            </a:custGeom>
            <a:solidFill>
              <a:srgbClr val="898B8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449390" y="3155963"/>
              <a:ext cx="169413" cy="148136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11297184" y="3178568"/>
              <a:ext cx="335915" cy="128270"/>
            </a:xfrm>
            <a:custGeom>
              <a:avLst/>
              <a:gdLst/>
              <a:ahLst/>
              <a:cxnLst/>
              <a:rect l="l" t="t" r="r" b="b"/>
              <a:pathLst>
                <a:path w="335915" h="128270">
                  <a:moveTo>
                    <a:pt x="335534" y="39382"/>
                  </a:moveTo>
                  <a:lnTo>
                    <a:pt x="206959" y="4178"/>
                  </a:lnTo>
                  <a:lnTo>
                    <a:pt x="164490" y="6781"/>
                  </a:lnTo>
                  <a:lnTo>
                    <a:pt x="164033" y="0"/>
                  </a:lnTo>
                  <a:lnTo>
                    <a:pt x="13690" y="12534"/>
                  </a:lnTo>
                  <a:lnTo>
                    <a:pt x="5854" y="13144"/>
                  </a:lnTo>
                  <a:lnTo>
                    <a:pt x="0" y="19951"/>
                  </a:lnTo>
                  <a:lnTo>
                    <a:pt x="1854" y="34201"/>
                  </a:lnTo>
                  <a:lnTo>
                    <a:pt x="7543" y="39230"/>
                  </a:lnTo>
                  <a:lnTo>
                    <a:pt x="48094" y="39979"/>
                  </a:lnTo>
                  <a:lnTo>
                    <a:pt x="58077" y="71805"/>
                  </a:lnTo>
                  <a:lnTo>
                    <a:pt x="92443" y="103606"/>
                  </a:lnTo>
                  <a:lnTo>
                    <a:pt x="160655" y="122097"/>
                  </a:lnTo>
                  <a:lnTo>
                    <a:pt x="204406" y="128270"/>
                  </a:lnTo>
                  <a:lnTo>
                    <a:pt x="219176" y="127901"/>
                  </a:lnTo>
                  <a:lnTo>
                    <a:pt x="257873" y="125374"/>
                  </a:lnTo>
                  <a:lnTo>
                    <a:pt x="258203" y="125374"/>
                  </a:lnTo>
                  <a:lnTo>
                    <a:pt x="268478" y="122948"/>
                  </a:lnTo>
                  <a:lnTo>
                    <a:pt x="278396" y="119380"/>
                  </a:lnTo>
                  <a:lnTo>
                    <a:pt x="323532" y="125577"/>
                  </a:lnTo>
                  <a:lnTo>
                    <a:pt x="324396" y="119380"/>
                  </a:lnTo>
                  <a:lnTo>
                    <a:pt x="335534" y="39382"/>
                  </a:lnTo>
                  <a:close/>
                </a:path>
              </a:pathLst>
            </a:custGeom>
            <a:solidFill>
              <a:srgbClr val="E9A97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11364183" y="2068460"/>
              <a:ext cx="398145" cy="541020"/>
            </a:xfrm>
            <a:custGeom>
              <a:avLst/>
              <a:gdLst/>
              <a:ahLst/>
              <a:cxnLst/>
              <a:rect l="l" t="t" r="r" b="b"/>
              <a:pathLst>
                <a:path w="398145" h="541019">
                  <a:moveTo>
                    <a:pt x="74825" y="354056"/>
                  </a:moveTo>
                  <a:lnTo>
                    <a:pt x="74903" y="357382"/>
                  </a:lnTo>
                  <a:lnTo>
                    <a:pt x="75058" y="361560"/>
                  </a:lnTo>
                  <a:lnTo>
                    <a:pt x="75155" y="364165"/>
                  </a:lnTo>
                  <a:lnTo>
                    <a:pt x="77449" y="389947"/>
                  </a:lnTo>
                  <a:lnTo>
                    <a:pt x="82987" y="423549"/>
                  </a:lnTo>
                  <a:lnTo>
                    <a:pt x="93204" y="460060"/>
                  </a:lnTo>
                  <a:lnTo>
                    <a:pt x="93281" y="460833"/>
                  </a:lnTo>
                  <a:lnTo>
                    <a:pt x="93435" y="461065"/>
                  </a:lnTo>
                  <a:lnTo>
                    <a:pt x="95434" y="466637"/>
                  </a:lnTo>
                  <a:lnTo>
                    <a:pt x="97511" y="471976"/>
                  </a:lnTo>
                  <a:lnTo>
                    <a:pt x="127781" y="518034"/>
                  </a:lnTo>
                  <a:lnTo>
                    <a:pt x="170951" y="539448"/>
                  </a:lnTo>
                  <a:lnTo>
                    <a:pt x="183255" y="540840"/>
                  </a:lnTo>
                  <a:lnTo>
                    <a:pt x="189946" y="540453"/>
                  </a:lnTo>
                  <a:lnTo>
                    <a:pt x="248572" y="528829"/>
                  </a:lnTo>
                  <a:lnTo>
                    <a:pt x="291273" y="504212"/>
                  </a:lnTo>
                  <a:lnTo>
                    <a:pt x="320549" y="471196"/>
                  </a:lnTo>
                  <a:lnTo>
                    <a:pt x="338904" y="434371"/>
                  </a:lnTo>
                  <a:lnTo>
                    <a:pt x="346624" y="408837"/>
                  </a:lnTo>
                  <a:lnTo>
                    <a:pt x="240316" y="408837"/>
                  </a:lnTo>
                  <a:lnTo>
                    <a:pt x="238085" y="403807"/>
                  </a:lnTo>
                  <a:lnTo>
                    <a:pt x="98279" y="403807"/>
                  </a:lnTo>
                  <a:lnTo>
                    <a:pt x="75978" y="361947"/>
                  </a:lnTo>
                  <a:lnTo>
                    <a:pt x="75978" y="361792"/>
                  </a:lnTo>
                  <a:lnTo>
                    <a:pt x="75824" y="361792"/>
                  </a:lnTo>
                  <a:lnTo>
                    <a:pt x="75824" y="361560"/>
                  </a:lnTo>
                  <a:lnTo>
                    <a:pt x="75132" y="357382"/>
                  </a:lnTo>
                  <a:lnTo>
                    <a:pt x="74825" y="354056"/>
                  </a:lnTo>
                  <a:close/>
                </a:path>
                <a:path w="398145" h="541019">
                  <a:moveTo>
                    <a:pt x="360690" y="412706"/>
                  </a:moveTo>
                  <a:lnTo>
                    <a:pt x="352438" y="412706"/>
                  </a:lnTo>
                  <a:lnTo>
                    <a:pt x="353284" y="422145"/>
                  </a:lnTo>
                  <a:lnTo>
                    <a:pt x="353284" y="422300"/>
                  </a:lnTo>
                  <a:lnTo>
                    <a:pt x="354624" y="426630"/>
                  </a:lnTo>
                  <a:lnTo>
                    <a:pt x="354745" y="427020"/>
                  </a:lnTo>
                  <a:lnTo>
                    <a:pt x="355207" y="426092"/>
                  </a:lnTo>
                  <a:lnTo>
                    <a:pt x="355668" y="425086"/>
                  </a:lnTo>
                  <a:lnTo>
                    <a:pt x="356129" y="424157"/>
                  </a:lnTo>
                  <a:lnTo>
                    <a:pt x="360690" y="412706"/>
                  </a:lnTo>
                  <a:close/>
                </a:path>
                <a:path w="398145" h="541019">
                  <a:moveTo>
                    <a:pt x="364110" y="404117"/>
                  </a:moveTo>
                  <a:lnTo>
                    <a:pt x="347747" y="404117"/>
                  </a:lnTo>
                  <a:lnTo>
                    <a:pt x="351054" y="414949"/>
                  </a:lnTo>
                  <a:lnTo>
                    <a:pt x="351977" y="413557"/>
                  </a:lnTo>
                  <a:lnTo>
                    <a:pt x="352438" y="412706"/>
                  </a:lnTo>
                  <a:lnTo>
                    <a:pt x="360690" y="412706"/>
                  </a:lnTo>
                  <a:lnTo>
                    <a:pt x="364110" y="404117"/>
                  </a:lnTo>
                  <a:close/>
                </a:path>
                <a:path w="398145" h="541019">
                  <a:moveTo>
                    <a:pt x="392578" y="158061"/>
                  </a:moveTo>
                  <a:lnTo>
                    <a:pt x="253159" y="158061"/>
                  </a:lnTo>
                  <a:lnTo>
                    <a:pt x="283130" y="162171"/>
                  </a:lnTo>
                  <a:lnTo>
                    <a:pt x="298905" y="177250"/>
                  </a:lnTo>
                  <a:lnTo>
                    <a:pt x="305034" y="193489"/>
                  </a:lnTo>
                  <a:lnTo>
                    <a:pt x="306067" y="201082"/>
                  </a:lnTo>
                  <a:lnTo>
                    <a:pt x="315064" y="253233"/>
                  </a:lnTo>
                  <a:lnTo>
                    <a:pt x="313853" y="295958"/>
                  </a:lnTo>
                  <a:lnTo>
                    <a:pt x="299665" y="357073"/>
                  </a:lnTo>
                  <a:lnTo>
                    <a:pt x="277377" y="388337"/>
                  </a:lnTo>
                  <a:lnTo>
                    <a:pt x="240316" y="408837"/>
                  </a:lnTo>
                  <a:lnTo>
                    <a:pt x="346624" y="408837"/>
                  </a:lnTo>
                  <a:lnTo>
                    <a:pt x="347747" y="404117"/>
                  </a:lnTo>
                  <a:lnTo>
                    <a:pt x="364110" y="404117"/>
                  </a:lnTo>
                  <a:lnTo>
                    <a:pt x="374815" y="377235"/>
                  </a:lnTo>
                  <a:lnTo>
                    <a:pt x="388049" y="328709"/>
                  </a:lnTo>
                  <a:lnTo>
                    <a:pt x="395823" y="279053"/>
                  </a:lnTo>
                  <a:lnTo>
                    <a:pt x="398131" y="228744"/>
                  </a:lnTo>
                  <a:lnTo>
                    <a:pt x="395086" y="180190"/>
                  </a:lnTo>
                  <a:lnTo>
                    <a:pt x="394964" y="178256"/>
                  </a:lnTo>
                  <a:lnTo>
                    <a:pt x="392578" y="158061"/>
                  </a:lnTo>
                  <a:close/>
                </a:path>
                <a:path w="398145" h="541019">
                  <a:moveTo>
                    <a:pt x="191890" y="372012"/>
                  </a:moveTo>
                  <a:lnTo>
                    <a:pt x="180871" y="372238"/>
                  </a:lnTo>
                  <a:lnTo>
                    <a:pt x="139431" y="377235"/>
                  </a:lnTo>
                  <a:lnTo>
                    <a:pt x="139617" y="377235"/>
                  </a:lnTo>
                  <a:lnTo>
                    <a:pt x="126959" y="380261"/>
                  </a:lnTo>
                  <a:lnTo>
                    <a:pt x="115525" y="385972"/>
                  </a:lnTo>
                  <a:lnTo>
                    <a:pt x="105849" y="393947"/>
                  </a:lnTo>
                  <a:lnTo>
                    <a:pt x="98402" y="403648"/>
                  </a:lnTo>
                  <a:lnTo>
                    <a:pt x="98279" y="403807"/>
                  </a:lnTo>
                  <a:lnTo>
                    <a:pt x="238085" y="403807"/>
                  </a:lnTo>
                  <a:lnTo>
                    <a:pt x="236931" y="401205"/>
                  </a:lnTo>
                  <a:lnTo>
                    <a:pt x="232501" y="394271"/>
                  </a:lnTo>
                  <a:lnTo>
                    <a:pt x="227134" y="388119"/>
                  </a:lnTo>
                  <a:lnTo>
                    <a:pt x="220937" y="382838"/>
                  </a:lnTo>
                  <a:lnTo>
                    <a:pt x="212374" y="377577"/>
                  </a:lnTo>
                  <a:lnTo>
                    <a:pt x="212507" y="377577"/>
                  </a:lnTo>
                  <a:lnTo>
                    <a:pt x="202404" y="373795"/>
                  </a:lnTo>
                  <a:lnTo>
                    <a:pt x="191890" y="372012"/>
                  </a:lnTo>
                  <a:close/>
                </a:path>
                <a:path w="398145" h="541019">
                  <a:moveTo>
                    <a:pt x="12304" y="11433"/>
                  </a:moveTo>
                  <a:lnTo>
                    <a:pt x="16247" y="22507"/>
                  </a:lnTo>
                  <a:lnTo>
                    <a:pt x="25685" y="46871"/>
                  </a:lnTo>
                  <a:lnTo>
                    <a:pt x="37025" y="71235"/>
                  </a:lnTo>
                  <a:lnTo>
                    <a:pt x="46679" y="82309"/>
                  </a:lnTo>
                  <a:lnTo>
                    <a:pt x="27998" y="82965"/>
                  </a:lnTo>
                  <a:lnTo>
                    <a:pt x="13217" y="84708"/>
                  </a:lnTo>
                  <a:lnTo>
                    <a:pt x="3497" y="86510"/>
                  </a:lnTo>
                  <a:lnTo>
                    <a:pt x="0" y="87339"/>
                  </a:lnTo>
                  <a:lnTo>
                    <a:pt x="4788" y="107020"/>
                  </a:lnTo>
                  <a:lnTo>
                    <a:pt x="17716" y="151126"/>
                  </a:lnTo>
                  <a:lnTo>
                    <a:pt x="36627" y="197248"/>
                  </a:lnTo>
                  <a:lnTo>
                    <a:pt x="59367" y="222979"/>
                  </a:lnTo>
                  <a:lnTo>
                    <a:pt x="58947" y="218992"/>
                  </a:lnTo>
                  <a:lnTo>
                    <a:pt x="58887" y="208781"/>
                  </a:lnTo>
                  <a:lnTo>
                    <a:pt x="60989" y="194972"/>
                  </a:lnTo>
                  <a:lnTo>
                    <a:pt x="67057" y="180190"/>
                  </a:lnTo>
                  <a:lnTo>
                    <a:pt x="253159" y="158061"/>
                  </a:lnTo>
                  <a:lnTo>
                    <a:pt x="392578" y="158061"/>
                  </a:lnTo>
                  <a:lnTo>
                    <a:pt x="390658" y="141812"/>
                  </a:lnTo>
                  <a:lnTo>
                    <a:pt x="343556" y="45320"/>
                  </a:lnTo>
                  <a:lnTo>
                    <a:pt x="316426" y="35033"/>
                  </a:lnTo>
                  <a:lnTo>
                    <a:pt x="92512" y="35033"/>
                  </a:lnTo>
                  <a:lnTo>
                    <a:pt x="12304" y="11433"/>
                  </a:lnTo>
                  <a:close/>
                </a:path>
                <a:path w="398145" h="541019">
                  <a:moveTo>
                    <a:pt x="136307" y="0"/>
                  </a:moveTo>
                  <a:lnTo>
                    <a:pt x="89205" y="3309"/>
                  </a:lnTo>
                  <a:lnTo>
                    <a:pt x="92512" y="35033"/>
                  </a:lnTo>
                  <a:lnTo>
                    <a:pt x="316426" y="35033"/>
                  </a:lnTo>
                  <a:lnTo>
                    <a:pt x="239931" y="6026"/>
                  </a:lnTo>
                  <a:lnTo>
                    <a:pt x="136307" y="0"/>
                  </a:lnTo>
                  <a:close/>
                </a:path>
              </a:pathLst>
            </a:custGeom>
            <a:solidFill>
              <a:srgbClr val="6263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11418786" y="2226995"/>
              <a:ext cx="330200" cy="567690"/>
            </a:xfrm>
            <a:custGeom>
              <a:avLst/>
              <a:gdLst/>
              <a:ahLst/>
              <a:cxnLst/>
              <a:rect l="l" t="t" r="r" b="b"/>
              <a:pathLst>
                <a:path w="330200" h="567689">
                  <a:moveTo>
                    <a:pt x="136956" y="341223"/>
                  </a:moveTo>
                  <a:lnTo>
                    <a:pt x="136652" y="341071"/>
                  </a:lnTo>
                  <a:lnTo>
                    <a:pt x="136956" y="341223"/>
                  </a:lnTo>
                  <a:close/>
                </a:path>
                <a:path w="330200" h="567689">
                  <a:moveTo>
                    <a:pt x="148717" y="262686"/>
                  </a:moveTo>
                  <a:lnTo>
                    <a:pt x="119875" y="266090"/>
                  </a:lnTo>
                  <a:lnTo>
                    <a:pt x="68668" y="272122"/>
                  </a:lnTo>
                  <a:lnTo>
                    <a:pt x="73558" y="286321"/>
                  </a:lnTo>
                  <a:lnTo>
                    <a:pt x="82981" y="292519"/>
                  </a:lnTo>
                  <a:lnTo>
                    <a:pt x="95986" y="293433"/>
                  </a:lnTo>
                  <a:lnTo>
                    <a:pt x="111645" y="291782"/>
                  </a:lnTo>
                  <a:lnTo>
                    <a:pt x="119037" y="290855"/>
                  </a:lnTo>
                  <a:lnTo>
                    <a:pt x="131876" y="288582"/>
                  </a:lnTo>
                  <a:lnTo>
                    <a:pt x="141859" y="284251"/>
                  </a:lnTo>
                  <a:lnTo>
                    <a:pt x="147853" y="276186"/>
                  </a:lnTo>
                  <a:lnTo>
                    <a:pt x="148717" y="262686"/>
                  </a:lnTo>
                  <a:close/>
                </a:path>
                <a:path w="330200" h="567689">
                  <a:moveTo>
                    <a:pt x="260553" y="95326"/>
                  </a:moveTo>
                  <a:lnTo>
                    <a:pt x="250520" y="35420"/>
                  </a:lnTo>
                  <a:lnTo>
                    <a:pt x="244386" y="19189"/>
                  </a:lnTo>
                  <a:lnTo>
                    <a:pt x="228612" y="4102"/>
                  </a:lnTo>
                  <a:lnTo>
                    <a:pt x="198640" y="0"/>
                  </a:lnTo>
                  <a:lnTo>
                    <a:pt x="0" y="23672"/>
                  </a:lnTo>
                  <a:lnTo>
                    <a:pt x="21234" y="203339"/>
                  </a:lnTo>
                  <a:lnTo>
                    <a:pt x="43688" y="245592"/>
                  </a:lnTo>
                  <a:lnTo>
                    <a:pt x="51320" y="235686"/>
                  </a:lnTo>
                  <a:lnTo>
                    <a:pt x="60985" y="227698"/>
                  </a:lnTo>
                  <a:lnTo>
                    <a:pt x="72390" y="221996"/>
                  </a:lnTo>
                  <a:lnTo>
                    <a:pt x="85217" y="218973"/>
                  </a:lnTo>
                  <a:lnTo>
                    <a:pt x="126199" y="214020"/>
                  </a:lnTo>
                  <a:lnTo>
                    <a:pt x="137172" y="213753"/>
                  </a:lnTo>
                  <a:lnTo>
                    <a:pt x="147688" y="215544"/>
                  </a:lnTo>
                  <a:lnTo>
                    <a:pt x="182333" y="242989"/>
                  </a:lnTo>
                  <a:lnTo>
                    <a:pt x="185724" y="250621"/>
                  </a:lnTo>
                  <a:lnTo>
                    <a:pt x="199148" y="245427"/>
                  </a:lnTo>
                  <a:lnTo>
                    <a:pt x="232791" y="219278"/>
                  </a:lnTo>
                  <a:lnTo>
                    <a:pt x="254025" y="171958"/>
                  </a:lnTo>
                  <a:lnTo>
                    <a:pt x="259295" y="137769"/>
                  </a:lnTo>
                  <a:lnTo>
                    <a:pt x="260553" y="95326"/>
                  </a:lnTo>
                  <a:close/>
                </a:path>
                <a:path w="330200" h="567689">
                  <a:moveTo>
                    <a:pt x="312039" y="411175"/>
                  </a:moveTo>
                  <a:lnTo>
                    <a:pt x="297802" y="254330"/>
                  </a:lnTo>
                  <a:lnTo>
                    <a:pt x="296418" y="256501"/>
                  </a:lnTo>
                  <a:lnTo>
                    <a:pt x="293116" y="245668"/>
                  </a:lnTo>
                  <a:lnTo>
                    <a:pt x="293077" y="245821"/>
                  </a:lnTo>
                  <a:lnTo>
                    <a:pt x="293039" y="245668"/>
                  </a:lnTo>
                  <a:lnTo>
                    <a:pt x="291287" y="253060"/>
                  </a:lnTo>
                  <a:lnTo>
                    <a:pt x="290766" y="254965"/>
                  </a:lnTo>
                  <a:lnTo>
                    <a:pt x="284861" y="274015"/>
                  </a:lnTo>
                  <a:lnTo>
                    <a:pt x="284200" y="275920"/>
                  </a:lnTo>
                  <a:lnTo>
                    <a:pt x="284327" y="275717"/>
                  </a:lnTo>
                  <a:lnTo>
                    <a:pt x="265912" y="312775"/>
                  </a:lnTo>
                  <a:lnTo>
                    <a:pt x="236651" y="345795"/>
                  </a:lnTo>
                  <a:lnTo>
                    <a:pt x="193967" y="370382"/>
                  </a:lnTo>
                  <a:lnTo>
                    <a:pt x="135394" y="382003"/>
                  </a:lnTo>
                  <a:lnTo>
                    <a:pt x="128625" y="382384"/>
                  </a:lnTo>
                  <a:lnTo>
                    <a:pt x="122237" y="382003"/>
                  </a:lnTo>
                  <a:lnTo>
                    <a:pt x="116395" y="381000"/>
                  </a:lnTo>
                  <a:lnTo>
                    <a:pt x="115087" y="423786"/>
                  </a:lnTo>
                  <a:lnTo>
                    <a:pt x="127317" y="454761"/>
                  </a:lnTo>
                  <a:lnTo>
                    <a:pt x="147142" y="493737"/>
                  </a:lnTo>
                  <a:lnTo>
                    <a:pt x="186766" y="567474"/>
                  </a:lnTo>
                  <a:lnTo>
                    <a:pt x="207213" y="567397"/>
                  </a:lnTo>
                  <a:lnTo>
                    <a:pt x="270471" y="481888"/>
                  </a:lnTo>
                  <a:lnTo>
                    <a:pt x="299504" y="439204"/>
                  </a:lnTo>
                  <a:lnTo>
                    <a:pt x="312039" y="411175"/>
                  </a:lnTo>
                  <a:close/>
                </a:path>
                <a:path w="330200" h="567689">
                  <a:moveTo>
                    <a:pt x="329793" y="97409"/>
                  </a:moveTo>
                  <a:lnTo>
                    <a:pt x="326009" y="79616"/>
                  </a:lnTo>
                  <a:lnTo>
                    <a:pt x="320471" y="70675"/>
                  </a:lnTo>
                  <a:lnTo>
                    <a:pt x="313753" y="67741"/>
                  </a:lnTo>
                  <a:lnTo>
                    <a:pt x="306412" y="68008"/>
                  </a:lnTo>
                  <a:lnTo>
                    <a:pt x="299466" y="70840"/>
                  </a:lnTo>
                  <a:lnTo>
                    <a:pt x="293954" y="76479"/>
                  </a:lnTo>
                  <a:lnTo>
                    <a:pt x="289928" y="83083"/>
                  </a:lnTo>
                  <a:lnTo>
                    <a:pt x="287426" y="88823"/>
                  </a:lnTo>
                  <a:lnTo>
                    <a:pt x="298653" y="179514"/>
                  </a:lnTo>
                  <a:lnTo>
                    <a:pt x="308051" y="176923"/>
                  </a:lnTo>
                  <a:lnTo>
                    <a:pt x="320421" y="166166"/>
                  </a:lnTo>
                  <a:lnTo>
                    <a:pt x="329704" y="141566"/>
                  </a:lnTo>
                  <a:lnTo>
                    <a:pt x="329793" y="97409"/>
                  </a:lnTo>
                  <a:close/>
                </a:path>
              </a:pathLst>
            </a:custGeom>
            <a:solidFill>
              <a:srgbClr val="E9A97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11534681" y="2472577"/>
              <a:ext cx="186690" cy="156845"/>
            </a:xfrm>
            <a:custGeom>
              <a:avLst/>
              <a:gdLst/>
              <a:ahLst/>
              <a:cxnLst/>
              <a:rect l="l" t="t" r="r" b="b"/>
              <a:pathLst>
                <a:path w="186690" h="156844">
                  <a:moveTo>
                    <a:pt x="177026" y="0"/>
                  </a:moveTo>
                  <a:lnTo>
                    <a:pt x="149862" y="67111"/>
                  </a:lnTo>
                  <a:lnTo>
                    <a:pt x="120590" y="100124"/>
                  </a:lnTo>
                  <a:lnTo>
                    <a:pt x="77894" y="124722"/>
                  </a:lnTo>
                  <a:lnTo>
                    <a:pt x="19302" y="136336"/>
                  </a:lnTo>
                  <a:lnTo>
                    <a:pt x="12534" y="136723"/>
                  </a:lnTo>
                  <a:lnTo>
                    <a:pt x="6228" y="136336"/>
                  </a:lnTo>
                  <a:lnTo>
                    <a:pt x="307" y="135330"/>
                  </a:lnTo>
                  <a:lnTo>
                    <a:pt x="0" y="144461"/>
                  </a:lnTo>
                  <a:lnTo>
                    <a:pt x="32561" y="156246"/>
                  </a:lnTo>
                  <a:lnTo>
                    <a:pt x="70970" y="152914"/>
                  </a:lnTo>
                  <a:lnTo>
                    <a:pt x="108672" y="139629"/>
                  </a:lnTo>
                  <a:lnTo>
                    <a:pt x="154033" y="108588"/>
                  </a:lnTo>
                  <a:lnTo>
                    <a:pt x="177699" y="78153"/>
                  </a:lnTo>
                  <a:lnTo>
                    <a:pt x="186639" y="60972"/>
                  </a:lnTo>
                  <a:lnTo>
                    <a:pt x="181717" y="8588"/>
                  </a:lnTo>
                  <a:lnTo>
                    <a:pt x="180333" y="10832"/>
                  </a:lnTo>
                  <a:lnTo>
                    <a:pt x="177026" y="0"/>
                  </a:lnTo>
                  <a:close/>
                </a:path>
              </a:pathLst>
            </a:custGeom>
            <a:solidFill>
              <a:srgbClr val="000000">
                <a:alpha val="9803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11457648" y="2481325"/>
              <a:ext cx="260350" cy="86995"/>
            </a:xfrm>
            <a:custGeom>
              <a:avLst/>
              <a:gdLst/>
              <a:ahLst/>
              <a:cxnLst/>
              <a:rect l="l" t="t" r="r" b="b"/>
              <a:pathLst>
                <a:path w="260350" h="86994">
                  <a:moveTo>
                    <a:pt x="6464" y="64376"/>
                  </a:moveTo>
                  <a:lnTo>
                    <a:pt x="4000" y="59194"/>
                  </a:lnTo>
                  <a:lnTo>
                    <a:pt x="1841" y="53936"/>
                  </a:lnTo>
                  <a:lnTo>
                    <a:pt x="0" y="48361"/>
                  </a:lnTo>
                  <a:lnTo>
                    <a:pt x="1231" y="54165"/>
                  </a:lnTo>
                  <a:lnTo>
                    <a:pt x="3390" y="59575"/>
                  </a:lnTo>
                  <a:lnTo>
                    <a:pt x="6464" y="64376"/>
                  </a:lnTo>
                  <a:close/>
                </a:path>
                <a:path w="260350" h="86994">
                  <a:moveTo>
                    <a:pt x="98094" y="86893"/>
                  </a:moveTo>
                  <a:lnTo>
                    <a:pt x="97790" y="86741"/>
                  </a:lnTo>
                  <a:lnTo>
                    <a:pt x="98094" y="86893"/>
                  </a:lnTo>
                  <a:close/>
                </a:path>
                <a:path w="260350" h="86994">
                  <a:moveTo>
                    <a:pt x="109855" y="8356"/>
                  </a:moveTo>
                  <a:lnTo>
                    <a:pt x="29806" y="17792"/>
                  </a:lnTo>
                  <a:lnTo>
                    <a:pt x="34696" y="31991"/>
                  </a:lnTo>
                  <a:lnTo>
                    <a:pt x="44119" y="38188"/>
                  </a:lnTo>
                  <a:lnTo>
                    <a:pt x="57124" y="39103"/>
                  </a:lnTo>
                  <a:lnTo>
                    <a:pt x="72783" y="37452"/>
                  </a:lnTo>
                  <a:lnTo>
                    <a:pt x="108991" y="21856"/>
                  </a:lnTo>
                  <a:lnTo>
                    <a:pt x="109855" y="8356"/>
                  </a:lnTo>
                  <a:close/>
                </a:path>
                <a:path w="260350" h="86994">
                  <a:moveTo>
                    <a:pt x="259791" y="9359"/>
                  </a:moveTo>
                  <a:lnTo>
                    <a:pt x="258940" y="0"/>
                  </a:lnTo>
                  <a:lnTo>
                    <a:pt x="258483" y="774"/>
                  </a:lnTo>
                  <a:lnTo>
                    <a:pt x="257556" y="2171"/>
                  </a:lnTo>
                  <a:lnTo>
                    <a:pt x="259791" y="9359"/>
                  </a:lnTo>
                  <a:close/>
                </a:path>
              </a:pathLst>
            </a:custGeom>
            <a:solidFill>
              <a:srgbClr val="6263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11487455" y="2489677"/>
              <a:ext cx="80645" cy="31115"/>
            </a:xfrm>
            <a:custGeom>
              <a:avLst/>
              <a:gdLst/>
              <a:ahLst/>
              <a:cxnLst/>
              <a:rect l="l" t="t" r="r" b="b"/>
              <a:pathLst>
                <a:path w="80645" h="31114">
                  <a:moveTo>
                    <a:pt x="80054" y="0"/>
                  </a:moveTo>
                  <a:lnTo>
                    <a:pt x="0" y="9439"/>
                  </a:lnTo>
                  <a:lnTo>
                    <a:pt x="4889" y="23631"/>
                  </a:lnTo>
                  <a:lnTo>
                    <a:pt x="14313" y="29828"/>
                  </a:lnTo>
                  <a:lnTo>
                    <a:pt x="27327" y="30744"/>
                  </a:lnTo>
                  <a:lnTo>
                    <a:pt x="42987" y="29093"/>
                  </a:lnTo>
                  <a:lnTo>
                    <a:pt x="79190" y="13497"/>
                  </a:lnTo>
                  <a:lnTo>
                    <a:pt x="80054" y="0"/>
                  </a:lnTo>
                  <a:close/>
                </a:path>
              </a:pathLst>
            </a:custGeom>
            <a:solidFill>
              <a:srgbClr val="E9A97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11487456" y="2605664"/>
              <a:ext cx="89535" cy="150495"/>
            </a:xfrm>
            <a:custGeom>
              <a:avLst/>
              <a:gdLst/>
              <a:ahLst/>
              <a:cxnLst/>
              <a:rect l="l" t="t" r="r" b="b"/>
              <a:pathLst>
                <a:path w="89534" h="150494">
                  <a:moveTo>
                    <a:pt x="36989" y="0"/>
                  </a:moveTo>
                  <a:lnTo>
                    <a:pt x="0" y="32033"/>
                  </a:lnTo>
                  <a:lnTo>
                    <a:pt x="4554" y="69933"/>
                  </a:lnTo>
                  <a:lnTo>
                    <a:pt x="14572" y="108500"/>
                  </a:lnTo>
                  <a:lnTo>
                    <a:pt x="24591" y="138450"/>
                  </a:lnTo>
                  <a:lnTo>
                    <a:pt x="29145" y="150496"/>
                  </a:lnTo>
                  <a:lnTo>
                    <a:pt x="89051" y="75983"/>
                  </a:lnTo>
                  <a:lnTo>
                    <a:pt x="60968" y="52081"/>
                  </a:lnTo>
                  <a:lnTo>
                    <a:pt x="49120" y="28164"/>
                  </a:lnTo>
                  <a:lnTo>
                    <a:pt x="46876" y="9761"/>
                  </a:lnTo>
                  <a:lnTo>
                    <a:pt x="47601" y="2398"/>
                  </a:lnTo>
                  <a:lnTo>
                    <a:pt x="36989" y="0"/>
                  </a:lnTo>
                  <a:close/>
                </a:path>
              </a:pathLst>
            </a:custGeom>
            <a:solidFill>
              <a:srgbClr val="F4F4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11539118" y="2681647"/>
              <a:ext cx="66675" cy="113030"/>
            </a:xfrm>
            <a:custGeom>
              <a:avLst/>
              <a:gdLst/>
              <a:ahLst/>
              <a:cxnLst/>
              <a:rect l="l" t="t" r="r" b="b"/>
              <a:pathLst>
                <a:path w="66675" h="113030">
                  <a:moveTo>
                    <a:pt x="37297" y="0"/>
                  </a:moveTo>
                  <a:lnTo>
                    <a:pt x="0" y="46503"/>
                  </a:lnTo>
                  <a:lnTo>
                    <a:pt x="13257" y="83174"/>
                  </a:lnTo>
                  <a:lnTo>
                    <a:pt x="35749" y="103045"/>
                  </a:lnTo>
                  <a:lnTo>
                    <a:pt x="56958" y="111223"/>
                  </a:lnTo>
                  <a:lnTo>
                    <a:pt x="66365" y="112814"/>
                  </a:lnTo>
                  <a:lnTo>
                    <a:pt x="37297" y="0"/>
                  </a:lnTo>
                  <a:close/>
                </a:path>
              </a:pathLst>
            </a:custGeom>
            <a:solidFill>
              <a:srgbClr val="DCDD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11670119" y="2592201"/>
              <a:ext cx="99060" cy="150495"/>
            </a:xfrm>
            <a:custGeom>
              <a:avLst/>
              <a:gdLst/>
              <a:ahLst/>
              <a:cxnLst/>
              <a:rect l="l" t="t" r="r" b="b"/>
              <a:pathLst>
                <a:path w="99059" h="150494">
                  <a:moveTo>
                    <a:pt x="56522" y="0"/>
                  </a:moveTo>
                  <a:lnTo>
                    <a:pt x="53454" y="10343"/>
                  </a:lnTo>
                  <a:lnTo>
                    <a:pt x="43631" y="34751"/>
                  </a:lnTo>
                  <a:lnTo>
                    <a:pt x="26123" y="63294"/>
                  </a:lnTo>
                  <a:lnTo>
                    <a:pt x="0" y="86042"/>
                  </a:lnTo>
                  <a:lnTo>
                    <a:pt x="55907" y="150032"/>
                  </a:lnTo>
                  <a:lnTo>
                    <a:pt x="60266" y="142229"/>
                  </a:lnTo>
                  <a:lnTo>
                    <a:pt x="71114" y="120977"/>
                  </a:lnTo>
                  <a:lnTo>
                    <a:pt x="85105" y="89512"/>
                  </a:lnTo>
                  <a:lnTo>
                    <a:pt x="98895" y="51068"/>
                  </a:lnTo>
                  <a:lnTo>
                    <a:pt x="56522" y="0"/>
                  </a:lnTo>
                  <a:close/>
                </a:path>
              </a:pathLst>
            </a:custGeom>
            <a:solidFill>
              <a:srgbClr val="F4F4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11626024" y="2678243"/>
              <a:ext cx="86360" cy="116205"/>
            </a:xfrm>
            <a:custGeom>
              <a:avLst/>
              <a:gdLst/>
              <a:ahLst/>
              <a:cxnLst/>
              <a:rect l="l" t="t" r="r" b="b"/>
              <a:pathLst>
                <a:path w="86359" h="116205">
                  <a:moveTo>
                    <a:pt x="43987" y="0"/>
                  </a:moveTo>
                  <a:lnTo>
                    <a:pt x="0" y="116141"/>
                  </a:lnTo>
                  <a:lnTo>
                    <a:pt x="6818" y="114023"/>
                  </a:lnTo>
                  <a:lnTo>
                    <a:pt x="22772" y="108423"/>
                  </a:lnTo>
                  <a:lnTo>
                    <a:pt x="73270" y="71140"/>
                  </a:lnTo>
                  <a:lnTo>
                    <a:pt x="86052" y="46657"/>
                  </a:lnTo>
                  <a:lnTo>
                    <a:pt x="43987" y="0"/>
                  </a:lnTo>
                  <a:close/>
                </a:path>
              </a:pathLst>
            </a:custGeom>
            <a:solidFill>
              <a:srgbClr val="DCDDDE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6341160"/>
            <a:ext cx="1062355" cy="3003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300"/>
              </a:lnSpc>
              <a:spcBef>
                <a:spcPts val="95"/>
              </a:spcBef>
            </a:pPr>
            <a:r>
              <a:rPr dirty="0" sz="750">
                <a:latin typeface="Arial"/>
                <a:cs typeface="Arial"/>
              </a:rPr>
              <a:t>Digital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Auto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Report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-20">
                <a:latin typeface="Arial"/>
                <a:cs typeface="Arial"/>
              </a:rPr>
              <a:t>2023</a:t>
            </a:r>
            <a:r>
              <a:rPr dirty="0" sz="750" spc="-10">
                <a:latin typeface="Arial"/>
                <a:cs typeface="Arial"/>
              </a:rPr>
              <a:t> Strategy&amp;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1743455"/>
            <a:ext cx="8280400" cy="4570730"/>
            <a:chOff x="0" y="1743455"/>
            <a:chExt cx="8280400" cy="4570730"/>
          </a:xfrm>
        </p:grpSpPr>
        <p:sp>
          <p:nvSpPr>
            <p:cNvPr id="4" name="object 4"/>
            <p:cNvSpPr/>
            <p:nvPr/>
          </p:nvSpPr>
          <p:spPr>
            <a:xfrm>
              <a:off x="0" y="2482595"/>
              <a:ext cx="8280400" cy="3831590"/>
            </a:xfrm>
            <a:custGeom>
              <a:avLst/>
              <a:gdLst/>
              <a:ahLst/>
              <a:cxnLst/>
              <a:rect l="l" t="t" r="r" b="b"/>
              <a:pathLst>
                <a:path w="8280400" h="3831590">
                  <a:moveTo>
                    <a:pt x="8279892" y="0"/>
                  </a:moveTo>
                  <a:lnTo>
                    <a:pt x="0" y="0"/>
                  </a:lnTo>
                  <a:lnTo>
                    <a:pt x="0" y="3831335"/>
                  </a:lnTo>
                  <a:lnTo>
                    <a:pt x="8279892" y="3831335"/>
                  </a:lnTo>
                  <a:lnTo>
                    <a:pt x="827989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963930" y="3220973"/>
              <a:ext cx="7068820" cy="2964180"/>
            </a:xfrm>
            <a:custGeom>
              <a:avLst/>
              <a:gdLst/>
              <a:ahLst/>
              <a:cxnLst/>
              <a:rect l="l" t="t" r="r" b="b"/>
              <a:pathLst>
                <a:path w="7068820" h="2964179">
                  <a:moveTo>
                    <a:pt x="7068311" y="0"/>
                  </a:moveTo>
                  <a:lnTo>
                    <a:pt x="0" y="0"/>
                  </a:lnTo>
                  <a:lnTo>
                    <a:pt x="0" y="2964180"/>
                  </a:lnTo>
                  <a:lnTo>
                    <a:pt x="7068311" y="2964180"/>
                  </a:lnTo>
                  <a:lnTo>
                    <a:pt x="70683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963930" y="3220973"/>
              <a:ext cx="7068820" cy="2964180"/>
            </a:xfrm>
            <a:custGeom>
              <a:avLst/>
              <a:gdLst/>
              <a:ahLst/>
              <a:cxnLst/>
              <a:rect l="l" t="t" r="r" b="b"/>
              <a:pathLst>
                <a:path w="7068820" h="2964179">
                  <a:moveTo>
                    <a:pt x="0" y="2964180"/>
                  </a:moveTo>
                  <a:lnTo>
                    <a:pt x="7068311" y="2964180"/>
                  </a:lnTo>
                  <a:lnTo>
                    <a:pt x="7068311" y="0"/>
                  </a:lnTo>
                  <a:lnTo>
                    <a:pt x="0" y="0"/>
                  </a:lnTo>
                  <a:lnTo>
                    <a:pt x="0" y="296418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505200" y="3393948"/>
              <a:ext cx="396240" cy="0"/>
            </a:xfrm>
            <a:custGeom>
              <a:avLst/>
              <a:gdLst/>
              <a:ahLst/>
              <a:cxnLst/>
              <a:rect l="l" t="t" r="r" b="b"/>
              <a:pathLst>
                <a:path w="396239" h="0">
                  <a:moveTo>
                    <a:pt x="0" y="0"/>
                  </a:moveTo>
                  <a:lnTo>
                    <a:pt x="395986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505200" y="4983479"/>
              <a:ext cx="396240" cy="0"/>
            </a:xfrm>
            <a:custGeom>
              <a:avLst/>
              <a:gdLst/>
              <a:ahLst/>
              <a:cxnLst/>
              <a:rect l="l" t="t" r="r" b="b"/>
              <a:pathLst>
                <a:path w="396239" h="0">
                  <a:moveTo>
                    <a:pt x="0" y="0"/>
                  </a:moveTo>
                  <a:lnTo>
                    <a:pt x="395986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631057" y="5818632"/>
              <a:ext cx="270510" cy="0"/>
            </a:xfrm>
            <a:custGeom>
              <a:avLst/>
              <a:gdLst/>
              <a:ahLst/>
              <a:cxnLst/>
              <a:rect l="l" t="t" r="r" b="b"/>
              <a:pathLst>
                <a:path w="270510" h="0">
                  <a:moveTo>
                    <a:pt x="0" y="0"/>
                  </a:moveTo>
                  <a:lnTo>
                    <a:pt x="270128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047" y="1743455"/>
              <a:ext cx="8028940" cy="745490"/>
            </a:xfrm>
            <a:custGeom>
              <a:avLst/>
              <a:gdLst/>
              <a:ahLst/>
              <a:cxnLst/>
              <a:rect l="l" t="t" r="r" b="b"/>
              <a:pathLst>
                <a:path w="8028940" h="745489">
                  <a:moveTo>
                    <a:pt x="8028432" y="0"/>
                  </a:moveTo>
                  <a:lnTo>
                    <a:pt x="0" y="0"/>
                  </a:lnTo>
                  <a:lnTo>
                    <a:pt x="0" y="745236"/>
                  </a:lnTo>
                  <a:lnTo>
                    <a:pt x="8028432" y="745236"/>
                  </a:lnTo>
                  <a:lnTo>
                    <a:pt x="802843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949452" y="3393948"/>
              <a:ext cx="0" cy="2790825"/>
            </a:xfrm>
            <a:custGeom>
              <a:avLst/>
              <a:gdLst/>
              <a:ahLst/>
              <a:cxnLst/>
              <a:rect l="l" t="t" r="r" b="b"/>
              <a:pathLst>
                <a:path w="0" h="2790825">
                  <a:moveTo>
                    <a:pt x="0" y="2790444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896111" y="3393948"/>
              <a:ext cx="53340" cy="2790825"/>
            </a:xfrm>
            <a:custGeom>
              <a:avLst/>
              <a:gdLst/>
              <a:ahLst/>
              <a:cxnLst/>
              <a:rect l="l" t="t" r="r" b="b"/>
              <a:pathLst>
                <a:path w="53340" h="2790825">
                  <a:moveTo>
                    <a:pt x="0" y="2790444"/>
                  </a:moveTo>
                  <a:lnTo>
                    <a:pt x="53340" y="2790444"/>
                  </a:lnTo>
                </a:path>
                <a:path w="53340" h="2790825">
                  <a:moveTo>
                    <a:pt x="0" y="2392680"/>
                  </a:moveTo>
                  <a:lnTo>
                    <a:pt x="53340" y="2392680"/>
                  </a:lnTo>
                </a:path>
                <a:path w="53340" h="2790825">
                  <a:moveTo>
                    <a:pt x="0" y="1993392"/>
                  </a:moveTo>
                  <a:lnTo>
                    <a:pt x="53340" y="1993392"/>
                  </a:lnTo>
                </a:path>
                <a:path w="53340" h="2790825">
                  <a:moveTo>
                    <a:pt x="0" y="1595628"/>
                  </a:moveTo>
                  <a:lnTo>
                    <a:pt x="53340" y="1595628"/>
                  </a:lnTo>
                </a:path>
                <a:path w="53340" h="2790825">
                  <a:moveTo>
                    <a:pt x="0" y="1196340"/>
                  </a:moveTo>
                  <a:lnTo>
                    <a:pt x="53340" y="1196340"/>
                  </a:lnTo>
                </a:path>
                <a:path w="53340" h="2790825">
                  <a:moveTo>
                    <a:pt x="0" y="797051"/>
                  </a:moveTo>
                  <a:lnTo>
                    <a:pt x="53340" y="797051"/>
                  </a:lnTo>
                </a:path>
                <a:path w="53340" h="2790825">
                  <a:moveTo>
                    <a:pt x="0" y="399288"/>
                  </a:moveTo>
                  <a:lnTo>
                    <a:pt x="53340" y="399288"/>
                  </a:lnTo>
                </a:path>
                <a:path w="53340" h="2790825">
                  <a:moveTo>
                    <a:pt x="0" y="0"/>
                  </a:moveTo>
                  <a:lnTo>
                    <a:pt x="5334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949452" y="6184391"/>
              <a:ext cx="3048000" cy="0"/>
            </a:xfrm>
            <a:custGeom>
              <a:avLst/>
              <a:gdLst/>
              <a:ahLst/>
              <a:cxnLst/>
              <a:rect l="l" t="t" r="r" b="b"/>
              <a:pathLst>
                <a:path w="3048000" h="0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330452" y="5640323"/>
              <a:ext cx="254635" cy="50800"/>
            </a:xfrm>
            <a:custGeom>
              <a:avLst/>
              <a:gdLst/>
              <a:ahLst/>
              <a:cxnLst/>
              <a:rect l="l" t="t" r="r" b="b"/>
              <a:pathLst>
                <a:path w="254634" h="50800">
                  <a:moveTo>
                    <a:pt x="254508" y="0"/>
                  </a:moveTo>
                  <a:lnTo>
                    <a:pt x="0" y="0"/>
                  </a:lnTo>
                  <a:lnTo>
                    <a:pt x="0" y="50291"/>
                  </a:lnTo>
                  <a:lnTo>
                    <a:pt x="254508" y="50291"/>
                  </a:lnTo>
                  <a:lnTo>
                    <a:pt x="254508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330452" y="5640323"/>
              <a:ext cx="254635" cy="50800"/>
            </a:xfrm>
            <a:custGeom>
              <a:avLst/>
              <a:gdLst/>
              <a:ahLst/>
              <a:cxnLst/>
              <a:rect l="l" t="t" r="r" b="b"/>
              <a:pathLst>
                <a:path w="254634" h="50800">
                  <a:moveTo>
                    <a:pt x="0" y="50291"/>
                  </a:moveTo>
                  <a:lnTo>
                    <a:pt x="254508" y="50291"/>
                  </a:lnTo>
                  <a:lnTo>
                    <a:pt x="254508" y="0"/>
                  </a:lnTo>
                  <a:lnTo>
                    <a:pt x="0" y="0"/>
                  </a:lnTo>
                  <a:lnTo>
                    <a:pt x="0" y="50291"/>
                  </a:lnTo>
                  <a:close/>
                </a:path>
              </a:pathLst>
            </a:custGeom>
            <a:ln w="9525">
              <a:solidFill>
                <a:srgbClr val="DB52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345435" y="5713476"/>
              <a:ext cx="254635" cy="50800"/>
            </a:xfrm>
            <a:custGeom>
              <a:avLst/>
              <a:gdLst/>
              <a:ahLst/>
              <a:cxnLst/>
              <a:rect l="l" t="t" r="r" b="b"/>
              <a:pathLst>
                <a:path w="254635" h="50800">
                  <a:moveTo>
                    <a:pt x="254507" y="0"/>
                  </a:moveTo>
                  <a:lnTo>
                    <a:pt x="0" y="0"/>
                  </a:lnTo>
                  <a:lnTo>
                    <a:pt x="0" y="50292"/>
                  </a:lnTo>
                  <a:lnTo>
                    <a:pt x="254507" y="50292"/>
                  </a:lnTo>
                  <a:lnTo>
                    <a:pt x="254507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345435" y="5713476"/>
              <a:ext cx="254635" cy="50800"/>
            </a:xfrm>
            <a:custGeom>
              <a:avLst/>
              <a:gdLst/>
              <a:ahLst/>
              <a:cxnLst/>
              <a:rect l="l" t="t" r="r" b="b"/>
              <a:pathLst>
                <a:path w="254635" h="50800">
                  <a:moveTo>
                    <a:pt x="0" y="50292"/>
                  </a:moveTo>
                  <a:lnTo>
                    <a:pt x="254507" y="50292"/>
                  </a:lnTo>
                  <a:lnTo>
                    <a:pt x="254507" y="0"/>
                  </a:lnTo>
                  <a:lnTo>
                    <a:pt x="0" y="0"/>
                  </a:lnTo>
                  <a:lnTo>
                    <a:pt x="0" y="50292"/>
                  </a:lnTo>
                  <a:close/>
                </a:path>
              </a:pathLst>
            </a:custGeom>
            <a:ln w="9525">
              <a:solidFill>
                <a:srgbClr val="DB52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361944" y="4962144"/>
              <a:ext cx="254635" cy="50800"/>
            </a:xfrm>
            <a:custGeom>
              <a:avLst/>
              <a:gdLst/>
              <a:ahLst/>
              <a:cxnLst/>
              <a:rect l="l" t="t" r="r" b="b"/>
              <a:pathLst>
                <a:path w="254635" h="50800">
                  <a:moveTo>
                    <a:pt x="254508" y="0"/>
                  </a:moveTo>
                  <a:lnTo>
                    <a:pt x="0" y="0"/>
                  </a:lnTo>
                  <a:lnTo>
                    <a:pt x="0" y="50291"/>
                  </a:lnTo>
                  <a:lnTo>
                    <a:pt x="254508" y="50291"/>
                  </a:lnTo>
                  <a:lnTo>
                    <a:pt x="254508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361944" y="4962144"/>
              <a:ext cx="254635" cy="50800"/>
            </a:xfrm>
            <a:custGeom>
              <a:avLst/>
              <a:gdLst/>
              <a:ahLst/>
              <a:cxnLst/>
              <a:rect l="l" t="t" r="r" b="b"/>
              <a:pathLst>
                <a:path w="254635" h="50800">
                  <a:moveTo>
                    <a:pt x="0" y="50291"/>
                  </a:moveTo>
                  <a:lnTo>
                    <a:pt x="254508" y="50291"/>
                  </a:lnTo>
                  <a:lnTo>
                    <a:pt x="254508" y="0"/>
                  </a:lnTo>
                  <a:lnTo>
                    <a:pt x="0" y="0"/>
                  </a:lnTo>
                  <a:lnTo>
                    <a:pt x="0" y="50291"/>
                  </a:lnTo>
                  <a:close/>
                </a:path>
              </a:pathLst>
            </a:custGeom>
            <a:ln w="9525">
              <a:solidFill>
                <a:srgbClr val="DB52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330452" y="5041391"/>
              <a:ext cx="254635" cy="50800"/>
            </a:xfrm>
            <a:custGeom>
              <a:avLst/>
              <a:gdLst/>
              <a:ahLst/>
              <a:cxnLst/>
              <a:rect l="l" t="t" r="r" b="b"/>
              <a:pathLst>
                <a:path w="254634" h="50800">
                  <a:moveTo>
                    <a:pt x="254508" y="0"/>
                  </a:moveTo>
                  <a:lnTo>
                    <a:pt x="0" y="0"/>
                  </a:lnTo>
                  <a:lnTo>
                    <a:pt x="0" y="50292"/>
                  </a:lnTo>
                  <a:lnTo>
                    <a:pt x="254508" y="50292"/>
                  </a:lnTo>
                  <a:lnTo>
                    <a:pt x="254508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330452" y="5041391"/>
              <a:ext cx="254635" cy="50800"/>
            </a:xfrm>
            <a:custGeom>
              <a:avLst/>
              <a:gdLst/>
              <a:ahLst/>
              <a:cxnLst/>
              <a:rect l="l" t="t" r="r" b="b"/>
              <a:pathLst>
                <a:path w="254634" h="50800">
                  <a:moveTo>
                    <a:pt x="0" y="50292"/>
                  </a:moveTo>
                  <a:lnTo>
                    <a:pt x="254508" y="50292"/>
                  </a:lnTo>
                  <a:lnTo>
                    <a:pt x="254508" y="0"/>
                  </a:lnTo>
                  <a:lnTo>
                    <a:pt x="0" y="0"/>
                  </a:lnTo>
                  <a:lnTo>
                    <a:pt x="0" y="50292"/>
                  </a:lnTo>
                  <a:close/>
                </a:path>
              </a:pathLst>
            </a:custGeom>
            <a:ln w="9525">
              <a:solidFill>
                <a:srgbClr val="A2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345435" y="5045964"/>
              <a:ext cx="254635" cy="50800"/>
            </a:xfrm>
            <a:custGeom>
              <a:avLst/>
              <a:gdLst/>
              <a:ahLst/>
              <a:cxnLst/>
              <a:rect l="l" t="t" r="r" b="b"/>
              <a:pathLst>
                <a:path w="254635" h="50800">
                  <a:moveTo>
                    <a:pt x="254507" y="0"/>
                  </a:moveTo>
                  <a:lnTo>
                    <a:pt x="0" y="0"/>
                  </a:lnTo>
                  <a:lnTo>
                    <a:pt x="0" y="50292"/>
                  </a:lnTo>
                  <a:lnTo>
                    <a:pt x="254507" y="50292"/>
                  </a:lnTo>
                  <a:lnTo>
                    <a:pt x="254507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345435" y="5045964"/>
              <a:ext cx="254635" cy="50800"/>
            </a:xfrm>
            <a:custGeom>
              <a:avLst/>
              <a:gdLst/>
              <a:ahLst/>
              <a:cxnLst/>
              <a:rect l="l" t="t" r="r" b="b"/>
              <a:pathLst>
                <a:path w="254635" h="50800">
                  <a:moveTo>
                    <a:pt x="0" y="50292"/>
                  </a:moveTo>
                  <a:lnTo>
                    <a:pt x="254507" y="50292"/>
                  </a:lnTo>
                  <a:lnTo>
                    <a:pt x="254507" y="0"/>
                  </a:lnTo>
                  <a:lnTo>
                    <a:pt x="0" y="0"/>
                  </a:lnTo>
                  <a:lnTo>
                    <a:pt x="0" y="50292"/>
                  </a:lnTo>
                  <a:close/>
                </a:path>
              </a:pathLst>
            </a:custGeom>
            <a:ln w="9525">
              <a:solidFill>
                <a:srgbClr val="A2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361944" y="3368039"/>
              <a:ext cx="254635" cy="50800"/>
            </a:xfrm>
            <a:custGeom>
              <a:avLst/>
              <a:gdLst/>
              <a:ahLst/>
              <a:cxnLst/>
              <a:rect l="l" t="t" r="r" b="b"/>
              <a:pathLst>
                <a:path w="254635" h="50800">
                  <a:moveTo>
                    <a:pt x="254508" y="0"/>
                  </a:moveTo>
                  <a:lnTo>
                    <a:pt x="0" y="0"/>
                  </a:lnTo>
                  <a:lnTo>
                    <a:pt x="0" y="50291"/>
                  </a:lnTo>
                  <a:lnTo>
                    <a:pt x="254508" y="50291"/>
                  </a:lnTo>
                  <a:lnTo>
                    <a:pt x="254508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361944" y="3368039"/>
              <a:ext cx="254635" cy="50800"/>
            </a:xfrm>
            <a:custGeom>
              <a:avLst/>
              <a:gdLst/>
              <a:ahLst/>
              <a:cxnLst/>
              <a:rect l="l" t="t" r="r" b="b"/>
              <a:pathLst>
                <a:path w="254635" h="50800">
                  <a:moveTo>
                    <a:pt x="0" y="50291"/>
                  </a:moveTo>
                  <a:lnTo>
                    <a:pt x="254508" y="50291"/>
                  </a:lnTo>
                  <a:lnTo>
                    <a:pt x="254508" y="0"/>
                  </a:lnTo>
                  <a:lnTo>
                    <a:pt x="0" y="0"/>
                  </a:lnTo>
                  <a:lnTo>
                    <a:pt x="0" y="50291"/>
                  </a:lnTo>
                  <a:close/>
                </a:path>
              </a:pathLst>
            </a:custGeom>
            <a:ln w="9525">
              <a:solidFill>
                <a:srgbClr val="A21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697687" y="6052210"/>
            <a:ext cx="11239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latin typeface="Arial"/>
                <a:cs typeface="Arial"/>
              </a:rPr>
              <a:t>0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98627" y="5653532"/>
            <a:ext cx="2108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Arial"/>
                <a:cs typeface="Arial"/>
              </a:rPr>
              <a:t>10</a:t>
            </a:r>
            <a:endParaRPr sz="14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98627" y="5254193"/>
            <a:ext cx="21082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Arial"/>
                <a:cs typeface="Arial"/>
              </a:rPr>
              <a:t>20</a:t>
            </a:r>
            <a:endParaRPr sz="14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98627" y="4855845"/>
            <a:ext cx="2108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Arial"/>
                <a:cs typeface="Arial"/>
              </a:rPr>
              <a:t>30</a:t>
            </a:r>
            <a:endParaRPr sz="14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98627" y="3659504"/>
            <a:ext cx="210820" cy="10375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Arial"/>
                <a:cs typeface="Arial"/>
              </a:rPr>
              <a:t>60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60"/>
              </a:spcBef>
            </a:pPr>
            <a:r>
              <a:rPr dirty="0" sz="1400" spc="-25">
                <a:latin typeface="Arial"/>
                <a:cs typeface="Arial"/>
              </a:rPr>
              <a:t>50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65"/>
              </a:spcBef>
            </a:pPr>
            <a:r>
              <a:rPr dirty="0" sz="1400" spc="-25">
                <a:latin typeface="Arial"/>
                <a:cs typeface="Arial"/>
              </a:rPr>
              <a:t>40</a:t>
            </a:r>
            <a:endParaRPr sz="14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98627" y="3260851"/>
            <a:ext cx="21082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Arial"/>
                <a:cs typeface="Arial"/>
              </a:rPr>
              <a:t>70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450594" y="1737360"/>
            <a:ext cx="6838950" cy="4009390"/>
            <a:chOff x="1450594" y="1737360"/>
            <a:chExt cx="6838950" cy="4009390"/>
          </a:xfrm>
        </p:grpSpPr>
        <p:sp>
          <p:nvSpPr>
            <p:cNvPr id="33" name="object 33"/>
            <p:cNvSpPr/>
            <p:nvPr/>
          </p:nvSpPr>
          <p:spPr>
            <a:xfrm>
              <a:off x="3489960" y="3393948"/>
              <a:ext cx="0" cy="1595755"/>
            </a:xfrm>
            <a:custGeom>
              <a:avLst/>
              <a:gdLst/>
              <a:ahLst/>
              <a:cxnLst/>
              <a:rect l="l" t="t" r="r" b="b"/>
              <a:pathLst>
                <a:path w="0" h="1595754">
                  <a:moveTo>
                    <a:pt x="0" y="1595374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464646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456944" y="5068824"/>
              <a:ext cx="0" cy="598805"/>
            </a:xfrm>
            <a:custGeom>
              <a:avLst/>
              <a:gdLst/>
              <a:ahLst/>
              <a:cxnLst/>
              <a:rect l="l" t="t" r="r" b="b"/>
              <a:pathLst>
                <a:path w="0" h="598804">
                  <a:moveTo>
                    <a:pt x="0" y="598487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464646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2473452" y="5071872"/>
              <a:ext cx="0" cy="668655"/>
            </a:xfrm>
            <a:custGeom>
              <a:avLst/>
              <a:gdLst/>
              <a:ahLst/>
              <a:cxnLst/>
              <a:rect l="l" t="t" r="r" b="b"/>
              <a:pathLst>
                <a:path w="0" h="668654">
                  <a:moveTo>
                    <a:pt x="0" y="668337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464646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7766303" y="1737360"/>
              <a:ext cx="523240" cy="745490"/>
            </a:xfrm>
            <a:custGeom>
              <a:avLst/>
              <a:gdLst/>
              <a:ahLst/>
              <a:cxnLst/>
              <a:rect l="l" t="t" r="r" b="b"/>
              <a:pathLst>
                <a:path w="523240" h="745489">
                  <a:moveTo>
                    <a:pt x="261365" y="0"/>
                  </a:moveTo>
                  <a:lnTo>
                    <a:pt x="0" y="745236"/>
                  </a:lnTo>
                  <a:lnTo>
                    <a:pt x="522731" y="745236"/>
                  </a:lnTo>
                  <a:lnTo>
                    <a:pt x="26136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2578354" y="6385966"/>
            <a:ext cx="6784975" cy="25590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>
                <a:latin typeface="Arial"/>
                <a:cs typeface="Arial"/>
              </a:rPr>
              <a:t>Notes: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1)</a:t>
            </a:r>
            <a:r>
              <a:rPr dirty="0" sz="750" spc="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Calculation</a:t>
            </a:r>
            <a:r>
              <a:rPr dirty="0" sz="750" spc="-2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of</a:t>
            </a:r>
            <a:r>
              <a:rPr dirty="0" sz="750" spc="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price</a:t>
            </a:r>
            <a:r>
              <a:rPr dirty="0" sz="750" spc="-1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points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based</a:t>
            </a:r>
            <a:r>
              <a:rPr dirty="0" sz="750" spc="-2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on</a:t>
            </a:r>
            <a:r>
              <a:rPr dirty="0" sz="750" spc="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van-</a:t>
            </a:r>
            <a:r>
              <a:rPr dirty="0" sz="750" spc="-10">
                <a:latin typeface="Arial"/>
                <a:cs typeface="Arial"/>
              </a:rPr>
              <a:t>Westendorp-methodology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750">
                <a:latin typeface="Arial"/>
                <a:cs typeface="Arial"/>
              </a:rPr>
              <a:t>Source:</a:t>
            </a:r>
            <a:r>
              <a:rPr dirty="0" sz="750" spc="-3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PwC</a:t>
            </a:r>
            <a:r>
              <a:rPr dirty="0" sz="750" spc="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Strategy&amp;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consumer</a:t>
            </a:r>
            <a:r>
              <a:rPr dirty="0" sz="750" spc="-2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research;</a:t>
            </a:r>
            <a:r>
              <a:rPr dirty="0" sz="750" spc="-1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Exchange</a:t>
            </a:r>
            <a:r>
              <a:rPr dirty="0" sz="750" spc="-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rates:</a:t>
            </a:r>
            <a:r>
              <a:rPr dirty="0" sz="750" spc="-1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USD/EUR</a:t>
            </a:r>
            <a:r>
              <a:rPr dirty="0" sz="750" spc="-1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0.93,</a:t>
            </a:r>
            <a:r>
              <a:rPr dirty="0" sz="750" spc="-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YUAN/EUR</a:t>
            </a:r>
            <a:r>
              <a:rPr dirty="0" sz="750" spc="-2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0.14</a:t>
            </a:r>
            <a:r>
              <a:rPr dirty="0" sz="750" spc="-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(15.02.2023);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PwC</a:t>
            </a:r>
            <a:r>
              <a:rPr dirty="0" sz="750" spc="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Strategy&amp;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expert</a:t>
            </a:r>
            <a:r>
              <a:rPr dirty="0" sz="750" spc="-1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survey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research</a:t>
            </a:r>
            <a:r>
              <a:rPr dirty="0" sz="750" spc="-3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2023;</a:t>
            </a:r>
            <a:r>
              <a:rPr dirty="0" sz="750" spc="-20">
                <a:latin typeface="Arial"/>
                <a:cs typeface="Arial"/>
              </a:rPr>
              <a:t> n=50</a:t>
            </a:r>
            <a:endParaRPr sz="75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584438" y="3977132"/>
            <a:ext cx="3157855" cy="879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Arial"/>
                <a:cs typeface="Arial"/>
              </a:rPr>
              <a:t>High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spread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of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willingness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pay</a:t>
            </a:r>
            <a:r>
              <a:rPr dirty="0" sz="1400" spc="-25">
                <a:latin typeface="Arial"/>
                <a:cs typeface="Arial"/>
              </a:rPr>
              <a:t> in </a:t>
            </a:r>
            <a:r>
              <a:rPr dirty="0" sz="1400">
                <a:latin typeface="Arial"/>
                <a:cs typeface="Arial"/>
              </a:rPr>
              <a:t>China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indicates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strong</a:t>
            </a:r>
            <a:r>
              <a:rPr dirty="0" sz="1400" spc="-5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polarisation</a:t>
            </a:r>
            <a:r>
              <a:rPr dirty="0" sz="1400" spc="-60" b="1">
                <a:latin typeface="Arial"/>
                <a:cs typeface="Arial"/>
              </a:rPr>
              <a:t> </a:t>
            </a:r>
            <a:r>
              <a:rPr dirty="0" sz="1400" spc="-25" b="1">
                <a:latin typeface="Arial"/>
                <a:cs typeface="Arial"/>
              </a:rPr>
              <a:t>of </a:t>
            </a:r>
            <a:r>
              <a:rPr dirty="0" sz="1400" b="1">
                <a:latin typeface="Arial"/>
                <a:cs typeface="Arial"/>
              </a:rPr>
              <a:t>luxury</a:t>
            </a:r>
            <a:r>
              <a:rPr dirty="0" sz="1400" spc="-6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vs.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budget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customers</a:t>
            </a:r>
            <a:r>
              <a:rPr dirty="0" sz="1400" spc="-60" b="1">
                <a:latin typeface="Arial"/>
                <a:cs typeface="Arial"/>
              </a:rPr>
              <a:t> </a:t>
            </a:r>
            <a:r>
              <a:rPr dirty="0" sz="1400" spc="-50">
                <a:latin typeface="Wingdings"/>
                <a:cs typeface="Wingdings"/>
              </a:rPr>
              <a:t>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Arial"/>
                <a:cs typeface="Arial"/>
              </a:rPr>
              <a:t>differentiated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service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packaging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needed</a:t>
            </a:r>
            <a:endParaRPr sz="14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584438" y="5044185"/>
            <a:ext cx="3304540" cy="1093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Arial"/>
                <a:cs typeface="Arial"/>
              </a:rPr>
              <a:t>Higher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optimal</a:t>
            </a:r>
            <a:r>
              <a:rPr dirty="0" sz="1400" spc="-5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price</a:t>
            </a:r>
            <a:r>
              <a:rPr dirty="0" sz="1400" spc="-5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in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China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indicates </a:t>
            </a:r>
            <a:r>
              <a:rPr dirty="0" sz="1400">
                <a:latin typeface="Arial"/>
                <a:cs typeface="Arial"/>
              </a:rPr>
              <a:t>that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consumers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envision</a:t>
            </a:r>
            <a:r>
              <a:rPr dirty="0" sz="1400" spc="-5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more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benefits </a:t>
            </a:r>
            <a:r>
              <a:rPr dirty="0" sz="1400">
                <a:latin typeface="Arial"/>
                <a:cs typeface="Arial"/>
              </a:rPr>
              <a:t>from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“perfect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connected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service </a:t>
            </a:r>
            <a:r>
              <a:rPr dirty="0" sz="1400">
                <a:latin typeface="Arial"/>
                <a:cs typeface="Arial"/>
              </a:rPr>
              <a:t>bundle”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than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US/GER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–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expert </a:t>
            </a:r>
            <a:r>
              <a:rPr dirty="0" sz="1400" b="1">
                <a:latin typeface="Arial"/>
                <a:cs typeface="Arial"/>
              </a:rPr>
              <a:t>view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more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conservative</a:t>
            </a:r>
            <a:r>
              <a:rPr dirty="0" sz="1400" spc="-5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on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prices</a:t>
            </a:r>
            <a:r>
              <a:rPr dirty="0" sz="1400" spc="-10">
                <a:latin typeface="Arial"/>
                <a:cs typeface="Arial"/>
              </a:rPr>
              <a:t>.”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11306556" y="62484"/>
            <a:ext cx="772795" cy="1295400"/>
            <a:chOff x="11306556" y="62484"/>
            <a:chExt cx="772795" cy="1295400"/>
          </a:xfrm>
        </p:grpSpPr>
        <p:pic>
          <p:nvPicPr>
            <p:cNvPr id="41" name="object 4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15928" y="333756"/>
              <a:ext cx="121919" cy="230124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11306556" y="62483"/>
              <a:ext cx="772795" cy="1295400"/>
            </a:xfrm>
            <a:custGeom>
              <a:avLst/>
              <a:gdLst/>
              <a:ahLst/>
              <a:cxnLst/>
              <a:rect l="l" t="t" r="r" b="b"/>
              <a:pathLst>
                <a:path w="772795" h="1295400">
                  <a:moveTo>
                    <a:pt x="382524" y="566928"/>
                  </a:moveTo>
                  <a:lnTo>
                    <a:pt x="352171" y="566928"/>
                  </a:lnTo>
                  <a:lnTo>
                    <a:pt x="352171" y="657352"/>
                  </a:lnTo>
                  <a:lnTo>
                    <a:pt x="344601" y="702487"/>
                  </a:lnTo>
                  <a:lnTo>
                    <a:pt x="323646" y="742124"/>
                  </a:lnTo>
                  <a:lnTo>
                    <a:pt x="291922" y="773658"/>
                  </a:lnTo>
                  <a:lnTo>
                    <a:pt x="252044" y="794486"/>
                  </a:lnTo>
                  <a:lnTo>
                    <a:pt x="206629" y="802005"/>
                  </a:lnTo>
                  <a:lnTo>
                    <a:pt x="85344" y="802005"/>
                  </a:lnTo>
                  <a:lnTo>
                    <a:pt x="85344" y="838200"/>
                  </a:lnTo>
                  <a:lnTo>
                    <a:pt x="206629" y="838200"/>
                  </a:lnTo>
                  <a:lnTo>
                    <a:pt x="253339" y="831926"/>
                  </a:lnTo>
                  <a:lnTo>
                    <a:pt x="295351" y="814095"/>
                  </a:lnTo>
                  <a:lnTo>
                    <a:pt x="330962" y="786218"/>
                  </a:lnTo>
                  <a:lnTo>
                    <a:pt x="358482" y="749795"/>
                  </a:lnTo>
                  <a:lnTo>
                    <a:pt x="376224" y="706335"/>
                  </a:lnTo>
                  <a:lnTo>
                    <a:pt x="382524" y="657352"/>
                  </a:lnTo>
                  <a:lnTo>
                    <a:pt x="382524" y="566928"/>
                  </a:lnTo>
                  <a:close/>
                </a:path>
                <a:path w="772795" h="1295400">
                  <a:moveTo>
                    <a:pt x="772668" y="132588"/>
                  </a:moveTo>
                  <a:lnTo>
                    <a:pt x="769226" y="114427"/>
                  </a:lnTo>
                  <a:lnTo>
                    <a:pt x="762965" y="81343"/>
                  </a:lnTo>
                  <a:lnTo>
                    <a:pt x="761072" y="78359"/>
                  </a:lnTo>
                  <a:lnTo>
                    <a:pt x="736168" y="39154"/>
                  </a:lnTo>
                  <a:lnTo>
                    <a:pt x="695667" y="10541"/>
                  </a:lnTo>
                  <a:lnTo>
                    <a:pt x="693547" y="10109"/>
                  </a:lnTo>
                  <a:lnTo>
                    <a:pt x="693547" y="186817"/>
                  </a:lnTo>
                  <a:lnTo>
                    <a:pt x="693547" y="657733"/>
                  </a:lnTo>
                  <a:lnTo>
                    <a:pt x="693547" y="687959"/>
                  </a:lnTo>
                  <a:lnTo>
                    <a:pt x="693547" y="1030351"/>
                  </a:lnTo>
                  <a:lnTo>
                    <a:pt x="450215" y="1030351"/>
                  </a:lnTo>
                  <a:lnTo>
                    <a:pt x="450215" y="1162812"/>
                  </a:lnTo>
                  <a:lnTo>
                    <a:pt x="445833" y="1188440"/>
                  </a:lnTo>
                  <a:lnTo>
                    <a:pt x="433463" y="1209535"/>
                  </a:lnTo>
                  <a:lnTo>
                    <a:pt x="414261" y="1223848"/>
                  </a:lnTo>
                  <a:lnTo>
                    <a:pt x="389382" y="1229106"/>
                  </a:lnTo>
                  <a:lnTo>
                    <a:pt x="363537" y="1223848"/>
                  </a:lnTo>
                  <a:lnTo>
                    <a:pt x="342239" y="1209535"/>
                  </a:lnTo>
                  <a:lnTo>
                    <a:pt x="327774" y="1188440"/>
                  </a:lnTo>
                  <a:lnTo>
                    <a:pt x="322453" y="1162812"/>
                  </a:lnTo>
                  <a:lnTo>
                    <a:pt x="327774" y="1137246"/>
                  </a:lnTo>
                  <a:lnTo>
                    <a:pt x="363537" y="1101813"/>
                  </a:lnTo>
                  <a:lnTo>
                    <a:pt x="414261" y="1101813"/>
                  </a:lnTo>
                  <a:lnTo>
                    <a:pt x="445833" y="1137246"/>
                  </a:lnTo>
                  <a:lnTo>
                    <a:pt x="450215" y="1162812"/>
                  </a:lnTo>
                  <a:lnTo>
                    <a:pt x="450215" y="1030351"/>
                  </a:lnTo>
                  <a:lnTo>
                    <a:pt x="214134" y="1030351"/>
                  </a:lnTo>
                  <a:lnTo>
                    <a:pt x="215646" y="1025080"/>
                  </a:lnTo>
                  <a:lnTo>
                    <a:pt x="219544" y="1014222"/>
                  </a:lnTo>
                  <a:lnTo>
                    <a:pt x="224028" y="1001649"/>
                  </a:lnTo>
                  <a:lnTo>
                    <a:pt x="239928" y="979347"/>
                  </a:lnTo>
                  <a:lnTo>
                    <a:pt x="259842" y="958697"/>
                  </a:lnTo>
                  <a:lnTo>
                    <a:pt x="283171" y="941438"/>
                  </a:lnTo>
                  <a:lnTo>
                    <a:pt x="309372" y="929259"/>
                  </a:lnTo>
                  <a:lnTo>
                    <a:pt x="319659" y="946048"/>
                  </a:lnTo>
                  <a:lnTo>
                    <a:pt x="332232" y="959459"/>
                  </a:lnTo>
                  <a:lnTo>
                    <a:pt x="347091" y="968336"/>
                  </a:lnTo>
                  <a:lnTo>
                    <a:pt x="364236" y="971550"/>
                  </a:lnTo>
                  <a:lnTo>
                    <a:pt x="385762" y="967409"/>
                  </a:lnTo>
                  <a:lnTo>
                    <a:pt x="403860" y="956475"/>
                  </a:lnTo>
                  <a:lnTo>
                    <a:pt x="417385" y="941019"/>
                  </a:lnTo>
                  <a:lnTo>
                    <a:pt x="422554" y="929259"/>
                  </a:lnTo>
                  <a:lnTo>
                    <a:pt x="425196" y="923290"/>
                  </a:lnTo>
                  <a:lnTo>
                    <a:pt x="437388" y="923290"/>
                  </a:lnTo>
                  <a:lnTo>
                    <a:pt x="484720" y="913765"/>
                  </a:lnTo>
                  <a:lnTo>
                    <a:pt x="515632" y="893064"/>
                  </a:lnTo>
                  <a:lnTo>
                    <a:pt x="523494" y="887818"/>
                  </a:lnTo>
                  <a:lnTo>
                    <a:pt x="549681" y="849414"/>
                  </a:lnTo>
                  <a:lnTo>
                    <a:pt x="559308" y="802513"/>
                  </a:lnTo>
                  <a:lnTo>
                    <a:pt x="559308" y="730123"/>
                  </a:lnTo>
                  <a:lnTo>
                    <a:pt x="575398" y="724420"/>
                  </a:lnTo>
                  <a:lnTo>
                    <a:pt x="587502" y="715860"/>
                  </a:lnTo>
                  <a:lnTo>
                    <a:pt x="596163" y="703897"/>
                  </a:lnTo>
                  <a:lnTo>
                    <a:pt x="601980" y="687959"/>
                  </a:lnTo>
                  <a:lnTo>
                    <a:pt x="693547" y="687959"/>
                  </a:lnTo>
                  <a:lnTo>
                    <a:pt x="693547" y="657733"/>
                  </a:lnTo>
                  <a:lnTo>
                    <a:pt x="601980" y="657733"/>
                  </a:lnTo>
                  <a:lnTo>
                    <a:pt x="596163" y="644385"/>
                  </a:lnTo>
                  <a:lnTo>
                    <a:pt x="587502" y="632129"/>
                  </a:lnTo>
                  <a:lnTo>
                    <a:pt x="575398" y="622147"/>
                  </a:lnTo>
                  <a:lnTo>
                    <a:pt x="559308" y="615569"/>
                  </a:lnTo>
                  <a:lnTo>
                    <a:pt x="559308" y="186817"/>
                  </a:lnTo>
                  <a:lnTo>
                    <a:pt x="693547" y="186817"/>
                  </a:lnTo>
                  <a:lnTo>
                    <a:pt x="693547" y="10109"/>
                  </a:lnTo>
                  <a:lnTo>
                    <a:pt x="644906" y="0"/>
                  </a:lnTo>
                  <a:lnTo>
                    <a:pt x="528828" y="0"/>
                  </a:lnTo>
                  <a:lnTo>
                    <a:pt x="528828" y="186817"/>
                  </a:lnTo>
                  <a:lnTo>
                    <a:pt x="528828" y="615569"/>
                  </a:lnTo>
                  <a:lnTo>
                    <a:pt x="515302" y="622147"/>
                  </a:lnTo>
                  <a:lnTo>
                    <a:pt x="502920" y="632129"/>
                  </a:lnTo>
                  <a:lnTo>
                    <a:pt x="492823" y="644385"/>
                  </a:lnTo>
                  <a:lnTo>
                    <a:pt x="486156" y="657733"/>
                  </a:lnTo>
                  <a:lnTo>
                    <a:pt x="400812" y="657733"/>
                  </a:lnTo>
                  <a:lnTo>
                    <a:pt x="400812" y="687959"/>
                  </a:lnTo>
                  <a:lnTo>
                    <a:pt x="486156" y="687959"/>
                  </a:lnTo>
                  <a:lnTo>
                    <a:pt x="492823" y="703897"/>
                  </a:lnTo>
                  <a:lnTo>
                    <a:pt x="502920" y="715860"/>
                  </a:lnTo>
                  <a:lnTo>
                    <a:pt x="515302" y="724420"/>
                  </a:lnTo>
                  <a:lnTo>
                    <a:pt x="528828" y="730123"/>
                  </a:lnTo>
                  <a:lnTo>
                    <a:pt x="528828" y="802513"/>
                  </a:lnTo>
                  <a:lnTo>
                    <a:pt x="521398" y="837082"/>
                  </a:lnTo>
                  <a:lnTo>
                    <a:pt x="501396" y="865936"/>
                  </a:lnTo>
                  <a:lnTo>
                    <a:pt x="472249" y="885723"/>
                  </a:lnTo>
                  <a:lnTo>
                    <a:pt x="437388" y="893064"/>
                  </a:lnTo>
                  <a:lnTo>
                    <a:pt x="425196" y="893064"/>
                  </a:lnTo>
                  <a:lnTo>
                    <a:pt x="417385" y="876300"/>
                  </a:lnTo>
                  <a:lnTo>
                    <a:pt x="403860" y="862939"/>
                  </a:lnTo>
                  <a:lnTo>
                    <a:pt x="385953" y="854202"/>
                  </a:lnTo>
                  <a:lnTo>
                    <a:pt x="386397" y="854202"/>
                  </a:lnTo>
                  <a:lnTo>
                    <a:pt x="364236" y="850900"/>
                  </a:lnTo>
                  <a:lnTo>
                    <a:pt x="345376" y="854202"/>
                  </a:lnTo>
                  <a:lnTo>
                    <a:pt x="327660" y="863701"/>
                  </a:lnTo>
                  <a:lnTo>
                    <a:pt x="314515" y="878878"/>
                  </a:lnTo>
                  <a:lnTo>
                    <a:pt x="309372" y="899160"/>
                  </a:lnTo>
                  <a:lnTo>
                    <a:pt x="274129" y="912456"/>
                  </a:lnTo>
                  <a:lnTo>
                    <a:pt x="215760" y="958697"/>
                  </a:lnTo>
                  <a:lnTo>
                    <a:pt x="191541" y="997165"/>
                  </a:lnTo>
                  <a:lnTo>
                    <a:pt x="186690" y="1009243"/>
                  </a:lnTo>
                  <a:lnTo>
                    <a:pt x="180682" y="1023556"/>
                  </a:lnTo>
                  <a:lnTo>
                    <a:pt x="178092" y="1030351"/>
                  </a:lnTo>
                  <a:lnTo>
                    <a:pt x="79121" y="1030351"/>
                  </a:lnTo>
                  <a:lnTo>
                    <a:pt x="79121" y="763905"/>
                  </a:lnTo>
                  <a:lnTo>
                    <a:pt x="83058" y="751954"/>
                  </a:lnTo>
                  <a:lnTo>
                    <a:pt x="105625" y="721487"/>
                  </a:lnTo>
                  <a:lnTo>
                    <a:pt x="140208" y="699008"/>
                  </a:lnTo>
                  <a:lnTo>
                    <a:pt x="150495" y="712355"/>
                  </a:lnTo>
                  <a:lnTo>
                    <a:pt x="163068" y="723988"/>
                  </a:lnTo>
                  <a:lnTo>
                    <a:pt x="177927" y="732218"/>
                  </a:lnTo>
                  <a:lnTo>
                    <a:pt x="195072" y="735330"/>
                  </a:lnTo>
                  <a:lnTo>
                    <a:pt x="213067" y="731164"/>
                  </a:lnTo>
                  <a:lnTo>
                    <a:pt x="229362" y="720178"/>
                  </a:lnTo>
                  <a:lnTo>
                    <a:pt x="242214" y="704634"/>
                  </a:lnTo>
                  <a:lnTo>
                    <a:pt x="244652" y="699008"/>
                  </a:lnTo>
                  <a:lnTo>
                    <a:pt x="249936" y="686816"/>
                  </a:lnTo>
                  <a:lnTo>
                    <a:pt x="329184" y="686816"/>
                  </a:lnTo>
                  <a:lnTo>
                    <a:pt x="332701" y="681278"/>
                  </a:lnTo>
                  <a:lnTo>
                    <a:pt x="334518" y="673989"/>
                  </a:lnTo>
                  <a:lnTo>
                    <a:pt x="335178" y="665568"/>
                  </a:lnTo>
                  <a:lnTo>
                    <a:pt x="335280" y="656590"/>
                  </a:lnTo>
                  <a:lnTo>
                    <a:pt x="249936" y="656590"/>
                  </a:lnTo>
                  <a:lnTo>
                    <a:pt x="242214" y="639737"/>
                  </a:lnTo>
                  <a:lnTo>
                    <a:pt x="229362" y="626287"/>
                  </a:lnTo>
                  <a:lnTo>
                    <a:pt x="213067" y="617397"/>
                  </a:lnTo>
                  <a:lnTo>
                    <a:pt x="195072" y="614172"/>
                  </a:lnTo>
                  <a:lnTo>
                    <a:pt x="170116" y="618439"/>
                  </a:lnTo>
                  <a:lnTo>
                    <a:pt x="150876" y="630085"/>
                  </a:lnTo>
                  <a:lnTo>
                    <a:pt x="138493" y="647395"/>
                  </a:lnTo>
                  <a:lnTo>
                    <a:pt x="134112" y="668655"/>
                  </a:lnTo>
                  <a:lnTo>
                    <a:pt x="98386" y="686638"/>
                  </a:lnTo>
                  <a:lnTo>
                    <a:pt x="79121" y="705866"/>
                  </a:lnTo>
                  <a:lnTo>
                    <a:pt x="79121" y="554990"/>
                  </a:lnTo>
                  <a:lnTo>
                    <a:pt x="510540" y="554990"/>
                  </a:lnTo>
                  <a:lnTo>
                    <a:pt x="510540" y="546100"/>
                  </a:lnTo>
                  <a:lnTo>
                    <a:pt x="510540" y="527050"/>
                  </a:lnTo>
                  <a:lnTo>
                    <a:pt x="510540" y="518160"/>
                  </a:lnTo>
                  <a:lnTo>
                    <a:pt x="79121" y="518160"/>
                  </a:lnTo>
                  <a:lnTo>
                    <a:pt x="79121" y="186817"/>
                  </a:lnTo>
                  <a:lnTo>
                    <a:pt x="528828" y="186817"/>
                  </a:lnTo>
                  <a:lnTo>
                    <a:pt x="528828" y="0"/>
                  </a:lnTo>
                  <a:lnTo>
                    <a:pt x="480695" y="0"/>
                  </a:lnTo>
                  <a:lnTo>
                    <a:pt x="480695" y="78359"/>
                  </a:lnTo>
                  <a:lnTo>
                    <a:pt x="480695" y="114427"/>
                  </a:lnTo>
                  <a:lnTo>
                    <a:pt x="316357" y="114427"/>
                  </a:lnTo>
                  <a:lnTo>
                    <a:pt x="316357" y="78359"/>
                  </a:lnTo>
                  <a:lnTo>
                    <a:pt x="480695" y="78359"/>
                  </a:lnTo>
                  <a:lnTo>
                    <a:pt x="480695" y="0"/>
                  </a:lnTo>
                  <a:lnTo>
                    <a:pt x="133858" y="0"/>
                  </a:lnTo>
                  <a:lnTo>
                    <a:pt x="91884" y="6845"/>
                  </a:lnTo>
                  <a:lnTo>
                    <a:pt x="55181" y="25831"/>
                  </a:lnTo>
                  <a:lnTo>
                    <a:pt x="26085" y="54648"/>
                  </a:lnTo>
                  <a:lnTo>
                    <a:pt x="6908" y="91008"/>
                  </a:lnTo>
                  <a:lnTo>
                    <a:pt x="0" y="132588"/>
                  </a:lnTo>
                  <a:lnTo>
                    <a:pt x="0" y="1162812"/>
                  </a:lnTo>
                  <a:lnTo>
                    <a:pt x="6908" y="1204404"/>
                  </a:lnTo>
                  <a:lnTo>
                    <a:pt x="26085" y="1240764"/>
                  </a:lnTo>
                  <a:lnTo>
                    <a:pt x="55181" y="1269580"/>
                  </a:lnTo>
                  <a:lnTo>
                    <a:pt x="91884" y="1288567"/>
                  </a:lnTo>
                  <a:lnTo>
                    <a:pt x="133858" y="1295400"/>
                  </a:lnTo>
                  <a:lnTo>
                    <a:pt x="644906" y="1295400"/>
                  </a:lnTo>
                  <a:lnTo>
                    <a:pt x="695667" y="1284871"/>
                  </a:lnTo>
                  <a:lnTo>
                    <a:pt x="736168" y="1256258"/>
                  </a:lnTo>
                  <a:lnTo>
                    <a:pt x="762965" y="1214069"/>
                  </a:lnTo>
                  <a:lnTo>
                    <a:pt x="772668" y="1162812"/>
                  </a:lnTo>
                  <a:lnTo>
                    <a:pt x="772668" y="1096518"/>
                  </a:lnTo>
                  <a:lnTo>
                    <a:pt x="772668" y="1030351"/>
                  </a:lnTo>
                  <a:lnTo>
                    <a:pt x="772668" y="186817"/>
                  </a:lnTo>
                  <a:lnTo>
                    <a:pt x="772668" y="132588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/>
          <p:nvPr/>
        </p:nvSpPr>
        <p:spPr>
          <a:xfrm>
            <a:off x="8609076" y="3538728"/>
            <a:ext cx="182880" cy="413384"/>
          </a:xfrm>
          <a:custGeom>
            <a:avLst/>
            <a:gdLst/>
            <a:ahLst/>
            <a:cxnLst/>
            <a:rect l="l" t="t" r="r" b="b"/>
            <a:pathLst>
              <a:path w="182879" h="413385">
                <a:moveTo>
                  <a:pt x="182879" y="0"/>
                </a:moveTo>
                <a:lnTo>
                  <a:pt x="0" y="0"/>
                </a:lnTo>
                <a:lnTo>
                  <a:pt x="0" y="198120"/>
                </a:lnTo>
                <a:lnTo>
                  <a:pt x="84962" y="198120"/>
                </a:lnTo>
                <a:lnTo>
                  <a:pt x="80898" y="241935"/>
                </a:lnTo>
                <a:lnTo>
                  <a:pt x="67055" y="278511"/>
                </a:lnTo>
                <a:lnTo>
                  <a:pt x="41020" y="307340"/>
                </a:lnTo>
                <a:lnTo>
                  <a:pt x="0" y="328041"/>
                </a:lnTo>
                <a:lnTo>
                  <a:pt x="0" y="412877"/>
                </a:lnTo>
                <a:lnTo>
                  <a:pt x="43941" y="402463"/>
                </a:lnTo>
                <a:lnTo>
                  <a:pt x="83692" y="383921"/>
                </a:lnTo>
                <a:lnTo>
                  <a:pt x="117982" y="358013"/>
                </a:lnTo>
                <a:lnTo>
                  <a:pt x="146176" y="325501"/>
                </a:lnTo>
                <a:lnTo>
                  <a:pt x="167004" y="287274"/>
                </a:lnTo>
                <a:lnTo>
                  <a:pt x="179577" y="244094"/>
                </a:lnTo>
                <a:lnTo>
                  <a:pt x="182752" y="198120"/>
                </a:lnTo>
                <a:lnTo>
                  <a:pt x="1828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8883268" y="3538728"/>
            <a:ext cx="182880" cy="413384"/>
          </a:xfrm>
          <a:custGeom>
            <a:avLst/>
            <a:gdLst/>
            <a:ahLst/>
            <a:cxnLst/>
            <a:rect l="l" t="t" r="r" b="b"/>
            <a:pathLst>
              <a:path w="182879" h="413385">
                <a:moveTo>
                  <a:pt x="182879" y="0"/>
                </a:moveTo>
                <a:lnTo>
                  <a:pt x="0" y="0"/>
                </a:lnTo>
                <a:lnTo>
                  <a:pt x="0" y="198120"/>
                </a:lnTo>
                <a:lnTo>
                  <a:pt x="84962" y="198120"/>
                </a:lnTo>
                <a:lnTo>
                  <a:pt x="81025" y="241935"/>
                </a:lnTo>
                <a:lnTo>
                  <a:pt x="67182" y="278511"/>
                </a:lnTo>
                <a:lnTo>
                  <a:pt x="41020" y="307340"/>
                </a:lnTo>
                <a:lnTo>
                  <a:pt x="0" y="328041"/>
                </a:lnTo>
                <a:lnTo>
                  <a:pt x="0" y="412877"/>
                </a:lnTo>
                <a:lnTo>
                  <a:pt x="44068" y="402463"/>
                </a:lnTo>
                <a:lnTo>
                  <a:pt x="83692" y="383921"/>
                </a:lnTo>
                <a:lnTo>
                  <a:pt x="118109" y="358013"/>
                </a:lnTo>
                <a:lnTo>
                  <a:pt x="146176" y="325501"/>
                </a:lnTo>
                <a:lnTo>
                  <a:pt x="167004" y="287274"/>
                </a:lnTo>
                <a:lnTo>
                  <a:pt x="179577" y="244094"/>
                </a:lnTo>
                <a:lnTo>
                  <a:pt x="182752" y="198120"/>
                </a:lnTo>
                <a:lnTo>
                  <a:pt x="1828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430174" y="80518"/>
            <a:ext cx="19037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"/>
                <a:cs typeface="Arial"/>
              </a:rPr>
              <a:t>Consumer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–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Connected</a:t>
            </a:r>
            <a:endParaRPr sz="1400">
              <a:latin typeface="Arial"/>
              <a:cs typeface="Arial"/>
            </a:endParaRPr>
          </a:p>
        </p:txBody>
      </p:sp>
      <p:sp>
        <p:nvSpPr>
          <p:cNvPr id="46" name="object 46" descr="$PPTXTitle"/>
          <p:cNvSpPr txBox="1">
            <a:spLocks noGrp="1"/>
          </p:cNvSpPr>
          <p:nvPr>
            <p:ph type="title"/>
          </p:nvPr>
        </p:nvSpPr>
        <p:spPr>
          <a:xfrm>
            <a:off x="417474" y="296926"/>
            <a:ext cx="11024870" cy="1260475"/>
          </a:xfrm>
          <a:prstGeom prst="rect"/>
        </p:spPr>
        <p:txBody>
          <a:bodyPr wrap="square" lIns="0" tIns="88265" rIns="0" bIns="0" rtlCol="0" vert="horz">
            <a:spAutoFit/>
          </a:bodyPr>
          <a:lstStyle/>
          <a:p>
            <a:pPr marL="25400" marR="17780">
              <a:lnSpc>
                <a:spcPts val="3260"/>
              </a:lnSpc>
              <a:spcBef>
                <a:spcPts val="695"/>
              </a:spcBef>
            </a:pPr>
            <a:r>
              <a:rPr dirty="0">
                <a:solidFill>
                  <a:srgbClr val="000000"/>
                </a:solidFill>
              </a:rPr>
              <a:t>Willingness</a:t>
            </a:r>
            <a:r>
              <a:rPr dirty="0" spc="-3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to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pay</a:t>
            </a:r>
            <a:r>
              <a:rPr dirty="0" spc="-4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for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connected</a:t>
            </a:r>
            <a:r>
              <a:rPr dirty="0" spc="-5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services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around</a:t>
            </a:r>
            <a:r>
              <a:rPr dirty="0" spc="-5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20€/month </a:t>
            </a:r>
            <a:r>
              <a:rPr dirty="0">
                <a:solidFill>
                  <a:srgbClr val="000000"/>
                </a:solidFill>
              </a:rPr>
              <a:t>in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Germany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and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US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but</a:t>
            </a:r>
            <a:r>
              <a:rPr dirty="0" spc="-4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twice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as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much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in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China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(40€)</a:t>
            </a:r>
          </a:p>
          <a:p>
            <a:pPr marL="25400">
              <a:lnSpc>
                <a:spcPct val="100000"/>
              </a:lnSpc>
              <a:spcBef>
                <a:spcPts val="450"/>
              </a:spcBef>
            </a:pP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Connected</a:t>
            </a:r>
            <a:r>
              <a:rPr dirty="0" sz="1800" spc="-4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services</a:t>
            </a:r>
            <a:r>
              <a:rPr dirty="0" sz="1800" spc="1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–</a:t>
            </a:r>
            <a:r>
              <a:rPr dirty="0" sz="1800" spc="-3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Median</a:t>
            </a:r>
            <a:r>
              <a:rPr dirty="0" sz="1800" spc="-4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willingness</a:t>
            </a:r>
            <a:r>
              <a:rPr dirty="0" sz="1800" spc="-5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to</a:t>
            </a:r>
            <a:r>
              <a:rPr dirty="0" sz="1800" spc="-3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A21F1F"/>
                </a:solidFill>
                <a:latin typeface="Arial"/>
                <a:cs typeface="Arial"/>
              </a:rPr>
              <a:t>pay</a:t>
            </a:r>
            <a:r>
              <a:rPr dirty="0" baseline="25462" sz="1800" spc="-15" b="1">
                <a:solidFill>
                  <a:srgbClr val="A21F1F"/>
                </a:solidFill>
                <a:latin typeface="Arial"/>
                <a:cs typeface="Arial"/>
              </a:rPr>
              <a:t>1)</a:t>
            </a:r>
            <a:endParaRPr baseline="25462" sz="18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108958" y="1922145"/>
            <a:ext cx="3323590" cy="4527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Arial"/>
                <a:cs typeface="Arial"/>
              </a:rPr>
              <a:t>…for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full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set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of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connected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services</a:t>
            </a:r>
            <a:r>
              <a:rPr dirty="0" sz="1400" spc="-65" b="1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in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vehicle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that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“</a:t>
            </a:r>
            <a:r>
              <a:rPr dirty="0" sz="1400" b="1">
                <a:latin typeface="Arial"/>
                <a:cs typeface="Arial"/>
              </a:rPr>
              <a:t>perfectly</a:t>
            </a:r>
            <a:r>
              <a:rPr dirty="0" sz="1400" spc="-6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fit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your</a:t>
            </a:r>
            <a:r>
              <a:rPr dirty="0" sz="1400" spc="2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needs</a:t>
            </a:r>
            <a:r>
              <a:rPr dirty="0" sz="1400" spc="-10">
                <a:latin typeface="Arial"/>
                <a:cs typeface="Arial"/>
              </a:rPr>
              <a:t>”</a:t>
            </a:r>
            <a:endParaRPr sz="14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934211" y="1876044"/>
            <a:ext cx="2883535" cy="524510"/>
          </a:xfrm>
          <a:prstGeom prst="rect">
            <a:avLst/>
          </a:prstGeom>
          <a:solidFill>
            <a:srgbClr val="000000"/>
          </a:solidFill>
        </p:spPr>
        <p:txBody>
          <a:bodyPr wrap="square" lIns="0" tIns="4381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45"/>
              </a:spcBef>
            </a:pP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Willingness</a:t>
            </a:r>
            <a:r>
              <a:rPr dirty="0" sz="14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400" spc="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pay</a:t>
            </a:r>
            <a:r>
              <a:rPr dirty="0" baseline="24691" sz="1350" spc="-15" b="1">
                <a:solidFill>
                  <a:srgbClr val="FFFFFF"/>
                </a:solidFill>
                <a:latin typeface="Arial"/>
                <a:cs typeface="Arial"/>
              </a:rPr>
              <a:t>1)</a:t>
            </a:r>
            <a:endParaRPr baseline="24691" sz="13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(monthly</a:t>
            </a:r>
            <a:r>
              <a:rPr dirty="0" sz="14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4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Arial"/>
                <a:cs typeface="Arial"/>
              </a:rPr>
              <a:t>€)</a:t>
            </a:r>
            <a:endParaRPr sz="140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8572500" y="1737360"/>
            <a:ext cx="3619500" cy="1591310"/>
          </a:xfrm>
          <a:custGeom>
            <a:avLst/>
            <a:gdLst/>
            <a:ahLst/>
            <a:cxnLst/>
            <a:rect l="l" t="t" r="r" b="b"/>
            <a:pathLst>
              <a:path w="3619500" h="1591310">
                <a:moveTo>
                  <a:pt x="3619500" y="0"/>
                </a:moveTo>
                <a:lnTo>
                  <a:pt x="0" y="0"/>
                </a:lnTo>
                <a:lnTo>
                  <a:pt x="0" y="1591056"/>
                </a:lnTo>
                <a:lnTo>
                  <a:pt x="3619500" y="1591056"/>
                </a:lnTo>
                <a:lnTo>
                  <a:pt x="36195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8772270" y="1760982"/>
            <a:ext cx="2620645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400" b="1" i="1">
                <a:solidFill>
                  <a:srgbClr val="A21F1F"/>
                </a:solidFill>
                <a:latin typeface="Arial"/>
                <a:cs typeface="Arial"/>
              </a:rPr>
              <a:t>Question:</a:t>
            </a:r>
            <a:r>
              <a:rPr dirty="0" sz="1400" spc="-55" b="1" i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“At</a:t>
            </a:r>
            <a:r>
              <a:rPr dirty="0" sz="1400" spc="-2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what</a:t>
            </a:r>
            <a:r>
              <a:rPr dirty="0" sz="1400" spc="-2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price</a:t>
            </a:r>
            <a:r>
              <a:rPr dirty="0" sz="1400" spc="-30" i="1">
                <a:latin typeface="Arial"/>
                <a:cs typeface="Arial"/>
              </a:rPr>
              <a:t> </a:t>
            </a:r>
            <a:r>
              <a:rPr dirty="0" sz="1400" spc="-10" i="1">
                <a:latin typeface="Arial"/>
                <a:cs typeface="Arial"/>
              </a:rPr>
              <a:t>would</a:t>
            </a:r>
            <a:r>
              <a:rPr dirty="0" sz="1400" spc="-1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you</a:t>
            </a:r>
            <a:r>
              <a:rPr dirty="0" sz="1400" spc="-3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consider</a:t>
            </a:r>
            <a:r>
              <a:rPr dirty="0" sz="1400" spc="-4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a</a:t>
            </a:r>
            <a:r>
              <a:rPr dirty="0" sz="1400" spc="-1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full</a:t>
            </a:r>
            <a:r>
              <a:rPr dirty="0" sz="1400" spc="-2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set</a:t>
            </a:r>
            <a:r>
              <a:rPr dirty="0" sz="1400" spc="-3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of</a:t>
            </a:r>
            <a:r>
              <a:rPr dirty="0" sz="1400" spc="-15" i="1">
                <a:latin typeface="Arial"/>
                <a:cs typeface="Arial"/>
              </a:rPr>
              <a:t> </a:t>
            </a:r>
            <a:r>
              <a:rPr dirty="0" sz="1400" spc="-10" i="1">
                <a:latin typeface="Arial"/>
                <a:cs typeface="Arial"/>
              </a:rPr>
              <a:t>relevant </a:t>
            </a:r>
            <a:r>
              <a:rPr dirty="0" sz="1400" i="1">
                <a:latin typeface="Arial"/>
                <a:cs typeface="Arial"/>
              </a:rPr>
              <a:t>connected</a:t>
            </a:r>
            <a:r>
              <a:rPr dirty="0" sz="1400" spc="-85" i="1">
                <a:latin typeface="Arial"/>
                <a:cs typeface="Arial"/>
              </a:rPr>
              <a:t> </a:t>
            </a:r>
            <a:r>
              <a:rPr dirty="0" sz="1400" spc="-10" i="1">
                <a:latin typeface="Arial"/>
                <a:cs typeface="Arial"/>
              </a:rPr>
              <a:t>services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772270" y="2401316"/>
            <a:ext cx="2316480" cy="8794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88595" indent="-17589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188595" algn="l"/>
              </a:tabLst>
            </a:pPr>
            <a:r>
              <a:rPr dirty="0" sz="1400" spc="-35" i="1">
                <a:latin typeface="Arial"/>
                <a:cs typeface="Arial"/>
              </a:rPr>
              <a:t>Too</a:t>
            </a:r>
            <a:r>
              <a:rPr dirty="0" sz="1400" spc="-50" i="1">
                <a:latin typeface="Arial"/>
                <a:cs typeface="Arial"/>
              </a:rPr>
              <a:t> </a:t>
            </a:r>
            <a:r>
              <a:rPr dirty="0" sz="1400" spc="-10" i="1">
                <a:latin typeface="Arial"/>
                <a:cs typeface="Arial"/>
              </a:rPr>
              <a:t>cheap?”</a:t>
            </a:r>
            <a:endParaRPr sz="1400">
              <a:latin typeface="Arial"/>
              <a:cs typeface="Arial"/>
            </a:endParaRPr>
          </a:p>
          <a:p>
            <a:pPr marL="188595" indent="-175895">
              <a:lnSpc>
                <a:spcPct val="100000"/>
              </a:lnSpc>
              <a:buFont typeface="Arial"/>
              <a:buChar char="•"/>
              <a:tabLst>
                <a:tab pos="188595" algn="l"/>
              </a:tabLst>
            </a:pPr>
            <a:r>
              <a:rPr dirty="0" sz="1400" i="1">
                <a:latin typeface="Arial"/>
                <a:cs typeface="Arial"/>
              </a:rPr>
              <a:t>A</a:t>
            </a:r>
            <a:r>
              <a:rPr dirty="0" sz="1400" spc="-6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good</a:t>
            </a:r>
            <a:r>
              <a:rPr dirty="0" sz="1400" spc="-3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value</a:t>
            </a:r>
            <a:r>
              <a:rPr dirty="0" sz="1400" spc="-4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for</a:t>
            </a:r>
            <a:r>
              <a:rPr dirty="0" sz="1400" spc="-30" i="1">
                <a:latin typeface="Arial"/>
                <a:cs typeface="Arial"/>
              </a:rPr>
              <a:t> </a:t>
            </a:r>
            <a:r>
              <a:rPr dirty="0" sz="1400" spc="-10" i="1">
                <a:latin typeface="Arial"/>
                <a:cs typeface="Arial"/>
              </a:rPr>
              <a:t>money?”</a:t>
            </a:r>
            <a:endParaRPr sz="1400">
              <a:latin typeface="Arial"/>
              <a:cs typeface="Arial"/>
            </a:endParaRPr>
          </a:p>
          <a:p>
            <a:pPr marL="188595" indent="-175895">
              <a:lnSpc>
                <a:spcPct val="100000"/>
              </a:lnSpc>
              <a:buFont typeface="Arial"/>
              <a:buChar char="•"/>
              <a:tabLst>
                <a:tab pos="188595" algn="l"/>
              </a:tabLst>
            </a:pPr>
            <a:r>
              <a:rPr dirty="0" sz="1400" i="1">
                <a:latin typeface="Arial"/>
                <a:cs typeface="Arial"/>
              </a:rPr>
              <a:t>Starting</a:t>
            </a:r>
            <a:r>
              <a:rPr dirty="0" sz="1400" spc="-5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to</a:t>
            </a:r>
            <a:r>
              <a:rPr dirty="0" sz="1400" spc="-2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get</a:t>
            </a:r>
            <a:r>
              <a:rPr dirty="0" sz="1400" spc="-15" i="1">
                <a:latin typeface="Arial"/>
                <a:cs typeface="Arial"/>
              </a:rPr>
              <a:t> </a:t>
            </a:r>
            <a:r>
              <a:rPr dirty="0" sz="1400" spc="-10" i="1">
                <a:latin typeface="Arial"/>
                <a:cs typeface="Arial"/>
              </a:rPr>
              <a:t>expensive?”</a:t>
            </a:r>
            <a:endParaRPr sz="1400">
              <a:latin typeface="Arial"/>
              <a:cs typeface="Arial"/>
            </a:endParaRPr>
          </a:p>
          <a:p>
            <a:pPr marL="188595" indent="-175895">
              <a:lnSpc>
                <a:spcPct val="100000"/>
              </a:lnSpc>
              <a:buFont typeface="Arial"/>
              <a:buChar char="•"/>
              <a:tabLst>
                <a:tab pos="188595" algn="l"/>
              </a:tabLst>
            </a:pPr>
            <a:r>
              <a:rPr dirty="0" sz="1400" spc="-35" i="1">
                <a:latin typeface="Arial"/>
                <a:cs typeface="Arial"/>
              </a:rPr>
              <a:t>Too</a:t>
            </a:r>
            <a:r>
              <a:rPr dirty="0" sz="1400" spc="-50" i="1">
                <a:latin typeface="Arial"/>
                <a:cs typeface="Arial"/>
              </a:rPr>
              <a:t> </a:t>
            </a:r>
            <a:r>
              <a:rPr dirty="0" sz="1400" spc="-10" i="1">
                <a:latin typeface="Arial"/>
                <a:cs typeface="Arial"/>
              </a:rPr>
              <a:t>expensive?”</a:t>
            </a:r>
            <a:endParaRPr sz="14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873885" y="2521076"/>
            <a:ext cx="117856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Arial"/>
                <a:cs typeface="Arial"/>
              </a:rPr>
              <a:t>By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nationality</a:t>
            </a:r>
            <a:endParaRPr sz="14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417064" y="5203316"/>
            <a:ext cx="13208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00" spc="-50" b="1"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388617" y="5247513"/>
            <a:ext cx="13208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00" spc="-50" b="1"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1226819" y="2872739"/>
            <a:ext cx="6799580" cy="3268345"/>
            <a:chOff x="1226819" y="2872739"/>
            <a:chExt cx="6799580" cy="3268345"/>
          </a:xfrm>
        </p:grpSpPr>
        <p:sp>
          <p:nvSpPr>
            <p:cNvPr id="56" name="object 56"/>
            <p:cNvSpPr/>
            <p:nvPr/>
          </p:nvSpPr>
          <p:spPr>
            <a:xfrm>
              <a:off x="3371849" y="5816345"/>
              <a:ext cx="259715" cy="0"/>
            </a:xfrm>
            <a:custGeom>
              <a:avLst/>
              <a:gdLst/>
              <a:ahLst/>
              <a:cxnLst/>
              <a:rect l="l" t="t" r="r" b="b"/>
              <a:pathLst>
                <a:path w="259714" h="0">
                  <a:moveTo>
                    <a:pt x="0" y="0"/>
                  </a:moveTo>
                  <a:lnTo>
                    <a:pt x="259207" y="0"/>
                  </a:lnTo>
                </a:path>
              </a:pathLst>
            </a:custGeom>
            <a:ln w="53975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2341625" y="5854445"/>
              <a:ext cx="259715" cy="0"/>
            </a:xfrm>
            <a:custGeom>
              <a:avLst/>
              <a:gdLst/>
              <a:ahLst/>
              <a:cxnLst/>
              <a:rect l="l" t="t" r="r" b="b"/>
              <a:pathLst>
                <a:path w="259714" h="0">
                  <a:moveTo>
                    <a:pt x="0" y="0"/>
                  </a:moveTo>
                  <a:lnTo>
                    <a:pt x="259207" y="0"/>
                  </a:lnTo>
                </a:path>
              </a:pathLst>
            </a:custGeom>
            <a:ln w="53975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1314449" y="5714238"/>
              <a:ext cx="259715" cy="0"/>
            </a:xfrm>
            <a:custGeom>
              <a:avLst/>
              <a:gdLst/>
              <a:ahLst/>
              <a:cxnLst/>
              <a:rect l="l" t="t" r="r" b="b"/>
              <a:pathLst>
                <a:path w="259715" h="0">
                  <a:moveTo>
                    <a:pt x="0" y="0"/>
                  </a:moveTo>
                  <a:lnTo>
                    <a:pt x="259207" y="0"/>
                  </a:lnTo>
                </a:path>
              </a:pathLst>
            </a:custGeom>
            <a:ln w="53975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 descr="deutschland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26819" y="2872739"/>
              <a:ext cx="452628" cy="284988"/>
            </a:xfrm>
            <a:prstGeom prst="rect">
              <a:avLst/>
            </a:prstGeom>
          </p:spPr>
        </p:pic>
        <p:pic>
          <p:nvPicPr>
            <p:cNvPr id="60" name="object 60" descr="USA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52472" y="2872739"/>
              <a:ext cx="452627" cy="286512"/>
            </a:xfrm>
            <a:prstGeom prst="rect">
              <a:avLst/>
            </a:prstGeom>
          </p:spPr>
        </p:pic>
        <p:pic>
          <p:nvPicPr>
            <p:cNvPr id="61" name="object 61" descr="China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78124" y="2878835"/>
              <a:ext cx="452627" cy="286512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6965531" y="4359663"/>
              <a:ext cx="1061085" cy="1096645"/>
            </a:xfrm>
            <a:custGeom>
              <a:avLst/>
              <a:gdLst/>
              <a:ahLst/>
              <a:cxnLst/>
              <a:rect l="l" t="t" r="r" b="b"/>
              <a:pathLst>
                <a:path w="1061084" h="1096645">
                  <a:moveTo>
                    <a:pt x="635169" y="0"/>
                  </a:moveTo>
                  <a:lnTo>
                    <a:pt x="585944" y="17471"/>
                  </a:lnTo>
                  <a:lnTo>
                    <a:pt x="16697" y="663306"/>
                  </a:lnTo>
                  <a:lnTo>
                    <a:pt x="0" y="724215"/>
                  </a:lnTo>
                  <a:lnTo>
                    <a:pt x="16697" y="750634"/>
                  </a:lnTo>
                  <a:lnTo>
                    <a:pt x="201939" y="911332"/>
                  </a:lnTo>
                  <a:lnTo>
                    <a:pt x="212316" y="921813"/>
                  </a:lnTo>
                  <a:lnTo>
                    <a:pt x="397558" y="1082499"/>
                  </a:lnTo>
                  <a:lnTo>
                    <a:pt x="424939" y="1096036"/>
                  </a:lnTo>
                  <a:lnTo>
                    <a:pt x="451680" y="1091235"/>
                  </a:lnTo>
                  <a:lnTo>
                    <a:pt x="473203" y="1078573"/>
                  </a:lnTo>
                  <a:lnTo>
                    <a:pt x="484931" y="1068527"/>
                  </a:lnTo>
                  <a:lnTo>
                    <a:pt x="760849" y="750634"/>
                  </a:lnTo>
                  <a:lnTo>
                    <a:pt x="1040421" y="432776"/>
                  </a:lnTo>
                  <a:lnTo>
                    <a:pt x="1049296" y="420568"/>
                  </a:lnTo>
                  <a:lnTo>
                    <a:pt x="1059155" y="398247"/>
                  </a:lnTo>
                  <a:lnTo>
                    <a:pt x="1060502" y="371349"/>
                  </a:lnTo>
                  <a:lnTo>
                    <a:pt x="1043841" y="345413"/>
                  </a:lnTo>
                  <a:lnTo>
                    <a:pt x="858717" y="184715"/>
                  </a:lnTo>
                  <a:lnTo>
                    <a:pt x="848222" y="174222"/>
                  </a:lnTo>
                  <a:lnTo>
                    <a:pt x="663098" y="13525"/>
                  </a:lnTo>
                  <a:lnTo>
                    <a:pt x="635169" y="0"/>
                  </a:lnTo>
                  <a:close/>
                </a:path>
              </a:pathLst>
            </a:custGeom>
            <a:solidFill>
              <a:srgbClr val="80828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93172" y="5140242"/>
              <a:ext cx="39722" cy="71366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21734" y="4982643"/>
              <a:ext cx="151004" cy="152106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558299" y="4826106"/>
              <a:ext cx="150629" cy="151448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690949" y="4672467"/>
              <a:ext cx="147858" cy="151333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474871" y="4418579"/>
              <a:ext cx="167672" cy="174727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6784001" y="3711024"/>
              <a:ext cx="1003300" cy="1115060"/>
            </a:xfrm>
            <a:custGeom>
              <a:avLst/>
              <a:gdLst/>
              <a:ahLst/>
              <a:cxnLst/>
              <a:rect l="l" t="t" r="r" b="b"/>
              <a:pathLst>
                <a:path w="1003300" h="1115060">
                  <a:moveTo>
                    <a:pt x="527284" y="0"/>
                  </a:moveTo>
                  <a:lnTo>
                    <a:pt x="479983" y="24151"/>
                  </a:lnTo>
                  <a:lnTo>
                    <a:pt x="240204" y="389697"/>
                  </a:lnTo>
                  <a:lnTo>
                    <a:pt x="13103" y="742571"/>
                  </a:lnTo>
                  <a:lnTo>
                    <a:pt x="0" y="780093"/>
                  </a:lnTo>
                  <a:lnTo>
                    <a:pt x="3270" y="808359"/>
                  </a:lnTo>
                  <a:lnTo>
                    <a:pt x="23597" y="833354"/>
                  </a:lnTo>
                  <a:lnTo>
                    <a:pt x="229710" y="966109"/>
                  </a:lnTo>
                  <a:lnTo>
                    <a:pt x="240204" y="973065"/>
                  </a:lnTo>
                  <a:lnTo>
                    <a:pt x="446317" y="1105820"/>
                  </a:lnTo>
                  <a:lnTo>
                    <a:pt x="476578" y="1114773"/>
                  </a:lnTo>
                  <a:lnTo>
                    <a:pt x="502605" y="1106705"/>
                  </a:lnTo>
                  <a:lnTo>
                    <a:pt x="521448" y="1092092"/>
                  </a:lnTo>
                  <a:lnTo>
                    <a:pt x="530153" y="1081415"/>
                  </a:lnTo>
                  <a:lnTo>
                    <a:pt x="760792" y="725004"/>
                  </a:lnTo>
                  <a:lnTo>
                    <a:pt x="991312" y="372248"/>
                  </a:lnTo>
                  <a:lnTo>
                    <a:pt x="997068" y="359058"/>
                  </a:lnTo>
                  <a:lnTo>
                    <a:pt x="1003133" y="334726"/>
                  </a:lnTo>
                  <a:lnTo>
                    <a:pt x="1000664" y="306460"/>
                  </a:lnTo>
                  <a:lnTo>
                    <a:pt x="980818" y="281465"/>
                  </a:lnTo>
                  <a:lnTo>
                    <a:pt x="774705" y="148710"/>
                  </a:lnTo>
                  <a:lnTo>
                    <a:pt x="760792" y="141636"/>
                  </a:lnTo>
                  <a:lnTo>
                    <a:pt x="558098" y="8881"/>
                  </a:lnTo>
                  <a:lnTo>
                    <a:pt x="527284" y="0"/>
                  </a:lnTo>
                  <a:close/>
                </a:path>
              </a:pathLst>
            </a:custGeom>
            <a:solidFill>
              <a:srgbClr val="B8213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254060" y="4336770"/>
              <a:ext cx="119522" cy="162217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352144" y="4162147"/>
              <a:ext cx="136640" cy="162112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464073" y="3990957"/>
              <a:ext cx="133073" cy="162112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209330" y="3772371"/>
              <a:ext cx="157178" cy="178146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5469636" y="6032533"/>
              <a:ext cx="2281555" cy="108585"/>
            </a:xfrm>
            <a:custGeom>
              <a:avLst/>
              <a:gdLst/>
              <a:ahLst/>
              <a:cxnLst/>
              <a:rect l="l" t="t" r="r" b="b"/>
              <a:pathLst>
                <a:path w="2281554" h="108585">
                  <a:moveTo>
                    <a:pt x="1138784" y="0"/>
                  </a:moveTo>
                  <a:lnTo>
                    <a:pt x="1057027" y="137"/>
                  </a:lnTo>
                  <a:lnTo>
                    <a:pt x="976849" y="543"/>
                  </a:lnTo>
                  <a:lnTo>
                    <a:pt x="898440" y="1209"/>
                  </a:lnTo>
                  <a:lnTo>
                    <a:pt x="821992" y="2126"/>
                  </a:lnTo>
                  <a:lnTo>
                    <a:pt x="747695" y="3287"/>
                  </a:lnTo>
                  <a:lnTo>
                    <a:pt x="675741" y="4682"/>
                  </a:lnTo>
                  <a:lnTo>
                    <a:pt x="606322" y="6302"/>
                  </a:lnTo>
                  <a:lnTo>
                    <a:pt x="539628" y="8140"/>
                  </a:lnTo>
                  <a:lnTo>
                    <a:pt x="475851" y="10186"/>
                  </a:lnTo>
                  <a:lnTo>
                    <a:pt x="415182" y="12432"/>
                  </a:lnTo>
                  <a:lnTo>
                    <a:pt x="357812" y="14869"/>
                  </a:lnTo>
                  <a:lnTo>
                    <a:pt x="303932" y="17488"/>
                  </a:lnTo>
                  <a:lnTo>
                    <a:pt x="253735" y="20282"/>
                  </a:lnTo>
                  <a:lnTo>
                    <a:pt x="207410" y="23241"/>
                  </a:lnTo>
                  <a:lnTo>
                    <a:pt x="165150" y="26357"/>
                  </a:lnTo>
                  <a:lnTo>
                    <a:pt x="127145" y="29621"/>
                  </a:lnTo>
                  <a:lnTo>
                    <a:pt x="64667" y="36560"/>
                  </a:lnTo>
                  <a:lnTo>
                    <a:pt x="21507" y="43987"/>
                  </a:lnTo>
                  <a:lnTo>
                    <a:pt x="0" y="51457"/>
                  </a:lnTo>
                  <a:lnTo>
                    <a:pt x="0" y="59860"/>
                  </a:lnTo>
                  <a:lnTo>
                    <a:pt x="40577" y="70047"/>
                  </a:lnTo>
                  <a:lnTo>
                    <a:pt x="93587" y="76679"/>
                  </a:lnTo>
                  <a:lnTo>
                    <a:pt x="165150" y="82904"/>
                  </a:lnTo>
                  <a:lnTo>
                    <a:pt x="207410" y="85838"/>
                  </a:lnTo>
                  <a:lnTo>
                    <a:pt x="253735" y="88640"/>
                  </a:lnTo>
                  <a:lnTo>
                    <a:pt x="303932" y="91299"/>
                  </a:lnTo>
                  <a:lnTo>
                    <a:pt x="357812" y="93804"/>
                  </a:lnTo>
                  <a:lnTo>
                    <a:pt x="415182" y="96146"/>
                  </a:lnTo>
                  <a:lnTo>
                    <a:pt x="475851" y="98314"/>
                  </a:lnTo>
                  <a:lnTo>
                    <a:pt x="539628" y="100298"/>
                  </a:lnTo>
                  <a:lnTo>
                    <a:pt x="606322" y="102087"/>
                  </a:lnTo>
                  <a:lnTo>
                    <a:pt x="675741" y="103670"/>
                  </a:lnTo>
                  <a:lnTo>
                    <a:pt x="747695" y="105039"/>
                  </a:lnTo>
                  <a:lnTo>
                    <a:pt x="821992" y="106182"/>
                  </a:lnTo>
                  <a:lnTo>
                    <a:pt x="898440" y="107089"/>
                  </a:lnTo>
                  <a:lnTo>
                    <a:pt x="976849" y="107750"/>
                  </a:lnTo>
                  <a:lnTo>
                    <a:pt x="1057027" y="108154"/>
                  </a:lnTo>
                  <a:lnTo>
                    <a:pt x="1138784" y="108290"/>
                  </a:lnTo>
                  <a:lnTo>
                    <a:pt x="1220122" y="108154"/>
                  </a:lnTo>
                  <a:lnTo>
                    <a:pt x="1299957" y="107750"/>
                  </a:lnTo>
                  <a:lnTo>
                    <a:pt x="1378093" y="107089"/>
                  </a:lnTo>
                  <a:lnTo>
                    <a:pt x="1454332" y="106182"/>
                  </a:lnTo>
                  <a:lnTo>
                    <a:pt x="1528478" y="105039"/>
                  </a:lnTo>
                  <a:lnTo>
                    <a:pt x="1600335" y="103670"/>
                  </a:lnTo>
                  <a:lnTo>
                    <a:pt x="1669706" y="102087"/>
                  </a:lnTo>
                  <a:lnTo>
                    <a:pt x="1736395" y="100298"/>
                  </a:lnTo>
                  <a:lnTo>
                    <a:pt x="1800205" y="98314"/>
                  </a:lnTo>
                  <a:lnTo>
                    <a:pt x="1860941" y="96146"/>
                  </a:lnTo>
                  <a:lnTo>
                    <a:pt x="1918404" y="93804"/>
                  </a:lnTo>
                  <a:lnTo>
                    <a:pt x="1972400" y="91299"/>
                  </a:lnTo>
                  <a:lnTo>
                    <a:pt x="2022731" y="88640"/>
                  </a:lnTo>
                  <a:lnTo>
                    <a:pt x="2069201" y="85838"/>
                  </a:lnTo>
                  <a:lnTo>
                    <a:pt x="2111614" y="82904"/>
                  </a:lnTo>
                  <a:lnTo>
                    <a:pt x="2149773" y="79848"/>
                  </a:lnTo>
                  <a:lnTo>
                    <a:pt x="2212542" y="73409"/>
                  </a:lnTo>
                  <a:lnTo>
                    <a:pt x="2255939" y="66605"/>
                  </a:lnTo>
                  <a:lnTo>
                    <a:pt x="2281270" y="55896"/>
                  </a:lnTo>
                  <a:lnTo>
                    <a:pt x="2278390" y="51835"/>
                  </a:lnTo>
                  <a:lnTo>
                    <a:pt x="2236761" y="40217"/>
                  </a:lnTo>
                  <a:lnTo>
                    <a:pt x="2183481" y="33025"/>
                  </a:lnTo>
                  <a:lnTo>
                    <a:pt x="2111614" y="26357"/>
                  </a:lnTo>
                  <a:lnTo>
                    <a:pt x="2069201" y="23241"/>
                  </a:lnTo>
                  <a:lnTo>
                    <a:pt x="2022731" y="20282"/>
                  </a:lnTo>
                  <a:lnTo>
                    <a:pt x="1972400" y="17488"/>
                  </a:lnTo>
                  <a:lnTo>
                    <a:pt x="1918404" y="14869"/>
                  </a:lnTo>
                  <a:lnTo>
                    <a:pt x="1860941" y="12432"/>
                  </a:lnTo>
                  <a:lnTo>
                    <a:pt x="1800205" y="10186"/>
                  </a:lnTo>
                  <a:lnTo>
                    <a:pt x="1736395" y="8140"/>
                  </a:lnTo>
                  <a:lnTo>
                    <a:pt x="1669706" y="6302"/>
                  </a:lnTo>
                  <a:lnTo>
                    <a:pt x="1600335" y="4682"/>
                  </a:lnTo>
                  <a:lnTo>
                    <a:pt x="1528478" y="3287"/>
                  </a:lnTo>
                  <a:lnTo>
                    <a:pt x="1454332" y="2126"/>
                  </a:lnTo>
                  <a:lnTo>
                    <a:pt x="1378093" y="1209"/>
                  </a:lnTo>
                  <a:lnTo>
                    <a:pt x="1299957" y="543"/>
                  </a:lnTo>
                  <a:lnTo>
                    <a:pt x="1220122" y="137"/>
                  </a:lnTo>
                  <a:lnTo>
                    <a:pt x="1138784" y="0"/>
                  </a:lnTo>
                  <a:close/>
                </a:path>
              </a:pathLst>
            </a:custGeom>
            <a:solidFill>
              <a:srgbClr val="92949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6300972" y="4083272"/>
              <a:ext cx="1325880" cy="2023110"/>
            </a:xfrm>
            <a:custGeom>
              <a:avLst/>
              <a:gdLst/>
              <a:ahLst/>
              <a:cxnLst/>
              <a:rect l="l" t="t" r="r" b="b"/>
              <a:pathLst>
                <a:path w="1325879" h="2023110">
                  <a:moveTo>
                    <a:pt x="765092" y="0"/>
                  </a:moveTo>
                  <a:lnTo>
                    <a:pt x="727581" y="25318"/>
                  </a:lnTo>
                  <a:lnTo>
                    <a:pt x="713076" y="61875"/>
                  </a:lnTo>
                  <a:lnTo>
                    <a:pt x="695288" y="118725"/>
                  </a:lnTo>
                  <a:lnTo>
                    <a:pt x="688218" y="158475"/>
                  </a:lnTo>
                  <a:lnTo>
                    <a:pt x="686504" y="199408"/>
                  </a:lnTo>
                  <a:lnTo>
                    <a:pt x="687969" y="243527"/>
                  </a:lnTo>
                  <a:lnTo>
                    <a:pt x="690443" y="292835"/>
                  </a:lnTo>
                  <a:lnTo>
                    <a:pt x="691750" y="349337"/>
                  </a:lnTo>
                  <a:lnTo>
                    <a:pt x="699322" y="386204"/>
                  </a:lnTo>
                  <a:lnTo>
                    <a:pt x="717121" y="442189"/>
                  </a:lnTo>
                  <a:lnTo>
                    <a:pt x="737773" y="504545"/>
                  </a:lnTo>
                  <a:lnTo>
                    <a:pt x="753903" y="560530"/>
                  </a:lnTo>
                  <a:lnTo>
                    <a:pt x="758136" y="597398"/>
                  </a:lnTo>
                  <a:lnTo>
                    <a:pt x="757529" y="611021"/>
                  </a:lnTo>
                  <a:lnTo>
                    <a:pt x="755939" y="625296"/>
                  </a:lnTo>
                  <a:lnTo>
                    <a:pt x="753708" y="639593"/>
                  </a:lnTo>
                  <a:lnTo>
                    <a:pt x="751179" y="653282"/>
                  </a:lnTo>
                  <a:lnTo>
                    <a:pt x="736887" y="662644"/>
                  </a:lnTo>
                  <a:lnTo>
                    <a:pt x="707506" y="657615"/>
                  </a:lnTo>
                  <a:lnTo>
                    <a:pt x="667624" y="643434"/>
                  </a:lnTo>
                  <a:lnTo>
                    <a:pt x="621828" y="625340"/>
                  </a:lnTo>
                  <a:lnTo>
                    <a:pt x="577592" y="605682"/>
                  </a:lnTo>
                  <a:lnTo>
                    <a:pt x="537578" y="591252"/>
                  </a:lnTo>
                  <a:lnTo>
                    <a:pt x="507382" y="585996"/>
                  </a:lnTo>
                  <a:lnTo>
                    <a:pt x="492595" y="593861"/>
                  </a:lnTo>
                  <a:lnTo>
                    <a:pt x="474753" y="630996"/>
                  </a:lnTo>
                  <a:lnTo>
                    <a:pt x="448713" y="668258"/>
                  </a:lnTo>
                  <a:lnTo>
                    <a:pt x="415873" y="705490"/>
                  </a:lnTo>
                  <a:lnTo>
                    <a:pt x="377629" y="742538"/>
                  </a:lnTo>
                  <a:lnTo>
                    <a:pt x="335380" y="779245"/>
                  </a:lnTo>
                  <a:lnTo>
                    <a:pt x="290523" y="815457"/>
                  </a:lnTo>
                  <a:lnTo>
                    <a:pt x="244454" y="851018"/>
                  </a:lnTo>
                  <a:lnTo>
                    <a:pt x="154274" y="919563"/>
                  </a:lnTo>
                  <a:lnTo>
                    <a:pt x="112957" y="952238"/>
                  </a:lnTo>
                  <a:lnTo>
                    <a:pt x="76019" y="983639"/>
                  </a:lnTo>
                  <a:lnTo>
                    <a:pt x="44856" y="1013611"/>
                  </a:lnTo>
                  <a:lnTo>
                    <a:pt x="5449" y="1068648"/>
                  </a:lnTo>
                  <a:lnTo>
                    <a:pt x="0" y="1093402"/>
                  </a:lnTo>
                  <a:lnTo>
                    <a:pt x="7379" y="1135264"/>
                  </a:lnTo>
                  <a:lnTo>
                    <a:pt x="27168" y="1174276"/>
                  </a:lnTo>
                  <a:lnTo>
                    <a:pt x="55846" y="1212618"/>
                  </a:lnTo>
                  <a:lnTo>
                    <a:pt x="89890" y="1252470"/>
                  </a:lnTo>
                  <a:lnTo>
                    <a:pt x="125778" y="1296013"/>
                  </a:lnTo>
                  <a:lnTo>
                    <a:pt x="154112" y="1331932"/>
                  </a:lnTo>
                  <a:lnTo>
                    <a:pt x="184762" y="1367949"/>
                  </a:lnTo>
                  <a:lnTo>
                    <a:pt x="217425" y="1403869"/>
                  </a:lnTo>
                  <a:lnTo>
                    <a:pt x="251798" y="1439497"/>
                  </a:lnTo>
                  <a:lnTo>
                    <a:pt x="287578" y="1474641"/>
                  </a:lnTo>
                  <a:lnTo>
                    <a:pt x="324463" y="1509105"/>
                  </a:lnTo>
                  <a:lnTo>
                    <a:pt x="362151" y="1542696"/>
                  </a:lnTo>
                  <a:lnTo>
                    <a:pt x="400337" y="1575219"/>
                  </a:lnTo>
                  <a:lnTo>
                    <a:pt x="438720" y="1606480"/>
                  </a:lnTo>
                  <a:lnTo>
                    <a:pt x="476997" y="1636286"/>
                  </a:lnTo>
                  <a:lnTo>
                    <a:pt x="514866" y="1664441"/>
                  </a:lnTo>
                  <a:lnTo>
                    <a:pt x="552023" y="1690753"/>
                  </a:lnTo>
                  <a:lnTo>
                    <a:pt x="588720" y="1722377"/>
                  </a:lnTo>
                  <a:lnTo>
                    <a:pt x="624099" y="1763631"/>
                  </a:lnTo>
                  <a:lnTo>
                    <a:pt x="657870" y="1810951"/>
                  </a:lnTo>
                  <a:lnTo>
                    <a:pt x="689746" y="1860773"/>
                  </a:lnTo>
                  <a:lnTo>
                    <a:pt x="719438" y="1909530"/>
                  </a:lnTo>
                  <a:lnTo>
                    <a:pt x="746659" y="1953658"/>
                  </a:lnTo>
                  <a:lnTo>
                    <a:pt x="771119" y="1989592"/>
                  </a:lnTo>
                  <a:lnTo>
                    <a:pt x="792531" y="2013767"/>
                  </a:lnTo>
                  <a:lnTo>
                    <a:pt x="810607" y="2022617"/>
                  </a:lnTo>
                  <a:lnTo>
                    <a:pt x="837002" y="2020902"/>
                  </a:lnTo>
                  <a:lnTo>
                    <a:pt x="912655" y="2007549"/>
                  </a:lnTo>
                  <a:lnTo>
                    <a:pt x="958651" y="1996160"/>
                  </a:lnTo>
                  <a:lnTo>
                    <a:pt x="1007919" y="1981794"/>
                  </a:lnTo>
                  <a:lnTo>
                    <a:pt x="1058828" y="1964576"/>
                  </a:lnTo>
                  <a:lnTo>
                    <a:pt x="1109746" y="1944629"/>
                  </a:lnTo>
                  <a:lnTo>
                    <a:pt x="1159043" y="1922077"/>
                  </a:lnTo>
                  <a:lnTo>
                    <a:pt x="1205087" y="1897045"/>
                  </a:lnTo>
                  <a:lnTo>
                    <a:pt x="1246248" y="1869657"/>
                  </a:lnTo>
                  <a:lnTo>
                    <a:pt x="1280895" y="1840036"/>
                  </a:lnTo>
                  <a:lnTo>
                    <a:pt x="1307396" y="1808306"/>
                  </a:lnTo>
                  <a:lnTo>
                    <a:pt x="1325496" y="1749738"/>
                  </a:lnTo>
                  <a:lnTo>
                    <a:pt x="1317771" y="1717881"/>
                  </a:lnTo>
                  <a:lnTo>
                    <a:pt x="1302508" y="1680204"/>
                  </a:lnTo>
                  <a:lnTo>
                    <a:pt x="1281273" y="1637890"/>
                  </a:lnTo>
                  <a:lnTo>
                    <a:pt x="1255630" y="1592122"/>
                  </a:lnTo>
                  <a:lnTo>
                    <a:pt x="1227144" y="1544083"/>
                  </a:lnTo>
                  <a:lnTo>
                    <a:pt x="1167901" y="1445925"/>
                  </a:lnTo>
                  <a:lnTo>
                    <a:pt x="1140273" y="1398173"/>
                  </a:lnTo>
                  <a:lnTo>
                    <a:pt x="1116062" y="1352881"/>
                  </a:lnTo>
                  <a:lnTo>
                    <a:pt x="1096830" y="1311234"/>
                  </a:lnTo>
                  <a:lnTo>
                    <a:pt x="1084144" y="1274415"/>
                  </a:lnTo>
                  <a:lnTo>
                    <a:pt x="1079568" y="1243606"/>
                  </a:lnTo>
                  <a:lnTo>
                    <a:pt x="1080418" y="1207739"/>
                  </a:lnTo>
                  <a:lnTo>
                    <a:pt x="1082590" y="1167511"/>
                  </a:lnTo>
                  <a:lnTo>
                    <a:pt x="1088635" y="1075820"/>
                  </a:lnTo>
                  <a:lnTo>
                    <a:pt x="1091374" y="1025280"/>
                  </a:lnTo>
                  <a:lnTo>
                    <a:pt x="1093168" y="972223"/>
                  </a:lnTo>
                  <a:lnTo>
                    <a:pt x="1093451" y="917113"/>
                  </a:lnTo>
                  <a:lnTo>
                    <a:pt x="1091657" y="860409"/>
                  </a:lnTo>
                  <a:lnTo>
                    <a:pt x="1087218" y="802572"/>
                  </a:lnTo>
                  <a:lnTo>
                    <a:pt x="1079568" y="744065"/>
                  </a:lnTo>
                  <a:lnTo>
                    <a:pt x="1065321" y="696274"/>
                  </a:lnTo>
                  <a:lnTo>
                    <a:pt x="1042878" y="649140"/>
                  </a:lnTo>
                  <a:lnTo>
                    <a:pt x="1017431" y="602498"/>
                  </a:lnTo>
                  <a:lnTo>
                    <a:pt x="994168" y="556184"/>
                  </a:lnTo>
                  <a:lnTo>
                    <a:pt x="978280" y="510034"/>
                  </a:lnTo>
                  <a:lnTo>
                    <a:pt x="967168" y="455732"/>
                  </a:lnTo>
                  <a:lnTo>
                    <a:pt x="955095" y="403055"/>
                  </a:lnTo>
                  <a:lnTo>
                    <a:pt x="942381" y="352345"/>
                  </a:lnTo>
                  <a:lnTo>
                    <a:pt x="929346" y="303945"/>
                  </a:lnTo>
                  <a:lnTo>
                    <a:pt x="915010" y="267413"/>
                  </a:lnTo>
                  <a:lnTo>
                    <a:pt x="896109" y="231864"/>
                  </a:lnTo>
                  <a:lnTo>
                    <a:pt x="877230" y="198283"/>
                  </a:lnTo>
                  <a:lnTo>
                    <a:pt x="862960" y="167653"/>
                  </a:lnTo>
                  <a:lnTo>
                    <a:pt x="837355" y="98731"/>
                  </a:lnTo>
                  <a:lnTo>
                    <a:pt x="815353" y="45848"/>
                  </a:lnTo>
                  <a:lnTo>
                    <a:pt x="792688" y="11953"/>
                  </a:lnTo>
                  <a:lnTo>
                    <a:pt x="765092" y="0"/>
                  </a:lnTo>
                  <a:close/>
                </a:path>
              </a:pathLst>
            </a:custGeom>
            <a:solidFill>
              <a:srgbClr val="FAB8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6049427" y="3444020"/>
              <a:ext cx="992505" cy="1942464"/>
            </a:xfrm>
            <a:custGeom>
              <a:avLst/>
              <a:gdLst/>
              <a:ahLst/>
              <a:cxnLst/>
              <a:rect l="l" t="t" r="r" b="b"/>
              <a:pathLst>
                <a:path w="992504" h="1942464">
                  <a:moveTo>
                    <a:pt x="848964" y="0"/>
                  </a:moveTo>
                  <a:lnTo>
                    <a:pt x="143241" y="0"/>
                  </a:lnTo>
                  <a:lnTo>
                    <a:pt x="95702" y="2848"/>
                  </a:lnTo>
                  <a:lnTo>
                    <a:pt x="34058" y="30774"/>
                  </a:lnTo>
                  <a:lnTo>
                    <a:pt x="6395" y="99767"/>
                  </a:lnTo>
                  <a:lnTo>
                    <a:pt x="1334" y="153948"/>
                  </a:lnTo>
                  <a:lnTo>
                    <a:pt x="0" y="223537"/>
                  </a:lnTo>
                  <a:lnTo>
                    <a:pt x="0" y="1718672"/>
                  </a:lnTo>
                  <a:lnTo>
                    <a:pt x="1334" y="1788255"/>
                  </a:lnTo>
                  <a:lnTo>
                    <a:pt x="6395" y="1842438"/>
                  </a:lnTo>
                  <a:lnTo>
                    <a:pt x="16774" y="1882933"/>
                  </a:lnTo>
                  <a:lnTo>
                    <a:pt x="59838" y="1929699"/>
                  </a:lnTo>
                  <a:lnTo>
                    <a:pt x="143241" y="1942245"/>
                  </a:lnTo>
                  <a:lnTo>
                    <a:pt x="848965" y="1942245"/>
                  </a:lnTo>
                  <a:lnTo>
                    <a:pt x="896515" y="1939394"/>
                  </a:lnTo>
                  <a:lnTo>
                    <a:pt x="958171" y="1911449"/>
                  </a:lnTo>
                  <a:lnTo>
                    <a:pt x="985835" y="1842438"/>
                  </a:lnTo>
                  <a:lnTo>
                    <a:pt x="990896" y="1788255"/>
                  </a:lnTo>
                  <a:lnTo>
                    <a:pt x="992229" y="1718672"/>
                  </a:lnTo>
                  <a:lnTo>
                    <a:pt x="992229" y="223537"/>
                  </a:lnTo>
                  <a:lnTo>
                    <a:pt x="990896" y="153948"/>
                  </a:lnTo>
                  <a:lnTo>
                    <a:pt x="985835" y="99767"/>
                  </a:lnTo>
                  <a:lnTo>
                    <a:pt x="975457" y="59281"/>
                  </a:lnTo>
                  <a:lnTo>
                    <a:pt x="932387" y="12535"/>
                  </a:lnTo>
                  <a:lnTo>
                    <a:pt x="848964" y="0"/>
                  </a:lnTo>
                  <a:close/>
                </a:path>
              </a:pathLst>
            </a:custGeom>
            <a:solidFill>
              <a:srgbClr val="4140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6269533" y="3530726"/>
              <a:ext cx="541655" cy="17780"/>
            </a:xfrm>
            <a:custGeom>
              <a:avLst/>
              <a:gdLst/>
              <a:ahLst/>
              <a:cxnLst/>
              <a:rect l="l" t="t" r="r" b="b"/>
              <a:pathLst>
                <a:path w="541654" h="17779">
                  <a:moveTo>
                    <a:pt x="541477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0" y="13970"/>
                  </a:lnTo>
                  <a:lnTo>
                    <a:pt x="1282" y="13970"/>
                  </a:lnTo>
                  <a:lnTo>
                    <a:pt x="1282" y="17780"/>
                  </a:lnTo>
                  <a:lnTo>
                    <a:pt x="540219" y="17780"/>
                  </a:lnTo>
                  <a:lnTo>
                    <a:pt x="540219" y="13970"/>
                  </a:lnTo>
                  <a:lnTo>
                    <a:pt x="541477" y="13970"/>
                  </a:lnTo>
                  <a:lnTo>
                    <a:pt x="541477" y="7620"/>
                  </a:lnTo>
                  <a:lnTo>
                    <a:pt x="541477" y="0"/>
                  </a:lnTo>
                  <a:close/>
                </a:path>
              </a:pathLst>
            </a:custGeom>
            <a:solidFill>
              <a:srgbClr val="5758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6122793" y="3646607"/>
              <a:ext cx="848994" cy="1593215"/>
            </a:xfrm>
            <a:custGeom>
              <a:avLst/>
              <a:gdLst/>
              <a:ahLst/>
              <a:cxnLst/>
              <a:rect l="l" t="t" r="r" b="b"/>
              <a:pathLst>
                <a:path w="848995" h="1593214">
                  <a:moveTo>
                    <a:pt x="848976" y="0"/>
                  </a:moveTo>
                  <a:lnTo>
                    <a:pt x="0" y="0"/>
                  </a:lnTo>
                  <a:lnTo>
                    <a:pt x="0" y="1592943"/>
                  </a:lnTo>
                  <a:lnTo>
                    <a:pt x="848976" y="1592943"/>
                  </a:lnTo>
                  <a:lnTo>
                    <a:pt x="848976" y="0"/>
                  </a:lnTo>
                  <a:close/>
                </a:path>
              </a:pathLst>
            </a:custGeom>
            <a:solidFill>
              <a:srgbClr val="DCDD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6727182" y="3646572"/>
              <a:ext cx="245110" cy="356870"/>
            </a:xfrm>
            <a:custGeom>
              <a:avLst/>
              <a:gdLst/>
              <a:ahLst/>
              <a:cxnLst/>
              <a:rect l="l" t="t" r="r" b="b"/>
              <a:pathLst>
                <a:path w="245109" h="356870">
                  <a:moveTo>
                    <a:pt x="62965" y="0"/>
                  </a:moveTo>
                  <a:lnTo>
                    <a:pt x="0" y="0"/>
                  </a:lnTo>
                  <a:lnTo>
                    <a:pt x="244552" y="356293"/>
                  </a:lnTo>
                  <a:lnTo>
                    <a:pt x="244552" y="261973"/>
                  </a:lnTo>
                  <a:lnTo>
                    <a:pt x="62965" y="0"/>
                  </a:lnTo>
                  <a:close/>
                </a:path>
              </a:pathLst>
            </a:custGeom>
            <a:solidFill>
              <a:srgbClr val="EE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6297482" y="3796776"/>
              <a:ext cx="527685" cy="157480"/>
            </a:xfrm>
            <a:custGeom>
              <a:avLst/>
              <a:gdLst/>
              <a:ahLst/>
              <a:cxnLst/>
              <a:rect l="l" t="t" r="r" b="b"/>
              <a:pathLst>
                <a:path w="527684" h="157479">
                  <a:moveTo>
                    <a:pt x="492665" y="0"/>
                  </a:moveTo>
                  <a:lnTo>
                    <a:pt x="34937" y="0"/>
                  </a:lnTo>
                  <a:lnTo>
                    <a:pt x="20634" y="2520"/>
                  </a:lnTo>
                  <a:lnTo>
                    <a:pt x="9606" y="9638"/>
                  </a:lnTo>
                  <a:lnTo>
                    <a:pt x="2510" y="20691"/>
                  </a:lnTo>
                  <a:lnTo>
                    <a:pt x="0" y="35016"/>
                  </a:lnTo>
                  <a:lnTo>
                    <a:pt x="0" y="125799"/>
                  </a:lnTo>
                  <a:lnTo>
                    <a:pt x="2510" y="138079"/>
                  </a:lnTo>
                  <a:lnTo>
                    <a:pt x="9607" y="148082"/>
                  </a:lnTo>
                  <a:lnTo>
                    <a:pt x="20634" y="154813"/>
                  </a:lnTo>
                  <a:lnTo>
                    <a:pt x="34937" y="157278"/>
                  </a:lnTo>
                  <a:lnTo>
                    <a:pt x="492665" y="157278"/>
                  </a:lnTo>
                  <a:lnTo>
                    <a:pt x="506924" y="154813"/>
                  </a:lnTo>
                  <a:lnTo>
                    <a:pt x="517943" y="148082"/>
                  </a:lnTo>
                  <a:lnTo>
                    <a:pt x="525049" y="138079"/>
                  </a:lnTo>
                  <a:lnTo>
                    <a:pt x="527568" y="125799"/>
                  </a:lnTo>
                  <a:lnTo>
                    <a:pt x="527568" y="35016"/>
                  </a:lnTo>
                  <a:lnTo>
                    <a:pt x="525049" y="20691"/>
                  </a:lnTo>
                  <a:lnTo>
                    <a:pt x="517943" y="9638"/>
                  </a:lnTo>
                  <a:lnTo>
                    <a:pt x="506924" y="2520"/>
                  </a:lnTo>
                  <a:lnTo>
                    <a:pt x="492665" y="0"/>
                  </a:lnTo>
                  <a:close/>
                </a:path>
              </a:pathLst>
            </a:custGeom>
            <a:solidFill>
              <a:srgbClr val="EE40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6590944" y="3646576"/>
              <a:ext cx="381000" cy="555625"/>
            </a:xfrm>
            <a:custGeom>
              <a:avLst/>
              <a:gdLst/>
              <a:ahLst/>
              <a:cxnLst/>
              <a:rect l="l" t="t" r="r" b="b"/>
              <a:pathLst>
                <a:path w="381000" h="555625">
                  <a:moveTo>
                    <a:pt x="164172" y="150202"/>
                  </a:moveTo>
                  <a:lnTo>
                    <a:pt x="62890" y="0"/>
                  </a:lnTo>
                  <a:lnTo>
                    <a:pt x="0" y="0"/>
                  </a:lnTo>
                  <a:lnTo>
                    <a:pt x="101333" y="150202"/>
                  </a:lnTo>
                  <a:lnTo>
                    <a:pt x="164172" y="150202"/>
                  </a:lnTo>
                  <a:close/>
                </a:path>
                <a:path w="381000" h="555625">
                  <a:moveTo>
                    <a:pt x="380784" y="464642"/>
                  </a:moveTo>
                  <a:lnTo>
                    <a:pt x="234099" y="251599"/>
                  </a:lnTo>
                  <a:lnTo>
                    <a:pt x="234099" y="276009"/>
                  </a:lnTo>
                  <a:lnTo>
                    <a:pt x="232244" y="286296"/>
                  </a:lnTo>
                  <a:lnTo>
                    <a:pt x="227101" y="295630"/>
                  </a:lnTo>
                  <a:lnTo>
                    <a:pt x="219329" y="303034"/>
                  </a:lnTo>
                  <a:lnTo>
                    <a:pt x="209575" y="307479"/>
                  </a:lnTo>
                  <a:lnTo>
                    <a:pt x="380784" y="555421"/>
                  </a:lnTo>
                  <a:lnTo>
                    <a:pt x="380784" y="464642"/>
                  </a:lnTo>
                  <a:close/>
                </a:path>
              </a:pathLst>
            </a:custGeom>
            <a:solidFill>
              <a:srgbClr val="EEEFE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1" name="object 8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692279" y="3796776"/>
              <a:ext cx="132770" cy="157278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878399" y="4057018"/>
              <a:ext cx="169718" cy="232343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5857276" y="4702342"/>
              <a:ext cx="304165" cy="368300"/>
            </a:xfrm>
            <a:custGeom>
              <a:avLst/>
              <a:gdLst/>
              <a:ahLst/>
              <a:cxnLst/>
              <a:rect l="l" t="t" r="r" b="b"/>
              <a:pathLst>
                <a:path w="304164" h="368300">
                  <a:moveTo>
                    <a:pt x="171021" y="0"/>
                  </a:moveTo>
                  <a:lnTo>
                    <a:pt x="134938" y="2733"/>
                  </a:lnTo>
                  <a:lnTo>
                    <a:pt x="96890" y="10684"/>
                  </a:lnTo>
                  <a:lnTo>
                    <a:pt x="66373" y="16645"/>
                  </a:lnTo>
                  <a:lnTo>
                    <a:pt x="30946" y="29913"/>
                  </a:lnTo>
                  <a:lnTo>
                    <a:pt x="10914" y="65132"/>
                  </a:lnTo>
                  <a:lnTo>
                    <a:pt x="2018" y="115427"/>
                  </a:lnTo>
                  <a:lnTo>
                    <a:pt x="0" y="173924"/>
                  </a:lnTo>
                  <a:lnTo>
                    <a:pt x="6330" y="197907"/>
                  </a:lnTo>
                  <a:lnTo>
                    <a:pt x="37336" y="244636"/>
                  </a:lnTo>
                  <a:lnTo>
                    <a:pt x="100605" y="296215"/>
                  </a:lnTo>
                  <a:lnTo>
                    <a:pt x="142803" y="322802"/>
                  </a:lnTo>
                  <a:lnTo>
                    <a:pt x="213116" y="362540"/>
                  </a:lnTo>
                  <a:lnTo>
                    <a:pt x="244949" y="367964"/>
                  </a:lnTo>
                  <a:lnTo>
                    <a:pt x="274101" y="353932"/>
                  </a:lnTo>
                  <a:lnTo>
                    <a:pt x="295373" y="325306"/>
                  </a:lnTo>
                  <a:lnTo>
                    <a:pt x="303564" y="286949"/>
                  </a:lnTo>
                  <a:lnTo>
                    <a:pt x="293474" y="243720"/>
                  </a:lnTo>
                  <a:lnTo>
                    <a:pt x="274691" y="218880"/>
                  </a:lnTo>
                  <a:lnTo>
                    <a:pt x="245430" y="180909"/>
                  </a:lnTo>
                  <a:lnTo>
                    <a:pt x="214861" y="137677"/>
                  </a:lnTo>
                  <a:lnTo>
                    <a:pt x="192151" y="97053"/>
                  </a:lnTo>
                  <a:lnTo>
                    <a:pt x="186308" y="69161"/>
                  </a:lnTo>
                  <a:lnTo>
                    <a:pt x="189965" y="44219"/>
                  </a:lnTo>
                  <a:lnTo>
                    <a:pt x="195589" y="23854"/>
                  </a:lnTo>
                  <a:lnTo>
                    <a:pt x="195641" y="9689"/>
                  </a:lnTo>
                  <a:lnTo>
                    <a:pt x="171021" y="0"/>
                  </a:lnTo>
                  <a:close/>
                </a:path>
              </a:pathLst>
            </a:custGeom>
            <a:solidFill>
              <a:srgbClr val="FAB89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4" name="object 8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993525" y="4892868"/>
              <a:ext cx="165951" cy="164156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5829318" y="4358465"/>
              <a:ext cx="313690" cy="357505"/>
            </a:xfrm>
            <a:custGeom>
              <a:avLst/>
              <a:gdLst/>
              <a:ahLst/>
              <a:cxnLst/>
              <a:rect l="l" t="t" r="r" b="b"/>
              <a:pathLst>
                <a:path w="313689" h="357504">
                  <a:moveTo>
                    <a:pt x="191996" y="0"/>
                  </a:moveTo>
                  <a:lnTo>
                    <a:pt x="155910" y="2490"/>
                  </a:lnTo>
                  <a:lnTo>
                    <a:pt x="117862" y="10242"/>
                  </a:lnTo>
                  <a:lnTo>
                    <a:pt x="87350" y="14722"/>
                  </a:lnTo>
                  <a:lnTo>
                    <a:pt x="29939" y="51122"/>
                  </a:lnTo>
                  <a:lnTo>
                    <a:pt x="12134" y="88167"/>
                  </a:lnTo>
                  <a:lnTo>
                    <a:pt x="2042" y="133090"/>
                  </a:lnTo>
                  <a:lnTo>
                    <a:pt x="0" y="182376"/>
                  </a:lnTo>
                  <a:lnTo>
                    <a:pt x="13137" y="221035"/>
                  </a:lnTo>
                  <a:lnTo>
                    <a:pt x="44518" y="256286"/>
                  </a:lnTo>
                  <a:lnTo>
                    <a:pt x="87350" y="287645"/>
                  </a:lnTo>
                  <a:lnTo>
                    <a:pt x="134839" y="314633"/>
                  </a:lnTo>
                  <a:lnTo>
                    <a:pt x="180193" y="336767"/>
                  </a:lnTo>
                  <a:lnTo>
                    <a:pt x="216618" y="353566"/>
                  </a:lnTo>
                  <a:lnTo>
                    <a:pt x="249177" y="357201"/>
                  </a:lnTo>
                  <a:lnTo>
                    <a:pt x="280061" y="339043"/>
                  </a:lnTo>
                  <a:lnTo>
                    <a:pt x="303398" y="305791"/>
                  </a:lnTo>
                  <a:lnTo>
                    <a:pt x="313320" y="264147"/>
                  </a:lnTo>
                  <a:lnTo>
                    <a:pt x="303957" y="220811"/>
                  </a:lnTo>
                  <a:lnTo>
                    <a:pt x="286816" y="197741"/>
                  </a:lnTo>
                  <a:lnTo>
                    <a:pt x="261159" y="167122"/>
                  </a:lnTo>
                  <a:lnTo>
                    <a:pt x="234190" y="131928"/>
                  </a:lnTo>
                  <a:lnTo>
                    <a:pt x="213116" y="95130"/>
                  </a:lnTo>
                  <a:lnTo>
                    <a:pt x="207278" y="67276"/>
                  </a:lnTo>
                  <a:lnTo>
                    <a:pt x="210936" y="42694"/>
                  </a:lnTo>
                  <a:lnTo>
                    <a:pt x="216560" y="23373"/>
                  </a:lnTo>
                  <a:lnTo>
                    <a:pt x="216618" y="11303"/>
                  </a:lnTo>
                  <a:lnTo>
                    <a:pt x="191996" y="0"/>
                  </a:lnTo>
                  <a:close/>
                </a:path>
              </a:pathLst>
            </a:custGeom>
            <a:solidFill>
              <a:srgbClr val="FAB89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6" name="object 8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951606" y="4521955"/>
              <a:ext cx="159395" cy="158243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5878229" y="4970563"/>
              <a:ext cx="300990" cy="224790"/>
            </a:xfrm>
            <a:custGeom>
              <a:avLst/>
              <a:gdLst/>
              <a:ahLst/>
              <a:cxnLst/>
              <a:rect l="l" t="t" r="r" b="b"/>
              <a:pathLst>
                <a:path w="300989" h="224789">
                  <a:moveTo>
                    <a:pt x="52412" y="0"/>
                  </a:moveTo>
                  <a:lnTo>
                    <a:pt x="26533" y="5026"/>
                  </a:lnTo>
                  <a:lnTo>
                    <a:pt x="10482" y="27077"/>
                  </a:lnTo>
                  <a:lnTo>
                    <a:pt x="2293" y="53056"/>
                  </a:lnTo>
                  <a:lnTo>
                    <a:pt x="0" y="69867"/>
                  </a:lnTo>
                  <a:lnTo>
                    <a:pt x="18785" y="95886"/>
                  </a:lnTo>
                  <a:lnTo>
                    <a:pt x="62220" y="131295"/>
                  </a:lnTo>
                  <a:lnTo>
                    <a:pt x="117225" y="168715"/>
                  </a:lnTo>
                  <a:lnTo>
                    <a:pt x="170720" y="200770"/>
                  </a:lnTo>
                  <a:lnTo>
                    <a:pt x="209626" y="220083"/>
                  </a:lnTo>
                  <a:lnTo>
                    <a:pt x="244454" y="224775"/>
                  </a:lnTo>
                  <a:lnTo>
                    <a:pt x="273388" y="215715"/>
                  </a:lnTo>
                  <a:lnTo>
                    <a:pt x="293151" y="197485"/>
                  </a:lnTo>
                  <a:lnTo>
                    <a:pt x="300466" y="174668"/>
                  </a:lnTo>
                  <a:lnTo>
                    <a:pt x="294245" y="153379"/>
                  </a:lnTo>
                  <a:lnTo>
                    <a:pt x="279506" y="135368"/>
                  </a:lnTo>
                  <a:lnTo>
                    <a:pt x="254285" y="118667"/>
                  </a:lnTo>
                  <a:lnTo>
                    <a:pt x="216618" y="101311"/>
                  </a:lnTo>
                  <a:lnTo>
                    <a:pt x="188013" y="81061"/>
                  </a:lnTo>
                  <a:lnTo>
                    <a:pt x="144995" y="49346"/>
                  </a:lnTo>
                  <a:lnTo>
                    <a:pt x="96737" y="18286"/>
                  </a:lnTo>
                  <a:lnTo>
                    <a:pt x="52412" y="0"/>
                  </a:lnTo>
                  <a:close/>
                </a:path>
              </a:pathLst>
            </a:custGeom>
            <a:solidFill>
              <a:srgbClr val="FAB89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8" name="object 8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061602" y="5096213"/>
              <a:ext cx="104425" cy="87610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6178696" y="3999446"/>
              <a:ext cx="744220" cy="730250"/>
            </a:xfrm>
            <a:custGeom>
              <a:avLst/>
              <a:gdLst/>
              <a:ahLst/>
              <a:cxnLst/>
              <a:rect l="l" t="t" r="r" b="b"/>
              <a:pathLst>
                <a:path w="744220" h="730250">
                  <a:moveTo>
                    <a:pt x="373832" y="0"/>
                  </a:moveTo>
                  <a:lnTo>
                    <a:pt x="350848" y="644"/>
                  </a:lnTo>
                  <a:lnTo>
                    <a:pt x="328848" y="2593"/>
                  </a:lnTo>
                  <a:lnTo>
                    <a:pt x="307503" y="5869"/>
                  </a:lnTo>
                  <a:lnTo>
                    <a:pt x="286482" y="10493"/>
                  </a:lnTo>
                  <a:lnTo>
                    <a:pt x="279501" y="10493"/>
                  </a:lnTo>
                  <a:lnTo>
                    <a:pt x="236399" y="25488"/>
                  </a:lnTo>
                  <a:lnTo>
                    <a:pt x="195480" y="45204"/>
                  </a:lnTo>
                  <a:lnTo>
                    <a:pt x="157245" y="69294"/>
                  </a:lnTo>
                  <a:lnTo>
                    <a:pt x="122198" y="97414"/>
                  </a:lnTo>
                  <a:lnTo>
                    <a:pt x="90840" y="129218"/>
                  </a:lnTo>
                  <a:lnTo>
                    <a:pt x="87338" y="129218"/>
                  </a:lnTo>
                  <a:lnTo>
                    <a:pt x="87338" y="132755"/>
                  </a:lnTo>
                  <a:lnTo>
                    <a:pt x="83848" y="132755"/>
                  </a:lnTo>
                  <a:lnTo>
                    <a:pt x="65670" y="159039"/>
                  </a:lnTo>
                  <a:lnTo>
                    <a:pt x="48475" y="185986"/>
                  </a:lnTo>
                  <a:lnTo>
                    <a:pt x="33246" y="214260"/>
                  </a:lnTo>
                  <a:lnTo>
                    <a:pt x="20964" y="244524"/>
                  </a:lnTo>
                  <a:lnTo>
                    <a:pt x="20964" y="251480"/>
                  </a:lnTo>
                  <a:lnTo>
                    <a:pt x="11794" y="278317"/>
                  </a:lnTo>
                  <a:lnTo>
                    <a:pt x="5242" y="306480"/>
                  </a:lnTo>
                  <a:lnTo>
                    <a:pt x="1310" y="335970"/>
                  </a:lnTo>
                  <a:lnTo>
                    <a:pt x="0" y="366786"/>
                  </a:lnTo>
                  <a:lnTo>
                    <a:pt x="600" y="379873"/>
                  </a:lnTo>
                  <a:lnTo>
                    <a:pt x="2182" y="392959"/>
                  </a:lnTo>
                  <a:lnTo>
                    <a:pt x="4422" y="406046"/>
                  </a:lnTo>
                  <a:lnTo>
                    <a:pt x="6992" y="419133"/>
                  </a:lnTo>
                  <a:lnTo>
                    <a:pt x="6992" y="426207"/>
                  </a:lnTo>
                  <a:lnTo>
                    <a:pt x="14740" y="464770"/>
                  </a:lnTo>
                  <a:lnTo>
                    <a:pt x="27075" y="501707"/>
                  </a:lnTo>
                  <a:lnTo>
                    <a:pt x="43342" y="536677"/>
                  </a:lnTo>
                  <a:lnTo>
                    <a:pt x="62883" y="569338"/>
                  </a:lnTo>
                  <a:lnTo>
                    <a:pt x="66385" y="569338"/>
                  </a:lnTo>
                  <a:lnTo>
                    <a:pt x="66385" y="576412"/>
                  </a:lnTo>
                  <a:lnTo>
                    <a:pt x="88655" y="603915"/>
                  </a:lnTo>
                  <a:lnTo>
                    <a:pt x="113546" y="628789"/>
                  </a:lnTo>
                  <a:lnTo>
                    <a:pt x="141057" y="651053"/>
                  </a:lnTo>
                  <a:lnTo>
                    <a:pt x="171186" y="670731"/>
                  </a:lnTo>
                  <a:lnTo>
                    <a:pt x="177030" y="675895"/>
                  </a:lnTo>
                  <a:lnTo>
                    <a:pt x="183856" y="680738"/>
                  </a:lnTo>
                  <a:lnTo>
                    <a:pt x="191336" y="684940"/>
                  </a:lnTo>
                  <a:lnTo>
                    <a:pt x="199144" y="688181"/>
                  </a:lnTo>
                  <a:lnTo>
                    <a:pt x="239701" y="706508"/>
                  </a:lnTo>
                  <a:lnTo>
                    <a:pt x="282553" y="719586"/>
                  </a:lnTo>
                  <a:lnTo>
                    <a:pt x="327372" y="727425"/>
                  </a:lnTo>
                  <a:lnTo>
                    <a:pt x="373832" y="730035"/>
                  </a:lnTo>
                  <a:lnTo>
                    <a:pt x="394246" y="729445"/>
                  </a:lnTo>
                  <a:lnTo>
                    <a:pt x="414005" y="727883"/>
                  </a:lnTo>
                  <a:lnTo>
                    <a:pt x="433765" y="725658"/>
                  </a:lnTo>
                  <a:lnTo>
                    <a:pt x="454178" y="723079"/>
                  </a:lnTo>
                  <a:lnTo>
                    <a:pt x="457680" y="723079"/>
                  </a:lnTo>
                  <a:lnTo>
                    <a:pt x="457680" y="719586"/>
                  </a:lnTo>
                  <a:lnTo>
                    <a:pt x="461020" y="719586"/>
                  </a:lnTo>
                  <a:lnTo>
                    <a:pt x="509511" y="705335"/>
                  </a:lnTo>
                  <a:lnTo>
                    <a:pt x="554595" y="684231"/>
                  </a:lnTo>
                  <a:lnTo>
                    <a:pt x="595755" y="657202"/>
                  </a:lnTo>
                  <a:lnTo>
                    <a:pt x="632322" y="625222"/>
                  </a:lnTo>
                  <a:lnTo>
                    <a:pt x="635859" y="625222"/>
                  </a:lnTo>
                  <a:lnTo>
                    <a:pt x="635859" y="621803"/>
                  </a:lnTo>
                  <a:lnTo>
                    <a:pt x="639397" y="621803"/>
                  </a:lnTo>
                  <a:lnTo>
                    <a:pt x="672394" y="582048"/>
                  </a:lnTo>
                  <a:lnTo>
                    <a:pt x="699872" y="538422"/>
                  </a:lnTo>
                  <a:lnTo>
                    <a:pt x="721323" y="491271"/>
                  </a:lnTo>
                  <a:lnTo>
                    <a:pt x="736237" y="440939"/>
                  </a:lnTo>
                  <a:lnTo>
                    <a:pt x="744104" y="387772"/>
                  </a:lnTo>
                  <a:lnTo>
                    <a:pt x="744104" y="366786"/>
                  </a:lnTo>
                  <a:lnTo>
                    <a:pt x="740712" y="317094"/>
                  </a:lnTo>
                  <a:lnTo>
                    <a:pt x="730924" y="269623"/>
                  </a:lnTo>
                  <a:lnTo>
                    <a:pt x="715318" y="224864"/>
                  </a:lnTo>
                  <a:lnTo>
                    <a:pt x="694475" y="183307"/>
                  </a:lnTo>
                  <a:lnTo>
                    <a:pt x="668975" y="145445"/>
                  </a:lnTo>
                  <a:lnTo>
                    <a:pt x="639397" y="111768"/>
                  </a:lnTo>
                  <a:lnTo>
                    <a:pt x="604822" y="79930"/>
                  </a:lnTo>
                  <a:lnTo>
                    <a:pt x="541952" y="39406"/>
                  </a:lnTo>
                  <a:lnTo>
                    <a:pt x="506626" y="24405"/>
                  </a:lnTo>
                  <a:lnTo>
                    <a:pt x="503089" y="24405"/>
                  </a:lnTo>
                  <a:lnTo>
                    <a:pt x="499551" y="20986"/>
                  </a:lnTo>
                  <a:lnTo>
                    <a:pt x="486410" y="17799"/>
                  </a:lnTo>
                  <a:lnTo>
                    <a:pt x="472943" y="13971"/>
                  </a:lnTo>
                  <a:lnTo>
                    <a:pt x="458819" y="10143"/>
                  </a:lnTo>
                  <a:lnTo>
                    <a:pt x="443708" y="6956"/>
                  </a:lnTo>
                  <a:lnTo>
                    <a:pt x="436715" y="6956"/>
                  </a:lnTo>
                  <a:lnTo>
                    <a:pt x="420992" y="4377"/>
                  </a:lnTo>
                  <a:lnTo>
                    <a:pt x="405269" y="2151"/>
                  </a:lnTo>
                  <a:lnTo>
                    <a:pt x="390105" y="644"/>
                  </a:lnTo>
                  <a:lnTo>
                    <a:pt x="391023" y="644"/>
                  </a:lnTo>
                  <a:lnTo>
                    <a:pt x="3738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6185687" y="4009948"/>
              <a:ext cx="506730" cy="678180"/>
            </a:xfrm>
            <a:custGeom>
              <a:avLst/>
              <a:gdLst/>
              <a:ahLst/>
              <a:cxnLst/>
              <a:rect l="l" t="t" r="r" b="b"/>
              <a:pathLst>
                <a:path w="506729" h="678179">
                  <a:moveTo>
                    <a:pt x="66370" y="384238"/>
                  </a:moveTo>
                  <a:lnTo>
                    <a:pt x="62877" y="380695"/>
                  </a:lnTo>
                  <a:lnTo>
                    <a:pt x="64884" y="378726"/>
                  </a:lnTo>
                  <a:lnTo>
                    <a:pt x="61315" y="380695"/>
                  </a:lnTo>
                  <a:lnTo>
                    <a:pt x="41478" y="390740"/>
                  </a:lnTo>
                  <a:lnTo>
                    <a:pt x="20904" y="400177"/>
                  </a:lnTo>
                  <a:lnTo>
                    <a:pt x="0" y="408635"/>
                  </a:lnTo>
                  <a:lnTo>
                    <a:pt x="0" y="415709"/>
                  </a:lnTo>
                  <a:lnTo>
                    <a:pt x="16256" y="409816"/>
                  </a:lnTo>
                  <a:lnTo>
                    <a:pt x="33172" y="402983"/>
                  </a:lnTo>
                  <a:lnTo>
                    <a:pt x="50101" y="395516"/>
                  </a:lnTo>
                  <a:lnTo>
                    <a:pt x="66370" y="387769"/>
                  </a:lnTo>
                  <a:lnTo>
                    <a:pt x="66370" y="384238"/>
                  </a:lnTo>
                  <a:close/>
                </a:path>
                <a:path w="506729" h="678179">
                  <a:moveTo>
                    <a:pt x="67513" y="377278"/>
                  </a:moveTo>
                  <a:lnTo>
                    <a:pt x="66370" y="377278"/>
                  </a:lnTo>
                  <a:lnTo>
                    <a:pt x="64884" y="378726"/>
                  </a:lnTo>
                  <a:lnTo>
                    <a:pt x="67513" y="377278"/>
                  </a:lnTo>
                  <a:close/>
                </a:path>
                <a:path w="506729" h="678179">
                  <a:moveTo>
                    <a:pt x="195630" y="296862"/>
                  </a:moveTo>
                  <a:lnTo>
                    <a:pt x="192151" y="293446"/>
                  </a:lnTo>
                  <a:lnTo>
                    <a:pt x="188658" y="293446"/>
                  </a:lnTo>
                  <a:lnTo>
                    <a:pt x="188658" y="289915"/>
                  </a:lnTo>
                  <a:lnTo>
                    <a:pt x="180797" y="298259"/>
                  </a:lnTo>
                  <a:lnTo>
                    <a:pt x="172935" y="306933"/>
                  </a:lnTo>
                  <a:lnTo>
                    <a:pt x="165074" y="314960"/>
                  </a:lnTo>
                  <a:lnTo>
                    <a:pt x="157213" y="321386"/>
                  </a:lnTo>
                  <a:lnTo>
                    <a:pt x="150215" y="324815"/>
                  </a:lnTo>
                  <a:lnTo>
                    <a:pt x="146723" y="328345"/>
                  </a:lnTo>
                  <a:lnTo>
                    <a:pt x="143230" y="331762"/>
                  </a:lnTo>
                  <a:lnTo>
                    <a:pt x="143230" y="335305"/>
                  </a:lnTo>
                  <a:lnTo>
                    <a:pt x="146723" y="335305"/>
                  </a:lnTo>
                  <a:lnTo>
                    <a:pt x="143230" y="338836"/>
                  </a:lnTo>
                  <a:lnTo>
                    <a:pt x="136245" y="338836"/>
                  </a:lnTo>
                  <a:lnTo>
                    <a:pt x="123088" y="346710"/>
                  </a:lnTo>
                  <a:lnTo>
                    <a:pt x="109601" y="354571"/>
                  </a:lnTo>
                  <a:lnTo>
                    <a:pt x="95465" y="362394"/>
                  </a:lnTo>
                  <a:lnTo>
                    <a:pt x="80238" y="370255"/>
                  </a:lnTo>
                  <a:lnTo>
                    <a:pt x="67513" y="377278"/>
                  </a:lnTo>
                  <a:lnTo>
                    <a:pt x="69862" y="377278"/>
                  </a:lnTo>
                  <a:lnTo>
                    <a:pt x="69862" y="380695"/>
                  </a:lnTo>
                  <a:lnTo>
                    <a:pt x="73355" y="380695"/>
                  </a:lnTo>
                  <a:lnTo>
                    <a:pt x="73355" y="384238"/>
                  </a:lnTo>
                  <a:lnTo>
                    <a:pt x="97370" y="370255"/>
                  </a:lnTo>
                  <a:lnTo>
                    <a:pt x="108242" y="363601"/>
                  </a:lnTo>
                  <a:lnTo>
                    <a:pt x="118783" y="356285"/>
                  </a:lnTo>
                  <a:lnTo>
                    <a:pt x="137071" y="345122"/>
                  </a:lnTo>
                  <a:lnTo>
                    <a:pt x="155028" y="332663"/>
                  </a:lnTo>
                  <a:lnTo>
                    <a:pt x="172326" y="318897"/>
                  </a:lnTo>
                  <a:lnTo>
                    <a:pt x="188658" y="303822"/>
                  </a:lnTo>
                  <a:lnTo>
                    <a:pt x="192151" y="300405"/>
                  </a:lnTo>
                  <a:lnTo>
                    <a:pt x="192151" y="296862"/>
                  </a:lnTo>
                  <a:lnTo>
                    <a:pt x="195630" y="296862"/>
                  </a:lnTo>
                  <a:close/>
                </a:path>
                <a:path w="506729" h="678179">
                  <a:moveTo>
                    <a:pt x="268998" y="132753"/>
                  </a:moveTo>
                  <a:lnTo>
                    <a:pt x="265506" y="132753"/>
                  </a:lnTo>
                  <a:lnTo>
                    <a:pt x="262026" y="129209"/>
                  </a:lnTo>
                  <a:lnTo>
                    <a:pt x="251536" y="171183"/>
                  </a:lnTo>
                  <a:lnTo>
                    <a:pt x="246837" y="181635"/>
                  </a:lnTo>
                  <a:lnTo>
                    <a:pt x="238760" y="202590"/>
                  </a:lnTo>
                  <a:lnTo>
                    <a:pt x="234061" y="213042"/>
                  </a:lnTo>
                  <a:lnTo>
                    <a:pt x="234061" y="216573"/>
                  </a:lnTo>
                  <a:lnTo>
                    <a:pt x="228777" y="229057"/>
                  </a:lnTo>
                  <a:lnTo>
                    <a:pt x="223151" y="240550"/>
                  </a:lnTo>
                  <a:lnTo>
                    <a:pt x="216865" y="251409"/>
                  </a:lnTo>
                  <a:lnTo>
                    <a:pt x="209613" y="261975"/>
                  </a:lnTo>
                  <a:lnTo>
                    <a:pt x="206387" y="269227"/>
                  </a:lnTo>
                  <a:lnTo>
                    <a:pt x="202184" y="275501"/>
                  </a:lnTo>
                  <a:lnTo>
                    <a:pt x="197332" y="281101"/>
                  </a:lnTo>
                  <a:lnTo>
                    <a:pt x="192151" y="286372"/>
                  </a:lnTo>
                  <a:lnTo>
                    <a:pt x="195630" y="286372"/>
                  </a:lnTo>
                  <a:lnTo>
                    <a:pt x="195630" y="289915"/>
                  </a:lnTo>
                  <a:lnTo>
                    <a:pt x="199123" y="289915"/>
                  </a:lnTo>
                  <a:lnTo>
                    <a:pt x="229108" y="246176"/>
                  </a:lnTo>
                  <a:lnTo>
                    <a:pt x="247396" y="206400"/>
                  </a:lnTo>
                  <a:lnTo>
                    <a:pt x="263105" y="156845"/>
                  </a:lnTo>
                  <a:lnTo>
                    <a:pt x="268998" y="132753"/>
                  </a:lnTo>
                  <a:close/>
                </a:path>
                <a:path w="506729" h="678179">
                  <a:moveTo>
                    <a:pt x="279488" y="0"/>
                  </a:moveTo>
                  <a:lnTo>
                    <a:pt x="272503" y="0"/>
                  </a:lnTo>
                  <a:lnTo>
                    <a:pt x="271843" y="31356"/>
                  </a:lnTo>
                  <a:lnTo>
                    <a:pt x="269875" y="62407"/>
                  </a:lnTo>
                  <a:lnTo>
                    <a:pt x="266598" y="92824"/>
                  </a:lnTo>
                  <a:lnTo>
                    <a:pt x="262026" y="122262"/>
                  </a:lnTo>
                  <a:lnTo>
                    <a:pt x="265506" y="122262"/>
                  </a:lnTo>
                  <a:lnTo>
                    <a:pt x="268998" y="125679"/>
                  </a:lnTo>
                  <a:lnTo>
                    <a:pt x="273100" y="102196"/>
                  </a:lnTo>
                  <a:lnTo>
                    <a:pt x="275551" y="79006"/>
                  </a:lnTo>
                  <a:lnTo>
                    <a:pt x="277355" y="56464"/>
                  </a:lnTo>
                  <a:lnTo>
                    <a:pt x="279488" y="34899"/>
                  </a:lnTo>
                  <a:lnTo>
                    <a:pt x="279488" y="0"/>
                  </a:lnTo>
                  <a:close/>
                </a:path>
                <a:path w="506729" h="678179">
                  <a:moveTo>
                    <a:pt x="506590" y="296862"/>
                  </a:moveTo>
                  <a:lnTo>
                    <a:pt x="503047" y="286372"/>
                  </a:lnTo>
                  <a:lnTo>
                    <a:pt x="503047" y="265506"/>
                  </a:lnTo>
                  <a:lnTo>
                    <a:pt x="499630" y="258432"/>
                  </a:lnTo>
                  <a:lnTo>
                    <a:pt x="499630" y="240982"/>
                  </a:lnTo>
                  <a:lnTo>
                    <a:pt x="496087" y="237451"/>
                  </a:lnTo>
                  <a:lnTo>
                    <a:pt x="496087" y="223532"/>
                  </a:lnTo>
                  <a:lnTo>
                    <a:pt x="492556" y="220002"/>
                  </a:lnTo>
                  <a:lnTo>
                    <a:pt x="492556" y="206082"/>
                  </a:lnTo>
                  <a:lnTo>
                    <a:pt x="489140" y="202552"/>
                  </a:lnTo>
                  <a:lnTo>
                    <a:pt x="486003" y="182194"/>
                  </a:lnTo>
                  <a:lnTo>
                    <a:pt x="482561" y="162826"/>
                  </a:lnTo>
                  <a:lnTo>
                    <a:pt x="479780" y="144106"/>
                  </a:lnTo>
                  <a:lnTo>
                    <a:pt x="478637" y="125679"/>
                  </a:lnTo>
                  <a:lnTo>
                    <a:pt x="476592" y="117830"/>
                  </a:lnTo>
                  <a:lnTo>
                    <a:pt x="475551" y="109994"/>
                  </a:lnTo>
                  <a:lnTo>
                    <a:pt x="475157" y="102171"/>
                  </a:lnTo>
                  <a:lnTo>
                    <a:pt x="475107" y="73329"/>
                  </a:lnTo>
                  <a:lnTo>
                    <a:pt x="478637" y="73329"/>
                  </a:lnTo>
                  <a:lnTo>
                    <a:pt x="478637" y="55880"/>
                  </a:lnTo>
                  <a:lnTo>
                    <a:pt x="482180" y="52349"/>
                  </a:lnTo>
                  <a:lnTo>
                    <a:pt x="482180" y="45389"/>
                  </a:lnTo>
                  <a:lnTo>
                    <a:pt x="485597" y="41846"/>
                  </a:lnTo>
                  <a:lnTo>
                    <a:pt x="489140" y="34899"/>
                  </a:lnTo>
                  <a:lnTo>
                    <a:pt x="492556" y="27940"/>
                  </a:lnTo>
                  <a:lnTo>
                    <a:pt x="496087" y="20866"/>
                  </a:lnTo>
                  <a:lnTo>
                    <a:pt x="496087" y="17449"/>
                  </a:lnTo>
                  <a:lnTo>
                    <a:pt x="499630" y="17449"/>
                  </a:lnTo>
                  <a:lnTo>
                    <a:pt x="499630" y="13906"/>
                  </a:lnTo>
                  <a:lnTo>
                    <a:pt x="496087" y="13906"/>
                  </a:lnTo>
                  <a:lnTo>
                    <a:pt x="492556" y="10490"/>
                  </a:lnTo>
                  <a:lnTo>
                    <a:pt x="492556" y="13906"/>
                  </a:lnTo>
                  <a:lnTo>
                    <a:pt x="489140" y="13906"/>
                  </a:lnTo>
                  <a:lnTo>
                    <a:pt x="484454" y="19138"/>
                  </a:lnTo>
                  <a:lnTo>
                    <a:pt x="476364" y="29654"/>
                  </a:lnTo>
                  <a:lnTo>
                    <a:pt x="471678" y="34899"/>
                  </a:lnTo>
                  <a:lnTo>
                    <a:pt x="450684" y="90779"/>
                  </a:lnTo>
                  <a:lnTo>
                    <a:pt x="450684" y="129209"/>
                  </a:lnTo>
                  <a:lnTo>
                    <a:pt x="449262" y="147586"/>
                  </a:lnTo>
                  <a:lnTo>
                    <a:pt x="449707" y="162826"/>
                  </a:lnTo>
                  <a:lnTo>
                    <a:pt x="449808" y="166319"/>
                  </a:lnTo>
                  <a:lnTo>
                    <a:pt x="451662" y="185724"/>
                  </a:lnTo>
                  <a:lnTo>
                    <a:pt x="454177" y="206082"/>
                  </a:lnTo>
                  <a:lnTo>
                    <a:pt x="454177" y="220002"/>
                  </a:lnTo>
                  <a:lnTo>
                    <a:pt x="457669" y="227076"/>
                  </a:lnTo>
                  <a:lnTo>
                    <a:pt x="457669" y="247942"/>
                  </a:lnTo>
                  <a:lnTo>
                    <a:pt x="461162" y="255016"/>
                  </a:lnTo>
                  <a:lnTo>
                    <a:pt x="461162" y="338836"/>
                  </a:lnTo>
                  <a:lnTo>
                    <a:pt x="457669" y="345795"/>
                  </a:lnTo>
                  <a:lnTo>
                    <a:pt x="457669" y="359829"/>
                  </a:lnTo>
                  <a:lnTo>
                    <a:pt x="454177" y="366788"/>
                  </a:lnTo>
                  <a:lnTo>
                    <a:pt x="454177" y="373735"/>
                  </a:lnTo>
                  <a:lnTo>
                    <a:pt x="447725" y="394690"/>
                  </a:lnTo>
                  <a:lnTo>
                    <a:pt x="429602" y="436613"/>
                  </a:lnTo>
                  <a:lnTo>
                    <a:pt x="408101" y="475881"/>
                  </a:lnTo>
                  <a:lnTo>
                    <a:pt x="381901" y="511149"/>
                  </a:lnTo>
                  <a:lnTo>
                    <a:pt x="352526" y="543090"/>
                  </a:lnTo>
                  <a:lnTo>
                    <a:pt x="318681" y="571665"/>
                  </a:lnTo>
                  <a:lnTo>
                    <a:pt x="300443" y="583361"/>
                  </a:lnTo>
                  <a:lnTo>
                    <a:pt x="296964" y="586778"/>
                  </a:lnTo>
                  <a:lnTo>
                    <a:pt x="282981" y="593852"/>
                  </a:lnTo>
                  <a:lnTo>
                    <a:pt x="275996" y="593852"/>
                  </a:lnTo>
                  <a:lnTo>
                    <a:pt x="275996" y="597281"/>
                  </a:lnTo>
                  <a:lnTo>
                    <a:pt x="272503" y="597281"/>
                  </a:lnTo>
                  <a:lnTo>
                    <a:pt x="268998" y="600811"/>
                  </a:lnTo>
                  <a:lnTo>
                    <a:pt x="265506" y="600811"/>
                  </a:lnTo>
                  <a:lnTo>
                    <a:pt x="258521" y="604354"/>
                  </a:lnTo>
                  <a:lnTo>
                    <a:pt x="251536" y="607771"/>
                  </a:lnTo>
                  <a:lnTo>
                    <a:pt x="244551" y="611301"/>
                  </a:lnTo>
                  <a:lnTo>
                    <a:pt x="237566" y="614730"/>
                  </a:lnTo>
                  <a:lnTo>
                    <a:pt x="234061" y="618261"/>
                  </a:lnTo>
                  <a:lnTo>
                    <a:pt x="227088" y="621804"/>
                  </a:lnTo>
                  <a:lnTo>
                    <a:pt x="209245" y="632294"/>
                  </a:lnTo>
                  <a:lnTo>
                    <a:pt x="193014" y="642302"/>
                  </a:lnTo>
                  <a:lnTo>
                    <a:pt x="177952" y="651764"/>
                  </a:lnTo>
                  <a:lnTo>
                    <a:pt x="164185" y="660234"/>
                  </a:lnTo>
                  <a:lnTo>
                    <a:pt x="170027" y="665403"/>
                  </a:lnTo>
                  <a:lnTo>
                    <a:pt x="176860" y="670242"/>
                  </a:lnTo>
                  <a:lnTo>
                    <a:pt x="184340" y="674446"/>
                  </a:lnTo>
                  <a:lnTo>
                    <a:pt x="192151" y="677684"/>
                  </a:lnTo>
                  <a:lnTo>
                    <a:pt x="244551" y="656704"/>
                  </a:lnTo>
                  <a:lnTo>
                    <a:pt x="248043" y="653161"/>
                  </a:lnTo>
                  <a:lnTo>
                    <a:pt x="255028" y="649744"/>
                  </a:lnTo>
                  <a:lnTo>
                    <a:pt x="262026" y="646201"/>
                  </a:lnTo>
                  <a:lnTo>
                    <a:pt x="268998" y="642785"/>
                  </a:lnTo>
                  <a:lnTo>
                    <a:pt x="275996" y="642785"/>
                  </a:lnTo>
                  <a:lnTo>
                    <a:pt x="282981" y="639254"/>
                  </a:lnTo>
                  <a:lnTo>
                    <a:pt x="286473" y="635711"/>
                  </a:lnTo>
                  <a:lnTo>
                    <a:pt x="289966" y="635711"/>
                  </a:lnTo>
                  <a:lnTo>
                    <a:pt x="293458" y="632294"/>
                  </a:lnTo>
                  <a:lnTo>
                    <a:pt x="300443" y="632294"/>
                  </a:lnTo>
                  <a:lnTo>
                    <a:pt x="300443" y="628751"/>
                  </a:lnTo>
                  <a:lnTo>
                    <a:pt x="306235" y="626122"/>
                  </a:lnTo>
                  <a:lnTo>
                    <a:pt x="345262" y="606615"/>
                  </a:lnTo>
                  <a:lnTo>
                    <a:pt x="383374" y="578002"/>
                  </a:lnTo>
                  <a:lnTo>
                    <a:pt x="419404" y="543407"/>
                  </a:lnTo>
                  <a:lnTo>
                    <a:pt x="449427" y="501497"/>
                  </a:lnTo>
                  <a:lnTo>
                    <a:pt x="461162" y="478548"/>
                  </a:lnTo>
                  <a:lnTo>
                    <a:pt x="473557" y="456933"/>
                  </a:lnTo>
                  <a:lnTo>
                    <a:pt x="484301" y="433997"/>
                  </a:lnTo>
                  <a:lnTo>
                    <a:pt x="493090" y="409765"/>
                  </a:lnTo>
                  <a:lnTo>
                    <a:pt x="499630" y="384238"/>
                  </a:lnTo>
                  <a:lnTo>
                    <a:pt x="499630" y="377278"/>
                  </a:lnTo>
                  <a:lnTo>
                    <a:pt x="503047" y="370205"/>
                  </a:lnTo>
                  <a:lnTo>
                    <a:pt x="503047" y="345795"/>
                  </a:lnTo>
                  <a:lnTo>
                    <a:pt x="506590" y="335305"/>
                  </a:lnTo>
                  <a:lnTo>
                    <a:pt x="506590" y="296862"/>
                  </a:lnTo>
                  <a:close/>
                </a:path>
              </a:pathLst>
            </a:custGeom>
            <a:solidFill>
              <a:srgbClr val="8E909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1" name="object 9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199661" y="4128664"/>
              <a:ext cx="220097" cy="220118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6241579" y="4394174"/>
              <a:ext cx="64769" cy="182245"/>
            </a:xfrm>
            <a:custGeom>
              <a:avLst/>
              <a:gdLst/>
              <a:ahLst/>
              <a:cxnLst/>
              <a:rect l="l" t="t" r="r" b="b"/>
              <a:pathLst>
                <a:path w="64770" h="182245">
                  <a:moveTo>
                    <a:pt x="17474" y="0"/>
                  </a:moveTo>
                  <a:lnTo>
                    <a:pt x="13972" y="0"/>
                  </a:lnTo>
                  <a:lnTo>
                    <a:pt x="10482" y="3536"/>
                  </a:lnTo>
                  <a:lnTo>
                    <a:pt x="23968" y="19317"/>
                  </a:lnTo>
                  <a:lnTo>
                    <a:pt x="37123" y="35782"/>
                  </a:lnTo>
                  <a:lnTo>
                    <a:pt x="48313" y="53574"/>
                  </a:lnTo>
                  <a:lnTo>
                    <a:pt x="55902" y="73333"/>
                  </a:lnTo>
                  <a:lnTo>
                    <a:pt x="57315" y="83870"/>
                  </a:lnTo>
                  <a:lnTo>
                    <a:pt x="56775" y="93877"/>
                  </a:lnTo>
                  <a:lnTo>
                    <a:pt x="41493" y="130544"/>
                  </a:lnTo>
                  <a:lnTo>
                    <a:pt x="27957" y="146667"/>
                  </a:lnTo>
                  <a:lnTo>
                    <a:pt x="22113" y="154481"/>
                  </a:lnTo>
                  <a:lnTo>
                    <a:pt x="15287" y="161964"/>
                  </a:lnTo>
                  <a:lnTo>
                    <a:pt x="7807" y="168784"/>
                  </a:lnTo>
                  <a:lnTo>
                    <a:pt x="0" y="174609"/>
                  </a:lnTo>
                  <a:lnTo>
                    <a:pt x="3502" y="174609"/>
                  </a:lnTo>
                  <a:lnTo>
                    <a:pt x="3502" y="181683"/>
                  </a:lnTo>
                  <a:lnTo>
                    <a:pt x="10482" y="174609"/>
                  </a:lnTo>
                  <a:lnTo>
                    <a:pt x="17474" y="171190"/>
                  </a:lnTo>
                  <a:lnTo>
                    <a:pt x="20965" y="164234"/>
                  </a:lnTo>
                  <a:lnTo>
                    <a:pt x="28772" y="156364"/>
                  </a:lnTo>
                  <a:lnTo>
                    <a:pt x="36251" y="148494"/>
                  </a:lnTo>
                  <a:lnTo>
                    <a:pt x="43073" y="140624"/>
                  </a:lnTo>
                  <a:lnTo>
                    <a:pt x="48910" y="132755"/>
                  </a:lnTo>
                  <a:lnTo>
                    <a:pt x="52412" y="129218"/>
                  </a:lnTo>
                  <a:lnTo>
                    <a:pt x="45420" y="129218"/>
                  </a:lnTo>
                  <a:lnTo>
                    <a:pt x="48910" y="125799"/>
                  </a:lnTo>
                  <a:lnTo>
                    <a:pt x="52080" y="118465"/>
                  </a:lnTo>
                  <a:lnTo>
                    <a:pt x="59724" y="105124"/>
                  </a:lnTo>
                  <a:lnTo>
                    <a:pt x="62895" y="97856"/>
                  </a:lnTo>
                  <a:lnTo>
                    <a:pt x="62952" y="93877"/>
                  </a:lnTo>
                  <a:lnTo>
                    <a:pt x="64258" y="83870"/>
                  </a:lnTo>
                  <a:lnTo>
                    <a:pt x="47440" y="40752"/>
                  </a:lnTo>
                  <a:lnTo>
                    <a:pt x="27899" y="13142"/>
                  </a:lnTo>
                  <a:lnTo>
                    <a:pt x="17474" y="0"/>
                  </a:lnTo>
                  <a:close/>
                </a:path>
              </a:pathLst>
            </a:custGeom>
            <a:solidFill>
              <a:srgbClr val="8E90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6248571" y="4387218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5">
                  <a:moveTo>
                    <a:pt x="6980" y="0"/>
                  </a:moveTo>
                  <a:lnTo>
                    <a:pt x="3490" y="0"/>
                  </a:lnTo>
                  <a:lnTo>
                    <a:pt x="0" y="3419"/>
                  </a:lnTo>
                  <a:lnTo>
                    <a:pt x="3490" y="6956"/>
                  </a:lnTo>
                  <a:lnTo>
                    <a:pt x="3490" y="10493"/>
                  </a:lnTo>
                  <a:lnTo>
                    <a:pt x="6980" y="6956"/>
                  </a:lnTo>
                  <a:lnTo>
                    <a:pt x="10482" y="6956"/>
                  </a:lnTo>
                  <a:lnTo>
                    <a:pt x="10482" y="3419"/>
                  </a:lnTo>
                  <a:lnTo>
                    <a:pt x="6980" y="3419"/>
                  </a:lnTo>
                  <a:lnTo>
                    <a:pt x="6980" y="0"/>
                  </a:lnTo>
                  <a:close/>
                </a:path>
              </a:pathLst>
            </a:custGeom>
            <a:solidFill>
              <a:srgbClr val="7071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6293992" y="4006402"/>
              <a:ext cx="328930" cy="517525"/>
            </a:xfrm>
            <a:custGeom>
              <a:avLst/>
              <a:gdLst/>
              <a:ahLst/>
              <a:cxnLst/>
              <a:rect l="l" t="t" r="r" b="b"/>
              <a:pathLst>
                <a:path w="328929" h="517525">
                  <a:moveTo>
                    <a:pt x="328412" y="0"/>
                  </a:moveTo>
                  <a:lnTo>
                    <a:pt x="321420" y="0"/>
                  </a:lnTo>
                  <a:lnTo>
                    <a:pt x="317929" y="3536"/>
                  </a:lnTo>
                  <a:lnTo>
                    <a:pt x="317929" y="10493"/>
                  </a:lnTo>
                  <a:lnTo>
                    <a:pt x="314427" y="17449"/>
                  </a:lnTo>
                  <a:lnTo>
                    <a:pt x="304657" y="38461"/>
                  </a:lnTo>
                  <a:lnTo>
                    <a:pt x="296524" y="59804"/>
                  </a:lnTo>
                  <a:lnTo>
                    <a:pt x="290356" y="81811"/>
                  </a:lnTo>
                  <a:lnTo>
                    <a:pt x="286482" y="104812"/>
                  </a:lnTo>
                  <a:lnTo>
                    <a:pt x="283917" y="113272"/>
                  </a:lnTo>
                  <a:lnTo>
                    <a:pt x="281677" y="122704"/>
                  </a:lnTo>
                  <a:lnTo>
                    <a:pt x="280091" y="132799"/>
                  </a:lnTo>
                  <a:lnTo>
                    <a:pt x="279490" y="143248"/>
                  </a:lnTo>
                  <a:lnTo>
                    <a:pt x="279490" y="146726"/>
                  </a:lnTo>
                  <a:lnTo>
                    <a:pt x="275999" y="146726"/>
                  </a:lnTo>
                  <a:lnTo>
                    <a:pt x="275945" y="157188"/>
                  </a:lnTo>
                  <a:lnTo>
                    <a:pt x="275563" y="167697"/>
                  </a:lnTo>
                  <a:lnTo>
                    <a:pt x="274527" y="178185"/>
                  </a:lnTo>
                  <a:lnTo>
                    <a:pt x="272509" y="188639"/>
                  </a:lnTo>
                  <a:lnTo>
                    <a:pt x="272836" y="212230"/>
                  </a:lnTo>
                  <a:lnTo>
                    <a:pt x="269669" y="258495"/>
                  </a:lnTo>
                  <a:lnTo>
                    <a:pt x="254983" y="298091"/>
                  </a:lnTo>
                  <a:lnTo>
                    <a:pt x="220097" y="338843"/>
                  </a:lnTo>
                  <a:lnTo>
                    <a:pt x="164206" y="377279"/>
                  </a:lnTo>
                  <a:lnTo>
                    <a:pt x="164206" y="380816"/>
                  </a:lnTo>
                  <a:lnTo>
                    <a:pt x="160704" y="380816"/>
                  </a:lnTo>
                  <a:lnTo>
                    <a:pt x="96512" y="417026"/>
                  </a:lnTo>
                  <a:lnTo>
                    <a:pt x="64905" y="437270"/>
                  </a:lnTo>
                  <a:lnTo>
                    <a:pt x="34937" y="461106"/>
                  </a:lnTo>
                  <a:lnTo>
                    <a:pt x="10482" y="485629"/>
                  </a:lnTo>
                  <a:lnTo>
                    <a:pt x="9335" y="495420"/>
                  </a:lnTo>
                  <a:lnTo>
                    <a:pt x="6550" y="503918"/>
                  </a:lnTo>
                  <a:lnTo>
                    <a:pt x="3110" y="511112"/>
                  </a:lnTo>
                  <a:lnTo>
                    <a:pt x="0" y="516990"/>
                  </a:lnTo>
                  <a:lnTo>
                    <a:pt x="3490" y="516990"/>
                  </a:lnTo>
                  <a:lnTo>
                    <a:pt x="44976" y="460251"/>
                  </a:lnTo>
                  <a:lnTo>
                    <a:pt x="104813" y="419251"/>
                  </a:lnTo>
                  <a:lnTo>
                    <a:pt x="169005" y="382938"/>
                  </a:lnTo>
                  <a:lnTo>
                    <a:pt x="200611" y="362681"/>
                  </a:lnTo>
                  <a:lnTo>
                    <a:pt x="230579" y="338843"/>
                  </a:lnTo>
                  <a:lnTo>
                    <a:pt x="263993" y="297096"/>
                  </a:lnTo>
                  <a:lnTo>
                    <a:pt x="277308" y="258495"/>
                  </a:lnTo>
                  <a:lnTo>
                    <a:pt x="279544" y="225015"/>
                  </a:lnTo>
                  <a:lnTo>
                    <a:pt x="279927" y="213103"/>
                  </a:lnTo>
                  <a:lnTo>
                    <a:pt x="280967" y="201192"/>
                  </a:lnTo>
                  <a:lnTo>
                    <a:pt x="282992" y="188639"/>
                  </a:lnTo>
                  <a:lnTo>
                    <a:pt x="283646" y="167697"/>
                  </a:lnTo>
                  <a:lnTo>
                    <a:pt x="288886" y="125769"/>
                  </a:lnTo>
                  <a:lnTo>
                    <a:pt x="298821" y="81811"/>
                  </a:lnTo>
                  <a:lnTo>
                    <a:pt x="312140" y="38461"/>
                  </a:lnTo>
                  <a:lnTo>
                    <a:pt x="328412" y="6956"/>
                  </a:lnTo>
                  <a:lnTo>
                    <a:pt x="328412" y="0"/>
                  </a:lnTo>
                  <a:close/>
                </a:path>
              </a:pathLst>
            </a:custGeom>
            <a:solidFill>
              <a:srgbClr val="8E90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6286999" y="4492031"/>
              <a:ext cx="17780" cy="31750"/>
            </a:xfrm>
            <a:custGeom>
              <a:avLst/>
              <a:gdLst/>
              <a:ahLst/>
              <a:cxnLst/>
              <a:rect l="l" t="t" r="r" b="b"/>
              <a:pathLst>
                <a:path w="17779" h="31750">
                  <a:moveTo>
                    <a:pt x="17474" y="0"/>
                  </a:moveTo>
                  <a:lnTo>
                    <a:pt x="14304" y="7267"/>
                  </a:lnTo>
                  <a:lnTo>
                    <a:pt x="6660" y="20608"/>
                  </a:lnTo>
                  <a:lnTo>
                    <a:pt x="3490" y="27942"/>
                  </a:lnTo>
                  <a:lnTo>
                    <a:pt x="0" y="31361"/>
                  </a:lnTo>
                  <a:lnTo>
                    <a:pt x="6992" y="31361"/>
                  </a:lnTo>
                  <a:lnTo>
                    <a:pt x="10102" y="25482"/>
                  </a:lnTo>
                  <a:lnTo>
                    <a:pt x="13542" y="18289"/>
                  </a:lnTo>
                  <a:lnTo>
                    <a:pt x="16327" y="9791"/>
                  </a:lnTo>
                  <a:lnTo>
                    <a:pt x="17474" y="0"/>
                  </a:lnTo>
                  <a:close/>
                </a:path>
              </a:pathLst>
            </a:custGeom>
            <a:solidFill>
              <a:srgbClr val="7071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6444213" y="4132201"/>
              <a:ext cx="129539" cy="20955"/>
            </a:xfrm>
            <a:custGeom>
              <a:avLst/>
              <a:gdLst/>
              <a:ahLst/>
              <a:cxnLst/>
              <a:rect l="l" t="t" r="r" b="b"/>
              <a:pathLst>
                <a:path w="129540" h="20954">
                  <a:moveTo>
                    <a:pt x="10482" y="3419"/>
                  </a:moveTo>
                  <a:lnTo>
                    <a:pt x="45858" y="19571"/>
                  </a:lnTo>
                  <a:lnTo>
                    <a:pt x="83860" y="20868"/>
                  </a:lnTo>
                  <a:lnTo>
                    <a:pt x="129268" y="20868"/>
                  </a:lnTo>
                  <a:lnTo>
                    <a:pt x="129268" y="17449"/>
                  </a:lnTo>
                  <a:lnTo>
                    <a:pt x="125778" y="13912"/>
                  </a:lnTo>
                  <a:lnTo>
                    <a:pt x="83860" y="13912"/>
                  </a:lnTo>
                  <a:lnTo>
                    <a:pt x="65020" y="13748"/>
                  </a:lnTo>
                  <a:lnTo>
                    <a:pt x="45858" y="12600"/>
                  </a:lnTo>
                  <a:lnTo>
                    <a:pt x="27351" y="9485"/>
                  </a:lnTo>
                  <a:lnTo>
                    <a:pt x="10482" y="3419"/>
                  </a:lnTo>
                  <a:close/>
                </a:path>
                <a:path w="129540" h="20954">
                  <a:moveTo>
                    <a:pt x="3502" y="0"/>
                  </a:moveTo>
                  <a:lnTo>
                    <a:pt x="0" y="0"/>
                  </a:lnTo>
                  <a:lnTo>
                    <a:pt x="0" y="3419"/>
                  </a:lnTo>
                  <a:lnTo>
                    <a:pt x="3502" y="6956"/>
                  </a:lnTo>
                  <a:lnTo>
                    <a:pt x="3502" y="0"/>
                  </a:lnTo>
                  <a:close/>
                </a:path>
              </a:pathLst>
            </a:custGeom>
            <a:solidFill>
              <a:srgbClr val="8E90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6447714" y="4132211"/>
              <a:ext cx="6985" cy="10795"/>
            </a:xfrm>
            <a:custGeom>
              <a:avLst/>
              <a:gdLst/>
              <a:ahLst/>
              <a:cxnLst/>
              <a:rect l="l" t="t" r="r" b="b"/>
              <a:pathLst>
                <a:path w="6985" h="10795">
                  <a:moveTo>
                    <a:pt x="6972" y="3416"/>
                  </a:moveTo>
                  <a:lnTo>
                    <a:pt x="3479" y="0"/>
                  </a:lnTo>
                  <a:lnTo>
                    <a:pt x="0" y="0"/>
                  </a:lnTo>
                  <a:lnTo>
                    <a:pt x="0" y="6946"/>
                  </a:lnTo>
                  <a:lnTo>
                    <a:pt x="3479" y="10490"/>
                  </a:lnTo>
                  <a:lnTo>
                    <a:pt x="6972" y="10490"/>
                  </a:lnTo>
                  <a:lnTo>
                    <a:pt x="6972" y="3416"/>
                  </a:lnTo>
                  <a:close/>
                </a:path>
              </a:pathLst>
            </a:custGeom>
            <a:solidFill>
              <a:srgbClr val="70717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8" name="object 9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374349" y="4296317"/>
              <a:ext cx="83848" cy="90900"/>
            </a:xfrm>
            <a:prstGeom prst="rect">
              <a:avLst/>
            </a:prstGeom>
          </p:spPr>
        </p:pic>
        <p:sp>
          <p:nvSpPr>
            <p:cNvPr id="99" name="object 99"/>
            <p:cNvSpPr/>
            <p:nvPr/>
          </p:nvSpPr>
          <p:spPr>
            <a:xfrm>
              <a:off x="6632867" y="4104271"/>
              <a:ext cx="290195" cy="618490"/>
            </a:xfrm>
            <a:custGeom>
              <a:avLst/>
              <a:gdLst/>
              <a:ahLst/>
              <a:cxnLst/>
              <a:rect l="l" t="t" r="r" b="b"/>
              <a:pathLst>
                <a:path w="290195" h="618489">
                  <a:moveTo>
                    <a:pt x="185216" y="6946"/>
                  </a:moveTo>
                  <a:lnTo>
                    <a:pt x="181686" y="3416"/>
                  </a:lnTo>
                  <a:lnTo>
                    <a:pt x="178142" y="0"/>
                  </a:lnTo>
                  <a:lnTo>
                    <a:pt x="178142" y="3416"/>
                  </a:lnTo>
                  <a:lnTo>
                    <a:pt x="174726" y="6946"/>
                  </a:lnTo>
                  <a:lnTo>
                    <a:pt x="174726" y="10490"/>
                  </a:lnTo>
                  <a:lnTo>
                    <a:pt x="168046" y="28841"/>
                  </a:lnTo>
                  <a:lnTo>
                    <a:pt x="163347" y="47536"/>
                  </a:lnTo>
                  <a:lnTo>
                    <a:pt x="157276" y="87236"/>
                  </a:lnTo>
                  <a:lnTo>
                    <a:pt x="153797" y="142316"/>
                  </a:lnTo>
                  <a:lnTo>
                    <a:pt x="153733" y="160693"/>
                  </a:lnTo>
                  <a:lnTo>
                    <a:pt x="155778" y="171145"/>
                  </a:lnTo>
                  <a:lnTo>
                    <a:pt x="156832" y="181622"/>
                  </a:lnTo>
                  <a:lnTo>
                    <a:pt x="157213" y="192087"/>
                  </a:lnTo>
                  <a:lnTo>
                    <a:pt x="157213" y="218287"/>
                  </a:lnTo>
                  <a:lnTo>
                    <a:pt x="156933" y="229666"/>
                  </a:lnTo>
                  <a:lnTo>
                    <a:pt x="156832" y="234022"/>
                  </a:lnTo>
                  <a:lnTo>
                    <a:pt x="151104" y="281114"/>
                  </a:lnTo>
                  <a:lnTo>
                    <a:pt x="143243" y="324802"/>
                  </a:lnTo>
                  <a:lnTo>
                    <a:pt x="130949" y="364172"/>
                  </a:lnTo>
                  <a:lnTo>
                    <a:pt x="103936" y="418744"/>
                  </a:lnTo>
                  <a:lnTo>
                    <a:pt x="76860" y="457568"/>
                  </a:lnTo>
                  <a:lnTo>
                    <a:pt x="52552" y="494957"/>
                  </a:lnTo>
                  <a:lnTo>
                    <a:pt x="29248" y="533971"/>
                  </a:lnTo>
                  <a:lnTo>
                    <a:pt x="10528" y="574967"/>
                  </a:lnTo>
                  <a:lnTo>
                    <a:pt x="0" y="618261"/>
                  </a:lnTo>
                  <a:lnTo>
                    <a:pt x="3505" y="618261"/>
                  </a:lnTo>
                  <a:lnTo>
                    <a:pt x="3505" y="614718"/>
                  </a:lnTo>
                  <a:lnTo>
                    <a:pt x="6997" y="614718"/>
                  </a:lnTo>
                  <a:lnTo>
                    <a:pt x="18338" y="574967"/>
                  </a:lnTo>
                  <a:lnTo>
                    <a:pt x="35801" y="537451"/>
                  </a:lnTo>
                  <a:lnTo>
                    <a:pt x="57111" y="502259"/>
                  </a:lnTo>
                  <a:lnTo>
                    <a:pt x="80391" y="468058"/>
                  </a:lnTo>
                  <a:lnTo>
                    <a:pt x="101269" y="436575"/>
                  </a:lnTo>
                  <a:lnTo>
                    <a:pt x="101269" y="429615"/>
                  </a:lnTo>
                  <a:lnTo>
                    <a:pt x="104800" y="429615"/>
                  </a:lnTo>
                  <a:lnTo>
                    <a:pt x="112064" y="419163"/>
                  </a:lnTo>
                  <a:lnTo>
                    <a:pt x="140563" y="360972"/>
                  </a:lnTo>
                  <a:lnTo>
                    <a:pt x="153873" y="306146"/>
                  </a:lnTo>
                  <a:lnTo>
                    <a:pt x="157276" y="279412"/>
                  </a:lnTo>
                  <a:lnTo>
                    <a:pt x="153733" y="279412"/>
                  </a:lnTo>
                  <a:lnTo>
                    <a:pt x="153733" y="272465"/>
                  </a:lnTo>
                  <a:lnTo>
                    <a:pt x="157276" y="268922"/>
                  </a:lnTo>
                  <a:lnTo>
                    <a:pt x="160693" y="268922"/>
                  </a:lnTo>
                  <a:lnTo>
                    <a:pt x="161251" y="255841"/>
                  </a:lnTo>
                  <a:lnTo>
                    <a:pt x="163677" y="229666"/>
                  </a:lnTo>
                  <a:lnTo>
                    <a:pt x="164160" y="218287"/>
                  </a:lnTo>
                  <a:lnTo>
                    <a:pt x="164236" y="167652"/>
                  </a:lnTo>
                  <a:lnTo>
                    <a:pt x="162242" y="149275"/>
                  </a:lnTo>
                  <a:lnTo>
                    <a:pt x="161582" y="130937"/>
                  </a:lnTo>
                  <a:lnTo>
                    <a:pt x="162242" y="112623"/>
                  </a:lnTo>
                  <a:lnTo>
                    <a:pt x="164236" y="94310"/>
                  </a:lnTo>
                  <a:lnTo>
                    <a:pt x="165430" y="75387"/>
                  </a:lnTo>
                  <a:lnTo>
                    <a:pt x="168579" y="55829"/>
                  </a:lnTo>
                  <a:lnTo>
                    <a:pt x="173037" y="36296"/>
                  </a:lnTo>
                  <a:lnTo>
                    <a:pt x="178142" y="17437"/>
                  </a:lnTo>
                  <a:lnTo>
                    <a:pt x="181686" y="13906"/>
                  </a:lnTo>
                  <a:lnTo>
                    <a:pt x="181686" y="10490"/>
                  </a:lnTo>
                  <a:lnTo>
                    <a:pt x="185216" y="6946"/>
                  </a:lnTo>
                  <a:close/>
                </a:path>
                <a:path w="290195" h="618489">
                  <a:moveTo>
                    <a:pt x="289928" y="272465"/>
                  </a:moveTo>
                  <a:lnTo>
                    <a:pt x="248221" y="255765"/>
                  </a:lnTo>
                  <a:lnTo>
                    <a:pt x="234035" y="255016"/>
                  </a:lnTo>
                  <a:lnTo>
                    <a:pt x="227076" y="255016"/>
                  </a:lnTo>
                  <a:lnTo>
                    <a:pt x="209511" y="255765"/>
                  </a:lnTo>
                  <a:lnTo>
                    <a:pt x="210400" y="255765"/>
                  </a:lnTo>
                  <a:lnTo>
                    <a:pt x="193890" y="258025"/>
                  </a:lnTo>
                  <a:lnTo>
                    <a:pt x="176974" y="262318"/>
                  </a:lnTo>
                  <a:lnTo>
                    <a:pt x="160693" y="268922"/>
                  </a:lnTo>
                  <a:lnTo>
                    <a:pt x="160693" y="275882"/>
                  </a:lnTo>
                  <a:lnTo>
                    <a:pt x="157276" y="279412"/>
                  </a:lnTo>
                  <a:lnTo>
                    <a:pt x="173558" y="272757"/>
                  </a:lnTo>
                  <a:lnTo>
                    <a:pt x="190855" y="268084"/>
                  </a:lnTo>
                  <a:lnTo>
                    <a:pt x="208813" y="264706"/>
                  </a:lnTo>
                  <a:lnTo>
                    <a:pt x="227076" y="261962"/>
                  </a:lnTo>
                  <a:lnTo>
                    <a:pt x="234035" y="261962"/>
                  </a:lnTo>
                  <a:lnTo>
                    <a:pt x="249669" y="262788"/>
                  </a:lnTo>
                  <a:lnTo>
                    <a:pt x="264629" y="265912"/>
                  </a:lnTo>
                  <a:lnTo>
                    <a:pt x="278269" y="272313"/>
                  </a:lnTo>
                  <a:lnTo>
                    <a:pt x="289928" y="282956"/>
                  </a:lnTo>
                  <a:lnTo>
                    <a:pt x="289928" y="272465"/>
                  </a:lnTo>
                  <a:close/>
                </a:path>
              </a:pathLst>
            </a:custGeom>
            <a:solidFill>
              <a:srgbClr val="8E90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6786610" y="4373188"/>
              <a:ext cx="6985" cy="10795"/>
            </a:xfrm>
            <a:custGeom>
              <a:avLst/>
              <a:gdLst/>
              <a:ahLst/>
              <a:cxnLst/>
              <a:rect l="l" t="t" r="r" b="b"/>
              <a:pathLst>
                <a:path w="6984" h="10795">
                  <a:moveTo>
                    <a:pt x="6956" y="0"/>
                  </a:moveTo>
                  <a:lnTo>
                    <a:pt x="3537" y="0"/>
                  </a:lnTo>
                  <a:lnTo>
                    <a:pt x="0" y="3536"/>
                  </a:lnTo>
                  <a:lnTo>
                    <a:pt x="0" y="10493"/>
                  </a:lnTo>
                  <a:lnTo>
                    <a:pt x="3537" y="10493"/>
                  </a:lnTo>
                  <a:lnTo>
                    <a:pt x="6956" y="6956"/>
                  </a:lnTo>
                  <a:lnTo>
                    <a:pt x="6956" y="0"/>
                  </a:lnTo>
                  <a:close/>
                </a:path>
              </a:pathLst>
            </a:custGeom>
            <a:solidFill>
              <a:srgbClr val="7071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6734139" y="4533885"/>
              <a:ext cx="84455" cy="90805"/>
            </a:xfrm>
            <a:custGeom>
              <a:avLst/>
              <a:gdLst/>
              <a:ahLst/>
              <a:cxnLst/>
              <a:rect l="l" t="t" r="r" b="b"/>
              <a:pathLst>
                <a:path w="84454" h="90804">
                  <a:moveTo>
                    <a:pt x="3537" y="0"/>
                  </a:moveTo>
                  <a:lnTo>
                    <a:pt x="3537" y="3536"/>
                  </a:lnTo>
                  <a:lnTo>
                    <a:pt x="0" y="3536"/>
                  </a:lnTo>
                  <a:lnTo>
                    <a:pt x="0" y="6956"/>
                  </a:lnTo>
                  <a:lnTo>
                    <a:pt x="15135" y="18618"/>
                  </a:lnTo>
                  <a:lnTo>
                    <a:pt x="29286" y="31906"/>
                  </a:lnTo>
                  <a:lnTo>
                    <a:pt x="56008" y="59421"/>
                  </a:lnTo>
                  <a:lnTo>
                    <a:pt x="76879" y="90782"/>
                  </a:lnTo>
                  <a:lnTo>
                    <a:pt x="80416" y="90782"/>
                  </a:lnTo>
                  <a:lnTo>
                    <a:pt x="80416" y="87363"/>
                  </a:lnTo>
                  <a:lnTo>
                    <a:pt x="83954" y="87363"/>
                  </a:lnTo>
                  <a:lnTo>
                    <a:pt x="78668" y="79493"/>
                  </a:lnTo>
                  <a:lnTo>
                    <a:pt x="62965" y="55884"/>
                  </a:lnTo>
                  <a:lnTo>
                    <a:pt x="49766" y="40752"/>
                  </a:lnTo>
                  <a:lnTo>
                    <a:pt x="35904" y="26615"/>
                  </a:lnTo>
                  <a:lnTo>
                    <a:pt x="20715" y="13142"/>
                  </a:lnTo>
                  <a:lnTo>
                    <a:pt x="3537" y="0"/>
                  </a:lnTo>
                  <a:close/>
                </a:path>
              </a:pathLst>
            </a:custGeom>
            <a:solidFill>
              <a:srgbClr val="8E90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6734139" y="4533885"/>
              <a:ext cx="3810" cy="3810"/>
            </a:xfrm>
            <a:custGeom>
              <a:avLst/>
              <a:gdLst/>
              <a:ahLst/>
              <a:cxnLst/>
              <a:rect l="l" t="t" r="r" b="b"/>
              <a:pathLst>
                <a:path w="3809" h="3810">
                  <a:moveTo>
                    <a:pt x="3537" y="0"/>
                  </a:moveTo>
                  <a:lnTo>
                    <a:pt x="0" y="0"/>
                  </a:lnTo>
                  <a:lnTo>
                    <a:pt x="0" y="3536"/>
                  </a:lnTo>
                  <a:lnTo>
                    <a:pt x="3537" y="3536"/>
                  </a:lnTo>
                  <a:lnTo>
                    <a:pt x="3537" y="0"/>
                  </a:lnTo>
                  <a:close/>
                </a:path>
              </a:pathLst>
            </a:custGeom>
            <a:solidFill>
              <a:srgbClr val="7071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6353384" y="4195041"/>
              <a:ext cx="447675" cy="398780"/>
            </a:xfrm>
            <a:custGeom>
              <a:avLst/>
              <a:gdLst/>
              <a:ahLst/>
              <a:cxnLst/>
              <a:rect l="l" t="t" r="r" b="b"/>
              <a:pathLst>
                <a:path w="447675" h="398779">
                  <a:moveTo>
                    <a:pt x="404103" y="348948"/>
                  </a:moveTo>
                  <a:lnTo>
                    <a:pt x="363882" y="348948"/>
                  </a:lnTo>
                  <a:lnTo>
                    <a:pt x="379046" y="350779"/>
                  </a:lnTo>
                  <a:lnTo>
                    <a:pt x="394785" y="356293"/>
                  </a:lnTo>
                  <a:lnTo>
                    <a:pt x="406678" y="362829"/>
                  </a:lnTo>
                  <a:lnTo>
                    <a:pt x="416614" y="371620"/>
                  </a:lnTo>
                  <a:lnTo>
                    <a:pt x="425246" y="382356"/>
                  </a:lnTo>
                  <a:lnTo>
                    <a:pt x="433225" y="394728"/>
                  </a:lnTo>
                  <a:lnTo>
                    <a:pt x="436763" y="398265"/>
                  </a:lnTo>
                  <a:lnTo>
                    <a:pt x="447139" y="394728"/>
                  </a:lnTo>
                  <a:lnTo>
                    <a:pt x="443720" y="387772"/>
                  </a:lnTo>
                  <a:lnTo>
                    <a:pt x="431908" y="372251"/>
                  </a:lnTo>
                  <a:lnTo>
                    <a:pt x="417499" y="358046"/>
                  </a:lnTo>
                  <a:lnTo>
                    <a:pt x="404103" y="348948"/>
                  </a:lnTo>
                  <a:close/>
                </a:path>
                <a:path w="447675" h="398779">
                  <a:moveTo>
                    <a:pt x="6980" y="0"/>
                  </a:moveTo>
                  <a:lnTo>
                    <a:pt x="0" y="6956"/>
                  </a:lnTo>
                  <a:lnTo>
                    <a:pt x="3490" y="10493"/>
                  </a:lnTo>
                  <a:lnTo>
                    <a:pt x="11897" y="17093"/>
                  </a:lnTo>
                  <a:lnTo>
                    <a:pt x="20959" y="21384"/>
                  </a:lnTo>
                  <a:lnTo>
                    <a:pt x="30020" y="23707"/>
                  </a:lnTo>
                  <a:lnTo>
                    <a:pt x="38427" y="24405"/>
                  </a:lnTo>
                  <a:lnTo>
                    <a:pt x="45420" y="24405"/>
                  </a:lnTo>
                  <a:lnTo>
                    <a:pt x="52400" y="27942"/>
                  </a:lnTo>
                  <a:lnTo>
                    <a:pt x="55890" y="27942"/>
                  </a:lnTo>
                  <a:lnTo>
                    <a:pt x="59392" y="31479"/>
                  </a:lnTo>
                  <a:lnTo>
                    <a:pt x="62883" y="31479"/>
                  </a:lnTo>
                  <a:lnTo>
                    <a:pt x="66373" y="38435"/>
                  </a:lnTo>
                  <a:lnTo>
                    <a:pt x="66373" y="52347"/>
                  </a:lnTo>
                  <a:lnTo>
                    <a:pt x="62883" y="52347"/>
                  </a:lnTo>
                  <a:lnTo>
                    <a:pt x="62883" y="55884"/>
                  </a:lnTo>
                  <a:lnTo>
                    <a:pt x="55551" y="61119"/>
                  </a:lnTo>
                  <a:lnTo>
                    <a:pt x="49346" y="65935"/>
                  </a:lnTo>
                  <a:lnTo>
                    <a:pt x="43724" y="70143"/>
                  </a:lnTo>
                  <a:lnTo>
                    <a:pt x="19651" y="105654"/>
                  </a:lnTo>
                  <a:lnTo>
                    <a:pt x="20960" y="113110"/>
                  </a:lnTo>
                  <a:lnTo>
                    <a:pt x="24889" y="119924"/>
                  </a:lnTo>
                  <a:lnTo>
                    <a:pt x="37225" y="131016"/>
                  </a:lnTo>
                  <a:lnTo>
                    <a:pt x="50108" y="141450"/>
                  </a:lnTo>
                  <a:lnTo>
                    <a:pt x="55890" y="146667"/>
                  </a:lnTo>
                  <a:lnTo>
                    <a:pt x="62883" y="150204"/>
                  </a:lnTo>
                  <a:lnTo>
                    <a:pt x="66373" y="153741"/>
                  </a:lnTo>
                  <a:lnTo>
                    <a:pt x="69875" y="157160"/>
                  </a:lnTo>
                  <a:lnTo>
                    <a:pt x="73365" y="160697"/>
                  </a:lnTo>
                  <a:lnTo>
                    <a:pt x="76855" y="167653"/>
                  </a:lnTo>
                  <a:lnTo>
                    <a:pt x="83848" y="171190"/>
                  </a:lnTo>
                  <a:lnTo>
                    <a:pt x="87667" y="178398"/>
                  </a:lnTo>
                  <a:lnTo>
                    <a:pt x="93453" y="184292"/>
                  </a:lnTo>
                  <a:lnTo>
                    <a:pt x="100550" y="188880"/>
                  </a:lnTo>
                  <a:lnTo>
                    <a:pt x="108559" y="192285"/>
                  </a:lnTo>
                  <a:lnTo>
                    <a:pt x="146183" y="192285"/>
                  </a:lnTo>
                  <a:lnTo>
                    <a:pt x="155464" y="193046"/>
                  </a:lnTo>
                  <a:lnTo>
                    <a:pt x="164747" y="195111"/>
                  </a:lnTo>
                  <a:lnTo>
                    <a:pt x="174688" y="199132"/>
                  </a:lnTo>
                  <a:lnTo>
                    <a:pt x="178178" y="199132"/>
                  </a:lnTo>
                  <a:lnTo>
                    <a:pt x="185159" y="202669"/>
                  </a:lnTo>
                  <a:lnTo>
                    <a:pt x="188661" y="206088"/>
                  </a:lnTo>
                  <a:lnTo>
                    <a:pt x="192151" y="206088"/>
                  </a:lnTo>
                  <a:lnTo>
                    <a:pt x="192151" y="209625"/>
                  </a:lnTo>
                  <a:lnTo>
                    <a:pt x="195641" y="213044"/>
                  </a:lnTo>
                  <a:lnTo>
                    <a:pt x="195641" y="216581"/>
                  </a:lnTo>
                  <a:lnTo>
                    <a:pt x="199143" y="220118"/>
                  </a:lnTo>
                  <a:lnTo>
                    <a:pt x="199143" y="230611"/>
                  </a:lnTo>
                  <a:lnTo>
                    <a:pt x="195641" y="234031"/>
                  </a:lnTo>
                  <a:lnTo>
                    <a:pt x="195641" y="240987"/>
                  </a:lnTo>
                  <a:lnTo>
                    <a:pt x="188661" y="248061"/>
                  </a:lnTo>
                  <a:lnTo>
                    <a:pt x="188661" y="251480"/>
                  </a:lnTo>
                  <a:lnTo>
                    <a:pt x="185159" y="258554"/>
                  </a:lnTo>
                  <a:lnTo>
                    <a:pt x="152248" y="293388"/>
                  </a:lnTo>
                  <a:lnTo>
                    <a:pt x="132758" y="307364"/>
                  </a:lnTo>
                  <a:lnTo>
                    <a:pt x="125766" y="314438"/>
                  </a:lnTo>
                  <a:lnTo>
                    <a:pt x="118786" y="317857"/>
                  </a:lnTo>
                  <a:lnTo>
                    <a:pt x="112941" y="320563"/>
                  </a:lnTo>
                  <a:lnTo>
                    <a:pt x="106116" y="323590"/>
                  </a:lnTo>
                  <a:lnTo>
                    <a:pt x="98636" y="327258"/>
                  </a:lnTo>
                  <a:lnTo>
                    <a:pt x="90828" y="331887"/>
                  </a:lnTo>
                  <a:lnTo>
                    <a:pt x="84991" y="335023"/>
                  </a:lnTo>
                  <a:lnTo>
                    <a:pt x="78169" y="338843"/>
                  </a:lnTo>
                  <a:lnTo>
                    <a:pt x="70690" y="342664"/>
                  </a:lnTo>
                  <a:lnTo>
                    <a:pt x="62883" y="345800"/>
                  </a:lnTo>
                  <a:lnTo>
                    <a:pt x="55891" y="349337"/>
                  </a:lnTo>
                  <a:lnTo>
                    <a:pt x="48910" y="356293"/>
                  </a:lnTo>
                  <a:lnTo>
                    <a:pt x="45420" y="363367"/>
                  </a:lnTo>
                  <a:lnTo>
                    <a:pt x="42579" y="368584"/>
                  </a:lnTo>
                  <a:lnTo>
                    <a:pt x="76856" y="391309"/>
                  </a:lnTo>
                  <a:lnTo>
                    <a:pt x="92579" y="393232"/>
                  </a:lnTo>
                  <a:lnTo>
                    <a:pt x="108303" y="393873"/>
                  </a:lnTo>
                  <a:lnTo>
                    <a:pt x="124027" y="393232"/>
                  </a:lnTo>
                  <a:lnTo>
                    <a:pt x="139751" y="391309"/>
                  </a:lnTo>
                  <a:lnTo>
                    <a:pt x="161257" y="389559"/>
                  </a:lnTo>
                  <a:lnTo>
                    <a:pt x="183420" y="385178"/>
                  </a:lnTo>
                  <a:lnTo>
                    <a:pt x="187083" y="384235"/>
                  </a:lnTo>
                  <a:lnTo>
                    <a:pt x="108303" y="384235"/>
                  </a:lnTo>
                  <a:lnTo>
                    <a:pt x="102014" y="383808"/>
                  </a:lnTo>
                  <a:lnTo>
                    <a:pt x="101156" y="383808"/>
                  </a:lnTo>
                  <a:lnTo>
                    <a:pt x="84717" y="381350"/>
                  </a:lnTo>
                  <a:lnTo>
                    <a:pt x="76856" y="380816"/>
                  </a:lnTo>
                  <a:lnTo>
                    <a:pt x="73365" y="380816"/>
                  </a:lnTo>
                  <a:lnTo>
                    <a:pt x="69875" y="377279"/>
                  </a:lnTo>
                  <a:lnTo>
                    <a:pt x="62883" y="377279"/>
                  </a:lnTo>
                  <a:lnTo>
                    <a:pt x="59451" y="373801"/>
                  </a:lnTo>
                  <a:lnTo>
                    <a:pt x="55951" y="373801"/>
                  </a:lnTo>
                  <a:lnTo>
                    <a:pt x="52400" y="370323"/>
                  </a:lnTo>
                  <a:lnTo>
                    <a:pt x="52400" y="366786"/>
                  </a:lnTo>
                  <a:lnTo>
                    <a:pt x="55891" y="366786"/>
                  </a:lnTo>
                  <a:lnTo>
                    <a:pt x="55891" y="363367"/>
                  </a:lnTo>
                  <a:lnTo>
                    <a:pt x="59393" y="363367"/>
                  </a:lnTo>
                  <a:lnTo>
                    <a:pt x="59393" y="359830"/>
                  </a:lnTo>
                  <a:lnTo>
                    <a:pt x="62883" y="359830"/>
                  </a:lnTo>
                  <a:lnTo>
                    <a:pt x="66373" y="356293"/>
                  </a:lnTo>
                  <a:lnTo>
                    <a:pt x="69875" y="352874"/>
                  </a:lnTo>
                  <a:lnTo>
                    <a:pt x="76856" y="352874"/>
                  </a:lnTo>
                  <a:lnTo>
                    <a:pt x="80358" y="349337"/>
                  </a:lnTo>
                  <a:lnTo>
                    <a:pt x="88213" y="344707"/>
                  </a:lnTo>
                  <a:lnTo>
                    <a:pt x="96071" y="341039"/>
                  </a:lnTo>
                  <a:lnTo>
                    <a:pt x="103932" y="338013"/>
                  </a:lnTo>
                  <a:lnTo>
                    <a:pt x="111793" y="335306"/>
                  </a:lnTo>
                  <a:lnTo>
                    <a:pt x="118786" y="331887"/>
                  </a:lnTo>
                  <a:lnTo>
                    <a:pt x="125766" y="328350"/>
                  </a:lnTo>
                  <a:lnTo>
                    <a:pt x="132758" y="321394"/>
                  </a:lnTo>
                  <a:lnTo>
                    <a:pt x="145312" y="312382"/>
                  </a:lnTo>
                  <a:lnTo>
                    <a:pt x="157213" y="301735"/>
                  </a:lnTo>
                  <a:lnTo>
                    <a:pt x="169115" y="290424"/>
                  </a:lnTo>
                  <a:lnTo>
                    <a:pt x="181669" y="279422"/>
                  </a:lnTo>
                  <a:lnTo>
                    <a:pt x="189967" y="268325"/>
                  </a:lnTo>
                  <a:lnTo>
                    <a:pt x="198265" y="255901"/>
                  </a:lnTo>
                  <a:lnTo>
                    <a:pt x="205254" y="242151"/>
                  </a:lnTo>
                  <a:lnTo>
                    <a:pt x="209626" y="227074"/>
                  </a:lnTo>
                  <a:lnTo>
                    <a:pt x="209626" y="220118"/>
                  </a:lnTo>
                  <a:lnTo>
                    <a:pt x="182489" y="188344"/>
                  </a:lnTo>
                  <a:lnTo>
                    <a:pt x="144710" y="181736"/>
                  </a:lnTo>
                  <a:lnTo>
                    <a:pt x="111846" y="181736"/>
                  </a:lnTo>
                  <a:lnTo>
                    <a:pt x="108303" y="178146"/>
                  </a:lnTo>
                  <a:lnTo>
                    <a:pt x="104813" y="178146"/>
                  </a:lnTo>
                  <a:lnTo>
                    <a:pt x="101311" y="174727"/>
                  </a:lnTo>
                  <a:lnTo>
                    <a:pt x="97820" y="174727"/>
                  </a:lnTo>
                  <a:lnTo>
                    <a:pt x="94330" y="167653"/>
                  </a:lnTo>
                  <a:lnTo>
                    <a:pt x="90828" y="164234"/>
                  </a:lnTo>
                  <a:lnTo>
                    <a:pt x="87338" y="157160"/>
                  </a:lnTo>
                  <a:lnTo>
                    <a:pt x="81501" y="151445"/>
                  </a:lnTo>
                  <a:lnTo>
                    <a:pt x="74679" y="145399"/>
                  </a:lnTo>
                  <a:lnTo>
                    <a:pt x="67200" y="140017"/>
                  </a:lnTo>
                  <a:lnTo>
                    <a:pt x="59393" y="136292"/>
                  </a:lnTo>
                  <a:lnTo>
                    <a:pt x="53613" y="131016"/>
                  </a:lnTo>
                  <a:lnTo>
                    <a:pt x="40720" y="120524"/>
                  </a:lnTo>
                  <a:lnTo>
                    <a:pt x="34937" y="115305"/>
                  </a:lnTo>
                  <a:lnTo>
                    <a:pt x="27945" y="108349"/>
                  </a:lnTo>
                  <a:lnTo>
                    <a:pt x="27945" y="101275"/>
                  </a:lnTo>
                  <a:lnTo>
                    <a:pt x="31435" y="94319"/>
                  </a:lnTo>
                  <a:lnTo>
                    <a:pt x="34937" y="90782"/>
                  </a:lnTo>
                  <a:lnTo>
                    <a:pt x="38427" y="87363"/>
                  </a:lnTo>
                  <a:lnTo>
                    <a:pt x="41918" y="83826"/>
                  </a:lnTo>
                  <a:lnTo>
                    <a:pt x="45420" y="80407"/>
                  </a:lnTo>
                  <a:lnTo>
                    <a:pt x="48910" y="80407"/>
                  </a:lnTo>
                  <a:lnTo>
                    <a:pt x="52400" y="76870"/>
                  </a:lnTo>
                  <a:lnTo>
                    <a:pt x="80357" y="48928"/>
                  </a:lnTo>
                  <a:lnTo>
                    <a:pt x="80357" y="41972"/>
                  </a:lnTo>
                  <a:lnTo>
                    <a:pt x="47875" y="15789"/>
                  </a:lnTo>
                  <a:lnTo>
                    <a:pt x="35374" y="14427"/>
                  </a:lnTo>
                  <a:lnTo>
                    <a:pt x="23527" y="11099"/>
                  </a:lnTo>
                  <a:lnTo>
                    <a:pt x="13972" y="3536"/>
                  </a:lnTo>
                  <a:lnTo>
                    <a:pt x="6980" y="0"/>
                  </a:lnTo>
                  <a:close/>
                </a:path>
                <a:path w="447675" h="398779">
                  <a:moveTo>
                    <a:pt x="367721" y="337407"/>
                  </a:moveTo>
                  <a:lnTo>
                    <a:pt x="353791" y="338013"/>
                  </a:lnTo>
                  <a:lnTo>
                    <a:pt x="354677" y="338013"/>
                  </a:lnTo>
                  <a:lnTo>
                    <a:pt x="342981" y="339838"/>
                  </a:lnTo>
                  <a:lnTo>
                    <a:pt x="331938" y="342380"/>
                  </a:lnTo>
                  <a:lnTo>
                    <a:pt x="316800" y="342970"/>
                  </a:lnTo>
                  <a:lnTo>
                    <a:pt x="302651" y="344532"/>
                  </a:lnTo>
                  <a:lnTo>
                    <a:pt x="289160" y="346758"/>
                  </a:lnTo>
                  <a:lnTo>
                    <a:pt x="275999" y="349337"/>
                  </a:lnTo>
                  <a:lnTo>
                    <a:pt x="249796" y="357151"/>
                  </a:lnTo>
                  <a:lnTo>
                    <a:pt x="223593" y="364634"/>
                  </a:lnTo>
                  <a:lnTo>
                    <a:pt x="197390" y="371454"/>
                  </a:lnTo>
                  <a:lnTo>
                    <a:pt x="171186" y="377279"/>
                  </a:lnTo>
                  <a:lnTo>
                    <a:pt x="164206" y="377279"/>
                  </a:lnTo>
                  <a:lnTo>
                    <a:pt x="153723" y="380816"/>
                  </a:lnTo>
                  <a:lnTo>
                    <a:pt x="139751" y="380816"/>
                  </a:lnTo>
                  <a:lnTo>
                    <a:pt x="131889" y="382792"/>
                  </a:lnTo>
                  <a:lnTo>
                    <a:pt x="124027" y="383808"/>
                  </a:lnTo>
                  <a:lnTo>
                    <a:pt x="115042" y="384235"/>
                  </a:lnTo>
                  <a:lnTo>
                    <a:pt x="187083" y="384235"/>
                  </a:lnTo>
                  <a:lnTo>
                    <a:pt x="226868" y="373801"/>
                  </a:lnTo>
                  <a:lnTo>
                    <a:pt x="253286" y="367972"/>
                  </a:lnTo>
                  <a:lnTo>
                    <a:pt x="305694" y="355106"/>
                  </a:lnTo>
                  <a:lnTo>
                    <a:pt x="331938" y="349337"/>
                  </a:lnTo>
                  <a:lnTo>
                    <a:pt x="347611" y="348948"/>
                  </a:lnTo>
                  <a:lnTo>
                    <a:pt x="404103" y="348948"/>
                  </a:lnTo>
                  <a:lnTo>
                    <a:pt x="400458" y="346472"/>
                  </a:lnTo>
                  <a:lnTo>
                    <a:pt x="380754" y="338843"/>
                  </a:lnTo>
                  <a:lnTo>
                    <a:pt x="367721" y="3374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6328918" y="4107687"/>
              <a:ext cx="496570" cy="482600"/>
            </a:xfrm>
            <a:custGeom>
              <a:avLst/>
              <a:gdLst/>
              <a:ahLst/>
              <a:cxnLst/>
              <a:rect l="l" t="t" r="r" b="b"/>
              <a:pathLst>
                <a:path w="496570" h="482600">
                  <a:moveTo>
                    <a:pt x="59397" y="31470"/>
                  </a:moveTo>
                  <a:lnTo>
                    <a:pt x="56946" y="19189"/>
                  </a:lnTo>
                  <a:lnTo>
                    <a:pt x="53467" y="14020"/>
                  </a:lnTo>
                  <a:lnTo>
                    <a:pt x="50228" y="9194"/>
                  </a:lnTo>
                  <a:lnTo>
                    <a:pt x="45427" y="5969"/>
                  </a:lnTo>
                  <a:lnTo>
                    <a:pt x="45427" y="20980"/>
                  </a:lnTo>
                  <a:lnTo>
                    <a:pt x="45427" y="41973"/>
                  </a:lnTo>
                  <a:lnTo>
                    <a:pt x="38430" y="48920"/>
                  </a:lnTo>
                  <a:lnTo>
                    <a:pt x="17462" y="48920"/>
                  </a:lnTo>
                  <a:lnTo>
                    <a:pt x="10490" y="41973"/>
                  </a:lnTo>
                  <a:lnTo>
                    <a:pt x="10490" y="20980"/>
                  </a:lnTo>
                  <a:lnTo>
                    <a:pt x="17462" y="14020"/>
                  </a:lnTo>
                  <a:lnTo>
                    <a:pt x="38430" y="14020"/>
                  </a:lnTo>
                  <a:lnTo>
                    <a:pt x="45427" y="20980"/>
                  </a:lnTo>
                  <a:lnTo>
                    <a:pt x="45427" y="5969"/>
                  </a:lnTo>
                  <a:lnTo>
                    <a:pt x="40233" y="2463"/>
                  </a:lnTo>
                  <a:lnTo>
                    <a:pt x="27952" y="0"/>
                  </a:lnTo>
                  <a:lnTo>
                    <a:pt x="16217" y="2463"/>
                  </a:lnTo>
                  <a:lnTo>
                    <a:pt x="7429" y="9194"/>
                  </a:lnTo>
                  <a:lnTo>
                    <a:pt x="1917" y="19189"/>
                  </a:lnTo>
                  <a:lnTo>
                    <a:pt x="0" y="31470"/>
                  </a:lnTo>
                  <a:lnTo>
                    <a:pt x="4305" y="48920"/>
                  </a:lnTo>
                  <a:lnTo>
                    <a:pt x="4368" y="49212"/>
                  </a:lnTo>
                  <a:lnTo>
                    <a:pt x="13982" y="71208"/>
                  </a:lnTo>
                  <a:lnTo>
                    <a:pt x="23583" y="89941"/>
                  </a:lnTo>
                  <a:lnTo>
                    <a:pt x="27952" y="97853"/>
                  </a:lnTo>
                  <a:lnTo>
                    <a:pt x="32867" y="89941"/>
                  </a:lnTo>
                  <a:lnTo>
                    <a:pt x="43675" y="71208"/>
                  </a:lnTo>
                  <a:lnTo>
                    <a:pt x="54483" y="49212"/>
                  </a:lnTo>
                  <a:lnTo>
                    <a:pt x="54559" y="48920"/>
                  </a:lnTo>
                  <a:lnTo>
                    <a:pt x="59397" y="31470"/>
                  </a:lnTo>
                  <a:close/>
                </a:path>
                <a:path w="496570" h="482600">
                  <a:moveTo>
                    <a:pt x="496125" y="415709"/>
                  </a:moveTo>
                  <a:lnTo>
                    <a:pt x="493661" y="403453"/>
                  </a:lnTo>
                  <a:lnTo>
                    <a:pt x="487768" y="394728"/>
                  </a:lnTo>
                  <a:lnTo>
                    <a:pt x="486930" y="393484"/>
                  </a:lnTo>
                  <a:lnTo>
                    <a:pt x="482092" y="390258"/>
                  </a:lnTo>
                  <a:lnTo>
                    <a:pt x="482092" y="415709"/>
                  </a:lnTo>
                  <a:lnTo>
                    <a:pt x="482092" y="426199"/>
                  </a:lnTo>
                  <a:lnTo>
                    <a:pt x="475132" y="433158"/>
                  </a:lnTo>
                  <a:lnTo>
                    <a:pt x="454152" y="433158"/>
                  </a:lnTo>
                  <a:lnTo>
                    <a:pt x="447192" y="426199"/>
                  </a:lnTo>
                  <a:lnTo>
                    <a:pt x="447192" y="415709"/>
                  </a:lnTo>
                  <a:lnTo>
                    <a:pt x="448437" y="408000"/>
                  </a:lnTo>
                  <a:lnTo>
                    <a:pt x="451980" y="401281"/>
                  </a:lnTo>
                  <a:lnTo>
                    <a:pt x="457492" y="396532"/>
                  </a:lnTo>
                  <a:lnTo>
                    <a:pt x="464642" y="394728"/>
                  </a:lnTo>
                  <a:lnTo>
                    <a:pt x="471792" y="396532"/>
                  </a:lnTo>
                  <a:lnTo>
                    <a:pt x="477304" y="401281"/>
                  </a:lnTo>
                  <a:lnTo>
                    <a:pt x="480847" y="408000"/>
                  </a:lnTo>
                  <a:lnTo>
                    <a:pt x="482092" y="415709"/>
                  </a:lnTo>
                  <a:lnTo>
                    <a:pt x="482092" y="390258"/>
                  </a:lnTo>
                  <a:lnTo>
                    <a:pt x="476923" y="386791"/>
                  </a:lnTo>
                  <a:lnTo>
                    <a:pt x="464642" y="384352"/>
                  </a:lnTo>
                  <a:lnTo>
                    <a:pt x="452920" y="386791"/>
                  </a:lnTo>
                  <a:lnTo>
                    <a:pt x="444131" y="393484"/>
                  </a:lnTo>
                  <a:lnTo>
                    <a:pt x="438607" y="403453"/>
                  </a:lnTo>
                  <a:lnTo>
                    <a:pt x="436702" y="415709"/>
                  </a:lnTo>
                  <a:lnTo>
                    <a:pt x="440994" y="433158"/>
                  </a:lnTo>
                  <a:lnTo>
                    <a:pt x="441058" y="433438"/>
                  </a:lnTo>
                  <a:lnTo>
                    <a:pt x="450672" y="455447"/>
                  </a:lnTo>
                  <a:lnTo>
                    <a:pt x="460273" y="474167"/>
                  </a:lnTo>
                  <a:lnTo>
                    <a:pt x="464642" y="482092"/>
                  </a:lnTo>
                  <a:lnTo>
                    <a:pt x="469557" y="474167"/>
                  </a:lnTo>
                  <a:lnTo>
                    <a:pt x="480390" y="455447"/>
                  </a:lnTo>
                  <a:lnTo>
                    <a:pt x="491210" y="433438"/>
                  </a:lnTo>
                  <a:lnTo>
                    <a:pt x="491286" y="433158"/>
                  </a:lnTo>
                  <a:lnTo>
                    <a:pt x="496125" y="415709"/>
                  </a:lnTo>
                  <a:close/>
                </a:path>
              </a:pathLst>
            </a:custGeom>
            <a:solidFill>
              <a:srgbClr val="EE40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6576974" y="4366234"/>
              <a:ext cx="133350" cy="38735"/>
            </a:xfrm>
            <a:custGeom>
              <a:avLst/>
              <a:gdLst/>
              <a:ahLst/>
              <a:cxnLst/>
              <a:rect l="l" t="t" r="r" b="b"/>
              <a:pathLst>
                <a:path w="133350" h="38735">
                  <a:moveTo>
                    <a:pt x="20955" y="3543"/>
                  </a:moveTo>
                  <a:lnTo>
                    <a:pt x="17462" y="0"/>
                  </a:lnTo>
                  <a:lnTo>
                    <a:pt x="6985" y="0"/>
                  </a:lnTo>
                  <a:lnTo>
                    <a:pt x="3492" y="3543"/>
                  </a:lnTo>
                  <a:lnTo>
                    <a:pt x="3492" y="6959"/>
                  </a:lnTo>
                  <a:lnTo>
                    <a:pt x="0" y="6959"/>
                  </a:lnTo>
                  <a:lnTo>
                    <a:pt x="0" y="10502"/>
                  </a:lnTo>
                  <a:lnTo>
                    <a:pt x="6985" y="13919"/>
                  </a:lnTo>
                  <a:lnTo>
                    <a:pt x="6985" y="6959"/>
                  </a:lnTo>
                  <a:lnTo>
                    <a:pt x="13970" y="6959"/>
                  </a:lnTo>
                  <a:lnTo>
                    <a:pt x="17462" y="10502"/>
                  </a:lnTo>
                  <a:lnTo>
                    <a:pt x="17462" y="13919"/>
                  </a:lnTo>
                  <a:lnTo>
                    <a:pt x="13970" y="17449"/>
                  </a:lnTo>
                  <a:lnTo>
                    <a:pt x="13970" y="20993"/>
                  </a:lnTo>
                  <a:lnTo>
                    <a:pt x="10490" y="24409"/>
                  </a:lnTo>
                  <a:lnTo>
                    <a:pt x="0" y="31483"/>
                  </a:lnTo>
                  <a:lnTo>
                    <a:pt x="0" y="34899"/>
                  </a:lnTo>
                  <a:lnTo>
                    <a:pt x="20955" y="34899"/>
                  </a:lnTo>
                  <a:lnTo>
                    <a:pt x="20955" y="31483"/>
                  </a:lnTo>
                  <a:lnTo>
                    <a:pt x="6985" y="31483"/>
                  </a:lnTo>
                  <a:lnTo>
                    <a:pt x="13970" y="27952"/>
                  </a:lnTo>
                  <a:lnTo>
                    <a:pt x="17462" y="20993"/>
                  </a:lnTo>
                  <a:lnTo>
                    <a:pt x="20955" y="20993"/>
                  </a:lnTo>
                  <a:lnTo>
                    <a:pt x="20955" y="3543"/>
                  </a:lnTo>
                  <a:close/>
                </a:path>
                <a:path w="133350" h="38735">
                  <a:moveTo>
                    <a:pt x="31445" y="31483"/>
                  </a:moveTo>
                  <a:lnTo>
                    <a:pt x="27952" y="31483"/>
                  </a:lnTo>
                  <a:lnTo>
                    <a:pt x="27952" y="34899"/>
                  </a:lnTo>
                  <a:lnTo>
                    <a:pt x="31445" y="34899"/>
                  </a:lnTo>
                  <a:lnTo>
                    <a:pt x="31445" y="31483"/>
                  </a:lnTo>
                  <a:close/>
                </a:path>
                <a:path w="133350" h="38735">
                  <a:moveTo>
                    <a:pt x="59397" y="0"/>
                  </a:moveTo>
                  <a:lnTo>
                    <a:pt x="38430" y="0"/>
                  </a:lnTo>
                  <a:lnTo>
                    <a:pt x="38430" y="20993"/>
                  </a:lnTo>
                  <a:lnTo>
                    <a:pt x="41922" y="20993"/>
                  </a:lnTo>
                  <a:lnTo>
                    <a:pt x="45427" y="17449"/>
                  </a:lnTo>
                  <a:lnTo>
                    <a:pt x="52400" y="17449"/>
                  </a:lnTo>
                  <a:lnTo>
                    <a:pt x="52400" y="20993"/>
                  </a:lnTo>
                  <a:lnTo>
                    <a:pt x="55892" y="20993"/>
                  </a:lnTo>
                  <a:lnTo>
                    <a:pt x="55892" y="27952"/>
                  </a:lnTo>
                  <a:lnTo>
                    <a:pt x="52400" y="27952"/>
                  </a:lnTo>
                  <a:lnTo>
                    <a:pt x="52400" y="31483"/>
                  </a:lnTo>
                  <a:lnTo>
                    <a:pt x="41922" y="31483"/>
                  </a:lnTo>
                  <a:lnTo>
                    <a:pt x="41922" y="27952"/>
                  </a:lnTo>
                  <a:lnTo>
                    <a:pt x="38430" y="27952"/>
                  </a:lnTo>
                  <a:lnTo>
                    <a:pt x="38430" y="31483"/>
                  </a:lnTo>
                  <a:lnTo>
                    <a:pt x="41922" y="34899"/>
                  </a:lnTo>
                  <a:lnTo>
                    <a:pt x="45427" y="38442"/>
                  </a:lnTo>
                  <a:lnTo>
                    <a:pt x="52400" y="38442"/>
                  </a:lnTo>
                  <a:lnTo>
                    <a:pt x="55892" y="34899"/>
                  </a:lnTo>
                  <a:lnTo>
                    <a:pt x="59397" y="31483"/>
                  </a:lnTo>
                  <a:lnTo>
                    <a:pt x="59397" y="17449"/>
                  </a:lnTo>
                  <a:lnTo>
                    <a:pt x="55892" y="17449"/>
                  </a:lnTo>
                  <a:lnTo>
                    <a:pt x="55892" y="13919"/>
                  </a:lnTo>
                  <a:lnTo>
                    <a:pt x="45427" y="13919"/>
                  </a:lnTo>
                  <a:lnTo>
                    <a:pt x="41922" y="17449"/>
                  </a:lnTo>
                  <a:lnTo>
                    <a:pt x="45427" y="6959"/>
                  </a:lnTo>
                  <a:lnTo>
                    <a:pt x="59397" y="6959"/>
                  </a:lnTo>
                  <a:lnTo>
                    <a:pt x="59397" y="0"/>
                  </a:lnTo>
                  <a:close/>
                </a:path>
                <a:path w="133350" h="38735">
                  <a:moveTo>
                    <a:pt x="94310" y="10502"/>
                  </a:moveTo>
                  <a:lnTo>
                    <a:pt x="90893" y="10502"/>
                  </a:lnTo>
                  <a:lnTo>
                    <a:pt x="80391" y="20993"/>
                  </a:lnTo>
                  <a:lnTo>
                    <a:pt x="80391" y="0"/>
                  </a:lnTo>
                  <a:lnTo>
                    <a:pt x="76860" y="0"/>
                  </a:lnTo>
                  <a:lnTo>
                    <a:pt x="76860" y="34899"/>
                  </a:lnTo>
                  <a:lnTo>
                    <a:pt x="80391" y="34899"/>
                  </a:lnTo>
                  <a:lnTo>
                    <a:pt x="80391" y="27952"/>
                  </a:lnTo>
                  <a:lnTo>
                    <a:pt x="83820" y="24409"/>
                  </a:lnTo>
                  <a:lnTo>
                    <a:pt x="90893" y="34899"/>
                  </a:lnTo>
                  <a:lnTo>
                    <a:pt x="94310" y="34899"/>
                  </a:lnTo>
                  <a:lnTo>
                    <a:pt x="87350" y="17449"/>
                  </a:lnTo>
                  <a:lnTo>
                    <a:pt x="94310" y="10502"/>
                  </a:lnTo>
                  <a:close/>
                </a:path>
                <a:path w="133350" h="38735">
                  <a:moveTo>
                    <a:pt x="132753" y="13919"/>
                  </a:moveTo>
                  <a:lnTo>
                    <a:pt x="129209" y="13919"/>
                  </a:lnTo>
                  <a:lnTo>
                    <a:pt x="129209" y="10502"/>
                  </a:lnTo>
                  <a:lnTo>
                    <a:pt x="118833" y="10502"/>
                  </a:lnTo>
                  <a:lnTo>
                    <a:pt x="115303" y="17449"/>
                  </a:lnTo>
                  <a:lnTo>
                    <a:pt x="115303" y="10502"/>
                  </a:lnTo>
                  <a:lnTo>
                    <a:pt x="104800" y="10502"/>
                  </a:lnTo>
                  <a:lnTo>
                    <a:pt x="97853" y="10502"/>
                  </a:lnTo>
                  <a:lnTo>
                    <a:pt x="97853" y="34899"/>
                  </a:lnTo>
                  <a:lnTo>
                    <a:pt x="104800" y="34899"/>
                  </a:lnTo>
                  <a:lnTo>
                    <a:pt x="104800" y="13919"/>
                  </a:lnTo>
                  <a:lnTo>
                    <a:pt x="111760" y="13919"/>
                  </a:lnTo>
                  <a:lnTo>
                    <a:pt x="111760" y="34899"/>
                  </a:lnTo>
                  <a:lnTo>
                    <a:pt x="118833" y="34899"/>
                  </a:lnTo>
                  <a:lnTo>
                    <a:pt x="118833" y="17449"/>
                  </a:lnTo>
                  <a:lnTo>
                    <a:pt x="118833" y="13919"/>
                  </a:lnTo>
                  <a:lnTo>
                    <a:pt x="125793" y="13919"/>
                  </a:lnTo>
                  <a:lnTo>
                    <a:pt x="125793" y="34899"/>
                  </a:lnTo>
                  <a:lnTo>
                    <a:pt x="132753" y="34899"/>
                  </a:lnTo>
                  <a:lnTo>
                    <a:pt x="132753" y="13919"/>
                  </a:lnTo>
                  <a:close/>
                </a:path>
              </a:pathLst>
            </a:custGeom>
            <a:solidFill>
              <a:srgbClr val="2D2D2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6" name="object 10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430240" y="3824718"/>
              <a:ext cx="272533" cy="80407"/>
            </a:xfrm>
            <a:prstGeom prst="rect">
              <a:avLst/>
            </a:prstGeom>
          </p:spPr>
        </p:pic>
        <p:sp>
          <p:nvSpPr>
            <p:cNvPr id="107" name="object 107"/>
            <p:cNvSpPr/>
            <p:nvPr/>
          </p:nvSpPr>
          <p:spPr>
            <a:xfrm>
              <a:off x="6203151" y="4833108"/>
              <a:ext cx="690245" cy="247015"/>
            </a:xfrm>
            <a:custGeom>
              <a:avLst/>
              <a:gdLst/>
              <a:ahLst/>
              <a:cxnLst/>
              <a:rect l="l" t="t" r="r" b="b"/>
              <a:pathLst>
                <a:path w="690245" h="247014">
                  <a:moveTo>
                    <a:pt x="389828" y="0"/>
                  </a:moveTo>
                  <a:lnTo>
                    <a:pt x="349377" y="1186"/>
                  </a:lnTo>
                  <a:lnTo>
                    <a:pt x="279772" y="14672"/>
                  </a:lnTo>
                  <a:lnTo>
                    <a:pt x="232771" y="35686"/>
                  </a:lnTo>
                  <a:lnTo>
                    <a:pt x="171198" y="78057"/>
                  </a:lnTo>
                  <a:lnTo>
                    <a:pt x="76867" y="99043"/>
                  </a:lnTo>
                  <a:lnTo>
                    <a:pt x="34940" y="112130"/>
                  </a:lnTo>
                  <a:lnTo>
                    <a:pt x="6113" y="143139"/>
                  </a:lnTo>
                  <a:lnTo>
                    <a:pt x="3490" y="158417"/>
                  </a:lnTo>
                  <a:lnTo>
                    <a:pt x="1472" y="168350"/>
                  </a:lnTo>
                  <a:lnTo>
                    <a:pt x="436" y="177629"/>
                  </a:lnTo>
                  <a:lnTo>
                    <a:pt x="65" y="186636"/>
                  </a:lnTo>
                  <a:lnTo>
                    <a:pt x="0" y="196841"/>
                  </a:lnTo>
                  <a:lnTo>
                    <a:pt x="1473" y="229535"/>
                  </a:lnTo>
                  <a:lnTo>
                    <a:pt x="19653" y="243563"/>
                  </a:lnTo>
                  <a:lnTo>
                    <a:pt x="51588" y="246455"/>
                  </a:lnTo>
                  <a:lnTo>
                    <a:pt x="94330" y="245745"/>
                  </a:lnTo>
                  <a:lnTo>
                    <a:pt x="105933" y="245745"/>
                  </a:lnTo>
                  <a:lnTo>
                    <a:pt x="131448" y="245309"/>
                  </a:lnTo>
                  <a:lnTo>
                    <a:pt x="159670" y="244273"/>
                  </a:lnTo>
                  <a:lnTo>
                    <a:pt x="192151" y="242256"/>
                  </a:lnTo>
                  <a:lnTo>
                    <a:pt x="195653" y="242256"/>
                  </a:lnTo>
                  <a:lnTo>
                    <a:pt x="241345" y="241710"/>
                  </a:lnTo>
                  <a:lnTo>
                    <a:pt x="352867" y="238766"/>
                  </a:lnTo>
                  <a:lnTo>
                    <a:pt x="450688" y="238766"/>
                  </a:lnTo>
                  <a:lnTo>
                    <a:pt x="509485" y="238220"/>
                  </a:lnTo>
                  <a:lnTo>
                    <a:pt x="628855" y="235276"/>
                  </a:lnTo>
                  <a:lnTo>
                    <a:pt x="667514" y="229980"/>
                  </a:lnTo>
                  <a:lnTo>
                    <a:pt x="689793" y="186908"/>
                  </a:lnTo>
                  <a:lnTo>
                    <a:pt x="689826" y="186636"/>
                  </a:lnTo>
                  <a:lnTo>
                    <a:pt x="681327" y="147936"/>
                  </a:lnTo>
                  <a:lnTo>
                    <a:pt x="677789" y="137454"/>
                  </a:lnTo>
                  <a:lnTo>
                    <a:pt x="674252" y="130522"/>
                  </a:lnTo>
                  <a:lnTo>
                    <a:pt x="670832" y="126985"/>
                  </a:lnTo>
                  <a:lnTo>
                    <a:pt x="668235" y="118067"/>
                  </a:lnTo>
                  <a:lnTo>
                    <a:pt x="665969" y="110818"/>
                  </a:lnTo>
                  <a:lnTo>
                    <a:pt x="664366" y="102928"/>
                  </a:lnTo>
                  <a:lnTo>
                    <a:pt x="663880" y="94271"/>
                  </a:lnTo>
                  <a:lnTo>
                    <a:pt x="663758" y="92087"/>
                  </a:lnTo>
                  <a:lnTo>
                    <a:pt x="660338" y="85013"/>
                  </a:lnTo>
                  <a:lnTo>
                    <a:pt x="660338" y="71100"/>
                  </a:lnTo>
                  <a:lnTo>
                    <a:pt x="654796" y="69056"/>
                  </a:lnTo>
                  <a:lnTo>
                    <a:pt x="645009" y="68006"/>
                  </a:lnTo>
                  <a:lnTo>
                    <a:pt x="633277" y="67619"/>
                  </a:lnTo>
                  <a:lnTo>
                    <a:pt x="607950" y="67619"/>
                  </a:lnTo>
                  <a:lnTo>
                    <a:pt x="582388" y="50617"/>
                  </a:lnTo>
                  <a:lnTo>
                    <a:pt x="536649" y="25832"/>
                  </a:lnTo>
                  <a:lnTo>
                    <a:pt x="482532" y="11996"/>
                  </a:lnTo>
                  <a:lnTo>
                    <a:pt x="437165" y="4693"/>
                  </a:lnTo>
                  <a:lnTo>
                    <a:pt x="3898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6266034" y="5002006"/>
              <a:ext cx="108585" cy="115570"/>
            </a:xfrm>
            <a:custGeom>
              <a:avLst/>
              <a:gdLst/>
              <a:ahLst/>
              <a:cxnLst/>
              <a:rect l="l" t="t" r="r" b="b"/>
              <a:pathLst>
                <a:path w="108585" h="115570">
                  <a:moveTo>
                    <a:pt x="52412" y="0"/>
                  </a:moveTo>
                  <a:lnTo>
                    <a:pt x="32428" y="4857"/>
                  </a:lnTo>
                  <a:lnTo>
                    <a:pt x="15722" y="17901"/>
                  </a:lnTo>
                  <a:lnTo>
                    <a:pt x="4257" y="36841"/>
                  </a:lnTo>
                  <a:lnTo>
                    <a:pt x="0" y="59386"/>
                  </a:lnTo>
                  <a:lnTo>
                    <a:pt x="4257" y="79908"/>
                  </a:lnTo>
                  <a:lnTo>
                    <a:pt x="15722" y="97812"/>
                  </a:lnTo>
                  <a:lnTo>
                    <a:pt x="32428" y="110477"/>
                  </a:lnTo>
                  <a:lnTo>
                    <a:pt x="52412" y="115282"/>
                  </a:lnTo>
                  <a:lnTo>
                    <a:pt x="74409" y="110477"/>
                  </a:lnTo>
                  <a:lnTo>
                    <a:pt x="92152" y="97812"/>
                  </a:lnTo>
                  <a:lnTo>
                    <a:pt x="104001" y="79908"/>
                  </a:lnTo>
                  <a:lnTo>
                    <a:pt x="108315" y="59386"/>
                  </a:lnTo>
                  <a:lnTo>
                    <a:pt x="104001" y="36841"/>
                  </a:lnTo>
                  <a:lnTo>
                    <a:pt x="92152" y="17901"/>
                  </a:lnTo>
                  <a:lnTo>
                    <a:pt x="74409" y="4857"/>
                  </a:lnTo>
                  <a:lnTo>
                    <a:pt x="52412" y="0"/>
                  </a:lnTo>
                  <a:close/>
                </a:path>
              </a:pathLst>
            </a:custGeom>
            <a:solidFill>
              <a:srgbClr val="6263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6293992" y="5033450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4">
                  <a:moveTo>
                    <a:pt x="24455" y="0"/>
                  </a:moveTo>
                  <a:lnTo>
                    <a:pt x="14739" y="1908"/>
                  </a:lnTo>
                  <a:lnTo>
                    <a:pt x="6987" y="7418"/>
                  </a:lnTo>
                  <a:lnTo>
                    <a:pt x="1856" y="16204"/>
                  </a:lnTo>
                  <a:lnTo>
                    <a:pt x="0" y="27942"/>
                  </a:lnTo>
                  <a:lnTo>
                    <a:pt x="1856" y="37657"/>
                  </a:lnTo>
                  <a:lnTo>
                    <a:pt x="6987" y="45407"/>
                  </a:lnTo>
                  <a:lnTo>
                    <a:pt x="14739" y="50538"/>
                  </a:lnTo>
                  <a:lnTo>
                    <a:pt x="24455" y="52394"/>
                  </a:lnTo>
                  <a:lnTo>
                    <a:pt x="34716" y="50538"/>
                  </a:lnTo>
                  <a:lnTo>
                    <a:pt x="43667" y="45407"/>
                  </a:lnTo>
                  <a:lnTo>
                    <a:pt x="49999" y="37657"/>
                  </a:lnTo>
                  <a:lnTo>
                    <a:pt x="52400" y="27942"/>
                  </a:lnTo>
                  <a:lnTo>
                    <a:pt x="49999" y="16204"/>
                  </a:lnTo>
                  <a:lnTo>
                    <a:pt x="43667" y="7418"/>
                  </a:lnTo>
                  <a:lnTo>
                    <a:pt x="34716" y="1908"/>
                  </a:lnTo>
                  <a:lnTo>
                    <a:pt x="24455" y="0"/>
                  </a:lnTo>
                  <a:close/>
                </a:path>
              </a:pathLst>
            </a:custGeom>
            <a:solidFill>
              <a:srgbClr val="4140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6692280" y="5005496"/>
              <a:ext cx="112395" cy="112395"/>
            </a:xfrm>
            <a:custGeom>
              <a:avLst/>
              <a:gdLst/>
              <a:ahLst/>
              <a:cxnLst/>
              <a:rect l="l" t="t" r="r" b="b"/>
              <a:pathLst>
                <a:path w="112395" h="112395">
                  <a:moveTo>
                    <a:pt x="55890" y="0"/>
                  </a:moveTo>
                  <a:lnTo>
                    <a:pt x="33876" y="4312"/>
                  </a:lnTo>
                  <a:lnTo>
                    <a:pt x="16139" y="16156"/>
                  </a:lnTo>
                  <a:lnTo>
                    <a:pt x="4305" y="33897"/>
                  </a:lnTo>
                  <a:lnTo>
                    <a:pt x="0" y="55896"/>
                  </a:lnTo>
                  <a:lnTo>
                    <a:pt x="4305" y="77895"/>
                  </a:lnTo>
                  <a:lnTo>
                    <a:pt x="16139" y="95635"/>
                  </a:lnTo>
                  <a:lnTo>
                    <a:pt x="33876" y="107480"/>
                  </a:lnTo>
                  <a:lnTo>
                    <a:pt x="55890" y="111792"/>
                  </a:lnTo>
                  <a:lnTo>
                    <a:pt x="76413" y="107480"/>
                  </a:lnTo>
                  <a:lnTo>
                    <a:pt x="94315" y="95635"/>
                  </a:lnTo>
                  <a:lnTo>
                    <a:pt x="106978" y="77895"/>
                  </a:lnTo>
                  <a:lnTo>
                    <a:pt x="111781" y="55896"/>
                  </a:lnTo>
                  <a:lnTo>
                    <a:pt x="106978" y="33897"/>
                  </a:lnTo>
                  <a:lnTo>
                    <a:pt x="94315" y="16156"/>
                  </a:lnTo>
                  <a:lnTo>
                    <a:pt x="76413" y="4312"/>
                  </a:lnTo>
                  <a:lnTo>
                    <a:pt x="55890" y="0"/>
                  </a:lnTo>
                  <a:close/>
                </a:path>
              </a:pathLst>
            </a:custGeom>
            <a:solidFill>
              <a:srgbClr val="6263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6720225" y="5033450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4">
                  <a:moveTo>
                    <a:pt x="27945" y="0"/>
                  </a:moveTo>
                  <a:lnTo>
                    <a:pt x="17659" y="2401"/>
                  </a:lnTo>
                  <a:lnTo>
                    <a:pt x="8710" y="8731"/>
                  </a:lnTo>
                  <a:lnTo>
                    <a:pt x="2393" y="17682"/>
                  </a:lnTo>
                  <a:lnTo>
                    <a:pt x="0" y="27942"/>
                  </a:lnTo>
                  <a:lnTo>
                    <a:pt x="2393" y="37657"/>
                  </a:lnTo>
                  <a:lnTo>
                    <a:pt x="8710" y="45407"/>
                  </a:lnTo>
                  <a:lnTo>
                    <a:pt x="17659" y="50538"/>
                  </a:lnTo>
                  <a:lnTo>
                    <a:pt x="27945" y="52394"/>
                  </a:lnTo>
                  <a:lnTo>
                    <a:pt x="37678" y="50538"/>
                  </a:lnTo>
                  <a:lnTo>
                    <a:pt x="45411" y="45407"/>
                  </a:lnTo>
                  <a:lnTo>
                    <a:pt x="50513" y="37657"/>
                  </a:lnTo>
                  <a:lnTo>
                    <a:pt x="52353" y="27942"/>
                  </a:lnTo>
                  <a:lnTo>
                    <a:pt x="50512" y="17682"/>
                  </a:lnTo>
                  <a:lnTo>
                    <a:pt x="45411" y="8731"/>
                  </a:lnTo>
                  <a:lnTo>
                    <a:pt x="37678" y="2401"/>
                  </a:lnTo>
                  <a:lnTo>
                    <a:pt x="27945" y="0"/>
                  </a:lnTo>
                  <a:close/>
                </a:path>
              </a:pathLst>
            </a:custGeom>
            <a:solidFill>
              <a:srgbClr val="4140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6206629" y="4922977"/>
              <a:ext cx="667385" cy="72390"/>
            </a:xfrm>
            <a:custGeom>
              <a:avLst/>
              <a:gdLst/>
              <a:ahLst/>
              <a:cxnLst/>
              <a:rect l="l" t="t" r="r" b="b"/>
              <a:pathLst>
                <a:path w="667384" h="72389">
                  <a:moveTo>
                    <a:pt x="59397" y="30162"/>
                  </a:moveTo>
                  <a:lnTo>
                    <a:pt x="54216" y="28816"/>
                  </a:lnTo>
                  <a:lnTo>
                    <a:pt x="41490" y="32766"/>
                  </a:lnTo>
                  <a:lnTo>
                    <a:pt x="25501" y="38023"/>
                  </a:lnTo>
                  <a:lnTo>
                    <a:pt x="10490" y="40665"/>
                  </a:lnTo>
                  <a:lnTo>
                    <a:pt x="5905" y="46469"/>
                  </a:lnTo>
                  <a:lnTo>
                    <a:pt x="2628" y="53276"/>
                  </a:lnTo>
                  <a:lnTo>
                    <a:pt x="660" y="60744"/>
                  </a:lnTo>
                  <a:lnTo>
                    <a:pt x="0" y="68554"/>
                  </a:lnTo>
                  <a:lnTo>
                    <a:pt x="3505" y="72047"/>
                  </a:lnTo>
                  <a:lnTo>
                    <a:pt x="10490" y="72047"/>
                  </a:lnTo>
                  <a:lnTo>
                    <a:pt x="25501" y="66979"/>
                  </a:lnTo>
                  <a:lnTo>
                    <a:pt x="41490" y="55041"/>
                  </a:lnTo>
                  <a:lnTo>
                    <a:pt x="54216" y="41135"/>
                  </a:lnTo>
                  <a:lnTo>
                    <a:pt x="59397" y="30162"/>
                  </a:lnTo>
                  <a:close/>
                </a:path>
                <a:path w="667384" h="72389">
                  <a:moveTo>
                    <a:pt x="667346" y="37122"/>
                  </a:moveTo>
                  <a:lnTo>
                    <a:pt x="664756" y="28206"/>
                  </a:lnTo>
                  <a:lnTo>
                    <a:pt x="662482" y="20955"/>
                  </a:lnTo>
                  <a:lnTo>
                    <a:pt x="660882" y="13068"/>
                  </a:lnTo>
                  <a:lnTo>
                    <a:pt x="660273" y="2222"/>
                  </a:lnTo>
                  <a:lnTo>
                    <a:pt x="656856" y="2222"/>
                  </a:lnTo>
                  <a:lnTo>
                    <a:pt x="641845" y="1282"/>
                  </a:lnTo>
                  <a:lnTo>
                    <a:pt x="625843" y="0"/>
                  </a:lnTo>
                  <a:lnTo>
                    <a:pt x="613117" y="685"/>
                  </a:lnTo>
                  <a:lnTo>
                    <a:pt x="607923" y="5638"/>
                  </a:lnTo>
                  <a:lnTo>
                    <a:pt x="613702" y="14986"/>
                  </a:lnTo>
                  <a:lnTo>
                    <a:pt x="627989" y="25323"/>
                  </a:lnTo>
                  <a:lnTo>
                    <a:pt x="646226" y="33680"/>
                  </a:lnTo>
                  <a:lnTo>
                    <a:pt x="663816" y="37122"/>
                  </a:lnTo>
                  <a:lnTo>
                    <a:pt x="667346" y="37122"/>
                  </a:lnTo>
                  <a:close/>
                </a:path>
              </a:pathLst>
            </a:custGeom>
            <a:solidFill>
              <a:srgbClr val="B821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6510591" y="4946129"/>
              <a:ext cx="192405" cy="17780"/>
            </a:xfrm>
            <a:custGeom>
              <a:avLst/>
              <a:gdLst/>
              <a:ahLst/>
              <a:cxnLst/>
              <a:rect l="l" t="t" r="r" b="b"/>
              <a:pathLst>
                <a:path w="192404" h="17779">
                  <a:moveTo>
                    <a:pt x="45415" y="13970"/>
                  </a:moveTo>
                  <a:lnTo>
                    <a:pt x="37947" y="11925"/>
                  </a:lnTo>
                  <a:lnTo>
                    <a:pt x="24904" y="10871"/>
                  </a:lnTo>
                  <a:lnTo>
                    <a:pt x="12509" y="10490"/>
                  </a:lnTo>
                  <a:lnTo>
                    <a:pt x="3492" y="10490"/>
                  </a:lnTo>
                  <a:lnTo>
                    <a:pt x="0" y="10439"/>
                  </a:lnTo>
                  <a:lnTo>
                    <a:pt x="0" y="13970"/>
                  </a:lnTo>
                  <a:lnTo>
                    <a:pt x="3492" y="17513"/>
                  </a:lnTo>
                  <a:lnTo>
                    <a:pt x="11112" y="17513"/>
                  </a:lnTo>
                  <a:lnTo>
                    <a:pt x="26212" y="17068"/>
                  </a:lnTo>
                  <a:lnTo>
                    <a:pt x="39420" y="16014"/>
                  </a:lnTo>
                  <a:lnTo>
                    <a:pt x="45415" y="13970"/>
                  </a:lnTo>
                  <a:close/>
                </a:path>
                <a:path w="192404" h="17779">
                  <a:moveTo>
                    <a:pt x="192176" y="3479"/>
                  </a:moveTo>
                  <a:lnTo>
                    <a:pt x="184124" y="1435"/>
                  </a:lnTo>
                  <a:lnTo>
                    <a:pt x="169862" y="381"/>
                  </a:lnTo>
                  <a:lnTo>
                    <a:pt x="156260" y="0"/>
                  </a:lnTo>
                  <a:lnTo>
                    <a:pt x="150152" y="0"/>
                  </a:lnTo>
                  <a:lnTo>
                    <a:pt x="146773" y="3479"/>
                  </a:lnTo>
                  <a:lnTo>
                    <a:pt x="146773" y="7010"/>
                  </a:lnTo>
                  <a:lnTo>
                    <a:pt x="192176" y="7010"/>
                  </a:lnTo>
                  <a:lnTo>
                    <a:pt x="192176" y="34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6388316" y="4907635"/>
              <a:ext cx="340360" cy="168275"/>
            </a:xfrm>
            <a:custGeom>
              <a:avLst/>
              <a:gdLst/>
              <a:ahLst/>
              <a:cxnLst/>
              <a:rect l="l" t="t" r="r" b="b"/>
              <a:pathLst>
                <a:path w="340359" h="168275">
                  <a:moveTo>
                    <a:pt x="444" y="106514"/>
                  </a:moveTo>
                  <a:lnTo>
                    <a:pt x="50" y="119646"/>
                  </a:lnTo>
                  <a:lnTo>
                    <a:pt x="0" y="132803"/>
                  </a:lnTo>
                  <a:lnTo>
                    <a:pt x="279" y="119646"/>
                  </a:lnTo>
                  <a:lnTo>
                    <a:pt x="381" y="114757"/>
                  </a:lnTo>
                  <a:lnTo>
                    <a:pt x="444" y="106514"/>
                  </a:lnTo>
                  <a:close/>
                </a:path>
                <a:path w="340359" h="168275">
                  <a:moveTo>
                    <a:pt x="6985" y="167728"/>
                  </a:moveTo>
                  <a:lnTo>
                    <a:pt x="4914" y="159334"/>
                  </a:lnTo>
                  <a:lnTo>
                    <a:pt x="2070" y="141211"/>
                  </a:lnTo>
                  <a:lnTo>
                    <a:pt x="0" y="132803"/>
                  </a:lnTo>
                  <a:lnTo>
                    <a:pt x="596" y="141211"/>
                  </a:lnTo>
                  <a:lnTo>
                    <a:pt x="2184" y="150266"/>
                  </a:lnTo>
                  <a:lnTo>
                    <a:pt x="4419" y="159334"/>
                  </a:lnTo>
                  <a:lnTo>
                    <a:pt x="6985" y="167728"/>
                  </a:lnTo>
                  <a:close/>
                </a:path>
                <a:path w="340359" h="168275">
                  <a:moveTo>
                    <a:pt x="6985" y="24523"/>
                  </a:moveTo>
                  <a:lnTo>
                    <a:pt x="4419" y="50761"/>
                  </a:lnTo>
                  <a:lnTo>
                    <a:pt x="2222" y="76911"/>
                  </a:lnTo>
                  <a:lnTo>
                    <a:pt x="1092" y="96393"/>
                  </a:lnTo>
                  <a:lnTo>
                    <a:pt x="1473" y="92024"/>
                  </a:lnTo>
                  <a:lnTo>
                    <a:pt x="3429" y="77343"/>
                  </a:lnTo>
                  <a:lnTo>
                    <a:pt x="3492" y="76911"/>
                  </a:lnTo>
                  <a:lnTo>
                    <a:pt x="4038" y="63792"/>
                  </a:lnTo>
                  <a:lnTo>
                    <a:pt x="6438" y="37604"/>
                  </a:lnTo>
                  <a:lnTo>
                    <a:pt x="6985" y="24523"/>
                  </a:lnTo>
                  <a:close/>
                </a:path>
                <a:path w="340359" h="168275">
                  <a:moveTo>
                    <a:pt x="185166" y="14033"/>
                  </a:moveTo>
                  <a:lnTo>
                    <a:pt x="184556" y="26644"/>
                  </a:lnTo>
                  <a:lnTo>
                    <a:pt x="182981" y="57264"/>
                  </a:lnTo>
                  <a:lnTo>
                    <a:pt x="180746" y="95084"/>
                  </a:lnTo>
                  <a:lnTo>
                    <a:pt x="178181" y="129311"/>
                  </a:lnTo>
                  <a:lnTo>
                    <a:pt x="178181" y="164249"/>
                  </a:lnTo>
                  <a:lnTo>
                    <a:pt x="178727" y="145910"/>
                  </a:lnTo>
                  <a:lnTo>
                    <a:pt x="181127" y="109232"/>
                  </a:lnTo>
                  <a:lnTo>
                    <a:pt x="181546" y="95084"/>
                  </a:lnTo>
                  <a:lnTo>
                    <a:pt x="181673" y="90893"/>
                  </a:lnTo>
                  <a:lnTo>
                    <a:pt x="183692" y="71996"/>
                  </a:lnTo>
                  <a:lnTo>
                    <a:pt x="184721" y="52438"/>
                  </a:lnTo>
                  <a:lnTo>
                    <a:pt x="185102" y="32893"/>
                  </a:lnTo>
                  <a:lnTo>
                    <a:pt x="185166" y="14033"/>
                  </a:lnTo>
                  <a:close/>
                </a:path>
                <a:path w="340359" h="168275">
                  <a:moveTo>
                    <a:pt x="272478" y="157251"/>
                  </a:moveTo>
                  <a:lnTo>
                    <a:pt x="269049" y="157251"/>
                  </a:lnTo>
                  <a:lnTo>
                    <a:pt x="269049" y="160756"/>
                  </a:lnTo>
                  <a:lnTo>
                    <a:pt x="272478" y="157251"/>
                  </a:lnTo>
                  <a:close/>
                </a:path>
                <a:path w="340359" h="168275">
                  <a:moveTo>
                    <a:pt x="279552" y="146773"/>
                  </a:moveTo>
                  <a:lnTo>
                    <a:pt x="276009" y="150279"/>
                  </a:lnTo>
                  <a:lnTo>
                    <a:pt x="276009" y="153758"/>
                  </a:lnTo>
                  <a:lnTo>
                    <a:pt x="279552" y="150279"/>
                  </a:lnTo>
                  <a:lnTo>
                    <a:pt x="279552" y="146773"/>
                  </a:lnTo>
                  <a:close/>
                </a:path>
                <a:path w="340359" h="168275">
                  <a:moveTo>
                    <a:pt x="293458" y="129311"/>
                  </a:moveTo>
                  <a:lnTo>
                    <a:pt x="289928" y="132803"/>
                  </a:lnTo>
                  <a:lnTo>
                    <a:pt x="286575" y="139661"/>
                  </a:lnTo>
                  <a:lnTo>
                    <a:pt x="289928" y="136296"/>
                  </a:lnTo>
                  <a:lnTo>
                    <a:pt x="293458" y="129311"/>
                  </a:lnTo>
                  <a:close/>
                </a:path>
                <a:path w="340359" h="168275">
                  <a:moveTo>
                    <a:pt x="310781" y="99822"/>
                  </a:moveTo>
                  <a:lnTo>
                    <a:pt x="307492" y="104863"/>
                  </a:lnTo>
                  <a:lnTo>
                    <a:pt x="302818" y="110642"/>
                  </a:lnTo>
                  <a:lnTo>
                    <a:pt x="299148" y="117081"/>
                  </a:lnTo>
                  <a:lnTo>
                    <a:pt x="293458" y="129311"/>
                  </a:lnTo>
                  <a:lnTo>
                    <a:pt x="300786" y="116814"/>
                  </a:lnTo>
                  <a:lnTo>
                    <a:pt x="307441" y="105295"/>
                  </a:lnTo>
                  <a:lnTo>
                    <a:pt x="310781" y="99822"/>
                  </a:lnTo>
                  <a:close/>
                </a:path>
                <a:path w="340359" h="168275">
                  <a:moveTo>
                    <a:pt x="340296" y="25476"/>
                  </a:moveTo>
                  <a:lnTo>
                    <a:pt x="338861" y="17564"/>
                  </a:lnTo>
                  <a:lnTo>
                    <a:pt x="335445" y="10490"/>
                  </a:lnTo>
                  <a:lnTo>
                    <a:pt x="331901" y="3530"/>
                  </a:lnTo>
                  <a:lnTo>
                    <a:pt x="328371" y="0"/>
                  </a:lnTo>
                  <a:lnTo>
                    <a:pt x="324942" y="0"/>
                  </a:lnTo>
                  <a:lnTo>
                    <a:pt x="335762" y="15328"/>
                  </a:lnTo>
                  <a:lnTo>
                    <a:pt x="338416" y="33235"/>
                  </a:lnTo>
                  <a:lnTo>
                    <a:pt x="323151" y="76860"/>
                  </a:lnTo>
                  <a:lnTo>
                    <a:pt x="313969" y="94348"/>
                  </a:lnTo>
                  <a:lnTo>
                    <a:pt x="313397" y="95427"/>
                  </a:lnTo>
                  <a:lnTo>
                    <a:pt x="314134" y="94348"/>
                  </a:lnTo>
                  <a:lnTo>
                    <a:pt x="315150" y="92697"/>
                  </a:lnTo>
                  <a:lnTo>
                    <a:pt x="321411" y="83896"/>
                  </a:lnTo>
                  <a:lnTo>
                    <a:pt x="337908" y="42570"/>
                  </a:lnTo>
                  <a:lnTo>
                    <a:pt x="339763" y="33693"/>
                  </a:lnTo>
                  <a:lnTo>
                    <a:pt x="340296" y="25476"/>
                  </a:lnTo>
                  <a:close/>
                </a:path>
              </a:pathLst>
            </a:custGeom>
            <a:solidFill>
              <a:srgbClr val="2C34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6402286" y="4977561"/>
              <a:ext cx="98425" cy="35560"/>
            </a:xfrm>
            <a:custGeom>
              <a:avLst/>
              <a:gdLst/>
              <a:ahLst/>
              <a:cxnLst/>
              <a:rect l="l" t="t" r="r" b="b"/>
              <a:pathLst>
                <a:path w="98425" h="35560">
                  <a:moveTo>
                    <a:pt x="20967" y="0"/>
                  </a:moveTo>
                  <a:lnTo>
                    <a:pt x="0" y="0"/>
                  </a:lnTo>
                  <a:lnTo>
                    <a:pt x="0" y="17462"/>
                  </a:lnTo>
                  <a:lnTo>
                    <a:pt x="17462" y="17462"/>
                  </a:lnTo>
                  <a:lnTo>
                    <a:pt x="20967" y="13970"/>
                  </a:lnTo>
                  <a:lnTo>
                    <a:pt x="20967" y="0"/>
                  </a:lnTo>
                  <a:close/>
                </a:path>
                <a:path w="98425" h="35560">
                  <a:moveTo>
                    <a:pt x="38430" y="17462"/>
                  </a:moveTo>
                  <a:lnTo>
                    <a:pt x="20967" y="17462"/>
                  </a:lnTo>
                  <a:lnTo>
                    <a:pt x="20967" y="34937"/>
                  </a:lnTo>
                  <a:lnTo>
                    <a:pt x="38430" y="34937"/>
                  </a:lnTo>
                  <a:lnTo>
                    <a:pt x="38430" y="17462"/>
                  </a:lnTo>
                  <a:close/>
                </a:path>
                <a:path w="98425" h="35560">
                  <a:moveTo>
                    <a:pt x="55905" y="0"/>
                  </a:moveTo>
                  <a:lnTo>
                    <a:pt x="38430" y="0"/>
                  </a:lnTo>
                  <a:lnTo>
                    <a:pt x="38430" y="13970"/>
                  </a:lnTo>
                  <a:lnTo>
                    <a:pt x="41922" y="17462"/>
                  </a:lnTo>
                  <a:lnTo>
                    <a:pt x="55905" y="17462"/>
                  </a:lnTo>
                  <a:lnTo>
                    <a:pt x="55905" y="0"/>
                  </a:lnTo>
                  <a:close/>
                </a:path>
                <a:path w="98425" h="35560">
                  <a:moveTo>
                    <a:pt x="76860" y="17462"/>
                  </a:moveTo>
                  <a:lnTo>
                    <a:pt x="55905" y="17462"/>
                  </a:lnTo>
                  <a:lnTo>
                    <a:pt x="55905" y="34937"/>
                  </a:lnTo>
                  <a:lnTo>
                    <a:pt x="76860" y="34937"/>
                  </a:lnTo>
                  <a:lnTo>
                    <a:pt x="76860" y="17462"/>
                  </a:lnTo>
                  <a:close/>
                </a:path>
                <a:path w="98425" h="35560">
                  <a:moveTo>
                    <a:pt x="97828" y="0"/>
                  </a:moveTo>
                  <a:lnTo>
                    <a:pt x="76860" y="0"/>
                  </a:lnTo>
                  <a:lnTo>
                    <a:pt x="76860" y="13970"/>
                  </a:lnTo>
                  <a:lnTo>
                    <a:pt x="80365" y="17462"/>
                  </a:lnTo>
                  <a:lnTo>
                    <a:pt x="94335" y="17462"/>
                  </a:lnTo>
                  <a:lnTo>
                    <a:pt x="97828" y="13970"/>
                  </a:lnTo>
                  <a:lnTo>
                    <a:pt x="97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6381330" y="4844787"/>
              <a:ext cx="367665" cy="86995"/>
            </a:xfrm>
            <a:custGeom>
              <a:avLst/>
              <a:gdLst/>
              <a:ahLst/>
              <a:cxnLst/>
              <a:rect l="l" t="t" r="r" b="b"/>
              <a:pathLst>
                <a:path w="367665" h="86995">
                  <a:moveTo>
                    <a:pt x="183150" y="108"/>
                  </a:moveTo>
                  <a:lnTo>
                    <a:pt x="102192" y="10093"/>
                  </a:lnTo>
                  <a:lnTo>
                    <a:pt x="58520" y="33616"/>
                  </a:lnTo>
                  <a:lnTo>
                    <a:pt x="24019" y="60432"/>
                  </a:lnTo>
                  <a:lnTo>
                    <a:pt x="0" y="80407"/>
                  </a:lnTo>
                  <a:lnTo>
                    <a:pt x="6971" y="85789"/>
                  </a:lnTo>
                  <a:lnTo>
                    <a:pt x="40717" y="86963"/>
                  </a:lnTo>
                  <a:lnTo>
                    <a:pt x="92968" y="84952"/>
                  </a:lnTo>
                  <a:lnTo>
                    <a:pt x="155457" y="80776"/>
                  </a:lnTo>
                  <a:lnTo>
                    <a:pt x="219915" y="75455"/>
                  </a:lnTo>
                  <a:lnTo>
                    <a:pt x="278076" y="70012"/>
                  </a:lnTo>
                  <a:lnTo>
                    <a:pt x="321671" y="65466"/>
                  </a:lnTo>
                  <a:lnTo>
                    <a:pt x="365528" y="48913"/>
                  </a:lnTo>
                  <a:lnTo>
                    <a:pt x="367453" y="42232"/>
                  </a:lnTo>
                  <a:lnTo>
                    <a:pt x="359883" y="34898"/>
                  </a:lnTo>
                  <a:lnTo>
                    <a:pt x="316638" y="15710"/>
                  </a:lnTo>
                  <a:lnTo>
                    <a:pt x="276047" y="6956"/>
                  </a:lnTo>
                  <a:lnTo>
                    <a:pt x="218803" y="869"/>
                  </a:lnTo>
                  <a:lnTo>
                    <a:pt x="183150" y="108"/>
                  </a:lnTo>
                  <a:close/>
                </a:path>
              </a:pathLst>
            </a:custGeom>
            <a:solidFill>
              <a:srgbClr val="6263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6395303" y="4851854"/>
              <a:ext cx="346075" cy="73660"/>
            </a:xfrm>
            <a:custGeom>
              <a:avLst/>
              <a:gdLst/>
              <a:ahLst/>
              <a:cxnLst/>
              <a:rect l="l" t="t" r="r" b="b"/>
              <a:pathLst>
                <a:path w="346075" h="73660">
                  <a:moveTo>
                    <a:pt x="185389" y="0"/>
                  </a:moveTo>
                  <a:lnTo>
                    <a:pt x="137845" y="0"/>
                  </a:lnTo>
                  <a:lnTo>
                    <a:pt x="129271" y="497"/>
                  </a:lnTo>
                  <a:lnTo>
                    <a:pt x="118791" y="2100"/>
                  </a:lnTo>
                  <a:lnTo>
                    <a:pt x="108312" y="4365"/>
                  </a:lnTo>
                  <a:lnTo>
                    <a:pt x="97832" y="6963"/>
                  </a:lnTo>
                  <a:lnTo>
                    <a:pt x="89370" y="11646"/>
                  </a:lnTo>
                  <a:lnTo>
                    <a:pt x="79926" y="15688"/>
                  </a:lnTo>
                  <a:lnTo>
                    <a:pt x="43785" y="35401"/>
                  </a:lnTo>
                  <a:lnTo>
                    <a:pt x="3502" y="69804"/>
                  </a:lnTo>
                  <a:lnTo>
                    <a:pt x="0" y="69804"/>
                  </a:lnTo>
                  <a:lnTo>
                    <a:pt x="0" y="73341"/>
                  </a:lnTo>
                  <a:lnTo>
                    <a:pt x="17474" y="73341"/>
                  </a:lnTo>
                  <a:lnTo>
                    <a:pt x="56670" y="72182"/>
                  </a:lnTo>
                  <a:lnTo>
                    <a:pt x="199143" y="62847"/>
                  </a:lnTo>
                  <a:lnTo>
                    <a:pt x="312676" y="51507"/>
                  </a:lnTo>
                  <a:lnTo>
                    <a:pt x="328459" y="48817"/>
                  </a:lnTo>
                  <a:lnTo>
                    <a:pt x="331879" y="48817"/>
                  </a:lnTo>
                  <a:lnTo>
                    <a:pt x="335416" y="45398"/>
                  </a:lnTo>
                  <a:lnTo>
                    <a:pt x="338835" y="41861"/>
                  </a:lnTo>
                  <a:lnTo>
                    <a:pt x="342373" y="41861"/>
                  </a:lnTo>
                  <a:lnTo>
                    <a:pt x="345910" y="38324"/>
                  </a:lnTo>
                  <a:lnTo>
                    <a:pt x="345910" y="34905"/>
                  </a:lnTo>
                  <a:lnTo>
                    <a:pt x="342373" y="34905"/>
                  </a:lnTo>
                  <a:lnTo>
                    <a:pt x="327645" y="25652"/>
                  </a:lnTo>
                  <a:lnTo>
                    <a:pt x="310949" y="18709"/>
                  </a:lnTo>
                  <a:lnTo>
                    <a:pt x="294253" y="13733"/>
                  </a:lnTo>
                  <a:lnTo>
                    <a:pt x="279525" y="10382"/>
                  </a:lnTo>
                  <a:lnTo>
                    <a:pt x="272568" y="10382"/>
                  </a:lnTo>
                  <a:lnTo>
                    <a:pt x="265493" y="6963"/>
                  </a:lnTo>
                  <a:lnTo>
                    <a:pt x="262074" y="6963"/>
                  </a:lnTo>
                  <a:lnTo>
                    <a:pt x="240871" y="2873"/>
                  </a:lnTo>
                  <a:lnTo>
                    <a:pt x="213127" y="773"/>
                  </a:lnTo>
                  <a:lnTo>
                    <a:pt x="185389" y="0"/>
                  </a:lnTo>
                  <a:close/>
                </a:path>
              </a:pathLst>
            </a:custGeom>
            <a:solidFill>
              <a:srgbClr val="E6E7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6409276" y="4897253"/>
              <a:ext cx="24765" cy="34925"/>
            </a:xfrm>
            <a:custGeom>
              <a:avLst/>
              <a:gdLst/>
              <a:ahLst/>
              <a:cxnLst/>
              <a:rect l="l" t="t" r="r" b="b"/>
              <a:pathLst>
                <a:path w="24764" h="34925">
                  <a:moveTo>
                    <a:pt x="24467" y="0"/>
                  </a:moveTo>
                  <a:lnTo>
                    <a:pt x="10482" y="0"/>
                  </a:lnTo>
                  <a:lnTo>
                    <a:pt x="0" y="3419"/>
                  </a:lnTo>
                  <a:lnTo>
                    <a:pt x="0" y="24405"/>
                  </a:lnTo>
                  <a:lnTo>
                    <a:pt x="3502" y="34898"/>
                  </a:lnTo>
                  <a:lnTo>
                    <a:pt x="24467" y="34898"/>
                  </a:lnTo>
                  <a:lnTo>
                    <a:pt x="24467" y="20868"/>
                  </a:lnTo>
                  <a:lnTo>
                    <a:pt x="2446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6556019" y="4848324"/>
              <a:ext cx="35560" cy="73660"/>
            </a:xfrm>
            <a:custGeom>
              <a:avLst/>
              <a:gdLst/>
              <a:ahLst/>
              <a:cxnLst/>
              <a:rect l="l" t="t" r="r" b="b"/>
              <a:pathLst>
                <a:path w="35559" h="73660">
                  <a:moveTo>
                    <a:pt x="31447" y="0"/>
                  </a:moveTo>
                  <a:lnTo>
                    <a:pt x="17462" y="0"/>
                  </a:lnTo>
                  <a:lnTo>
                    <a:pt x="17462" y="3419"/>
                  </a:lnTo>
                  <a:lnTo>
                    <a:pt x="16341" y="11283"/>
                  </a:lnTo>
                  <a:lnTo>
                    <a:pt x="13098" y="31390"/>
                  </a:lnTo>
                  <a:lnTo>
                    <a:pt x="8623" y="53555"/>
                  </a:lnTo>
                  <a:lnTo>
                    <a:pt x="3490" y="69796"/>
                  </a:lnTo>
                  <a:lnTo>
                    <a:pt x="0" y="73333"/>
                  </a:lnTo>
                  <a:lnTo>
                    <a:pt x="17462" y="69796"/>
                  </a:lnTo>
                  <a:lnTo>
                    <a:pt x="34937" y="69796"/>
                  </a:lnTo>
                  <a:lnTo>
                    <a:pt x="34937" y="66377"/>
                  </a:lnTo>
                  <a:lnTo>
                    <a:pt x="31442" y="50621"/>
                  </a:lnTo>
                  <a:lnTo>
                    <a:pt x="30643" y="31390"/>
                  </a:lnTo>
                  <a:lnTo>
                    <a:pt x="30570" y="29637"/>
                  </a:lnTo>
                  <a:lnTo>
                    <a:pt x="30996" y="11834"/>
                  </a:lnTo>
                  <a:lnTo>
                    <a:pt x="31009" y="11283"/>
                  </a:lnTo>
                  <a:lnTo>
                    <a:pt x="31447" y="3419"/>
                  </a:lnTo>
                  <a:lnTo>
                    <a:pt x="31447" y="0"/>
                  </a:lnTo>
                  <a:close/>
                </a:path>
              </a:pathLst>
            </a:custGeom>
            <a:solidFill>
              <a:srgbClr val="6263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5656818" y="5826432"/>
              <a:ext cx="638175" cy="283210"/>
            </a:xfrm>
            <a:custGeom>
              <a:avLst/>
              <a:gdLst/>
              <a:ahLst/>
              <a:cxnLst/>
              <a:rect l="l" t="t" r="r" b="b"/>
              <a:pathLst>
                <a:path w="638175" h="283210">
                  <a:moveTo>
                    <a:pt x="319243" y="0"/>
                  </a:moveTo>
                  <a:lnTo>
                    <a:pt x="263883" y="549"/>
                  </a:lnTo>
                  <a:lnTo>
                    <a:pt x="209623" y="2687"/>
                  </a:lnTo>
                  <a:lnTo>
                    <a:pt x="157991" y="7147"/>
                  </a:lnTo>
                  <a:lnTo>
                    <a:pt x="110515" y="14662"/>
                  </a:lnTo>
                  <a:lnTo>
                    <a:pt x="68721" y="25966"/>
                  </a:lnTo>
                  <a:lnTo>
                    <a:pt x="8293" y="62875"/>
                  </a:lnTo>
                  <a:lnTo>
                    <a:pt x="0" y="111348"/>
                  </a:lnTo>
                  <a:lnTo>
                    <a:pt x="4803" y="157195"/>
                  </a:lnTo>
                  <a:lnTo>
                    <a:pt x="29369" y="210743"/>
                  </a:lnTo>
                  <a:lnTo>
                    <a:pt x="96515" y="250208"/>
                  </a:lnTo>
                  <a:lnTo>
                    <a:pt x="142985" y="264352"/>
                  </a:lnTo>
                  <a:lnTo>
                    <a:pt x="196415" y="274607"/>
                  </a:lnTo>
                  <a:lnTo>
                    <a:pt x="255577" y="280851"/>
                  </a:lnTo>
                  <a:lnTo>
                    <a:pt x="319243" y="282959"/>
                  </a:lnTo>
                  <a:lnTo>
                    <a:pt x="383059" y="280557"/>
                  </a:lnTo>
                  <a:lnTo>
                    <a:pt x="442616" y="273570"/>
                  </a:lnTo>
                  <a:lnTo>
                    <a:pt x="496605" y="262325"/>
                  </a:lnTo>
                  <a:lnTo>
                    <a:pt x="543716" y="247150"/>
                  </a:lnTo>
                  <a:lnTo>
                    <a:pt x="582638" y="228373"/>
                  </a:lnTo>
                  <a:lnTo>
                    <a:pt x="630677" y="181323"/>
                  </a:lnTo>
                  <a:lnTo>
                    <a:pt x="637881" y="129576"/>
                  </a:lnTo>
                  <a:lnTo>
                    <a:pt x="637606" y="102174"/>
                  </a:lnTo>
                  <a:lnTo>
                    <a:pt x="619698" y="55896"/>
                  </a:lnTo>
                  <a:lnTo>
                    <a:pt x="586280" y="37198"/>
                  </a:lnTo>
                  <a:lnTo>
                    <a:pt x="543353" y="22771"/>
                  </a:lnTo>
                  <a:lnTo>
                    <a:pt x="493051" y="12226"/>
                  </a:lnTo>
                  <a:lnTo>
                    <a:pt x="437509" y="5174"/>
                  </a:lnTo>
                  <a:lnTo>
                    <a:pt x="378862" y="1228"/>
                  </a:lnTo>
                  <a:lnTo>
                    <a:pt x="319243" y="0"/>
                  </a:lnTo>
                  <a:close/>
                </a:path>
              </a:pathLst>
            </a:custGeom>
            <a:solidFill>
              <a:srgbClr val="92949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5661622" y="5774026"/>
              <a:ext cx="632460" cy="283210"/>
            </a:xfrm>
            <a:custGeom>
              <a:avLst/>
              <a:gdLst/>
              <a:ahLst/>
              <a:cxnLst/>
              <a:rect l="l" t="t" r="r" b="b"/>
              <a:pathLst>
                <a:path w="632460" h="283210">
                  <a:moveTo>
                    <a:pt x="314439" y="0"/>
                  </a:moveTo>
                  <a:lnTo>
                    <a:pt x="250773" y="2852"/>
                  </a:lnTo>
                  <a:lnTo>
                    <a:pt x="191611" y="11026"/>
                  </a:lnTo>
                  <a:lnTo>
                    <a:pt x="138181" y="23950"/>
                  </a:lnTo>
                  <a:lnTo>
                    <a:pt x="91711" y="41049"/>
                  </a:lnTo>
                  <a:lnTo>
                    <a:pt x="53430" y="61751"/>
                  </a:lnTo>
                  <a:lnTo>
                    <a:pt x="6346" y="111667"/>
                  </a:lnTo>
                  <a:lnTo>
                    <a:pt x="0" y="139734"/>
                  </a:lnTo>
                  <a:lnTo>
                    <a:pt x="6346" y="168957"/>
                  </a:lnTo>
                  <a:lnTo>
                    <a:pt x="53430" y="220361"/>
                  </a:lnTo>
                  <a:lnTo>
                    <a:pt x="91711" y="241477"/>
                  </a:lnTo>
                  <a:lnTo>
                    <a:pt x="138181" y="258827"/>
                  </a:lnTo>
                  <a:lnTo>
                    <a:pt x="191611" y="271879"/>
                  </a:lnTo>
                  <a:lnTo>
                    <a:pt x="250773" y="280100"/>
                  </a:lnTo>
                  <a:lnTo>
                    <a:pt x="314439" y="282959"/>
                  </a:lnTo>
                  <a:lnTo>
                    <a:pt x="378255" y="280100"/>
                  </a:lnTo>
                  <a:lnTo>
                    <a:pt x="437813" y="271879"/>
                  </a:lnTo>
                  <a:lnTo>
                    <a:pt x="491802" y="258827"/>
                  </a:lnTo>
                  <a:lnTo>
                    <a:pt x="538912" y="241477"/>
                  </a:lnTo>
                  <a:lnTo>
                    <a:pt x="577835" y="220361"/>
                  </a:lnTo>
                  <a:lnTo>
                    <a:pt x="607258" y="196010"/>
                  </a:lnTo>
                  <a:lnTo>
                    <a:pt x="632369" y="139734"/>
                  </a:lnTo>
                  <a:lnTo>
                    <a:pt x="625873" y="111667"/>
                  </a:lnTo>
                  <a:lnTo>
                    <a:pt x="577835" y="61751"/>
                  </a:lnTo>
                  <a:lnTo>
                    <a:pt x="538912" y="41049"/>
                  </a:lnTo>
                  <a:lnTo>
                    <a:pt x="491802" y="23950"/>
                  </a:lnTo>
                  <a:lnTo>
                    <a:pt x="437813" y="11026"/>
                  </a:lnTo>
                  <a:lnTo>
                    <a:pt x="378255" y="2852"/>
                  </a:lnTo>
                  <a:lnTo>
                    <a:pt x="314439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5707042" y="5815951"/>
              <a:ext cx="524510" cy="192405"/>
            </a:xfrm>
            <a:custGeom>
              <a:avLst/>
              <a:gdLst/>
              <a:ahLst/>
              <a:cxnLst/>
              <a:rect l="l" t="t" r="r" b="b"/>
              <a:pathLst>
                <a:path w="524510" h="192404">
                  <a:moveTo>
                    <a:pt x="262027" y="0"/>
                  </a:moveTo>
                  <a:lnTo>
                    <a:pt x="191669" y="3121"/>
                  </a:lnTo>
                  <a:lnTo>
                    <a:pt x="128880" y="12161"/>
                  </a:lnTo>
                  <a:lnTo>
                    <a:pt x="75989" y="26635"/>
                  </a:lnTo>
                  <a:lnTo>
                    <a:pt x="35325" y="46057"/>
                  </a:lnTo>
                  <a:lnTo>
                    <a:pt x="0" y="97809"/>
                  </a:lnTo>
                  <a:lnTo>
                    <a:pt x="9219" y="126632"/>
                  </a:lnTo>
                  <a:lnTo>
                    <a:pt x="75989" y="168552"/>
                  </a:lnTo>
                  <a:lnTo>
                    <a:pt x="128880" y="181651"/>
                  </a:lnTo>
                  <a:lnTo>
                    <a:pt x="191669" y="189510"/>
                  </a:lnTo>
                  <a:lnTo>
                    <a:pt x="262027" y="192129"/>
                  </a:lnTo>
                  <a:lnTo>
                    <a:pt x="331173" y="189510"/>
                  </a:lnTo>
                  <a:lnTo>
                    <a:pt x="393622" y="181651"/>
                  </a:lnTo>
                  <a:lnTo>
                    <a:pt x="446756" y="168552"/>
                  </a:lnTo>
                  <a:lnTo>
                    <a:pt x="487952" y="150213"/>
                  </a:lnTo>
                  <a:lnTo>
                    <a:pt x="524054" y="97809"/>
                  </a:lnTo>
                  <a:lnTo>
                    <a:pt x="514592" y="69944"/>
                  </a:lnTo>
                  <a:lnTo>
                    <a:pt x="446756" y="26635"/>
                  </a:lnTo>
                  <a:lnTo>
                    <a:pt x="393622" y="12161"/>
                  </a:lnTo>
                  <a:lnTo>
                    <a:pt x="331173" y="3121"/>
                  </a:lnTo>
                  <a:lnTo>
                    <a:pt x="262027" y="0"/>
                  </a:lnTo>
                  <a:close/>
                </a:path>
              </a:pathLst>
            </a:custGeom>
            <a:solidFill>
              <a:srgbClr val="DCDDD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3" name="object 12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846793" y="5849137"/>
              <a:ext cx="241062" cy="100975"/>
            </a:xfrm>
            <a:prstGeom prst="rect">
              <a:avLst/>
            </a:prstGeom>
          </p:spPr>
        </p:pic>
        <p:sp>
          <p:nvSpPr>
            <p:cNvPr id="124" name="object 124"/>
            <p:cNvSpPr/>
            <p:nvPr/>
          </p:nvSpPr>
          <p:spPr>
            <a:xfrm>
              <a:off x="5672099" y="5976658"/>
              <a:ext cx="597535" cy="129539"/>
            </a:xfrm>
            <a:custGeom>
              <a:avLst/>
              <a:gdLst/>
              <a:ahLst/>
              <a:cxnLst/>
              <a:rect l="l" t="t" r="r" b="b"/>
              <a:pathLst>
                <a:path w="597535" h="129539">
                  <a:moveTo>
                    <a:pt x="3492" y="0"/>
                  </a:moveTo>
                  <a:lnTo>
                    <a:pt x="0" y="0"/>
                  </a:lnTo>
                  <a:lnTo>
                    <a:pt x="50" y="7467"/>
                  </a:lnTo>
                  <a:lnTo>
                    <a:pt x="431" y="17018"/>
                  </a:lnTo>
                  <a:lnTo>
                    <a:pt x="1473" y="28536"/>
                  </a:lnTo>
                  <a:lnTo>
                    <a:pt x="3492" y="38417"/>
                  </a:lnTo>
                  <a:lnTo>
                    <a:pt x="3492" y="0"/>
                  </a:lnTo>
                  <a:close/>
                </a:path>
                <a:path w="597535" h="129539">
                  <a:moveTo>
                    <a:pt x="6997" y="41910"/>
                  </a:moveTo>
                  <a:lnTo>
                    <a:pt x="3492" y="38417"/>
                  </a:lnTo>
                  <a:lnTo>
                    <a:pt x="3492" y="41910"/>
                  </a:lnTo>
                  <a:lnTo>
                    <a:pt x="6997" y="41910"/>
                  </a:lnTo>
                  <a:close/>
                </a:path>
                <a:path w="597535" h="129539">
                  <a:moveTo>
                    <a:pt x="17462" y="52387"/>
                  </a:moveTo>
                  <a:lnTo>
                    <a:pt x="17411" y="38417"/>
                  </a:lnTo>
                  <a:lnTo>
                    <a:pt x="17030" y="27940"/>
                  </a:lnTo>
                  <a:lnTo>
                    <a:pt x="15989" y="17449"/>
                  </a:lnTo>
                  <a:lnTo>
                    <a:pt x="13970" y="6972"/>
                  </a:lnTo>
                  <a:lnTo>
                    <a:pt x="10477" y="6972"/>
                  </a:lnTo>
                  <a:lnTo>
                    <a:pt x="13970" y="10464"/>
                  </a:lnTo>
                  <a:lnTo>
                    <a:pt x="13970" y="52387"/>
                  </a:lnTo>
                  <a:lnTo>
                    <a:pt x="17462" y="52387"/>
                  </a:lnTo>
                  <a:close/>
                </a:path>
                <a:path w="597535" h="129539">
                  <a:moveTo>
                    <a:pt x="34937" y="27940"/>
                  </a:moveTo>
                  <a:lnTo>
                    <a:pt x="31445" y="27940"/>
                  </a:lnTo>
                  <a:lnTo>
                    <a:pt x="31445" y="69850"/>
                  </a:lnTo>
                  <a:lnTo>
                    <a:pt x="34937" y="69850"/>
                  </a:lnTo>
                  <a:lnTo>
                    <a:pt x="34937" y="27940"/>
                  </a:lnTo>
                  <a:close/>
                </a:path>
                <a:path w="597535" h="129539">
                  <a:moveTo>
                    <a:pt x="66382" y="45402"/>
                  </a:moveTo>
                  <a:lnTo>
                    <a:pt x="62877" y="45402"/>
                  </a:lnTo>
                  <a:lnTo>
                    <a:pt x="62877" y="83832"/>
                  </a:lnTo>
                  <a:lnTo>
                    <a:pt x="66382" y="83832"/>
                  </a:lnTo>
                  <a:lnTo>
                    <a:pt x="66382" y="45402"/>
                  </a:lnTo>
                  <a:close/>
                </a:path>
                <a:path w="597535" h="129539">
                  <a:moveTo>
                    <a:pt x="97815" y="62877"/>
                  </a:moveTo>
                  <a:lnTo>
                    <a:pt x="94335" y="62877"/>
                  </a:lnTo>
                  <a:lnTo>
                    <a:pt x="94335" y="94310"/>
                  </a:lnTo>
                  <a:lnTo>
                    <a:pt x="97815" y="94310"/>
                  </a:lnTo>
                  <a:lnTo>
                    <a:pt x="97815" y="62877"/>
                  </a:lnTo>
                  <a:close/>
                </a:path>
                <a:path w="597535" h="129539">
                  <a:moveTo>
                    <a:pt x="111798" y="69862"/>
                  </a:moveTo>
                  <a:lnTo>
                    <a:pt x="108305" y="69862"/>
                  </a:lnTo>
                  <a:lnTo>
                    <a:pt x="108356" y="76733"/>
                  </a:lnTo>
                  <a:lnTo>
                    <a:pt x="108737" y="84709"/>
                  </a:lnTo>
                  <a:lnTo>
                    <a:pt x="109778" y="93980"/>
                  </a:lnTo>
                  <a:lnTo>
                    <a:pt x="111798" y="101295"/>
                  </a:lnTo>
                  <a:lnTo>
                    <a:pt x="111798" y="69862"/>
                  </a:lnTo>
                  <a:close/>
                </a:path>
                <a:path w="597535" h="129539">
                  <a:moveTo>
                    <a:pt x="115290" y="104800"/>
                  </a:moveTo>
                  <a:lnTo>
                    <a:pt x="111798" y="101295"/>
                  </a:lnTo>
                  <a:lnTo>
                    <a:pt x="111798" y="104800"/>
                  </a:lnTo>
                  <a:lnTo>
                    <a:pt x="115290" y="104800"/>
                  </a:lnTo>
                  <a:close/>
                </a:path>
                <a:path w="597535" h="129539">
                  <a:moveTo>
                    <a:pt x="125780" y="80340"/>
                  </a:moveTo>
                  <a:lnTo>
                    <a:pt x="122275" y="80340"/>
                  </a:lnTo>
                  <a:lnTo>
                    <a:pt x="122275" y="104800"/>
                  </a:lnTo>
                  <a:lnTo>
                    <a:pt x="125780" y="104800"/>
                  </a:lnTo>
                  <a:lnTo>
                    <a:pt x="125780" y="80340"/>
                  </a:lnTo>
                  <a:close/>
                </a:path>
                <a:path w="597535" h="129539">
                  <a:moveTo>
                    <a:pt x="143243" y="76847"/>
                  </a:moveTo>
                  <a:lnTo>
                    <a:pt x="139750" y="76847"/>
                  </a:lnTo>
                  <a:lnTo>
                    <a:pt x="139750" y="115265"/>
                  </a:lnTo>
                  <a:lnTo>
                    <a:pt x="143243" y="115265"/>
                  </a:lnTo>
                  <a:lnTo>
                    <a:pt x="143243" y="76847"/>
                  </a:lnTo>
                  <a:close/>
                </a:path>
                <a:path w="597535" h="129539">
                  <a:moveTo>
                    <a:pt x="157213" y="80340"/>
                  </a:moveTo>
                  <a:lnTo>
                    <a:pt x="153720" y="80340"/>
                  </a:lnTo>
                  <a:lnTo>
                    <a:pt x="153720" y="111772"/>
                  </a:lnTo>
                  <a:lnTo>
                    <a:pt x="157213" y="108280"/>
                  </a:lnTo>
                  <a:lnTo>
                    <a:pt x="157213" y="80340"/>
                  </a:lnTo>
                  <a:close/>
                </a:path>
                <a:path w="597535" h="129539">
                  <a:moveTo>
                    <a:pt x="171183" y="83832"/>
                  </a:moveTo>
                  <a:lnTo>
                    <a:pt x="167690" y="83832"/>
                  </a:lnTo>
                  <a:lnTo>
                    <a:pt x="167690" y="122262"/>
                  </a:lnTo>
                  <a:lnTo>
                    <a:pt x="171183" y="122262"/>
                  </a:lnTo>
                  <a:lnTo>
                    <a:pt x="171183" y="83832"/>
                  </a:lnTo>
                  <a:close/>
                </a:path>
                <a:path w="597535" h="129539">
                  <a:moveTo>
                    <a:pt x="185166" y="87325"/>
                  </a:moveTo>
                  <a:lnTo>
                    <a:pt x="181673" y="87325"/>
                  </a:lnTo>
                  <a:lnTo>
                    <a:pt x="181673" y="118770"/>
                  </a:lnTo>
                  <a:lnTo>
                    <a:pt x="185166" y="118770"/>
                  </a:lnTo>
                  <a:lnTo>
                    <a:pt x="185166" y="87325"/>
                  </a:lnTo>
                  <a:close/>
                </a:path>
                <a:path w="597535" h="129539">
                  <a:moveTo>
                    <a:pt x="202628" y="115265"/>
                  </a:moveTo>
                  <a:lnTo>
                    <a:pt x="200621" y="109435"/>
                  </a:lnTo>
                  <a:lnTo>
                    <a:pt x="199580" y="102603"/>
                  </a:lnTo>
                  <a:lnTo>
                    <a:pt x="199199" y="95135"/>
                  </a:lnTo>
                  <a:lnTo>
                    <a:pt x="199148" y="87325"/>
                  </a:lnTo>
                  <a:lnTo>
                    <a:pt x="195656" y="87325"/>
                  </a:lnTo>
                  <a:lnTo>
                    <a:pt x="195707" y="90766"/>
                  </a:lnTo>
                  <a:lnTo>
                    <a:pt x="196088" y="99110"/>
                  </a:lnTo>
                  <a:lnTo>
                    <a:pt x="197129" y="109435"/>
                  </a:lnTo>
                  <a:lnTo>
                    <a:pt x="199148" y="118770"/>
                  </a:lnTo>
                  <a:lnTo>
                    <a:pt x="199148" y="122262"/>
                  </a:lnTo>
                  <a:lnTo>
                    <a:pt x="202628" y="118770"/>
                  </a:lnTo>
                  <a:lnTo>
                    <a:pt x="202628" y="115265"/>
                  </a:lnTo>
                  <a:close/>
                </a:path>
                <a:path w="597535" h="129539">
                  <a:moveTo>
                    <a:pt x="216611" y="87325"/>
                  </a:moveTo>
                  <a:lnTo>
                    <a:pt x="213118" y="87325"/>
                  </a:lnTo>
                  <a:lnTo>
                    <a:pt x="213118" y="118770"/>
                  </a:lnTo>
                  <a:lnTo>
                    <a:pt x="216611" y="118770"/>
                  </a:lnTo>
                  <a:lnTo>
                    <a:pt x="216611" y="87325"/>
                  </a:lnTo>
                  <a:close/>
                </a:path>
                <a:path w="597535" h="129539">
                  <a:moveTo>
                    <a:pt x="255041" y="94310"/>
                  </a:moveTo>
                  <a:lnTo>
                    <a:pt x="251548" y="94310"/>
                  </a:lnTo>
                  <a:lnTo>
                    <a:pt x="251548" y="122250"/>
                  </a:lnTo>
                  <a:lnTo>
                    <a:pt x="255041" y="122250"/>
                  </a:lnTo>
                  <a:lnTo>
                    <a:pt x="255041" y="94310"/>
                  </a:lnTo>
                  <a:close/>
                </a:path>
                <a:path w="597535" h="129539">
                  <a:moveTo>
                    <a:pt x="272503" y="94310"/>
                  </a:moveTo>
                  <a:lnTo>
                    <a:pt x="269024" y="94310"/>
                  </a:lnTo>
                  <a:lnTo>
                    <a:pt x="269024" y="129247"/>
                  </a:lnTo>
                  <a:lnTo>
                    <a:pt x="272503" y="129247"/>
                  </a:lnTo>
                  <a:lnTo>
                    <a:pt x="272503" y="94310"/>
                  </a:lnTo>
                  <a:close/>
                </a:path>
                <a:path w="597535" h="129539">
                  <a:moveTo>
                    <a:pt x="289979" y="125742"/>
                  </a:moveTo>
                  <a:lnTo>
                    <a:pt x="289433" y="118440"/>
                  </a:lnTo>
                  <a:lnTo>
                    <a:pt x="287032" y="105117"/>
                  </a:lnTo>
                  <a:lnTo>
                    <a:pt x="286486" y="97802"/>
                  </a:lnTo>
                  <a:lnTo>
                    <a:pt x="286486" y="129247"/>
                  </a:lnTo>
                  <a:lnTo>
                    <a:pt x="289979" y="129247"/>
                  </a:lnTo>
                  <a:lnTo>
                    <a:pt x="289979" y="125742"/>
                  </a:lnTo>
                  <a:close/>
                </a:path>
                <a:path w="597535" h="129539">
                  <a:moveTo>
                    <a:pt x="310934" y="97802"/>
                  </a:moveTo>
                  <a:lnTo>
                    <a:pt x="307441" y="97802"/>
                  </a:lnTo>
                  <a:lnTo>
                    <a:pt x="307441" y="129247"/>
                  </a:lnTo>
                  <a:lnTo>
                    <a:pt x="310934" y="129247"/>
                  </a:lnTo>
                  <a:lnTo>
                    <a:pt x="310934" y="97802"/>
                  </a:lnTo>
                  <a:close/>
                </a:path>
                <a:path w="597535" h="129539">
                  <a:moveTo>
                    <a:pt x="331901" y="97802"/>
                  </a:moveTo>
                  <a:lnTo>
                    <a:pt x="328409" y="97802"/>
                  </a:lnTo>
                  <a:lnTo>
                    <a:pt x="328409" y="129247"/>
                  </a:lnTo>
                  <a:lnTo>
                    <a:pt x="331901" y="129247"/>
                  </a:lnTo>
                  <a:lnTo>
                    <a:pt x="331901" y="97802"/>
                  </a:lnTo>
                  <a:close/>
                </a:path>
                <a:path w="597535" h="129539">
                  <a:moveTo>
                    <a:pt x="349377" y="97802"/>
                  </a:moveTo>
                  <a:lnTo>
                    <a:pt x="345871" y="97802"/>
                  </a:lnTo>
                  <a:lnTo>
                    <a:pt x="345871" y="129247"/>
                  </a:lnTo>
                  <a:lnTo>
                    <a:pt x="349377" y="129247"/>
                  </a:lnTo>
                  <a:lnTo>
                    <a:pt x="349377" y="97802"/>
                  </a:lnTo>
                  <a:close/>
                </a:path>
                <a:path w="597535" h="129539">
                  <a:moveTo>
                    <a:pt x="370332" y="118757"/>
                  </a:moveTo>
                  <a:lnTo>
                    <a:pt x="366839" y="111772"/>
                  </a:lnTo>
                  <a:lnTo>
                    <a:pt x="366839" y="122250"/>
                  </a:lnTo>
                  <a:lnTo>
                    <a:pt x="370332" y="122250"/>
                  </a:lnTo>
                  <a:lnTo>
                    <a:pt x="370332" y="118757"/>
                  </a:lnTo>
                  <a:close/>
                </a:path>
                <a:path w="597535" h="129539">
                  <a:moveTo>
                    <a:pt x="391299" y="87325"/>
                  </a:moveTo>
                  <a:lnTo>
                    <a:pt x="387807" y="87325"/>
                  </a:lnTo>
                  <a:lnTo>
                    <a:pt x="387807" y="122250"/>
                  </a:lnTo>
                  <a:lnTo>
                    <a:pt x="391299" y="122250"/>
                  </a:lnTo>
                  <a:lnTo>
                    <a:pt x="391299" y="87325"/>
                  </a:lnTo>
                  <a:close/>
                </a:path>
                <a:path w="597535" h="129539">
                  <a:moveTo>
                    <a:pt x="412254" y="118770"/>
                  </a:moveTo>
                  <a:lnTo>
                    <a:pt x="409752" y="111455"/>
                  </a:lnTo>
                  <a:lnTo>
                    <a:pt x="407898" y="104787"/>
                  </a:lnTo>
                  <a:lnTo>
                    <a:pt x="407352" y="98132"/>
                  </a:lnTo>
                  <a:lnTo>
                    <a:pt x="408774" y="90817"/>
                  </a:lnTo>
                  <a:lnTo>
                    <a:pt x="408774" y="87325"/>
                  </a:lnTo>
                  <a:lnTo>
                    <a:pt x="405269" y="87325"/>
                  </a:lnTo>
                  <a:lnTo>
                    <a:pt x="405358" y="98132"/>
                  </a:lnTo>
                  <a:lnTo>
                    <a:pt x="405650" y="104787"/>
                  </a:lnTo>
                  <a:lnTo>
                    <a:pt x="405701" y="106095"/>
                  </a:lnTo>
                  <a:lnTo>
                    <a:pt x="406742" y="114338"/>
                  </a:lnTo>
                  <a:lnTo>
                    <a:pt x="408774" y="122262"/>
                  </a:lnTo>
                  <a:lnTo>
                    <a:pt x="412254" y="122262"/>
                  </a:lnTo>
                  <a:lnTo>
                    <a:pt x="412254" y="118770"/>
                  </a:lnTo>
                  <a:close/>
                </a:path>
                <a:path w="597535" h="129539">
                  <a:moveTo>
                    <a:pt x="429717" y="87325"/>
                  </a:moveTo>
                  <a:lnTo>
                    <a:pt x="426237" y="87325"/>
                  </a:lnTo>
                  <a:lnTo>
                    <a:pt x="426237" y="118770"/>
                  </a:lnTo>
                  <a:lnTo>
                    <a:pt x="429717" y="118770"/>
                  </a:lnTo>
                  <a:lnTo>
                    <a:pt x="429717" y="87325"/>
                  </a:lnTo>
                  <a:close/>
                </a:path>
                <a:path w="597535" h="129539">
                  <a:moveTo>
                    <a:pt x="450684" y="108280"/>
                  </a:moveTo>
                  <a:lnTo>
                    <a:pt x="450176" y="100965"/>
                  </a:lnTo>
                  <a:lnTo>
                    <a:pt x="450138" y="100431"/>
                  </a:lnTo>
                  <a:lnTo>
                    <a:pt x="447738" y="84709"/>
                  </a:lnTo>
                  <a:lnTo>
                    <a:pt x="447192" y="76847"/>
                  </a:lnTo>
                  <a:lnTo>
                    <a:pt x="443712" y="76847"/>
                  </a:lnTo>
                  <a:lnTo>
                    <a:pt x="443712" y="80340"/>
                  </a:lnTo>
                  <a:lnTo>
                    <a:pt x="445719" y="87655"/>
                  </a:lnTo>
                  <a:lnTo>
                    <a:pt x="446760" y="94310"/>
                  </a:lnTo>
                  <a:lnTo>
                    <a:pt x="447116" y="100431"/>
                  </a:lnTo>
                  <a:lnTo>
                    <a:pt x="447192" y="115265"/>
                  </a:lnTo>
                  <a:lnTo>
                    <a:pt x="450684" y="115265"/>
                  </a:lnTo>
                  <a:lnTo>
                    <a:pt x="450684" y="108280"/>
                  </a:lnTo>
                  <a:close/>
                </a:path>
                <a:path w="597535" h="129539">
                  <a:moveTo>
                    <a:pt x="471652" y="73355"/>
                  </a:moveTo>
                  <a:lnTo>
                    <a:pt x="468160" y="73355"/>
                  </a:lnTo>
                  <a:lnTo>
                    <a:pt x="468160" y="115265"/>
                  </a:lnTo>
                  <a:lnTo>
                    <a:pt x="471652" y="115265"/>
                  </a:lnTo>
                  <a:lnTo>
                    <a:pt x="471652" y="73355"/>
                  </a:lnTo>
                  <a:close/>
                </a:path>
                <a:path w="597535" h="129539">
                  <a:moveTo>
                    <a:pt x="492620" y="69862"/>
                  </a:moveTo>
                  <a:lnTo>
                    <a:pt x="485622" y="69862"/>
                  </a:lnTo>
                  <a:lnTo>
                    <a:pt x="485622" y="97802"/>
                  </a:lnTo>
                  <a:lnTo>
                    <a:pt x="492620" y="97802"/>
                  </a:lnTo>
                  <a:lnTo>
                    <a:pt x="492620" y="69862"/>
                  </a:lnTo>
                  <a:close/>
                </a:path>
                <a:path w="597535" h="129539">
                  <a:moveTo>
                    <a:pt x="506590" y="90817"/>
                  </a:moveTo>
                  <a:lnTo>
                    <a:pt x="504571" y="83451"/>
                  </a:lnTo>
                  <a:lnTo>
                    <a:pt x="503542" y="76403"/>
                  </a:lnTo>
                  <a:lnTo>
                    <a:pt x="503161" y="68707"/>
                  </a:lnTo>
                  <a:lnTo>
                    <a:pt x="503097" y="94310"/>
                  </a:lnTo>
                  <a:lnTo>
                    <a:pt x="506590" y="94310"/>
                  </a:lnTo>
                  <a:lnTo>
                    <a:pt x="506590" y="90817"/>
                  </a:lnTo>
                  <a:close/>
                </a:path>
                <a:path w="597535" h="129539">
                  <a:moveTo>
                    <a:pt x="524052" y="94310"/>
                  </a:moveTo>
                  <a:lnTo>
                    <a:pt x="522033" y="84429"/>
                  </a:lnTo>
                  <a:lnTo>
                    <a:pt x="521004" y="75539"/>
                  </a:lnTo>
                  <a:lnTo>
                    <a:pt x="520623" y="67297"/>
                  </a:lnTo>
                  <a:lnTo>
                    <a:pt x="520560" y="97802"/>
                  </a:lnTo>
                  <a:lnTo>
                    <a:pt x="524052" y="94310"/>
                  </a:lnTo>
                  <a:close/>
                </a:path>
                <a:path w="597535" h="129539">
                  <a:moveTo>
                    <a:pt x="545020" y="80340"/>
                  </a:moveTo>
                  <a:lnTo>
                    <a:pt x="543001" y="71932"/>
                  </a:lnTo>
                  <a:lnTo>
                    <a:pt x="541959" y="62865"/>
                  </a:lnTo>
                  <a:lnTo>
                    <a:pt x="541578" y="53809"/>
                  </a:lnTo>
                  <a:lnTo>
                    <a:pt x="541528" y="83832"/>
                  </a:lnTo>
                  <a:lnTo>
                    <a:pt x="545020" y="83832"/>
                  </a:lnTo>
                  <a:lnTo>
                    <a:pt x="545020" y="80340"/>
                  </a:lnTo>
                  <a:close/>
                </a:path>
                <a:path w="597535" h="129539">
                  <a:moveTo>
                    <a:pt x="562495" y="34925"/>
                  </a:moveTo>
                  <a:lnTo>
                    <a:pt x="558990" y="34925"/>
                  </a:lnTo>
                  <a:lnTo>
                    <a:pt x="558990" y="76847"/>
                  </a:lnTo>
                  <a:lnTo>
                    <a:pt x="562495" y="76847"/>
                  </a:lnTo>
                  <a:lnTo>
                    <a:pt x="562495" y="34925"/>
                  </a:lnTo>
                  <a:close/>
                </a:path>
                <a:path w="597535" h="129539">
                  <a:moveTo>
                    <a:pt x="579958" y="59385"/>
                  </a:moveTo>
                  <a:lnTo>
                    <a:pt x="577938" y="51028"/>
                  </a:lnTo>
                  <a:lnTo>
                    <a:pt x="576897" y="42354"/>
                  </a:lnTo>
                  <a:lnTo>
                    <a:pt x="576516" y="34328"/>
                  </a:lnTo>
                  <a:lnTo>
                    <a:pt x="576465" y="62877"/>
                  </a:lnTo>
                  <a:lnTo>
                    <a:pt x="579958" y="62877"/>
                  </a:lnTo>
                  <a:lnTo>
                    <a:pt x="579958" y="59385"/>
                  </a:lnTo>
                  <a:close/>
                </a:path>
                <a:path w="597535" h="129539">
                  <a:moveTo>
                    <a:pt x="597433" y="48907"/>
                  </a:moveTo>
                  <a:lnTo>
                    <a:pt x="595401" y="38417"/>
                  </a:lnTo>
                  <a:lnTo>
                    <a:pt x="594372" y="27940"/>
                  </a:lnTo>
                  <a:lnTo>
                    <a:pt x="593979" y="17449"/>
                  </a:lnTo>
                  <a:lnTo>
                    <a:pt x="593928" y="6972"/>
                  </a:lnTo>
                  <a:lnTo>
                    <a:pt x="590435" y="6972"/>
                  </a:lnTo>
                  <a:lnTo>
                    <a:pt x="590981" y="17449"/>
                  </a:lnTo>
                  <a:lnTo>
                    <a:pt x="593382" y="38417"/>
                  </a:lnTo>
                  <a:lnTo>
                    <a:pt x="593928" y="48907"/>
                  </a:lnTo>
                  <a:lnTo>
                    <a:pt x="593928" y="52387"/>
                  </a:lnTo>
                  <a:lnTo>
                    <a:pt x="597433" y="48907"/>
                  </a:lnTo>
                  <a:close/>
                </a:path>
              </a:pathLst>
            </a:custGeom>
            <a:solidFill>
              <a:srgbClr val="DCDD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5655074" y="5749574"/>
              <a:ext cx="637540" cy="280035"/>
            </a:xfrm>
            <a:custGeom>
              <a:avLst/>
              <a:gdLst/>
              <a:ahLst/>
              <a:cxnLst/>
              <a:rect l="l" t="t" r="r" b="b"/>
              <a:pathLst>
                <a:path w="637539" h="280035">
                  <a:moveTo>
                    <a:pt x="320988" y="0"/>
                  </a:moveTo>
                  <a:lnTo>
                    <a:pt x="264341" y="550"/>
                  </a:lnTo>
                  <a:lnTo>
                    <a:pt x="209224" y="2689"/>
                  </a:lnTo>
                  <a:lnTo>
                    <a:pt x="157163" y="7151"/>
                  </a:lnTo>
                  <a:lnTo>
                    <a:pt x="109687" y="14669"/>
                  </a:lnTo>
                  <a:lnTo>
                    <a:pt x="68322" y="25975"/>
                  </a:lnTo>
                  <a:lnTo>
                    <a:pt x="10038" y="62887"/>
                  </a:lnTo>
                  <a:lnTo>
                    <a:pt x="0" y="108734"/>
                  </a:lnTo>
                  <a:lnTo>
                    <a:pt x="3058" y="157207"/>
                  </a:lnTo>
                  <a:lnTo>
                    <a:pt x="28169" y="208730"/>
                  </a:lnTo>
                  <a:lnTo>
                    <a:pt x="96515" y="247156"/>
                  </a:lnTo>
                  <a:lnTo>
                    <a:pt x="143625" y="261047"/>
                  </a:lnTo>
                  <a:lnTo>
                    <a:pt x="197614" y="271172"/>
                  </a:lnTo>
                  <a:lnTo>
                    <a:pt x="257172" y="277368"/>
                  </a:lnTo>
                  <a:lnTo>
                    <a:pt x="320988" y="279469"/>
                  </a:lnTo>
                  <a:lnTo>
                    <a:pt x="384653" y="277068"/>
                  </a:lnTo>
                  <a:lnTo>
                    <a:pt x="443814" y="270082"/>
                  </a:lnTo>
                  <a:lnTo>
                    <a:pt x="497242" y="258838"/>
                  </a:lnTo>
                  <a:lnTo>
                    <a:pt x="543710" y="243664"/>
                  </a:lnTo>
                  <a:lnTo>
                    <a:pt x="581989" y="224888"/>
                  </a:lnTo>
                  <a:lnTo>
                    <a:pt x="629070" y="177836"/>
                  </a:lnTo>
                  <a:lnTo>
                    <a:pt x="636617" y="127563"/>
                  </a:lnTo>
                  <a:lnTo>
                    <a:pt x="637164" y="99998"/>
                  </a:lnTo>
                  <a:lnTo>
                    <a:pt x="632471" y="73089"/>
                  </a:lnTo>
                  <a:lnTo>
                    <a:pt x="586006" y="33967"/>
                  </a:lnTo>
                  <a:lnTo>
                    <a:pt x="544064" y="20186"/>
                  </a:lnTo>
                  <a:lnTo>
                    <a:pt x="494360" y="10481"/>
                  </a:lnTo>
                  <a:lnTo>
                    <a:pt x="439125" y="4270"/>
                  </a:lnTo>
                  <a:lnTo>
                    <a:pt x="380591" y="970"/>
                  </a:lnTo>
                  <a:lnTo>
                    <a:pt x="320988" y="0"/>
                  </a:lnTo>
                  <a:close/>
                </a:path>
              </a:pathLst>
            </a:custGeom>
            <a:solidFill>
              <a:srgbClr val="92949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5658132" y="5697179"/>
              <a:ext cx="632460" cy="280035"/>
            </a:xfrm>
            <a:custGeom>
              <a:avLst/>
              <a:gdLst/>
              <a:ahLst/>
              <a:cxnLst/>
              <a:rect l="l" t="t" r="r" b="b"/>
              <a:pathLst>
                <a:path w="632460" h="280035">
                  <a:moveTo>
                    <a:pt x="317929" y="0"/>
                  </a:moveTo>
                  <a:lnTo>
                    <a:pt x="254114" y="2851"/>
                  </a:lnTo>
                  <a:lnTo>
                    <a:pt x="194556" y="11025"/>
                  </a:lnTo>
                  <a:lnTo>
                    <a:pt x="140567" y="23947"/>
                  </a:lnTo>
                  <a:lnTo>
                    <a:pt x="93456" y="41045"/>
                  </a:lnTo>
                  <a:lnTo>
                    <a:pt x="54534" y="61745"/>
                  </a:lnTo>
                  <a:lnTo>
                    <a:pt x="6496" y="111663"/>
                  </a:lnTo>
                  <a:lnTo>
                    <a:pt x="0" y="139734"/>
                  </a:lnTo>
                  <a:lnTo>
                    <a:pt x="6496" y="167802"/>
                  </a:lnTo>
                  <a:lnTo>
                    <a:pt x="54534" y="217718"/>
                  </a:lnTo>
                  <a:lnTo>
                    <a:pt x="93456" y="238419"/>
                  </a:lnTo>
                  <a:lnTo>
                    <a:pt x="140567" y="255519"/>
                  </a:lnTo>
                  <a:lnTo>
                    <a:pt x="194556" y="268442"/>
                  </a:lnTo>
                  <a:lnTo>
                    <a:pt x="254114" y="276617"/>
                  </a:lnTo>
                  <a:lnTo>
                    <a:pt x="317929" y="279469"/>
                  </a:lnTo>
                  <a:lnTo>
                    <a:pt x="381595" y="276617"/>
                  </a:lnTo>
                  <a:lnTo>
                    <a:pt x="440756" y="268442"/>
                  </a:lnTo>
                  <a:lnTo>
                    <a:pt x="494184" y="255519"/>
                  </a:lnTo>
                  <a:lnTo>
                    <a:pt x="540652" y="238419"/>
                  </a:lnTo>
                  <a:lnTo>
                    <a:pt x="578931" y="217718"/>
                  </a:lnTo>
                  <a:lnTo>
                    <a:pt x="626012" y="167802"/>
                  </a:lnTo>
                  <a:lnTo>
                    <a:pt x="632357" y="139734"/>
                  </a:lnTo>
                  <a:lnTo>
                    <a:pt x="626012" y="111663"/>
                  </a:lnTo>
                  <a:lnTo>
                    <a:pt x="578931" y="61745"/>
                  </a:lnTo>
                  <a:lnTo>
                    <a:pt x="540652" y="41045"/>
                  </a:lnTo>
                  <a:lnTo>
                    <a:pt x="494184" y="23947"/>
                  </a:lnTo>
                  <a:lnTo>
                    <a:pt x="440756" y="11025"/>
                  </a:lnTo>
                  <a:lnTo>
                    <a:pt x="381595" y="2851"/>
                  </a:lnTo>
                  <a:lnTo>
                    <a:pt x="317929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5707042" y="5735603"/>
              <a:ext cx="520700" cy="192405"/>
            </a:xfrm>
            <a:custGeom>
              <a:avLst/>
              <a:gdLst/>
              <a:ahLst/>
              <a:cxnLst/>
              <a:rect l="l" t="t" r="r" b="b"/>
              <a:pathLst>
                <a:path w="520700" h="192404">
                  <a:moveTo>
                    <a:pt x="262027" y="0"/>
                  </a:moveTo>
                  <a:lnTo>
                    <a:pt x="201311" y="2311"/>
                  </a:lnTo>
                  <a:lnTo>
                    <a:pt x="145911" y="9084"/>
                  </a:lnTo>
                  <a:lnTo>
                    <a:pt x="97295" y="20073"/>
                  </a:lnTo>
                  <a:lnTo>
                    <a:pt x="56929" y="35034"/>
                  </a:lnTo>
                  <a:lnTo>
                    <a:pt x="6814" y="75897"/>
                  </a:lnTo>
                  <a:lnTo>
                    <a:pt x="0" y="101311"/>
                  </a:lnTo>
                  <a:lnTo>
                    <a:pt x="9219" y="129870"/>
                  </a:lnTo>
                  <a:lnTo>
                    <a:pt x="75989" y="170298"/>
                  </a:lnTo>
                  <a:lnTo>
                    <a:pt x="128880" y="182556"/>
                  </a:lnTo>
                  <a:lnTo>
                    <a:pt x="191669" y="189768"/>
                  </a:lnTo>
                  <a:lnTo>
                    <a:pt x="262027" y="192129"/>
                  </a:lnTo>
                  <a:lnTo>
                    <a:pt x="330914" y="189768"/>
                  </a:lnTo>
                  <a:lnTo>
                    <a:pt x="392718" y="182556"/>
                  </a:lnTo>
                  <a:lnTo>
                    <a:pt x="445011" y="170298"/>
                  </a:lnTo>
                  <a:lnTo>
                    <a:pt x="485367" y="152801"/>
                  </a:lnTo>
                  <a:lnTo>
                    <a:pt x="520564" y="101311"/>
                  </a:lnTo>
                  <a:lnTo>
                    <a:pt x="511360" y="71970"/>
                  </a:lnTo>
                  <a:lnTo>
                    <a:pt x="445011" y="27072"/>
                  </a:lnTo>
                  <a:lnTo>
                    <a:pt x="392718" y="12290"/>
                  </a:lnTo>
                  <a:lnTo>
                    <a:pt x="330914" y="3137"/>
                  </a:lnTo>
                  <a:lnTo>
                    <a:pt x="262027" y="0"/>
                  </a:lnTo>
                  <a:close/>
                </a:path>
              </a:pathLst>
            </a:custGeom>
            <a:solidFill>
              <a:srgbClr val="DCDDD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8" name="object 12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846793" y="5772287"/>
              <a:ext cx="241062" cy="99561"/>
            </a:xfrm>
            <a:prstGeom prst="rect">
              <a:avLst/>
            </a:prstGeom>
          </p:spPr>
        </p:pic>
        <p:sp>
          <p:nvSpPr>
            <p:cNvPr id="129" name="object 129"/>
            <p:cNvSpPr/>
            <p:nvPr/>
          </p:nvSpPr>
          <p:spPr>
            <a:xfrm>
              <a:off x="5672099" y="5896305"/>
              <a:ext cx="447675" cy="133350"/>
            </a:xfrm>
            <a:custGeom>
              <a:avLst/>
              <a:gdLst/>
              <a:ahLst/>
              <a:cxnLst/>
              <a:rect l="l" t="t" r="r" b="b"/>
              <a:pathLst>
                <a:path w="447675" h="133350">
                  <a:moveTo>
                    <a:pt x="3492" y="0"/>
                  </a:moveTo>
                  <a:lnTo>
                    <a:pt x="0" y="0"/>
                  </a:lnTo>
                  <a:lnTo>
                    <a:pt x="0" y="41910"/>
                  </a:lnTo>
                  <a:lnTo>
                    <a:pt x="3492" y="41910"/>
                  </a:lnTo>
                  <a:lnTo>
                    <a:pt x="3492" y="0"/>
                  </a:lnTo>
                  <a:close/>
                </a:path>
                <a:path w="447675" h="133350">
                  <a:moveTo>
                    <a:pt x="17462" y="55880"/>
                  </a:moveTo>
                  <a:lnTo>
                    <a:pt x="17411" y="41922"/>
                  </a:lnTo>
                  <a:lnTo>
                    <a:pt x="17030" y="31445"/>
                  </a:lnTo>
                  <a:lnTo>
                    <a:pt x="15989" y="20955"/>
                  </a:lnTo>
                  <a:lnTo>
                    <a:pt x="13970" y="10477"/>
                  </a:lnTo>
                  <a:lnTo>
                    <a:pt x="13970" y="6985"/>
                  </a:lnTo>
                  <a:lnTo>
                    <a:pt x="10477" y="6985"/>
                  </a:lnTo>
                  <a:lnTo>
                    <a:pt x="10477" y="10477"/>
                  </a:lnTo>
                  <a:lnTo>
                    <a:pt x="12496" y="20955"/>
                  </a:lnTo>
                  <a:lnTo>
                    <a:pt x="13538" y="31445"/>
                  </a:lnTo>
                  <a:lnTo>
                    <a:pt x="13919" y="41922"/>
                  </a:lnTo>
                  <a:lnTo>
                    <a:pt x="13970" y="55880"/>
                  </a:lnTo>
                  <a:lnTo>
                    <a:pt x="17462" y="55880"/>
                  </a:lnTo>
                  <a:close/>
                </a:path>
                <a:path w="447675" h="133350">
                  <a:moveTo>
                    <a:pt x="34937" y="27940"/>
                  </a:moveTo>
                  <a:lnTo>
                    <a:pt x="31445" y="27940"/>
                  </a:lnTo>
                  <a:lnTo>
                    <a:pt x="31445" y="73355"/>
                  </a:lnTo>
                  <a:lnTo>
                    <a:pt x="34937" y="73355"/>
                  </a:lnTo>
                  <a:lnTo>
                    <a:pt x="34937" y="27940"/>
                  </a:lnTo>
                  <a:close/>
                </a:path>
                <a:path w="447675" h="133350">
                  <a:moveTo>
                    <a:pt x="62877" y="48907"/>
                  </a:moveTo>
                  <a:lnTo>
                    <a:pt x="59397" y="48907"/>
                  </a:lnTo>
                  <a:lnTo>
                    <a:pt x="59397" y="87325"/>
                  </a:lnTo>
                  <a:lnTo>
                    <a:pt x="62877" y="87325"/>
                  </a:lnTo>
                  <a:lnTo>
                    <a:pt x="62877" y="48907"/>
                  </a:lnTo>
                  <a:close/>
                </a:path>
                <a:path w="447675" h="133350">
                  <a:moveTo>
                    <a:pt x="94335" y="69862"/>
                  </a:moveTo>
                  <a:lnTo>
                    <a:pt x="90843" y="69862"/>
                  </a:lnTo>
                  <a:lnTo>
                    <a:pt x="90843" y="97815"/>
                  </a:lnTo>
                  <a:lnTo>
                    <a:pt x="94335" y="97815"/>
                  </a:lnTo>
                  <a:lnTo>
                    <a:pt x="94335" y="69862"/>
                  </a:lnTo>
                  <a:close/>
                </a:path>
                <a:path w="447675" h="133350">
                  <a:moveTo>
                    <a:pt x="111798" y="73355"/>
                  </a:moveTo>
                  <a:lnTo>
                    <a:pt x="108305" y="73355"/>
                  </a:lnTo>
                  <a:lnTo>
                    <a:pt x="108305" y="104800"/>
                  </a:lnTo>
                  <a:lnTo>
                    <a:pt x="111798" y="104800"/>
                  </a:lnTo>
                  <a:lnTo>
                    <a:pt x="111798" y="73355"/>
                  </a:lnTo>
                  <a:close/>
                </a:path>
                <a:path w="447675" h="133350">
                  <a:moveTo>
                    <a:pt x="125780" y="80352"/>
                  </a:moveTo>
                  <a:lnTo>
                    <a:pt x="122275" y="80352"/>
                  </a:lnTo>
                  <a:lnTo>
                    <a:pt x="122275" y="108292"/>
                  </a:lnTo>
                  <a:lnTo>
                    <a:pt x="125780" y="108292"/>
                  </a:lnTo>
                  <a:lnTo>
                    <a:pt x="125780" y="80352"/>
                  </a:lnTo>
                  <a:close/>
                </a:path>
                <a:path w="447675" h="133350">
                  <a:moveTo>
                    <a:pt x="143243" y="76847"/>
                  </a:moveTo>
                  <a:lnTo>
                    <a:pt x="139750" y="76847"/>
                  </a:lnTo>
                  <a:lnTo>
                    <a:pt x="139750" y="115277"/>
                  </a:lnTo>
                  <a:lnTo>
                    <a:pt x="143243" y="115277"/>
                  </a:lnTo>
                  <a:lnTo>
                    <a:pt x="143243" y="76847"/>
                  </a:lnTo>
                  <a:close/>
                </a:path>
                <a:path w="447675" h="133350">
                  <a:moveTo>
                    <a:pt x="157213" y="108292"/>
                  </a:moveTo>
                  <a:lnTo>
                    <a:pt x="153720" y="101295"/>
                  </a:lnTo>
                  <a:lnTo>
                    <a:pt x="153720" y="111785"/>
                  </a:lnTo>
                  <a:lnTo>
                    <a:pt x="157213" y="111785"/>
                  </a:lnTo>
                  <a:lnTo>
                    <a:pt x="157213" y="108292"/>
                  </a:lnTo>
                  <a:close/>
                </a:path>
                <a:path w="447675" h="133350">
                  <a:moveTo>
                    <a:pt x="171183" y="83845"/>
                  </a:moveTo>
                  <a:lnTo>
                    <a:pt x="167690" y="83845"/>
                  </a:lnTo>
                  <a:lnTo>
                    <a:pt x="167690" y="122262"/>
                  </a:lnTo>
                  <a:lnTo>
                    <a:pt x="171183" y="122262"/>
                  </a:lnTo>
                  <a:lnTo>
                    <a:pt x="171183" y="83845"/>
                  </a:lnTo>
                  <a:close/>
                </a:path>
                <a:path w="447675" h="133350">
                  <a:moveTo>
                    <a:pt x="185166" y="87325"/>
                  </a:moveTo>
                  <a:lnTo>
                    <a:pt x="181673" y="87325"/>
                  </a:lnTo>
                  <a:lnTo>
                    <a:pt x="181673" y="118770"/>
                  </a:lnTo>
                  <a:lnTo>
                    <a:pt x="185166" y="118770"/>
                  </a:lnTo>
                  <a:lnTo>
                    <a:pt x="185166" y="87325"/>
                  </a:lnTo>
                  <a:close/>
                </a:path>
                <a:path w="447675" h="133350">
                  <a:moveTo>
                    <a:pt x="199148" y="87325"/>
                  </a:moveTo>
                  <a:lnTo>
                    <a:pt x="195656" y="87325"/>
                  </a:lnTo>
                  <a:lnTo>
                    <a:pt x="195707" y="90766"/>
                  </a:lnTo>
                  <a:lnTo>
                    <a:pt x="196088" y="99123"/>
                  </a:lnTo>
                  <a:lnTo>
                    <a:pt x="197129" y="109435"/>
                  </a:lnTo>
                  <a:lnTo>
                    <a:pt x="199148" y="118770"/>
                  </a:lnTo>
                  <a:lnTo>
                    <a:pt x="199148" y="87325"/>
                  </a:lnTo>
                  <a:close/>
                </a:path>
                <a:path w="447675" h="133350">
                  <a:moveTo>
                    <a:pt x="216611" y="87325"/>
                  </a:moveTo>
                  <a:lnTo>
                    <a:pt x="213118" y="87325"/>
                  </a:lnTo>
                  <a:lnTo>
                    <a:pt x="213118" y="118770"/>
                  </a:lnTo>
                  <a:lnTo>
                    <a:pt x="216611" y="118770"/>
                  </a:lnTo>
                  <a:lnTo>
                    <a:pt x="216611" y="87325"/>
                  </a:lnTo>
                  <a:close/>
                </a:path>
                <a:path w="447675" h="133350">
                  <a:moveTo>
                    <a:pt x="237566" y="90817"/>
                  </a:moveTo>
                  <a:lnTo>
                    <a:pt x="234086" y="90817"/>
                  </a:lnTo>
                  <a:lnTo>
                    <a:pt x="234086" y="129260"/>
                  </a:lnTo>
                  <a:lnTo>
                    <a:pt x="237566" y="129260"/>
                  </a:lnTo>
                  <a:lnTo>
                    <a:pt x="237566" y="90817"/>
                  </a:lnTo>
                  <a:close/>
                </a:path>
                <a:path w="447675" h="133350">
                  <a:moveTo>
                    <a:pt x="289979" y="129260"/>
                  </a:moveTo>
                  <a:lnTo>
                    <a:pt x="287959" y="121399"/>
                  </a:lnTo>
                  <a:lnTo>
                    <a:pt x="286918" y="113538"/>
                  </a:lnTo>
                  <a:lnTo>
                    <a:pt x="286537" y="105676"/>
                  </a:lnTo>
                  <a:lnTo>
                    <a:pt x="286486" y="97815"/>
                  </a:lnTo>
                  <a:lnTo>
                    <a:pt x="282994" y="97815"/>
                  </a:lnTo>
                  <a:lnTo>
                    <a:pt x="283540" y="105676"/>
                  </a:lnTo>
                  <a:lnTo>
                    <a:pt x="285940" y="121399"/>
                  </a:lnTo>
                  <a:lnTo>
                    <a:pt x="286486" y="129260"/>
                  </a:lnTo>
                  <a:lnTo>
                    <a:pt x="289979" y="129260"/>
                  </a:lnTo>
                  <a:close/>
                </a:path>
                <a:path w="447675" h="133350">
                  <a:moveTo>
                    <a:pt x="331901" y="97815"/>
                  </a:moveTo>
                  <a:lnTo>
                    <a:pt x="328409" y="97815"/>
                  </a:lnTo>
                  <a:lnTo>
                    <a:pt x="328409" y="101295"/>
                  </a:lnTo>
                  <a:lnTo>
                    <a:pt x="326453" y="107149"/>
                  </a:lnTo>
                  <a:lnTo>
                    <a:pt x="325793" y="113969"/>
                  </a:lnTo>
                  <a:lnTo>
                    <a:pt x="326453" y="121450"/>
                  </a:lnTo>
                  <a:lnTo>
                    <a:pt x="328409" y="129260"/>
                  </a:lnTo>
                  <a:lnTo>
                    <a:pt x="328409" y="132740"/>
                  </a:lnTo>
                  <a:lnTo>
                    <a:pt x="331901" y="129260"/>
                  </a:lnTo>
                  <a:lnTo>
                    <a:pt x="329933" y="121945"/>
                  </a:lnTo>
                  <a:lnTo>
                    <a:pt x="329285" y="115277"/>
                  </a:lnTo>
                  <a:lnTo>
                    <a:pt x="329933" y="108610"/>
                  </a:lnTo>
                  <a:lnTo>
                    <a:pt x="331901" y="101295"/>
                  </a:lnTo>
                  <a:lnTo>
                    <a:pt x="331901" y="97815"/>
                  </a:lnTo>
                  <a:close/>
                </a:path>
                <a:path w="447675" h="133350">
                  <a:moveTo>
                    <a:pt x="349377" y="101295"/>
                  </a:moveTo>
                  <a:lnTo>
                    <a:pt x="345871" y="101295"/>
                  </a:lnTo>
                  <a:lnTo>
                    <a:pt x="345871" y="132740"/>
                  </a:lnTo>
                  <a:lnTo>
                    <a:pt x="349377" y="132740"/>
                  </a:lnTo>
                  <a:lnTo>
                    <a:pt x="349377" y="101295"/>
                  </a:lnTo>
                  <a:close/>
                </a:path>
                <a:path w="447675" h="133350">
                  <a:moveTo>
                    <a:pt x="370332" y="122262"/>
                  </a:moveTo>
                  <a:lnTo>
                    <a:pt x="366839" y="115277"/>
                  </a:lnTo>
                  <a:lnTo>
                    <a:pt x="366839" y="90817"/>
                  </a:lnTo>
                  <a:lnTo>
                    <a:pt x="363347" y="90817"/>
                  </a:lnTo>
                  <a:lnTo>
                    <a:pt x="363347" y="115277"/>
                  </a:lnTo>
                  <a:lnTo>
                    <a:pt x="366839" y="122262"/>
                  </a:lnTo>
                  <a:lnTo>
                    <a:pt x="366839" y="125755"/>
                  </a:lnTo>
                  <a:lnTo>
                    <a:pt x="370332" y="125755"/>
                  </a:lnTo>
                  <a:lnTo>
                    <a:pt x="370332" y="122262"/>
                  </a:lnTo>
                  <a:close/>
                </a:path>
                <a:path w="447675" h="133350">
                  <a:moveTo>
                    <a:pt x="391299" y="90817"/>
                  </a:moveTo>
                  <a:lnTo>
                    <a:pt x="387807" y="90817"/>
                  </a:lnTo>
                  <a:lnTo>
                    <a:pt x="387807" y="125755"/>
                  </a:lnTo>
                  <a:lnTo>
                    <a:pt x="391299" y="125755"/>
                  </a:lnTo>
                  <a:lnTo>
                    <a:pt x="391299" y="90817"/>
                  </a:lnTo>
                  <a:close/>
                </a:path>
                <a:path w="447675" h="133350">
                  <a:moveTo>
                    <a:pt x="408774" y="122262"/>
                  </a:moveTo>
                  <a:lnTo>
                    <a:pt x="408228" y="114401"/>
                  </a:lnTo>
                  <a:lnTo>
                    <a:pt x="405815" y="98679"/>
                  </a:lnTo>
                  <a:lnTo>
                    <a:pt x="405269" y="90817"/>
                  </a:lnTo>
                  <a:lnTo>
                    <a:pt x="403847" y="98679"/>
                  </a:lnTo>
                  <a:lnTo>
                    <a:pt x="404393" y="106540"/>
                  </a:lnTo>
                  <a:lnTo>
                    <a:pt x="406260" y="114401"/>
                  </a:lnTo>
                  <a:lnTo>
                    <a:pt x="408774" y="122262"/>
                  </a:lnTo>
                  <a:close/>
                </a:path>
                <a:path w="447675" h="133350">
                  <a:moveTo>
                    <a:pt x="408774" y="87325"/>
                  </a:moveTo>
                  <a:lnTo>
                    <a:pt x="405269" y="87325"/>
                  </a:lnTo>
                  <a:lnTo>
                    <a:pt x="405269" y="90817"/>
                  </a:lnTo>
                  <a:lnTo>
                    <a:pt x="408774" y="87325"/>
                  </a:lnTo>
                  <a:close/>
                </a:path>
                <a:path w="447675" h="133350">
                  <a:moveTo>
                    <a:pt x="412254" y="122262"/>
                  </a:moveTo>
                  <a:lnTo>
                    <a:pt x="408774" y="122262"/>
                  </a:lnTo>
                  <a:lnTo>
                    <a:pt x="408774" y="125755"/>
                  </a:lnTo>
                  <a:lnTo>
                    <a:pt x="412254" y="122262"/>
                  </a:lnTo>
                  <a:close/>
                </a:path>
                <a:path w="447675" h="133350">
                  <a:moveTo>
                    <a:pt x="447192" y="76847"/>
                  </a:moveTo>
                  <a:lnTo>
                    <a:pt x="443712" y="76847"/>
                  </a:lnTo>
                  <a:lnTo>
                    <a:pt x="443712" y="80352"/>
                  </a:lnTo>
                  <a:lnTo>
                    <a:pt x="443712" y="115277"/>
                  </a:lnTo>
                  <a:lnTo>
                    <a:pt x="447192" y="115277"/>
                  </a:lnTo>
                  <a:lnTo>
                    <a:pt x="447192" y="76847"/>
                  </a:lnTo>
                  <a:close/>
                </a:path>
              </a:pathLst>
            </a:custGeom>
            <a:solidFill>
              <a:srgbClr val="DCDDD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0" name="object 13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140268" y="5885819"/>
              <a:ext cx="143241" cy="125751"/>
            </a:xfrm>
            <a:prstGeom prst="rect">
              <a:avLst/>
            </a:prstGeom>
          </p:spPr>
        </p:pic>
        <p:sp>
          <p:nvSpPr>
            <p:cNvPr id="131" name="object 131"/>
            <p:cNvSpPr/>
            <p:nvPr/>
          </p:nvSpPr>
          <p:spPr>
            <a:xfrm>
              <a:off x="5651141" y="5641283"/>
              <a:ext cx="636905" cy="283210"/>
            </a:xfrm>
            <a:custGeom>
              <a:avLst/>
              <a:gdLst/>
              <a:ahLst/>
              <a:cxnLst/>
              <a:rect l="l" t="t" r="r" b="b"/>
              <a:pathLst>
                <a:path w="636904" h="283210">
                  <a:moveTo>
                    <a:pt x="317928" y="0"/>
                  </a:moveTo>
                  <a:lnTo>
                    <a:pt x="262568" y="733"/>
                  </a:lnTo>
                  <a:lnTo>
                    <a:pt x="208309" y="3299"/>
                  </a:lnTo>
                  <a:lnTo>
                    <a:pt x="156677" y="8249"/>
                  </a:lnTo>
                  <a:lnTo>
                    <a:pt x="109202" y="16132"/>
                  </a:lnTo>
                  <a:lnTo>
                    <a:pt x="67411" y="27497"/>
                  </a:lnTo>
                  <a:lnTo>
                    <a:pt x="6990" y="62875"/>
                  </a:lnTo>
                  <a:lnTo>
                    <a:pt x="0" y="111786"/>
                  </a:lnTo>
                  <a:lnTo>
                    <a:pt x="3488" y="160697"/>
                  </a:lnTo>
                  <a:lnTo>
                    <a:pt x="28054" y="212220"/>
                  </a:lnTo>
                  <a:lnTo>
                    <a:pt x="95200" y="250646"/>
                  </a:lnTo>
                  <a:lnTo>
                    <a:pt x="141670" y="264537"/>
                  </a:lnTo>
                  <a:lnTo>
                    <a:pt x="195100" y="274662"/>
                  </a:lnTo>
                  <a:lnTo>
                    <a:pt x="254262" y="280857"/>
                  </a:lnTo>
                  <a:lnTo>
                    <a:pt x="317928" y="282959"/>
                  </a:lnTo>
                  <a:lnTo>
                    <a:pt x="381744" y="280558"/>
                  </a:lnTo>
                  <a:lnTo>
                    <a:pt x="441301" y="273571"/>
                  </a:lnTo>
                  <a:lnTo>
                    <a:pt x="495291" y="262328"/>
                  </a:lnTo>
                  <a:lnTo>
                    <a:pt x="542401" y="247154"/>
                  </a:lnTo>
                  <a:lnTo>
                    <a:pt x="581323" y="228378"/>
                  </a:lnTo>
                  <a:lnTo>
                    <a:pt x="629362" y="181326"/>
                  </a:lnTo>
                  <a:lnTo>
                    <a:pt x="636568" y="131055"/>
                  </a:lnTo>
                  <a:lnTo>
                    <a:pt x="636297" y="103492"/>
                  </a:lnTo>
                  <a:lnTo>
                    <a:pt x="618395" y="55896"/>
                  </a:lnTo>
                  <a:lnTo>
                    <a:pt x="584976" y="37198"/>
                  </a:lnTo>
                  <a:lnTo>
                    <a:pt x="542047" y="22771"/>
                  </a:lnTo>
                  <a:lnTo>
                    <a:pt x="491743" y="12226"/>
                  </a:lnTo>
                  <a:lnTo>
                    <a:pt x="436198" y="5174"/>
                  </a:lnTo>
                  <a:lnTo>
                    <a:pt x="377548" y="1228"/>
                  </a:lnTo>
                  <a:lnTo>
                    <a:pt x="317928" y="0"/>
                  </a:lnTo>
                  <a:close/>
                </a:path>
              </a:pathLst>
            </a:custGeom>
            <a:solidFill>
              <a:srgbClr val="92949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5654630" y="5588888"/>
              <a:ext cx="632460" cy="283210"/>
            </a:xfrm>
            <a:custGeom>
              <a:avLst/>
              <a:gdLst/>
              <a:ahLst/>
              <a:cxnLst/>
              <a:rect l="l" t="t" r="r" b="b"/>
              <a:pathLst>
                <a:path w="632460" h="283210">
                  <a:moveTo>
                    <a:pt x="314439" y="0"/>
                  </a:moveTo>
                  <a:lnTo>
                    <a:pt x="250773" y="2858"/>
                  </a:lnTo>
                  <a:lnTo>
                    <a:pt x="191611" y="11079"/>
                  </a:lnTo>
                  <a:lnTo>
                    <a:pt x="138181" y="24131"/>
                  </a:lnTo>
                  <a:lnTo>
                    <a:pt x="91711" y="41481"/>
                  </a:lnTo>
                  <a:lnTo>
                    <a:pt x="53430" y="62597"/>
                  </a:lnTo>
                  <a:lnTo>
                    <a:pt x="6346" y="114001"/>
                  </a:lnTo>
                  <a:lnTo>
                    <a:pt x="0" y="143224"/>
                  </a:lnTo>
                  <a:lnTo>
                    <a:pt x="6346" y="171292"/>
                  </a:lnTo>
                  <a:lnTo>
                    <a:pt x="53430" y="221208"/>
                  </a:lnTo>
                  <a:lnTo>
                    <a:pt x="91711" y="241909"/>
                  </a:lnTo>
                  <a:lnTo>
                    <a:pt x="138181" y="259008"/>
                  </a:lnTo>
                  <a:lnTo>
                    <a:pt x="191611" y="271932"/>
                  </a:lnTo>
                  <a:lnTo>
                    <a:pt x="250773" y="280107"/>
                  </a:lnTo>
                  <a:lnTo>
                    <a:pt x="314439" y="282959"/>
                  </a:lnTo>
                  <a:lnTo>
                    <a:pt x="378255" y="280107"/>
                  </a:lnTo>
                  <a:lnTo>
                    <a:pt x="437813" y="271932"/>
                  </a:lnTo>
                  <a:lnTo>
                    <a:pt x="491802" y="259008"/>
                  </a:lnTo>
                  <a:lnTo>
                    <a:pt x="538912" y="241909"/>
                  </a:lnTo>
                  <a:lnTo>
                    <a:pt x="577835" y="221208"/>
                  </a:lnTo>
                  <a:lnTo>
                    <a:pt x="625873" y="171292"/>
                  </a:lnTo>
                  <a:lnTo>
                    <a:pt x="632369" y="143224"/>
                  </a:lnTo>
                  <a:lnTo>
                    <a:pt x="625873" y="114001"/>
                  </a:lnTo>
                  <a:lnTo>
                    <a:pt x="577835" y="62597"/>
                  </a:lnTo>
                  <a:lnTo>
                    <a:pt x="538912" y="41481"/>
                  </a:lnTo>
                  <a:lnTo>
                    <a:pt x="491802" y="24131"/>
                  </a:lnTo>
                  <a:lnTo>
                    <a:pt x="437813" y="11079"/>
                  </a:lnTo>
                  <a:lnTo>
                    <a:pt x="378255" y="2858"/>
                  </a:lnTo>
                  <a:lnTo>
                    <a:pt x="314439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5700050" y="5630801"/>
              <a:ext cx="524510" cy="192405"/>
            </a:xfrm>
            <a:custGeom>
              <a:avLst/>
              <a:gdLst/>
              <a:ahLst/>
              <a:cxnLst/>
              <a:rect l="l" t="t" r="r" b="b"/>
              <a:pathLst>
                <a:path w="524510" h="192404">
                  <a:moveTo>
                    <a:pt x="262038" y="0"/>
                  </a:moveTo>
                  <a:lnTo>
                    <a:pt x="202417" y="2311"/>
                  </a:lnTo>
                  <a:lnTo>
                    <a:pt x="147442" y="9084"/>
                  </a:lnTo>
                  <a:lnTo>
                    <a:pt x="98762" y="20073"/>
                  </a:lnTo>
                  <a:lnTo>
                    <a:pt x="58028" y="35034"/>
                  </a:lnTo>
                  <a:lnTo>
                    <a:pt x="6997" y="75897"/>
                  </a:lnTo>
                  <a:lnTo>
                    <a:pt x="0" y="101311"/>
                  </a:lnTo>
                  <a:lnTo>
                    <a:pt x="9462" y="128658"/>
                  </a:lnTo>
                  <a:lnTo>
                    <a:pt x="77299" y="168990"/>
                  </a:lnTo>
                  <a:lnTo>
                    <a:pt x="130434" y="181780"/>
                  </a:lnTo>
                  <a:lnTo>
                    <a:pt x="192888" y="189526"/>
                  </a:lnTo>
                  <a:lnTo>
                    <a:pt x="262038" y="192129"/>
                  </a:lnTo>
                  <a:lnTo>
                    <a:pt x="331184" y="189526"/>
                  </a:lnTo>
                  <a:lnTo>
                    <a:pt x="393634" y="181780"/>
                  </a:lnTo>
                  <a:lnTo>
                    <a:pt x="446768" y="168990"/>
                  </a:lnTo>
                  <a:lnTo>
                    <a:pt x="487964" y="151250"/>
                  </a:lnTo>
                  <a:lnTo>
                    <a:pt x="524066" y="101311"/>
                  </a:lnTo>
                  <a:lnTo>
                    <a:pt x="517068" y="75897"/>
                  </a:lnTo>
                  <a:lnTo>
                    <a:pt x="466038" y="35034"/>
                  </a:lnTo>
                  <a:lnTo>
                    <a:pt x="425305" y="20073"/>
                  </a:lnTo>
                  <a:lnTo>
                    <a:pt x="376627" y="9084"/>
                  </a:lnTo>
                  <a:lnTo>
                    <a:pt x="321655" y="2311"/>
                  </a:lnTo>
                  <a:lnTo>
                    <a:pt x="262038" y="0"/>
                  </a:lnTo>
                  <a:close/>
                </a:path>
              </a:pathLst>
            </a:custGeom>
            <a:solidFill>
              <a:srgbClr val="DCDDD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4" name="object 13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839801" y="5666008"/>
              <a:ext cx="244564" cy="98959"/>
            </a:xfrm>
            <a:prstGeom prst="rect">
              <a:avLst/>
            </a:prstGeom>
          </p:spPr>
        </p:pic>
        <p:sp>
          <p:nvSpPr>
            <p:cNvPr id="135" name="object 135"/>
            <p:cNvSpPr/>
            <p:nvPr/>
          </p:nvSpPr>
          <p:spPr>
            <a:xfrm>
              <a:off x="5668606" y="5781027"/>
              <a:ext cx="611505" cy="140335"/>
            </a:xfrm>
            <a:custGeom>
              <a:avLst/>
              <a:gdLst/>
              <a:ahLst/>
              <a:cxnLst/>
              <a:rect l="l" t="t" r="r" b="b"/>
              <a:pathLst>
                <a:path w="611504" h="140335">
                  <a:moveTo>
                    <a:pt x="3492" y="45415"/>
                  </a:moveTo>
                  <a:lnTo>
                    <a:pt x="1473" y="38531"/>
                  </a:lnTo>
                  <a:lnTo>
                    <a:pt x="431" y="32308"/>
                  </a:lnTo>
                  <a:lnTo>
                    <a:pt x="50" y="24777"/>
                  </a:lnTo>
                  <a:lnTo>
                    <a:pt x="0" y="52387"/>
                  </a:lnTo>
                  <a:lnTo>
                    <a:pt x="3492" y="48907"/>
                  </a:lnTo>
                  <a:lnTo>
                    <a:pt x="3492" y="45415"/>
                  </a:lnTo>
                  <a:close/>
                </a:path>
                <a:path w="611504" h="140335">
                  <a:moveTo>
                    <a:pt x="17462" y="59385"/>
                  </a:moveTo>
                  <a:lnTo>
                    <a:pt x="16941" y="49453"/>
                  </a:lnTo>
                  <a:lnTo>
                    <a:pt x="16916" y="48907"/>
                  </a:lnTo>
                  <a:lnTo>
                    <a:pt x="14516" y="27940"/>
                  </a:lnTo>
                  <a:lnTo>
                    <a:pt x="13970" y="17462"/>
                  </a:lnTo>
                  <a:lnTo>
                    <a:pt x="10490" y="17462"/>
                  </a:lnTo>
                  <a:lnTo>
                    <a:pt x="10490" y="20955"/>
                  </a:lnTo>
                  <a:lnTo>
                    <a:pt x="11023" y="30886"/>
                  </a:lnTo>
                  <a:lnTo>
                    <a:pt x="13360" y="48907"/>
                  </a:lnTo>
                  <a:lnTo>
                    <a:pt x="13423" y="49453"/>
                  </a:lnTo>
                  <a:lnTo>
                    <a:pt x="13970" y="59385"/>
                  </a:lnTo>
                  <a:lnTo>
                    <a:pt x="13970" y="62877"/>
                  </a:lnTo>
                  <a:lnTo>
                    <a:pt x="17462" y="62877"/>
                  </a:lnTo>
                  <a:lnTo>
                    <a:pt x="17462" y="59385"/>
                  </a:lnTo>
                  <a:close/>
                </a:path>
                <a:path w="611504" h="140335">
                  <a:moveTo>
                    <a:pt x="31432" y="38417"/>
                  </a:moveTo>
                  <a:lnTo>
                    <a:pt x="27952" y="38417"/>
                  </a:lnTo>
                  <a:lnTo>
                    <a:pt x="27952" y="80340"/>
                  </a:lnTo>
                  <a:lnTo>
                    <a:pt x="31432" y="80340"/>
                  </a:lnTo>
                  <a:lnTo>
                    <a:pt x="31432" y="38417"/>
                  </a:lnTo>
                  <a:close/>
                </a:path>
                <a:path w="611504" h="140335">
                  <a:moveTo>
                    <a:pt x="45427" y="45415"/>
                  </a:moveTo>
                  <a:lnTo>
                    <a:pt x="41922" y="45415"/>
                  </a:lnTo>
                  <a:lnTo>
                    <a:pt x="41922" y="83832"/>
                  </a:lnTo>
                  <a:lnTo>
                    <a:pt x="45427" y="83832"/>
                  </a:lnTo>
                  <a:lnTo>
                    <a:pt x="45427" y="45415"/>
                  </a:lnTo>
                  <a:close/>
                </a:path>
                <a:path w="611504" h="140335">
                  <a:moveTo>
                    <a:pt x="76860" y="66370"/>
                  </a:moveTo>
                  <a:lnTo>
                    <a:pt x="73367" y="66370"/>
                  </a:lnTo>
                  <a:lnTo>
                    <a:pt x="73367" y="97802"/>
                  </a:lnTo>
                  <a:lnTo>
                    <a:pt x="76860" y="97802"/>
                  </a:lnTo>
                  <a:lnTo>
                    <a:pt x="76860" y="66370"/>
                  </a:lnTo>
                  <a:close/>
                </a:path>
                <a:path w="611504" h="140335">
                  <a:moveTo>
                    <a:pt x="94335" y="73355"/>
                  </a:moveTo>
                  <a:lnTo>
                    <a:pt x="90830" y="73355"/>
                  </a:lnTo>
                  <a:lnTo>
                    <a:pt x="90830" y="108292"/>
                  </a:lnTo>
                  <a:lnTo>
                    <a:pt x="94335" y="108292"/>
                  </a:lnTo>
                  <a:lnTo>
                    <a:pt x="94335" y="73355"/>
                  </a:lnTo>
                  <a:close/>
                </a:path>
                <a:path w="611504" h="140335">
                  <a:moveTo>
                    <a:pt x="111798" y="111772"/>
                  </a:moveTo>
                  <a:lnTo>
                    <a:pt x="109778" y="105943"/>
                  </a:lnTo>
                  <a:lnTo>
                    <a:pt x="108737" y="99123"/>
                  </a:lnTo>
                  <a:lnTo>
                    <a:pt x="108356" y="91643"/>
                  </a:lnTo>
                  <a:lnTo>
                    <a:pt x="108305" y="115277"/>
                  </a:lnTo>
                  <a:lnTo>
                    <a:pt x="111798" y="115277"/>
                  </a:lnTo>
                  <a:lnTo>
                    <a:pt x="111798" y="111772"/>
                  </a:lnTo>
                  <a:close/>
                </a:path>
                <a:path w="611504" h="140335">
                  <a:moveTo>
                    <a:pt x="125768" y="90830"/>
                  </a:moveTo>
                  <a:lnTo>
                    <a:pt x="122275" y="90830"/>
                  </a:lnTo>
                  <a:lnTo>
                    <a:pt x="122275" y="115277"/>
                  </a:lnTo>
                  <a:lnTo>
                    <a:pt x="125768" y="115277"/>
                  </a:lnTo>
                  <a:lnTo>
                    <a:pt x="125768" y="90830"/>
                  </a:lnTo>
                  <a:close/>
                </a:path>
                <a:path w="611504" h="140335">
                  <a:moveTo>
                    <a:pt x="139750" y="87325"/>
                  </a:moveTo>
                  <a:lnTo>
                    <a:pt x="136245" y="87325"/>
                  </a:lnTo>
                  <a:lnTo>
                    <a:pt x="136245" y="125755"/>
                  </a:lnTo>
                  <a:lnTo>
                    <a:pt x="139750" y="125755"/>
                  </a:lnTo>
                  <a:lnTo>
                    <a:pt x="139750" y="87325"/>
                  </a:lnTo>
                  <a:close/>
                </a:path>
                <a:path w="611504" h="140335">
                  <a:moveTo>
                    <a:pt x="153720" y="90830"/>
                  </a:moveTo>
                  <a:lnTo>
                    <a:pt x="150228" y="90830"/>
                  </a:lnTo>
                  <a:lnTo>
                    <a:pt x="150228" y="111772"/>
                  </a:lnTo>
                  <a:lnTo>
                    <a:pt x="153720" y="118770"/>
                  </a:lnTo>
                  <a:lnTo>
                    <a:pt x="153720" y="90830"/>
                  </a:lnTo>
                  <a:close/>
                </a:path>
                <a:path w="611504" h="140335">
                  <a:moveTo>
                    <a:pt x="185166" y="97802"/>
                  </a:moveTo>
                  <a:lnTo>
                    <a:pt x="181673" y="97802"/>
                  </a:lnTo>
                  <a:lnTo>
                    <a:pt x="181673" y="129247"/>
                  </a:lnTo>
                  <a:lnTo>
                    <a:pt x="185166" y="129247"/>
                  </a:lnTo>
                  <a:lnTo>
                    <a:pt x="185166" y="97802"/>
                  </a:lnTo>
                  <a:close/>
                </a:path>
                <a:path w="611504" h="140335">
                  <a:moveTo>
                    <a:pt x="199148" y="97802"/>
                  </a:moveTo>
                  <a:lnTo>
                    <a:pt x="195643" y="97802"/>
                  </a:lnTo>
                  <a:lnTo>
                    <a:pt x="195643" y="132740"/>
                  </a:lnTo>
                  <a:lnTo>
                    <a:pt x="199148" y="132740"/>
                  </a:lnTo>
                  <a:lnTo>
                    <a:pt x="199148" y="97802"/>
                  </a:lnTo>
                  <a:close/>
                </a:path>
                <a:path w="611504" h="140335">
                  <a:moveTo>
                    <a:pt x="213118" y="97802"/>
                  </a:moveTo>
                  <a:lnTo>
                    <a:pt x="209613" y="97802"/>
                  </a:lnTo>
                  <a:lnTo>
                    <a:pt x="209613" y="129247"/>
                  </a:lnTo>
                  <a:lnTo>
                    <a:pt x="213118" y="129247"/>
                  </a:lnTo>
                  <a:lnTo>
                    <a:pt x="213118" y="97802"/>
                  </a:lnTo>
                  <a:close/>
                </a:path>
                <a:path w="611504" h="140335">
                  <a:moveTo>
                    <a:pt x="269011" y="108292"/>
                  </a:moveTo>
                  <a:lnTo>
                    <a:pt x="265518" y="108292"/>
                  </a:lnTo>
                  <a:lnTo>
                    <a:pt x="265518" y="139738"/>
                  </a:lnTo>
                  <a:lnTo>
                    <a:pt x="269011" y="139738"/>
                  </a:lnTo>
                  <a:lnTo>
                    <a:pt x="269011" y="108292"/>
                  </a:lnTo>
                  <a:close/>
                </a:path>
                <a:path w="611504" h="140335">
                  <a:moveTo>
                    <a:pt x="286486" y="104800"/>
                  </a:moveTo>
                  <a:lnTo>
                    <a:pt x="282994" y="104800"/>
                  </a:lnTo>
                  <a:lnTo>
                    <a:pt x="282994" y="108292"/>
                  </a:lnTo>
                  <a:lnTo>
                    <a:pt x="282994" y="139738"/>
                  </a:lnTo>
                  <a:lnTo>
                    <a:pt x="286486" y="139738"/>
                  </a:lnTo>
                  <a:lnTo>
                    <a:pt x="286486" y="104800"/>
                  </a:lnTo>
                  <a:close/>
                </a:path>
                <a:path w="611504" h="140335">
                  <a:moveTo>
                    <a:pt x="307454" y="108292"/>
                  </a:moveTo>
                  <a:lnTo>
                    <a:pt x="303949" y="108292"/>
                  </a:lnTo>
                  <a:lnTo>
                    <a:pt x="303949" y="139738"/>
                  </a:lnTo>
                  <a:lnTo>
                    <a:pt x="307454" y="139738"/>
                  </a:lnTo>
                  <a:lnTo>
                    <a:pt x="307454" y="108292"/>
                  </a:lnTo>
                  <a:close/>
                </a:path>
                <a:path w="611504" h="140335">
                  <a:moveTo>
                    <a:pt x="328409" y="108292"/>
                  </a:moveTo>
                  <a:lnTo>
                    <a:pt x="324916" y="108292"/>
                  </a:lnTo>
                  <a:lnTo>
                    <a:pt x="324916" y="136232"/>
                  </a:lnTo>
                  <a:lnTo>
                    <a:pt x="328409" y="139738"/>
                  </a:lnTo>
                  <a:lnTo>
                    <a:pt x="328409" y="108292"/>
                  </a:lnTo>
                  <a:close/>
                </a:path>
                <a:path w="611504" h="140335">
                  <a:moveTo>
                    <a:pt x="345871" y="108292"/>
                  </a:moveTo>
                  <a:lnTo>
                    <a:pt x="342392" y="108292"/>
                  </a:lnTo>
                  <a:lnTo>
                    <a:pt x="342392" y="139738"/>
                  </a:lnTo>
                  <a:lnTo>
                    <a:pt x="345871" y="139738"/>
                  </a:lnTo>
                  <a:lnTo>
                    <a:pt x="345871" y="108292"/>
                  </a:lnTo>
                  <a:close/>
                </a:path>
                <a:path w="611504" h="140335">
                  <a:moveTo>
                    <a:pt x="366839" y="104800"/>
                  </a:moveTo>
                  <a:lnTo>
                    <a:pt x="363334" y="104800"/>
                  </a:lnTo>
                  <a:lnTo>
                    <a:pt x="363334" y="136232"/>
                  </a:lnTo>
                  <a:lnTo>
                    <a:pt x="366839" y="132740"/>
                  </a:lnTo>
                  <a:lnTo>
                    <a:pt x="366839" y="104800"/>
                  </a:lnTo>
                  <a:close/>
                </a:path>
                <a:path w="611504" h="140335">
                  <a:moveTo>
                    <a:pt x="387807" y="101307"/>
                  </a:moveTo>
                  <a:lnTo>
                    <a:pt x="384302" y="101307"/>
                  </a:lnTo>
                  <a:lnTo>
                    <a:pt x="384302" y="136232"/>
                  </a:lnTo>
                  <a:lnTo>
                    <a:pt x="387807" y="136232"/>
                  </a:lnTo>
                  <a:lnTo>
                    <a:pt x="387807" y="101307"/>
                  </a:lnTo>
                  <a:close/>
                </a:path>
                <a:path w="611504" h="140335">
                  <a:moveTo>
                    <a:pt x="408762" y="129247"/>
                  </a:moveTo>
                  <a:lnTo>
                    <a:pt x="406742" y="123405"/>
                  </a:lnTo>
                  <a:lnTo>
                    <a:pt x="405701" y="116586"/>
                  </a:lnTo>
                  <a:lnTo>
                    <a:pt x="405320" y="109105"/>
                  </a:lnTo>
                  <a:lnTo>
                    <a:pt x="405269" y="97802"/>
                  </a:lnTo>
                  <a:lnTo>
                    <a:pt x="401777" y="97802"/>
                  </a:lnTo>
                  <a:lnTo>
                    <a:pt x="401891" y="109105"/>
                  </a:lnTo>
                  <a:lnTo>
                    <a:pt x="402221" y="116586"/>
                  </a:lnTo>
                  <a:lnTo>
                    <a:pt x="403250" y="124828"/>
                  </a:lnTo>
                  <a:lnTo>
                    <a:pt x="405269" y="132740"/>
                  </a:lnTo>
                  <a:lnTo>
                    <a:pt x="408762" y="132740"/>
                  </a:lnTo>
                  <a:lnTo>
                    <a:pt x="408762" y="129247"/>
                  </a:lnTo>
                  <a:close/>
                </a:path>
                <a:path w="611504" h="140335">
                  <a:moveTo>
                    <a:pt x="426237" y="97802"/>
                  </a:moveTo>
                  <a:lnTo>
                    <a:pt x="422744" y="97802"/>
                  </a:lnTo>
                  <a:lnTo>
                    <a:pt x="422744" y="125755"/>
                  </a:lnTo>
                  <a:lnTo>
                    <a:pt x="426237" y="125755"/>
                  </a:lnTo>
                  <a:lnTo>
                    <a:pt x="426237" y="97802"/>
                  </a:lnTo>
                  <a:close/>
                </a:path>
                <a:path w="611504" h="140335">
                  <a:moveTo>
                    <a:pt x="447205" y="125755"/>
                  </a:moveTo>
                  <a:lnTo>
                    <a:pt x="447141" y="112928"/>
                  </a:lnTo>
                  <a:lnTo>
                    <a:pt x="446760" y="105232"/>
                  </a:lnTo>
                  <a:lnTo>
                    <a:pt x="445719" y="98196"/>
                  </a:lnTo>
                  <a:lnTo>
                    <a:pt x="443699" y="90830"/>
                  </a:lnTo>
                  <a:lnTo>
                    <a:pt x="443699" y="125755"/>
                  </a:lnTo>
                  <a:lnTo>
                    <a:pt x="447205" y="125755"/>
                  </a:lnTo>
                  <a:close/>
                </a:path>
                <a:path w="611504" h="140335">
                  <a:moveTo>
                    <a:pt x="468147" y="83832"/>
                  </a:moveTo>
                  <a:lnTo>
                    <a:pt x="464667" y="83832"/>
                  </a:lnTo>
                  <a:lnTo>
                    <a:pt x="464667" y="125755"/>
                  </a:lnTo>
                  <a:lnTo>
                    <a:pt x="468147" y="125755"/>
                  </a:lnTo>
                  <a:lnTo>
                    <a:pt x="468147" y="83832"/>
                  </a:lnTo>
                  <a:close/>
                </a:path>
                <a:path w="611504" h="140335">
                  <a:moveTo>
                    <a:pt x="489115" y="83832"/>
                  </a:moveTo>
                  <a:lnTo>
                    <a:pt x="485622" y="83832"/>
                  </a:lnTo>
                  <a:lnTo>
                    <a:pt x="485622" y="111772"/>
                  </a:lnTo>
                  <a:lnTo>
                    <a:pt x="489115" y="111772"/>
                  </a:lnTo>
                  <a:lnTo>
                    <a:pt x="489115" y="83832"/>
                  </a:lnTo>
                  <a:close/>
                </a:path>
                <a:path w="611504" h="140335">
                  <a:moveTo>
                    <a:pt x="503085" y="69862"/>
                  </a:moveTo>
                  <a:lnTo>
                    <a:pt x="499605" y="69862"/>
                  </a:lnTo>
                  <a:lnTo>
                    <a:pt x="499605" y="108292"/>
                  </a:lnTo>
                  <a:lnTo>
                    <a:pt x="503085" y="108292"/>
                  </a:lnTo>
                  <a:lnTo>
                    <a:pt x="503085" y="69862"/>
                  </a:lnTo>
                  <a:close/>
                </a:path>
                <a:path w="611504" h="140335">
                  <a:moveTo>
                    <a:pt x="520560" y="66370"/>
                  </a:moveTo>
                  <a:lnTo>
                    <a:pt x="517080" y="66370"/>
                  </a:lnTo>
                  <a:lnTo>
                    <a:pt x="517080" y="104800"/>
                  </a:lnTo>
                  <a:lnTo>
                    <a:pt x="520560" y="108292"/>
                  </a:lnTo>
                  <a:lnTo>
                    <a:pt x="520560" y="66370"/>
                  </a:lnTo>
                  <a:close/>
                </a:path>
                <a:path w="611504" h="140335">
                  <a:moveTo>
                    <a:pt x="541528" y="55892"/>
                  </a:moveTo>
                  <a:lnTo>
                    <a:pt x="538022" y="55892"/>
                  </a:lnTo>
                  <a:lnTo>
                    <a:pt x="538022" y="94322"/>
                  </a:lnTo>
                  <a:lnTo>
                    <a:pt x="541528" y="94322"/>
                  </a:lnTo>
                  <a:lnTo>
                    <a:pt x="541528" y="55892"/>
                  </a:lnTo>
                  <a:close/>
                </a:path>
                <a:path w="611504" h="140335">
                  <a:moveTo>
                    <a:pt x="558990" y="45415"/>
                  </a:moveTo>
                  <a:lnTo>
                    <a:pt x="555498" y="45415"/>
                  </a:lnTo>
                  <a:lnTo>
                    <a:pt x="555498" y="87325"/>
                  </a:lnTo>
                  <a:lnTo>
                    <a:pt x="558990" y="87325"/>
                  </a:lnTo>
                  <a:lnTo>
                    <a:pt x="558990" y="45415"/>
                  </a:lnTo>
                  <a:close/>
                </a:path>
                <a:path w="611504" h="140335">
                  <a:moveTo>
                    <a:pt x="576465" y="34925"/>
                  </a:moveTo>
                  <a:lnTo>
                    <a:pt x="572960" y="34925"/>
                  </a:lnTo>
                  <a:lnTo>
                    <a:pt x="572960" y="73355"/>
                  </a:lnTo>
                  <a:lnTo>
                    <a:pt x="576465" y="73355"/>
                  </a:lnTo>
                  <a:lnTo>
                    <a:pt x="576465" y="34925"/>
                  </a:lnTo>
                  <a:close/>
                </a:path>
                <a:path w="611504" h="140335">
                  <a:moveTo>
                    <a:pt x="593928" y="59385"/>
                  </a:moveTo>
                  <a:lnTo>
                    <a:pt x="593382" y="48958"/>
                  </a:lnTo>
                  <a:lnTo>
                    <a:pt x="592188" y="38862"/>
                  </a:lnTo>
                  <a:lnTo>
                    <a:pt x="590981" y="29425"/>
                  </a:lnTo>
                  <a:lnTo>
                    <a:pt x="590435" y="20955"/>
                  </a:lnTo>
                  <a:lnTo>
                    <a:pt x="590435" y="62877"/>
                  </a:lnTo>
                  <a:lnTo>
                    <a:pt x="593928" y="59385"/>
                  </a:lnTo>
                  <a:close/>
                </a:path>
                <a:path w="611504" h="140335">
                  <a:moveTo>
                    <a:pt x="611403" y="0"/>
                  </a:moveTo>
                  <a:lnTo>
                    <a:pt x="607898" y="0"/>
                  </a:lnTo>
                  <a:lnTo>
                    <a:pt x="607898" y="45415"/>
                  </a:lnTo>
                  <a:lnTo>
                    <a:pt x="611403" y="45415"/>
                  </a:lnTo>
                  <a:lnTo>
                    <a:pt x="611403" y="0"/>
                  </a:lnTo>
                  <a:close/>
                </a:path>
              </a:pathLst>
            </a:custGeom>
            <a:solidFill>
              <a:srgbClr val="DCDD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5642846" y="5557444"/>
              <a:ext cx="638175" cy="283210"/>
            </a:xfrm>
            <a:custGeom>
              <a:avLst/>
              <a:gdLst/>
              <a:ahLst/>
              <a:cxnLst/>
              <a:rect l="l" t="t" r="r" b="b"/>
              <a:pathLst>
                <a:path w="638175" h="283210">
                  <a:moveTo>
                    <a:pt x="319243" y="0"/>
                  </a:moveTo>
                  <a:lnTo>
                    <a:pt x="263882" y="733"/>
                  </a:lnTo>
                  <a:lnTo>
                    <a:pt x="209621" y="3299"/>
                  </a:lnTo>
                  <a:lnTo>
                    <a:pt x="157988" y="8249"/>
                  </a:lnTo>
                  <a:lnTo>
                    <a:pt x="110510" y="16132"/>
                  </a:lnTo>
                  <a:lnTo>
                    <a:pt x="68716" y="27497"/>
                  </a:lnTo>
                  <a:lnTo>
                    <a:pt x="8293" y="62875"/>
                  </a:lnTo>
                  <a:lnTo>
                    <a:pt x="0" y="111786"/>
                  </a:lnTo>
                  <a:lnTo>
                    <a:pt x="2893" y="139517"/>
                  </a:lnTo>
                  <a:lnTo>
                    <a:pt x="4803" y="160697"/>
                  </a:lnTo>
                  <a:lnTo>
                    <a:pt x="29369" y="212220"/>
                  </a:lnTo>
                  <a:lnTo>
                    <a:pt x="96515" y="250646"/>
                  </a:lnTo>
                  <a:lnTo>
                    <a:pt x="142985" y="264537"/>
                  </a:lnTo>
                  <a:lnTo>
                    <a:pt x="196415" y="274662"/>
                  </a:lnTo>
                  <a:lnTo>
                    <a:pt x="255577" y="280857"/>
                  </a:lnTo>
                  <a:lnTo>
                    <a:pt x="319243" y="282959"/>
                  </a:lnTo>
                  <a:lnTo>
                    <a:pt x="383055" y="280558"/>
                  </a:lnTo>
                  <a:lnTo>
                    <a:pt x="442611" y="273571"/>
                  </a:lnTo>
                  <a:lnTo>
                    <a:pt x="496600" y="262328"/>
                  </a:lnTo>
                  <a:lnTo>
                    <a:pt x="543712" y="247154"/>
                  </a:lnTo>
                  <a:lnTo>
                    <a:pt x="582635" y="228378"/>
                  </a:lnTo>
                  <a:lnTo>
                    <a:pt x="630676" y="181326"/>
                  </a:lnTo>
                  <a:lnTo>
                    <a:pt x="637881" y="131053"/>
                  </a:lnTo>
                  <a:lnTo>
                    <a:pt x="637606" y="103488"/>
                  </a:lnTo>
                  <a:lnTo>
                    <a:pt x="619698" y="55896"/>
                  </a:lnTo>
                  <a:lnTo>
                    <a:pt x="586280" y="37198"/>
                  </a:lnTo>
                  <a:lnTo>
                    <a:pt x="543353" y="22771"/>
                  </a:lnTo>
                  <a:lnTo>
                    <a:pt x="493051" y="12226"/>
                  </a:lnTo>
                  <a:lnTo>
                    <a:pt x="437509" y="5174"/>
                  </a:lnTo>
                  <a:lnTo>
                    <a:pt x="378862" y="1228"/>
                  </a:lnTo>
                  <a:lnTo>
                    <a:pt x="319243" y="0"/>
                  </a:lnTo>
                  <a:close/>
                </a:path>
              </a:pathLst>
            </a:custGeom>
            <a:solidFill>
              <a:srgbClr val="92949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5647649" y="5505050"/>
              <a:ext cx="632460" cy="283210"/>
            </a:xfrm>
            <a:custGeom>
              <a:avLst/>
              <a:gdLst/>
              <a:ahLst/>
              <a:cxnLst/>
              <a:rect l="l" t="t" r="r" b="b"/>
              <a:pathLst>
                <a:path w="632460" h="283210">
                  <a:moveTo>
                    <a:pt x="314439" y="0"/>
                  </a:moveTo>
                  <a:lnTo>
                    <a:pt x="250773" y="2858"/>
                  </a:lnTo>
                  <a:lnTo>
                    <a:pt x="191611" y="11079"/>
                  </a:lnTo>
                  <a:lnTo>
                    <a:pt x="138181" y="24131"/>
                  </a:lnTo>
                  <a:lnTo>
                    <a:pt x="91711" y="41481"/>
                  </a:lnTo>
                  <a:lnTo>
                    <a:pt x="53430" y="62597"/>
                  </a:lnTo>
                  <a:lnTo>
                    <a:pt x="6346" y="114001"/>
                  </a:lnTo>
                  <a:lnTo>
                    <a:pt x="0" y="143224"/>
                  </a:lnTo>
                  <a:lnTo>
                    <a:pt x="6346" y="171292"/>
                  </a:lnTo>
                  <a:lnTo>
                    <a:pt x="53430" y="221208"/>
                  </a:lnTo>
                  <a:lnTo>
                    <a:pt x="91711" y="241909"/>
                  </a:lnTo>
                  <a:lnTo>
                    <a:pt x="138181" y="259008"/>
                  </a:lnTo>
                  <a:lnTo>
                    <a:pt x="191611" y="271932"/>
                  </a:lnTo>
                  <a:lnTo>
                    <a:pt x="250773" y="280107"/>
                  </a:lnTo>
                  <a:lnTo>
                    <a:pt x="314439" y="282959"/>
                  </a:lnTo>
                  <a:lnTo>
                    <a:pt x="378252" y="280107"/>
                  </a:lnTo>
                  <a:lnTo>
                    <a:pt x="437808" y="271932"/>
                  </a:lnTo>
                  <a:lnTo>
                    <a:pt x="491797" y="259008"/>
                  </a:lnTo>
                  <a:lnTo>
                    <a:pt x="538908" y="241909"/>
                  </a:lnTo>
                  <a:lnTo>
                    <a:pt x="577832" y="221208"/>
                  </a:lnTo>
                  <a:lnTo>
                    <a:pt x="625873" y="171292"/>
                  </a:lnTo>
                  <a:lnTo>
                    <a:pt x="632369" y="143224"/>
                  </a:lnTo>
                  <a:lnTo>
                    <a:pt x="625873" y="114001"/>
                  </a:lnTo>
                  <a:lnTo>
                    <a:pt x="577832" y="62597"/>
                  </a:lnTo>
                  <a:lnTo>
                    <a:pt x="538908" y="41481"/>
                  </a:lnTo>
                  <a:lnTo>
                    <a:pt x="491797" y="24131"/>
                  </a:lnTo>
                  <a:lnTo>
                    <a:pt x="437808" y="11079"/>
                  </a:lnTo>
                  <a:lnTo>
                    <a:pt x="378252" y="2858"/>
                  </a:lnTo>
                  <a:lnTo>
                    <a:pt x="314439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5693070" y="5546963"/>
              <a:ext cx="524510" cy="192405"/>
            </a:xfrm>
            <a:custGeom>
              <a:avLst/>
              <a:gdLst/>
              <a:ahLst/>
              <a:cxnLst/>
              <a:rect l="l" t="t" r="r" b="b"/>
              <a:pathLst>
                <a:path w="524510" h="192404">
                  <a:moveTo>
                    <a:pt x="262027" y="0"/>
                  </a:moveTo>
                  <a:lnTo>
                    <a:pt x="192881" y="3121"/>
                  </a:lnTo>
                  <a:lnTo>
                    <a:pt x="130431" y="12161"/>
                  </a:lnTo>
                  <a:lnTo>
                    <a:pt x="77298" y="26635"/>
                  </a:lnTo>
                  <a:lnTo>
                    <a:pt x="36101" y="46057"/>
                  </a:lnTo>
                  <a:lnTo>
                    <a:pt x="0" y="97809"/>
                  </a:lnTo>
                  <a:lnTo>
                    <a:pt x="9462" y="126632"/>
                  </a:lnTo>
                  <a:lnTo>
                    <a:pt x="77298" y="168552"/>
                  </a:lnTo>
                  <a:lnTo>
                    <a:pt x="130431" y="181651"/>
                  </a:lnTo>
                  <a:lnTo>
                    <a:pt x="192881" y="189510"/>
                  </a:lnTo>
                  <a:lnTo>
                    <a:pt x="262027" y="192129"/>
                  </a:lnTo>
                  <a:lnTo>
                    <a:pt x="331173" y="189510"/>
                  </a:lnTo>
                  <a:lnTo>
                    <a:pt x="393622" y="181651"/>
                  </a:lnTo>
                  <a:lnTo>
                    <a:pt x="446756" y="168552"/>
                  </a:lnTo>
                  <a:lnTo>
                    <a:pt x="487952" y="150213"/>
                  </a:lnTo>
                  <a:lnTo>
                    <a:pt x="524054" y="97809"/>
                  </a:lnTo>
                  <a:lnTo>
                    <a:pt x="514592" y="69944"/>
                  </a:lnTo>
                  <a:lnTo>
                    <a:pt x="446756" y="26635"/>
                  </a:lnTo>
                  <a:lnTo>
                    <a:pt x="393622" y="12161"/>
                  </a:lnTo>
                  <a:lnTo>
                    <a:pt x="331173" y="3121"/>
                  </a:lnTo>
                  <a:lnTo>
                    <a:pt x="262027" y="0"/>
                  </a:lnTo>
                  <a:close/>
                </a:path>
              </a:pathLst>
            </a:custGeom>
            <a:solidFill>
              <a:srgbClr val="DCDDD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9" name="object 139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832821" y="5580692"/>
              <a:ext cx="244552" cy="100436"/>
            </a:xfrm>
            <a:prstGeom prst="rect">
              <a:avLst/>
            </a:prstGeom>
          </p:spPr>
        </p:pic>
        <p:sp>
          <p:nvSpPr>
            <p:cNvPr id="140" name="object 140"/>
            <p:cNvSpPr/>
            <p:nvPr/>
          </p:nvSpPr>
          <p:spPr>
            <a:xfrm>
              <a:off x="5658129" y="5693702"/>
              <a:ext cx="611505" cy="143510"/>
            </a:xfrm>
            <a:custGeom>
              <a:avLst/>
              <a:gdLst/>
              <a:ahLst/>
              <a:cxnLst/>
              <a:rect l="l" t="t" r="r" b="b"/>
              <a:pathLst>
                <a:path w="611504" h="143510">
                  <a:moveTo>
                    <a:pt x="6972" y="52387"/>
                  </a:moveTo>
                  <a:lnTo>
                    <a:pt x="4953" y="42506"/>
                  </a:lnTo>
                  <a:lnTo>
                    <a:pt x="3924" y="33616"/>
                  </a:lnTo>
                  <a:lnTo>
                    <a:pt x="3543" y="25374"/>
                  </a:lnTo>
                  <a:lnTo>
                    <a:pt x="3492" y="13970"/>
                  </a:lnTo>
                  <a:lnTo>
                    <a:pt x="0" y="13970"/>
                  </a:lnTo>
                  <a:lnTo>
                    <a:pt x="50" y="21437"/>
                  </a:lnTo>
                  <a:lnTo>
                    <a:pt x="431" y="30988"/>
                  </a:lnTo>
                  <a:lnTo>
                    <a:pt x="1473" y="42506"/>
                  </a:lnTo>
                  <a:lnTo>
                    <a:pt x="3492" y="52387"/>
                  </a:lnTo>
                  <a:lnTo>
                    <a:pt x="3492" y="55880"/>
                  </a:lnTo>
                  <a:lnTo>
                    <a:pt x="6972" y="52387"/>
                  </a:lnTo>
                  <a:close/>
                </a:path>
                <a:path w="611504" h="143510">
                  <a:moveTo>
                    <a:pt x="17462" y="66357"/>
                  </a:moveTo>
                  <a:lnTo>
                    <a:pt x="17399" y="52387"/>
                  </a:lnTo>
                  <a:lnTo>
                    <a:pt x="17018" y="41910"/>
                  </a:lnTo>
                  <a:lnTo>
                    <a:pt x="15989" y="31419"/>
                  </a:lnTo>
                  <a:lnTo>
                    <a:pt x="13970" y="20942"/>
                  </a:lnTo>
                  <a:lnTo>
                    <a:pt x="13970" y="24447"/>
                  </a:lnTo>
                  <a:lnTo>
                    <a:pt x="13970" y="66357"/>
                  </a:lnTo>
                  <a:lnTo>
                    <a:pt x="17462" y="66357"/>
                  </a:lnTo>
                  <a:close/>
                </a:path>
                <a:path w="611504" h="143510">
                  <a:moveTo>
                    <a:pt x="34937" y="41910"/>
                  </a:moveTo>
                  <a:lnTo>
                    <a:pt x="31432" y="41910"/>
                  </a:lnTo>
                  <a:lnTo>
                    <a:pt x="31432" y="87325"/>
                  </a:lnTo>
                  <a:lnTo>
                    <a:pt x="34937" y="87325"/>
                  </a:lnTo>
                  <a:lnTo>
                    <a:pt x="34937" y="41910"/>
                  </a:lnTo>
                  <a:close/>
                </a:path>
                <a:path w="611504" h="143510">
                  <a:moveTo>
                    <a:pt x="48907" y="48895"/>
                  </a:moveTo>
                  <a:lnTo>
                    <a:pt x="45415" y="48895"/>
                  </a:lnTo>
                  <a:lnTo>
                    <a:pt x="45415" y="87325"/>
                  </a:lnTo>
                  <a:lnTo>
                    <a:pt x="48907" y="87325"/>
                  </a:lnTo>
                  <a:lnTo>
                    <a:pt x="48907" y="48895"/>
                  </a:lnTo>
                  <a:close/>
                </a:path>
                <a:path w="611504" h="143510">
                  <a:moveTo>
                    <a:pt x="62877" y="59385"/>
                  </a:moveTo>
                  <a:lnTo>
                    <a:pt x="59385" y="59385"/>
                  </a:lnTo>
                  <a:lnTo>
                    <a:pt x="59385" y="101295"/>
                  </a:lnTo>
                  <a:lnTo>
                    <a:pt x="62877" y="101295"/>
                  </a:lnTo>
                  <a:lnTo>
                    <a:pt x="62877" y="59385"/>
                  </a:lnTo>
                  <a:close/>
                </a:path>
                <a:path w="611504" h="143510">
                  <a:moveTo>
                    <a:pt x="80352" y="69850"/>
                  </a:moveTo>
                  <a:lnTo>
                    <a:pt x="76847" y="69850"/>
                  </a:lnTo>
                  <a:lnTo>
                    <a:pt x="76847" y="104787"/>
                  </a:lnTo>
                  <a:lnTo>
                    <a:pt x="80352" y="104787"/>
                  </a:lnTo>
                  <a:lnTo>
                    <a:pt x="80352" y="69850"/>
                  </a:lnTo>
                  <a:close/>
                </a:path>
                <a:path w="611504" h="143510">
                  <a:moveTo>
                    <a:pt x="115290" y="115265"/>
                  </a:moveTo>
                  <a:lnTo>
                    <a:pt x="113271" y="109435"/>
                  </a:lnTo>
                  <a:lnTo>
                    <a:pt x="112229" y="102603"/>
                  </a:lnTo>
                  <a:lnTo>
                    <a:pt x="111848" y="95123"/>
                  </a:lnTo>
                  <a:lnTo>
                    <a:pt x="111785" y="87325"/>
                  </a:lnTo>
                  <a:lnTo>
                    <a:pt x="108305" y="87325"/>
                  </a:lnTo>
                  <a:lnTo>
                    <a:pt x="108356" y="90766"/>
                  </a:lnTo>
                  <a:lnTo>
                    <a:pt x="108737" y="99110"/>
                  </a:lnTo>
                  <a:lnTo>
                    <a:pt x="109778" y="109435"/>
                  </a:lnTo>
                  <a:lnTo>
                    <a:pt x="111785" y="118770"/>
                  </a:lnTo>
                  <a:lnTo>
                    <a:pt x="115290" y="118770"/>
                  </a:lnTo>
                  <a:lnTo>
                    <a:pt x="115290" y="115265"/>
                  </a:lnTo>
                  <a:close/>
                </a:path>
                <a:path w="611504" h="143510">
                  <a:moveTo>
                    <a:pt x="125768" y="90817"/>
                  </a:moveTo>
                  <a:lnTo>
                    <a:pt x="122275" y="90817"/>
                  </a:lnTo>
                  <a:lnTo>
                    <a:pt x="122275" y="118770"/>
                  </a:lnTo>
                  <a:lnTo>
                    <a:pt x="125768" y="118770"/>
                  </a:lnTo>
                  <a:lnTo>
                    <a:pt x="125768" y="90817"/>
                  </a:lnTo>
                  <a:close/>
                </a:path>
                <a:path w="611504" h="143510">
                  <a:moveTo>
                    <a:pt x="143243" y="87325"/>
                  </a:moveTo>
                  <a:lnTo>
                    <a:pt x="139750" y="87325"/>
                  </a:lnTo>
                  <a:lnTo>
                    <a:pt x="139750" y="132740"/>
                  </a:lnTo>
                  <a:lnTo>
                    <a:pt x="143243" y="132740"/>
                  </a:lnTo>
                  <a:lnTo>
                    <a:pt x="143243" y="87325"/>
                  </a:lnTo>
                  <a:close/>
                </a:path>
                <a:path w="611504" h="143510">
                  <a:moveTo>
                    <a:pt x="157213" y="94310"/>
                  </a:moveTo>
                  <a:lnTo>
                    <a:pt x="153720" y="94310"/>
                  </a:lnTo>
                  <a:lnTo>
                    <a:pt x="153720" y="125742"/>
                  </a:lnTo>
                  <a:lnTo>
                    <a:pt x="157213" y="125742"/>
                  </a:lnTo>
                  <a:lnTo>
                    <a:pt x="157213" y="94310"/>
                  </a:lnTo>
                  <a:close/>
                </a:path>
                <a:path w="611504" h="143510">
                  <a:moveTo>
                    <a:pt x="185153" y="101295"/>
                  </a:moveTo>
                  <a:lnTo>
                    <a:pt x="181660" y="101295"/>
                  </a:lnTo>
                  <a:lnTo>
                    <a:pt x="181660" y="132740"/>
                  </a:lnTo>
                  <a:lnTo>
                    <a:pt x="185153" y="132740"/>
                  </a:lnTo>
                  <a:lnTo>
                    <a:pt x="185153" y="101295"/>
                  </a:lnTo>
                  <a:close/>
                </a:path>
                <a:path w="611504" h="143510">
                  <a:moveTo>
                    <a:pt x="202628" y="132740"/>
                  </a:moveTo>
                  <a:lnTo>
                    <a:pt x="199136" y="101295"/>
                  </a:lnTo>
                  <a:lnTo>
                    <a:pt x="195643" y="101295"/>
                  </a:lnTo>
                  <a:lnTo>
                    <a:pt x="195643" y="104787"/>
                  </a:lnTo>
                  <a:lnTo>
                    <a:pt x="196189" y="107683"/>
                  </a:lnTo>
                  <a:lnTo>
                    <a:pt x="197383" y="114833"/>
                  </a:lnTo>
                  <a:lnTo>
                    <a:pt x="198589" y="123952"/>
                  </a:lnTo>
                  <a:lnTo>
                    <a:pt x="199136" y="132740"/>
                  </a:lnTo>
                  <a:lnTo>
                    <a:pt x="199136" y="136232"/>
                  </a:lnTo>
                  <a:lnTo>
                    <a:pt x="202628" y="132740"/>
                  </a:lnTo>
                  <a:close/>
                </a:path>
                <a:path w="611504" h="143510">
                  <a:moveTo>
                    <a:pt x="216598" y="101295"/>
                  </a:moveTo>
                  <a:lnTo>
                    <a:pt x="213118" y="101295"/>
                  </a:lnTo>
                  <a:lnTo>
                    <a:pt x="213118" y="132740"/>
                  </a:lnTo>
                  <a:lnTo>
                    <a:pt x="216598" y="132740"/>
                  </a:lnTo>
                  <a:lnTo>
                    <a:pt x="216598" y="101295"/>
                  </a:lnTo>
                  <a:close/>
                </a:path>
                <a:path w="611504" h="143510">
                  <a:moveTo>
                    <a:pt x="237566" y="104787"/>
                  </a:moveTo>
                  <a:lnTo>
                    <a:pt x="234073" y="104787"/>
                  </a:lnTo>
                  <a:lnTo>
                    <a:pt x="234073" y="143217"/>
                  </a:lnTo>
                  <a:lnTo>
                    <a:pt x="237566" y="143217"/>
                  </a:lnTo>
                  <a:lnTo>
                    <a:pt x="237566" y="104787"/>
                  </a:lnTo>
                  <a:close/>
                </a:path>
                <a:path w="611504" h="143510">
                  <a:moveTo>
                    <a:pt x="255028" y="108280"/>
                  </a:moveTo>
                  <a:lnTo>
                    <a:pt x="251536" y="108280"/>
                  </a:lnTo>
                  <a:lnTo>
                    <a:pt x="251536" y="143217"/>
                  </a:lnTo>
                  <a:lnTo>
                    <a:pt x="255028" y="143217"/>
                  </a:lnTo>
                  <a:lnTo>
                    <a:pt x="255028" y="108280"/>
                  </a:lnTo>
                  <a:close/>
                </a:path>
                <a:path w="611504" h="143510">
                  <a:moveTo>
                    <a:pt x="289966" y="143217"/>
                  </a:moveTo>
                  <a:lnTo>
                    <a:pt x="289915" y="132397"/>
                  </a:lnTo>
                  <a:lnTo>
                    <a:pt x="289534" y="125742"/>
                  </a:lnTo>
                  <a:lnTo>
                    <a:pt x="288493" y="119087"/>
                  </a:lnTo>
                  <a:lnTo>
                    <a:pt x="286473" y="111772"/>
                  </a:lnTo>
                  <a:lnTo>
                    <a:pt x="286473" y="143217"/>
                  </a:lnTo>
                  <a:lnTo>
                    <a:pt x="289966" y="143217"/>
                  </a:lnTo>
                  <a:close/>
                </a:path>
                <a:path w="611504" h="143510">
                  <a:moveTo>
                    <a:pt x="331901" y="111772"/>
                  </a:moveTo>
                  <a:lnTo>
                    <a:pt x="328409" y="111772"/>
                  </a:lnTo>
                  <a:lnTo>
                    <a:pt x="328409" y="143217"/>
                  </a:lnTo>
                  <a:lnTo>
                    <a:pt x="331901" y="143217"/>
                  </a:lnTo>
                  <a:lnTo>
                    <a:pt x="331901" y="111772"/>
                  </a:lnTo>
                  <a:close/>
                </a:path>
                <a:path w="611504" h="143510">
                  <a:moveTo>
                    <a:pt x="370332" y="108280"/>
                  </a:moveTo>
                  <a:lnTo>
                    <a:pt x="366839" y="108280"/>
                  </a:lnTo>
                  <a:lnTo>
                    <a:pt x="366839" y="139712"/>
                  </a:lnTo>
                  <a:lnTo>
                    <a:pt x="370332" y="139712"/>
                  </a:lnTo>
                  <a:lnTo>
                    <a:pt x="370332" y="108280"/>
                  </a:lnTo>
                  <a:close/>
                </a:path>
                <a:path w="611504" h="143510">
                  <a:moveTo>
                    <a:pt x="391287" y="104787"/>
                  </a:moveTo>
                  <a:lnTo>
                    <a:pt x="384302" y="104787"/>
                  </a:lnTo>
                  <a:lnTo>
                    <a:pt x="384302" y="139712"/>
                  </a:lnTo>
                  <a:lnTo>
                    <a:pt x="391287" y="139712"/>
                  </a:lnTo>
                  <a:lnTo>
                    <a:pt x="391287" y="104787"/>
                  </a:lnTo>
                  <a:close/>
                </a:path>
                <a:path w="611504" h="143510">
                  <a:moveTo>
                    <a:pt x="412254" y="132740"/>
                  </a:moveTo>
                  <a:lnTo>
                    <a:pt x="409740" y="126898"/>
                  </a:lnTo>
                  <a:lnTo>
                    <a:pt x="407885" y="120065"/>
                  </a:lnTo>
                  <a:lnTo>
                    <a:pt x="407339" y="112585"/>
                  </a:lnTo>
                  <a:lnTo>
                    <a:pt x="408749" y="104787"/>
                  </a:lnTo>
                  <a:lnTo>
                    <a:pt x="408749" y="101295"/>
                  </a:lnTo>
                  <a:lnTo>
                    <a:pt x="405269" y="101295"/>
                  </a:lnTo>
                  <a:lnTo>
                    <a:pt x="405384" y="112585"/>
                  </a:lnTo>
                  <a:lnTo>
                    <a:pt x="405701" y="120065"/>
                  </a:lnTo>
                  <a:lnTo>
                    <a:pt x="406742" y="128308"/>
                  </a:lnTo>
                  <a:lnTo>
                    <a:pt x="408749" y="136232"/>
                  </a:lnTo>
                  <a:lnTo>
                    <a:pt x="412254" y="136232"/>
                  </a:lnTo>
                  <a:lnTo>
                    <a:pt x="412254" y="132740"/>
                  </a:lnTo>
                  <a:close/>
                </a:path>
                <a:path w="611504" h="143510">
                  <a:moveTo>
                    <a:pt x="429717" y="101295"/>
                  </a:moveTo>
                  <a:lnTo>
                    <a:pt x="426224" y="101295"/>
                  </a:lnTo>
                  <a:lnTo>
                    <a:pt x="426224" y="132740"/>
                  </a:lnTo>
                  <a:lnTo>
                    <a:pt x="429717" y="132740"/>
                  </a:lnTo>
                  <a:lnTo>
                    <a:pt x="429717" y="101295"/>
                  </a:lnTo>
                  <a:close/>
                </a:path>
                <a:path w="611504" h="143510">
                  <a:moveTo>
                    <a:pt x="450684" y="125742"/>
                  </a:moveTo>
                  <a:lnTo>
                    <a:pt x="450634" y="117348"/>
                  </a:lnTo>
                  <a:lnTo>
                    <a:pt x="450253" y="109156"/>
                  </a:lnTo>
                  <a:lnTo>
                    <a:pt x="449211" y="99656"/>
                  </a:lnTo>
                  <a:lnTo>
                    <a:pt x="447192" y="90817"/>
                  </a:lnTo>
                  <a:lnTo>
                    <a:pt x="447192" y="87325"/>
                  </a:lnTo>
                  <a:lnTo>
                    <a:pt x="443687" y="90817"/>
                  </a:lnTo>
                  <a:lnTo>
                    <a:pt x="443687" y="94310"/>
                  </a:lnTo>
                  <a:lnTo>
                    <a:pt x="445719" y="101130"/>
                  </a:lnTo>
                  <a:lnTo>
                    <a:pt x="446760" y="109588"/>
                  </a:lnTo>
                  <a:lnTo>
                    <a:pt x="447141" y="117398"/>
                  </a:lnTo>
                  <a:lnTo>
                    <a:pt x="447192" y="125742"/>
                  </a:lnTo>
                  <a:lnTo>
                    <a:pt x="450684" y="125742"/>
                  </a:lnTo>
                  <a:close/>
                </a:path>
                <a:path w="611504" h="143510">
                  <a:moveTo>
                    <a:pt x="471652" y="87325"/>
                  </a:moveTo>
                  <a:lnTo>
                    <a:pt x="468147" y="87325"/>
                  </a:lnTo>
                  <a:lnTo>
                    <a:pt x="468147" y="125742"/>
                  </a:lnTo>
                  <a:lnTo>
                    <a:pt x="471652" y="125742"/>
                  </a:lnTo>
                  <a:lnTo>
                    <a:pt x="471652" y="87325"/>
                  </a:lnTo>
                  <a:close/>
                </a:path>
                <a:path w="611504" h="143510">
                  <a:moveTo>
                    <a:pt x="492620" y="87325"/>
                  </a:moveTo>
                  <a:lnTo>
                    <a:pt x="489115" y="87325"/>
                  </a:lnTo>
                  <a:lnTo>
                    <a:pt x="489115" y="118770"/>
                  </a:lnTo>
                  <a:lnTo>
                    <a:pt x="492620" y="118770"/>
                  </a:lnTo>
                  <a:lnTo>
                    <a:pt x="492620" y="87325"/>
                  </a:lnTo>
                  <a:close/>
                </a:path>
                <a:path w="611504" h="143510">
                  <a:moveTo>
                    <a:pt x="506590" y="73355"/>
                  </a:moveTo>
                  <a:lnTo>
                    <a:pt x="503085" y="73355"/>
                  </a:lnTo>
                  <a:lnTo>
                    <a:pt x="503085" y="108280"/>
                  </a:lnTo>
                  <a:lnTo>
                    <a:pt x="506590" y="108280"/>
                  </a:lnTo>
                  <a:lnTo>
                    <a:pt x="506590" y="73355"/>
                  </a:lnTo>
                  <a:close/>
                </a:path>
                <a:path w="611504" h="143510">
                  <a:moveTo>
                    <a:pt x="524052" y="69850"/>
                  </a:moveTo>
                  <a:lnTo>
                    <a:pt x="520560" y="69850"/>
                  </a:lnTo>
                  <a:lnTo>
                    <a:pt x="520560" y="111772"/>
                  </a:lnTo>
                  <a:lnTo>
                    <a:pt x="524052" y="111772"/>
                  </a:lnTo>
                  <a:lnTo>
                    <a:pt x="524052" y="69850"/>
                  </a:lnTo>
                  <a:close/>
                </a:path>
                <a:path w="611504" h="143510">
                  <a:moveTo>
                    <a:pt x="545020" y="94310"/>
                  </a:moveTo>
                  <a:lnTo>
                    <a:pt x="543001" y="85902"/>
                  </a:lnTo>
                  <a:lnTo>
                    <a:pt x="541959" y="76847"/>
                  </a:lnTo>
                  <a:lnTo>
                    <a:pt x="541578" y="67779"/>
                  </a:lnTo>
                  <a:lnTo>
                    <a:pt x="541528" y="97802"/>
                  </a:lnTo>
                  <a:lnTo>
                    <a:pt x="545020" y="97802"/>
                  </a:lnTo>
                  <a:lnTo>
                    <a:pt x="545020" y="94310"/>
                  </a:lnTo>
                  <a:close/>
                </a:path>
                <a:path w="611504" h="143510">
                  <a:moveTo>
                    <a:pt x="579958" y="34912"/>
                  </a:moveTo>
                  <a:lnTo>
                    <a:pt x="576465" y="34912"/>
                  </a:lnTo>
                  <a:lnTo>
                    <a:pt x="576465" y="76835"/>
                  </a:lnTo>
                  <a:lnTo>
                    <a:pt x="579958" y="76835"/>
                  </a:lnTo>
                  <a:lnTo>
                    <a:pt x="579958" y="73355"/>
                  </a:lnTo>
                  <a:lnTo>
                    <a:pt x="578485" y="64947"/>
                  </a:lnTo>
                  <a:lnTo>
                    <a:pt x="578650" y="55880"/>
                  </a:lnTo>
                  <a:lnTo>
                    <a:pt x="579462" y="46824"/>
                  </a:lnTo>
                  <a:lnTo>
                    <a:pt x="579958" y="38417"/>
                  </a:lnTo>
                  <a:lnTo>
                    <a:pt x="579958" y="34912"/>
                  </a:lnTo>
                  <a:close/>
                </a:path>
                <a:path w="611504" h="143510">
                  <a:moveTo>
                    <a:pt x="597420" y="62865"/>
                  </a:moveTo>
                  <a:lnTo>
                    <a:pt x="596874" y="52438"/>
                  </a:lnTo>
                  <a:lnTo>
                    <a:pt x="595668" y="42341"/>
                  </a:lnTo>
                  <a:lnTo>
                    <a:pt x="594474" y="32905"/>
                  </a:lnTo>
                  <a:lnTo>
                    <a:pt x="593928" y="24447"/>
                  </a:lnTo>
                  <a:lnTo>
                    <a:pt x="593928" y="20942"/>
                  </a:lnTo>
                  <a:lnTo>
                    <a:pt x="590435" y="20942"/>
                  </a:lnTo>
                  <a:lnTo>
                    <a:pt x="590435" y="24447"/>
                  </a:lnTo>
                  <a:lnTo>
                    <a:pt x="590981" y="32905"/>
                  </a:lnTo>
                  <a:lnTo>
                    <a:pt x="592175" y="42341"/>
                  </a:lnTo>
                  <a:lnTo>
                    <a:pt x="593382" y="52438"/>
                  </a:lnTo>
                  <a:lnTo>
                    <a:pt x="593928" y="62865"/>
                  </a:lnTo>
                  <a:lnTo>
                    <a:pt x="593928" y="66357"/>
                  </a:lnTo>
                  <a:lnTo>
                    <a:pt x="597420" y="62865"/>
                  </a:lnTo>
                  <a:close/>
                </a:path>
                <a:path w="611504" h="143510">
                  <a:moveTo>
                    <a:pt x="611403" y="0"/>
                  </a:moveTo>
                  <a:lnTo>
                    <a:pt x="607898" y="0"/>
                  </a:lnTo>
                  <a:lnTo>
                    <a:pt x="607898" y="48895"/>
                  </a:lnTo>
                  <a:lnTo>
                    <a:pt x="611403" y="48895"/>
                  </a:lnTo>
                  <a:lnTo>
                    <a:pt x="611403" y="0"/>
                  </a:lnTo>
                  <a:close/>
                </a:path>
              </a:pathLst>
            </a:custGeom>
            <a:solidFill>
              <a:srgbClr val="DCDD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5649828" y="5459634"/>
              <a:ext cx="638175" cy="280035"/>
            </a:xfrm>
            <a:custGeom>
              <a:avLst/>
              <a:gdLst/>
              <a:ahLst/>
              <a:cxnLst/>
              <a:rect l="l" t="t" r="r" b="b"/>
              <a:pathLst>
                <a:path w="638175" h="280035">
                  <a:moveTo>
                    <a:pt x="319241" y="0"/>
                  </a:moveTo>
                  <a:lnTo>
                    <a:pt x="263881" y="549"/>
                  </a:lnTo>
                  <a:lnTo>
                    <a:pt x="209622" y="2687"/>
                  </a:lnTo>
                  <a:lnTo>
                    <a:pt x="157991" y="7147"/>
                  </a:lnTo>
                  <a:lnTo>
                    <a:pt x="110515" y="14662"/>
                  </a:lnTo>
                  <a:lnTo>
                    <a:pt x="68724" y="25966"/>
                  </a:lnTo>
                  <a:lnTo>
                    <a:pt x="8304" y="62875"/>
                  </a:lnTo>
                  <a:lnTo>
                    <a:pt x="0" y="110035"/>
                  </a:lnTo>
                  <a:lnTo>
                    <a:pt x="4802" y="157195"/>
                  </a:lnTo>
                  <a:lnTo>
                    <a:pt x="29367" y="208724"/>
                  </a:lnTo>
                  <a:lnTo>
                    <a:pt x="96513" y="247148"/>
                  </a:lnTo>
                  <a:lnTo>
                    <a:pt x="142983" y="261038"/>
                  </a:lnTo>
                  <a:lnTo>
                    <a:pt x="196413" y="271162"/>
                  </a:lnTo>
                  <a:lnTo>
                    <a:pt x="255575" y="277356"/>
                  </a:lnTo>
                  <a:lnTo>
                    <a:pt x="319241" y="279457"/>
                  </a:lnTo>
                  <a:lnTo>
                    <a:pt x="383057" y="277199"/>
                  </a:lnTo>
                  <a:lnTo>
                    <a:pt x="442615" y="270561"/>
                  </a:lnTo>
                  <a:lnTo>
                    <a:pt x="496604" y="259746"/>
                  </a:lnTo>
                  <a:lnTo>
                    <a:pt x="543714" y="244961"/>
                  </a:lnTo>
                  <a:lnTo>
                    <a:pt x="582637" y="226410"/>
                  </a:lnTo>
                  <a:lnTo>
                    <a:pt x="630675" y="178827"/>
                  </a:lnTo>
                  <a:lnTo>
                    <a:pt x="637882" y="127608"/>
                  </a:lnTo>
                  <a:lnTo>
                    <a:pt x="637610" y="100427"/>
                  </a:lnTo>
                  <a:lnTo>
                    <a:pt x="619708" y="55884"/>
                  </a:lnTo>
                  <a:lnTo>
                    <a:pt x="586290" y="35979"/>
                  </a:lnTo>
                  <a:lnTo>
                    <a:pt x="543361" y="21216"/>
                  </a:lnTo>
                  <a:lnTo>
                    <a:pt x="493056" y="10916"/>
                  </a:lnTo>
                  <a:lnTo>
                    <a:pt x="437511" y="4398"/>
                  </a:lnTo>
                  <a:lnTo>
                    <a:pt x="378861" y="986"/>
                  </a:lnTo>
                  <a:lnTo>
                    <a:pt x="319241" y="0"/>
                  </a:lnTo>
                  <a:close/>
                </a:path>
              </a:pathLst>
            </a:custGeom>
            <a:solidFill>
              <a:srgbClr val="92949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5654630" y="5407228"/>
              <a:ext cx="632460" cy="280035"/>
            </a:xfrm>
            <a:custGeom>
              <a:avLst/>
              <a:gdLst/>
              <a:ahLst/>
              <a:cxnLst/>
              <a:rect l="l" t="t" r="r" b="b"/>
              <a:pathLst>
                <a:path w="632460" h="280035">
                  <a:moveTo>
                    <a:pt x="314439" y="0"/>
                  </a:moveTo>
                  <a:lnTo>
                    <a:pt x="250773" y="2852"/>
                  </a:lnTo>
                  <a:lnTo>
                    <a:pt x="191611" y="11026"/>
                  </a:lnTo>
                  <a:lnTo>
                    <a:pt x="138181" y="23950"/>
                  </a:lnTo>
                  <a:lnTo>
                    <a:pt x="91711" y="41049"/>
                  </a:lnTo>
                  <a:lnTo>
                    <a:pt x="53430" y="61751"/>
                  </a:lnTo>
                  <a:lnTo>
                    <a:pt x="6346" y="111667"/>
                  </a:lnTo>
                  <a:lnTo>
                    <a:pt x="0" y="139734"/>
                  </a:lnTo>
                  <a:lnTo>
                    <a:pt x="6346" y="167805"/>
                  </a:lnTo>
                  <a:lnTo>
                    <a:pt x="53430" y="217723"/>
                  </a:lnTo>
                  <a:lnTo>
                    <a:pt x="91711" y="238424"/>
                  </a:lnTo>
                  <a:lnTo>
                    <a:pt x="138181" y="255522"/>
                  </a:lnTo>
                  <a:lnTo>
                    <a:pt x="191611" y="268444"/>
                  </a:lnTo>
                  <a:lnTo>
                    <a:pt x="250773" y="276617"/>
                  </a:lnTo>
                  <a:lnTo>
                    <a:pt x="314439" y="279469"/>
                  </a:lnTo>
                  <a:lnTo>
                    <a:pt x="378255" y="276617"/>
                  </a:lnTo>
                  <a:lnTo>
                    <a:pt x="437813" y="268444"/>
                  </a:lnTo>
                  <a:lnTo>
                    <a:pt x="491802" y="255522"/>
                  </a:lnTo>
                  <a:lnTo>
                    <a:pt x="538912" y="238424"/>
                  </a:lnTo>
                  <a:lnTo>
                    <a:pt x="577835" y="217723"/>
                  </a:lnTo>
                  <a:lnTo>
                    <a:pt x="625873" y="167805"/>
                  </a:lnTo>
                  <a:lnTo>
                    <a:pt x="632369" y="139734"/>
                  </a:lnTo>
                  <a:lnTo>
                    <a:pt x="625873" y="111667"/>
                  </a:lnTo>
                  <a:lnTo>
                    <a:pt x="577835" y="61751"/>
                  </a:lnTo>
                  <a:lnTo>
                    <a:pt x="538912" y="41049"/>
                  </a:lnTo>
                  <a:lnTo>
                    <a:pt x="491802" y="23950"/>
                  </a:lnTo>
                  <a:lnTo>
                    <a:pt x="437813" y="11026"/>
                  </a:lnTo>
                  <a:lnTo>
                    <a:pt x="378255" y="2852"/>
                  </a:lnTo>
                  <a:lnTo>
                    <a:pt x="314439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5700050" y="5449153"/>
              <a:ext cx="524510" cy="192405"/>
            </a:xfrm>
            <a:custGeom>
              <a:avLst/>
              <a:gdLst/>
              <a:ahLst/>
              <a:cxnLst/>
              <a:rect l="l" t="t" r="r" b="b"/>
              <a:pathLst>
                <a:path w="524510" h="192404">
                  <a:moveTo>
                    <a:pt x="262038" y="0"/>
                  </a:moveTo>
                  <a:lnTo>
                    <a:pt x="192888" y="2878"/>
                  </a:lnTo>
                  <a:lnTo>
                    <a:pt x="130434" y="11385"/>
                  </a:lnTo>
                  <a:lnTo>
                    <a:pt x="77299" y="25326"/>
                  </a:lnTo>
                  <a:lnTo>
                    <a:pt x="36102" y="44506"/>
                  </a:lnTo>
                  <a:lnTo>
                    <a:pt x="0" y="97809"/>
                  </a:lnTo>
                  <a:lnTo>
                    <a:pt x="9462" y="126628"/>
                  </a:lnTo>
                  <a:lnTo>
                    <a:pt x="77299" y="168548"/>
                  </a:lnTo>
                  <a:lnTo>
                    <a:pt x="130434" y="181648"/>
                  </a:lnTo>
                  <a:lnTo>
                    <a:pt x="192888" y="189509"/>
                  </a:lnTo>
                  <a:lnTo>
                    <a:pt x="262038" y="192129"/>
                  </a:lnTo>
                  <a:lnTo>
                    <a:pt x="331184" y="189509"/>
                  </a:lnTo>
                  <a:lnTo>
                    <a:pt x="393634" y="181648"/>
                  </a:lnTo>
                  <a:lnTo>
                    <a:pt x="446768" y="168548"/>
                  </a:lnTo>
                  <a:lnTo>
                    <a:pt x="487964" y="150207"/>
                  </a:lnTo>
                  <a:lnTo>
                    <a:pt x="524066" y="97809"/>
                  </a:lnTo>
                  <a:lnTo>
                    <a:pt x="514604" y="68732"/>
                  </a:lnTo>
                  <a:lnTo>
                    <a:pt x="446768" y="25326"/>
                  </a:lnTo>
                  <a:lnTo>
                    <a:pt x="393634" y="11385"/>
                  </a:lnTo>
                  <a:lnTo>
                    <a:pt x="331184" y="2878"/>
                  </a:lnTo>
                  <a:lnTo>
                    <a:pt x="262038" y="0"/>
                  </a:lnTo>
                  <a:close/>
                </a:path>
              </a:pathLst>
            </a:custGeom>
            <a:solidFill>
              <a:srgbClr val="DCDDD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4" name="object 14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839801" y="5482335"/>
              <a:ext cx="244564" cy="99561"/>
            </a:xfrm>
            <a:prstGeom prst="rect">
              <a:avLst/>
            </a:prstGeom>
          </p:spPr>
        </p:pic>
        <p:sp>
          <p:nvSpPr>
            <p:cNvPr id="145" name="object 145"/>
            <p:cNvSpPr/>
            <p:nvPr/>
          </p:nvSpPr>
          <p:spPr>
            <a:xfrm>
              <a:off x="5665101" y="5609843"/>
              <a:ext cx="597535" cy="129539"/>
            </a:xfrm>
            <a:custGeom>
              <a:avLst/>
              <a:gdLst/>
              <a:ahLst/>
              <a:cxnLst/>
              <a:rect l="l" t="t" r="r" b="b"/>
              <a:pathLst>
                <a:path w="597535" h="129539">
                  <a:moveTo>
                    <a:pt x="3505" y="0"/>
                  </a:moveTo>
                  <a:lnTo>
                    <a:pt x="0" y="0"/>
                  </a:lnTo>
                  <a:lnTo>
                    <a:pt x="63" y="3987"/>
                  </a:lnTo>
                  <a:lnTo>
                    <a:pt x="444" y="13538"/>
                  </a:lnTo>
                  <a:lnTo>
                    <a:pt x="1485" y="25057"/>
                  </a:lnTo>
                  <a:lnTo>
                    <a:pt x="3505" y="34937"/>
                  </a:lnTo>
                  <a:lnTo>
                    <a:pt x="3505" y="0"/>
                  </a:lnTo>
                  <a:close/>
                </a:path>
                <a:path w="597535" h="129539">
                  <a:moveTo>
                    <a:pt x="6997" y="38442"/>
                  </a:moveTo>
                  <a:lnTo>
                    <a:pt x="3505" y="34937"/>
                  </a:lnTo>
                  <a:lnTo>
                    <a:pt x="3505" y="38442"/>
                  </a:lnTo>
                  <a:lnTo>
                    <a:pt x="6997" y="38442"/>
                  </a:lnTo>
                  <a:close/>
                </a:path>
                <a:path w="597535" h="129539">
                  <a:moveTo>
                    <a:pt x="17475" y="52412"/>
                  </a:moveTo>
                  <a:lnTo>
                    <a:pt x="17424" y="38430"/>
                  </a:lnTo>
                  <a:lnTo>
                    <a:pt x="17043" y="27952"/>
                  </a:lnTo>
                  <a:lnTo>
                    <a:pt x="16002" y="17475"/>
                  </a:lnTo>
                  <a:lnTo>
                    <a:pt x="13995" y="6997"/>
                  </a:lnTo>
                  <a:lnTo>
                    <a:pt x="13995" y="52412"/>
                  </a:lnTo>
                  <a:lnTo>
                    <a:pt x="17475" y="52412"/>
                  </a:lnTo>
                  <a:close/>
                </a:path>
                <a:path w="597535" h="129539">
                  <a:moveTo>
                    <a:pt x="34937" y="27952"/>
                  </a:moveTo>
                  <a:lnTo>
                    <a:pt x="31457" y="27952"/>
                  </a:lnTo>
                  <a:lnTo>
                    <a:pt x="31457" y="69875"/>
                  </a:lnTo>
                  <a:lnTo>
                    <a:pt x="34937" y="69875"/>
                  </a:lnTo>
                  <a:lnTo>
                    <a:pt x="34937" y="27952"/>
                  </a:lnTo>
                  <a:close/>
                </a:path>
                <a:path w="597535" h="129539">
                  <a:moveTo>
                    <a:pt x="62903" y="45415"/>
                  </a:moveTo>
                  <a:lnTo>
                    <a:pt x="59397" y="45415"/>
                  </a:lnTo>
                  <a:lnTo>
                    <a:pt x="59397" y="83858"/>
                  </a:lnTo>
                  <a:lnTo>
                    <a:pt x="62903" y="83858"/>
                  </a:lnTo>
                  <a:lnTo>
                    <a:pt x="62903" y="45415"/>
                  </a:lnTo>
                  <a:close/>
                </a:path>
                <a:path w="597535" h="129539">
                  <a:moveTo>
                    <a:pt x="80365" y="55892"/>
                  </a:moveTo>
                  <a:lnTo>
                    <a:pt x="73380" y="55892"/>
                  </a:lnTo>
                  <a:lnTo>
                    <a:pt x="73380" y="87337"/>
                  </a:lnTo>
                  <a:lnTo>
                    <a:pt x="80365" y="87337"/>
                  </a:lnTo>
                  <a:lnTo>
                    <a:pt x="80365" y="55892"/>
                  </a:lnTo>
                  <a:close/>
                </a:path>
                <a:path w="597535" h="129539">
                  <a:moveTo>
                    <a:pt x="115303" y="97828"/>
                  </a:moveTo>
                  <a:lnTo>
                    <a:pt x="113284" y="91973"/>
                  </a:lnTo>
                  <a:lnTo>
                    <a:pt x="112242" y="85153"/>
                  </a:lnTo>
                  <a:lnTo>
                    <a:pt x="111861" y="77673"/>
                  </a:lnTo>
                  <a:lnTo>
                    <a:pt x="111810" y="69875"/>
                  </a:lnTo>
                  <a:lnTo>
                    <a:pt x="108318" y="69875"/>
                  </a:lnTo>
                  <a:lnTo>
                    <a:pt x="108369" y="73304"/>
                  </a:lnTo>
                  <a:lnTo>
                    <a:pt x="108750" y="81661"/>
                  </a:lnTo>
                  <a:lnTo>
                    <a:pt x="109791" y="91973"/>
                  </a:lnTo>
                  <a:lnTo>
                    <a:pt x="111810" y="101307"/>
                  </a:lnTo>
                  <a:lnTo>
                    <a:pt x="111810" y="104800"/>
                  </a:lnTo>
                  <a:lnTo>
                    <a:pt x="115303" y="101307"/>
                  </a:lnTo>
                  <a:lnTo>
                    <a:pt x="115303" y="97828"/>
                  </a:lnTo>
                  <a:close/>
                </a:path>
                <a:path w="597535" h="129539">
                  <a:moveTo>
                    <a:pt x="129273" y="76860"/>
                  </a:moveTo>
                  <a:lnTo>
                    <a:pt x="125780" y="76860"/>
                  </a:lnTo>
                  <a:lnTo>
                    <a:pt x="125780" y="101307"/>
                  </a:lnTo>
                  <a:lnTo>
                    <a:pt x="129273" y="101307"/>
                  </a:lnTo>
                  <a:lnTo>
                    <a:pt x="129273" y="76860"/>
                  </a:lnTo>
                  <a:close/>
                </a:path>
                <a:path w="597535" h="129539">
                  <a:moveTo>
                    <a:pt x="143256" y="73367"/>
                  </a:moveTo>
                  <a:lnTo>
                    <a:pt x="139750" y="73367"/>
                  </a:lnTo>
                  <a:lnTo>
                    <a:pt x="139750" y="111798"/>
                  </a:lnTo>
                  <a:lnTo>
                    <a:pt x="143256" y="111798"/>
                  </a:lnTo>
                  <a:lnTo>
                    <a:pt x="143256" y="73367"/>
                  </a:lnTo>
                  <a:close/>
                </a:path>
                <a:path w="597535" h="129539">
                  <a:moveTo>
                    <a:pt x="157226" y="80352"/>
                  </a:moveTo>
                  <a:lnTo>
                    <a:pt x="153733" y="80352"/>
                  </a:lnTo>
                  <a:lnTo>
                    <a:pt x="153733" y="108305"/>
                  </a:lnTo>
                  <a:lnTo>
                    <a:pt x="157226" y="108305"/>
                  </a:lnTo>
                  <a:lnTo>
                    <a:pt x="157226" y="80352"/>
                  </a:lnTo>
                  <a:close/>
                </a:path>
                <a:path w="597535" h="129539">
                  <a:moveTo>
                    <a:pt x="171208" y="80352"/>
                  </a:moveTo>
                  <a:lnTo>
                    <a:pt x="167716" y="80352"/>
                  </a:lnTo>
                  <a:lnTo>
                    <a:pt x="167716" y="118770"/>
                  </a:lnTo>
                  <a:lnTo>
                    <a:pt x="171208" y="118770"/>
                  </a:lnTo>
                  <a:lnTo>
                    <a:pt x="171208" y="80352"/>
                  </a:lnTo>
                  <a:close/>
                </a:path>
                <a:path w="597535" h="129539">
                  <a:moveTo>
                    <a:pt x="185178" y="83858"/>
                  </a:moveTo>
                  <a:lnTo>
                    <a:pt x="181686" y="83858"/>
                  </a:lnTo>
                  <a:lnTo>
                    <a:pt x="181686" y="115277"/>
                  </a:lnTo>
                  <a:lnTo>
                    <a:pt x="185178" y="115277"/>
                  </a:lnTo>
                  <a:lnTo>
                    <a:pt x="185178" y="83858"/>
                  </a:lnTo>
                  <a:close/>
                </a:path>
                <a:path w="597535" h="129539">
                  <a:moveTo>
                    <a:pt x="202653" y="115277"/>
                  </a:moveTo>
                  <a:lnTo>
                    <a:pt x="200621" y="107975"/>
                  </a:lnTo>
                  <a:lnTo>
                    <a:pt x="199580" y="101307"/>
                  </a:lnTo>
                  <a:lnTo>
                    <a:pt x="199199" y="94653"/>
                  </a:lnTo>
                  <a:lnTo>
                    <a:pt x="199148" y="83858"/>
                  </a:lnTo>
                  <a:lnTo>
                    <a:pt x="195656" y="83858"/>
                  </a:lnTo>
                  <a:lnTo>
                    <a:pt x="195707" y="90728"/>
                  </a:lnTo>
                  <a:lnTo>
                    <a:pt x="196100" y="98691"/>
                  </a:lnTo>
                  <a:lnTo>
                    <a:pt x="197129" y="107975"/>
                  </a:lnTo>
                  <a:lnTo>
                    <a:pt x="199148" y="115277"/>
                  </a:lnTo>
                  <a:lnTo>
                    <a:pt x="199148" y="118770"/>
                  </a:lnTo>
                  <a:lnTo>
                    <a:pt x="202653" y="118770"/>
                  </a:lnTo>
                  <a:lnTo>
                    <a:pt x="202653" y="115277"/>
                  </a:lnTo>
                  <a:close/>
                </a:path>
                <a:path w="597535" h="129539">
                  <a:moveTo>
                    <a:pt x="216623" y="83858"/>
                  </a:moveTo>
                  <a:lnTo>
                    <a:pt x="213118" y="83858"/>
                  </a:lnTo>
                  <a:lnTo>
                    <a:pt x="213118" y="115277"/>
                  </a:lnTo>
                  <a:lnTo>
                    <a:pt x="216623" y="115277"/>
                  </a:lnTo>
                  <a:lnTo>
                    <a:pt x="216623" y="83858"/>
                  </a:lnTo>
                  <a:close/>
                </a:path>
                <a:path w="597535" h="129539">
                  <a:moveTo>
                    <a:pt x="255054" y="87337"/>
                  </a:moveTo>
                  <a:lnTo>
                    <a:pt x="251561" y="87337"/>
                  </a:lnTo>
                  <a:lnTo>
                    <a:pt x="251561" y="125768"/>
                  </a:lnTo>
                  <a:lnTo>
                    <a:pt x="255054" y="125768"/>
                  </a:lnTo>
                  <a:lnTo>
                    <a:pt x="255054" y="87337"/>
                  </a:lnTo>
                  <a:close/>
                </a:path>
                <a:path w="597535" h="129539">
                  <a:moveTo>
                    <a:pt x="272516" y="97828"/>
                  </a:moveTo>
                  <a:lnTo>
                    <a:pt x="269024" y="97828"/>
                  </a:lnTo>
                  <a:lnTo>
                    <a:pt x="269024" y="125768"/>
                  </a:lnTo>
                  <a:lnTo>
                    <a:pt x="272516" y="125768"/>
                  </a:lnTo>
                  <a:lnTo>
                    <a:pt x="272516" y="97828"/>
                  </a:lnTo>
                  <a:close/>
                </a:path>
                <a:path w="597535" h="129539">
                  <a:moveTo>
                    <a:pt x="289991" y="125768"/>
                  </a:moveTo>
                  <a:lnTo>
                    <a:pt x="289445" y="117957"/>
                  </a:lnTo>
                  <a:lnTo>
                    <a:pt x="288239" y="110477"/>
                  </a:lnTo>
                  <a:lnTo>
                    <a:pt x="287045" y="103657"/>
                  </a:lnTo>
                  <a:lnTo>
                    <a:pt x="286499" y="97828"/>
                  </a:lnTo>
                  <a:lnTo>
                    <a:pt x="286499" y="129260"/>
                  </a:lnTo>
                  <a:lnTo>
                    <a:pt x="289991" y="129260"/>
                  </a:lnTo>
                  <a:lnTo>
                    <a:pt x="289991" y="125768"/>
                  </a:lnTo>
                  <a:close/>
                </a:path>
                <a:path w="597535" h="129539">
                  <a:moveTo>
                    <a:pt x="310959" y="97828"/>
                  </a:moveTo>
                  <a:lnTo>
                    <a:pt x="307454" y="97828"/>
                  </a:lnTo>
                  <a:lnTo>
                    <a:pt x="307454" y="125768"/>
                  </a:lnTo>
                  <a:lnTo>
                    <a:pt x="310959" y="125768"/>
                  </a:lnTo>
                  <a:lnTo>
                    <a:pt x="310959" y="97828"/>
                  </a:lnTo>
                  <a:close/>
                </a:path>
                <a:path w="597535" h="129539">
                  <a:moveTo>
                    <a:pt x="331914" y="97828"/>
                  </a:moveTo>
                  <a:lnTo>
                    <a:pt x="328422" y="94322"/>
                  </a:lnTo>
                  <a:lnTo>
                    <a:pt x="328422" y="129260"/>
                  </a:lnTo>
                  <a:lnTo>
                    <a:pt x="331914" y="125768"/>
                  </a:lnTo>
                  <a:lnTo>
                    <a:pt x="331914" y="97828"/>
                  </a:lnTo>
                  <a:close/>
                </a:path>
                <a:path w="597535" h="129539">
                  <a:moveTo>
                    <a:pt x="349377" y="97828"/>
                  </a:moveTo>
                  <a:lnTo>
                    <a:pt x="345897" y="97828"/>
                  </a:lnTo>
                  <a:lnTo>
                    <a:pt x="345897" y="125768"/>
                  </a:lnTo>
                  <a:lnTo>
                    <a:pt x="349377" y="125768"/>
                  </a:lnTo>
                  <a:lnTo>
                    <a:pt x="349377" y="97828"/>
                  </a:lnTo>
                  <a:close/>
                </a:path>
                <a:path w="597535" h="129539">
                  <a:moveTo>
                    <a:pt x="370344" y="101307"/>
                  </a:moveTo>
                  <a:lnTo>
                    <a:pt x="366839" y="97828"/>
                  </a:lnTo>
                  <a:lnTo>
                    <a:pt x="366839" y="122275"/>
                  </a:lnTo>
                  <a:lnTo>
                    <a:pt x="370344" y="122275"/>
                  </a:lnTo>
                  <a:lnTo>
                    <a:pt x="370344" y="101307"/>
                  </a:lnTo>
                  <a:close/>
                </a:path>
                <a:path w="597535" h="129539">
                  <a:moveTo>
                    <a:pt x="391312" y="87337"/>
                  </a:moveTo>
                  <a:lnTo>
                    <a:pt x="384314" y="87337"/>
                  </a:lnTo>
                  <a:lnTo>
                    <a:pt x="384314" y="122275"/>
                  </a:lnTo>
                  <a:lnTo>
                    <a:pt x="391312" y="122275"/>
                  </a:lnTo>
                  <a:lnTo>
                    <a:pt x="391312" y="87337"/>
                  </a:lnTo>
                  <a:close/>
                </a:path>
                <a:path w="597535" h="129539">
                  <a:moveTo>
                    <a:pt x="412267" y="118770"/>
                  </a:moveTo>
                  <a:lnTo>
                    <a:pt x="409752" y="110921"/>
                  </a:lnTo>
                  <a:lnTo>
                    <a:pt x="407898" y="103060"/>
                  </a:lnTo>
                  <a:lnTo>
                    <a:pt x="407352" y="95199"/>
                  </a:lnTo>
                  <a:lnTo>
                    <a:pt x="408774" y="87337"/>
                  </a:lnTo>
                  <a:lnTo>
                    <a:pt x="405282" y="83858"/>
                  </a:lnTo>
                  <a:lnTo>
                    <a:pt x="405333" y="95199"/>
                  </a:lnTo>
                  <a:lnTo>
                    <a:pt x="405726" y="103060"/>
                  </a:lnTo>
                  <a:lnTo>
                    <a:pt x="406755" y="110921"/>
                  </a:lnTo>
                  <a:lnTo>
                    <a:pt x="408774" y="118770"/>
                  </a:lnTo>
                  <a:lnTo>
                    <a:pt x="408774" y="122275"/>
                  </a:lnTo>
                  <a:lnTo>
                    <a:pt x="412267" y="122275"/>
                  </a:lnTo>
                  <a:lnTo>
                    <a:pt x="412267" y="118770"/>
                  </a:lnTo>
                  <a:close/>
                </a:path>
                <a:path w="597535" h="129539">
                  <a:moveTo>
                    <a:pt x="429742" y="83858"/>
                  </a:moveTo>
                  <a:lnTo>
                    <a:pt x="426250" y="83858"/>
                  </a:lnTo>
                  <a:lnTo>
                    <a:pt x="426250" y="115277"/>
                  </a:lnTo>
                  <a:lnTo>
                    <a:pt x="429742" y="115277"/>
                  </a:lnTo>
                  <a:lnTo>
                    <a:pt x="429742" y="83858"/>
                  </a:lnTo>
                  <a:close/>
                </a:path>
                <a:path w="597535" h="129539">
                  <a:moveTo>
                    <a:pt x="450710" y="111798"/>
                  </a:moveTo>
                  <a:lnTo>
                    <a:pt x="450646" y="100444"/>
                  </a:lnTo>
                  <a:lnTo>
                    <a:pt x="450265" y="92583"/>
                  </a:lnTo>
                  <a:lnTo>
                    <a:pt x="449224" y="84721"/>
                  </a:lnTo>
                  <a:lnTo>
                    <a:pt x="447205" y="76860"/>
                  </a:lnTo>
                  <a:lnTo>
                    <a:pt x="447205" y="73367"/>
                  </a:lnTo>
                  <a:lnTo>
                    <a:pt x="443712" y="76860"/>
                  </a:lnTo>
                  <a:lnTo>
                    <a:pt x="445731" y="84721"/>
                  </a:lnTo>
                  <a:lnTo>
                    <a:pt x="446760" y="92583"/>
                  </a:lnTo>
                  <a:lnTo>
                    <a:pt x="447154" y="100444"/>
                  </a:lnTo>
                  <a:lnTo>
                    <a:pt x="447205" y="111798"/>
                  </a:lnTo>
                  <a:lnTo>
                    <a:pt x="450710" y="111798"/>
                  </a:lnTo>
                  <a:close/>
                </a:path>
                <a:path w="597535" h="129539">
                  <a:moveTo>
                    <a:pt x="471652" y="73367"/>
                  </a:moveTo>
                  <a:lnTo>
                    <a:pt x="468172" y="73367"/>
                  </a:lnTo>
                  <a:lnTo>
                    <a:pt x="468172" y="111798"/>
                  </a:lnTo>
                  <a:lnTo>
                    <a:pt x="471652" y="111798"/>
                  </a:lnTo>
                  <a:lnTo>
                    <a:pt x="471652" y="73367"/>
                  </a:lnTo>
                  <a:close/>
                </a:path>
                <a:path w="597535" h="129539">
                  <a:moveTo>
                    <a:pt x="492620" y="69875"/>
                  </a:moveTo>
                  <a:lnTo>
                    <a:pt x="485648" y="69875"/>
                  </a:lnTo>
                  <a:lnTo>
                    <a:pt x="485648" y="101307"/>
                  </a:lnTo>
                  <a:lnTo>
                    <a:pt x="492620" y="101307"/>
                  </a:lnTo>
                  <a:lnTo>
                    <a:pt x="492620" y="69875"/>
                  </a:lnTo>
                  <a:close/>
                </a:path>
                <a:path w="597535" h="129539">
                  <a:moveTo>
                    <a:pt x="506590" y="55892"/>
                  </a:moveTo>
                  <a:lnTo>
                    <a:pt x="503110" y="55892"/>
                  </a:lnTo>
                  <a:lnTo>
                    <a:pt x="503110" y="94322"/>
                  </a:lnTo>
                  <a:lnTo>
                    <a:pt x="506590" y="94322"/>
                  </a:lnTo>
                  <a:lnTo>
                    <a:pt x="506590" y="55892"/>
                  </a:lnTo>
                  <a:close/>
                </a:path>
                <a:path w="597535" h="129539">
                  <a:moveTo>
                    <a:pt x="524065" y="55892"/>
                  </a:moveTo>
                  <a:lnTo>
                    <a:pt x="520585" y="55892"/>
                  </a:lnTo>
                  <a:lnTo>
                    <a:pt x="520585" y="94322"/>
                  </a:lnTo>
                  <a:lnTo>
                    <a:pt x="524065" y="94322"/>
                  </a:lnTo>
                  <a:lnTo>
                    <a:pt x="524065" y="55892"/>
                  </a:lnTo>
                  <a:close/>
                </a:path>
                <a:path w="597535" h="129539">
                  <a:moveTo>
                    <a:pt x="545033" y="80352"/>
                  </a:moveTo>
                  <a:lnTo>
                    <a:pt x="543013" y="71945"/>
                  </a:lnTo>
                  <a:lnTo>
                    <a:pt x="541972" y="62877"/>
                  </a:lnTo>
                  <a:lnTo>
                    <a:pt x="541591" y="53822"/>
                  </a:lnTo>
                  <a:lnTo>
                    <a:pt x="541528" y="83858"/>
                  </a:lnTo>
                  <a:lnTo>
                    <a:pt x="545033" y="83858"/>
                  </a:lnTo>
                  <a:lnTo>
                    <a:pt x="545033" y="80352"/>
                  </a:lnTo>
                  <a:close/>
                </a:path>
                <a:path w="597535" h="129539">
                  <a:moveTo>
                    <a:pt x="562495" y="34937"/>
                  </a:moveTo>
                  <a:lnTo>
                    <a:pt x="559003" y="34937"/>
                  </a:lnTo>
                  <a:lnTo>
                    <a:pt x="559003" y="73367"/>
                  </a:lnTo>
                  <a:lnTo>
                    <a:pt x="562495" y="73367"/>
                  </a:lnTo>
                  <a:lnTo>
                    <a:pt x="562495" y="34937"/>
                  </a:lnTo>
                  <a:close/>
                </a:path>
                <a:path w="597535" h="129539">
                  <a:moveTo>
                    <a:pt x="579970" y="59385"/>
                  </a:moveTo>
                  <a:lnTo>
                    <a:pt x="577951" y="49504"/>
                  </a:lnTo>
                  <a:lnTo>
                    <a:pt x="576910" y="40614"/>
                  </a:lnTo>
                  <a:lnTo>
                    <a:pt x="576529" y="32372"/>
                  </a:lnTo>
                  <a:lnTo>
                    <a:pt x="576465" y="62890"/>
                  </a:lnTo>
                  <a:lnTo>
                    <a:pt x="579970" y="59385"/>
                  </a:lnTo>
                  <a:close/>
                </a:path>
                <a:path w="597535" h="129539">
                  <a:moveTo>
                    <a:pt x="597433" y="45415"/>
                  </a:moveTo>
                  <a:lnTo>
                    <a:pt x="595414" y="36957"/>
                  </a:lnTo>
                  <a:lnTo>
                    <a:pt x="594385" y="27508"/>
                  </a:lnTo>
                  <a:lnTo>
                    <a:pt x="594004" y="17475"/>
                  </a:lnTo>
                  <a:lnTo>
                    <a:pt x="593940" y="3505"/>
                  </a:lnTo>
                  <a:lnTo>
                    <a:pt x="590448" y="3505"/>
                  </a:lnTo>
                  <a:lnTo>
                    <a:pt x="590448" y="6997"/>
                  </a:lnTo>
                  <a:lnTo>
                    <a:pt x="590994" y="17475"/>
                  </a:lnTo>
                  <a:lnTo>
                    <a:pt x="593394" y="38430"/>
                  </a:lnTo>
                  <a:lnTo>
                    <a:pt x="593940" y="48920"/>
                  </a:lnTo>
                  <a:lnTo>
                    <a:pt x="597433" y="48920"/>
                  </a:lnTo>
                  <a:lnTo>
                    <a:pt x="597433" y="45415"/>
                  </a:lnTo>
                  <a:close/>
                </a:path>
              </a:pathLst>
            </a:custGeom>
            <a:solidFill>
              <a:srgbClr val="DCDD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5641101" y="5389767"/>
              <a:ext cx="637540" cy="280035"/>
            </a:xfrm>
            <a:custGeom>
              <a:avLst/>
              <a:gdLst/>
              <a:ahLst/>
              <a:cxnLst/>
              <a:rect l="l" t="t" r="r" b="b"/>
              <a:pathLst>
                <a:path w="637539" h="280035">
                  <a:moveTo>
                    <a:pt x="320988" y="0"/>
                  </a:moveTo>
                  <a:lnTo>
                    <a:pt x="264341" y="549"/>
                  </a:lnTo>
                  <a:lnTo>
                    <a:pt x="209224" y="2687"/>
                  </a:lnTo>
                  <a:lnTo>
                    <a:pt x="157163" y="7147"/>
                  </a:lnTo>
                  <a:lnTo>
                    <a:pt x="109687" y="14662"/>
                  </a:lnTo>
                  <a:lnTo>
                    <a:pt x="68322" y="25966"/>
                  </a:lnTo>
                  <a:lnTo>
                    <a:pt x="10038" y="62875"/>
                  </a:lnTo>
                  <a:lnTo>
                    <a:pt x="0" y="108727"/>
                  </a:lnTo>
                  <a:lnTo>
                    <a:pt x="3058" y="157195"/>
                  </a:lnTo>
                  <a:lnTo>
                    <a:pt x="28169" y="208724"/>
                  </a:lnTo>
                  <a:lnTo>
                    <a:pt x="96515" y="247148"/>
                  </a:lnTo>
                  <a:lnTo>
                    <a:pt x="143625" y="261038"/>
                  </a:lnTo>
                  <a:lnTo>
                    <a:pt x="197614" y="271162"/>
                  </a:lnTo>
                  <a:lnTo>
                    <a:pt x="257172" y="277356"/>
                  </a:lnTo>
                  <a:lnTo>
                    <a:pt x="320988" y="279457"/>
                  </a:lnTo>
                  <a:lnTo>
                    <a:pt x="384650" y="277056"/>
                  </a:lnTo>
                  <a:lnTo>
                    <a:pt x="443809" y="270070"/>
                  </a:lnTo>
                  <a:lnTo>
                    <a:pt x="497237" y="258826"/>
                  </a:lnTo>
                  <a:lnTo>
                    <a:pt x="543706" y="243653"/>
                  </a:lnTo>
                  <a:lnTo>
                    <a:pt x="581986" y="224876"/>
                  </a:lnTo>
                  <a:lnTo>
                    <a:pt x="629070" y="177825"/>
                  </a:lnTo>
                  <a:lnTo>
                    <a:pt x="636617" y="127553"/>
                  </a:lnTo>
                  <a:lnTo>
                    <a:pt x="637164" y="99990"/>
                  </a:lnTo>
                  <a:lnTo>
                    <a:pt x="632471" y="73082"/>
                  </a:lnTo>
                  <a:lnTo>
                    <a:pt x="586006" y="33960"/>
                  </a:lnTo>
                  <a:lnTo>
                    <a:pt x="544064" y="20182"/>
                  </a:lnTo>
                  <a:lnTo>
                    <a:pt x="494360" y="10479"/>
                  </a:lnTo>
                  <a:lnTo>
                    <a:pt x="439125" y="4269"/>
                  </a:lnTo>
                  <a:lnTo>
                    <a:pt x="380591" y="970"/>
                  </a:lnTo>
                  <a:lnTo>
                    <a:pt x="320988" y="0"/>
                  </a:lnTo>
                  <a:close/>
                </a:path>
              </a:pathLst>
            </a:custGeom>
            <a:solidFill>
              <a:srgbClr val="92949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5644159" y="5337361"/>
              <a:ext cx="632460" cy="280035"/>
            </a:xfrm>
            <a:custGeom>
              <a:avLst/>
              <a:gdLst/>
              <a:ahLst/>
              <a:cxnLst/>
              <a:rect l="l" t="t" r="r" b="b"/>
              <a:pathLst>
                <a:path w="632460" h="280035">
                  <a:moveTo>
                    <a:pt x="317929" y="0"/>
                  </a:moveTo>
                  <a:lnTo>
                    <a:pt x="254114" y="2852"/>
                  </a:lnTo>
                  <a:lnTo>
                    <a:pt x="194556" y="11026"/>
                  </a:lnTo>
                  <a:lnTo>
                    <a:pt x="140567" y="23950"/>
                  </a:lnTo>
                  <a:lnTo>
                    <a:pt x="93456" y="41049"/>
                  </a:lnTo>
                  <a:lnTo>
                    <a:pt x="54534" y="61751"/>
                  </a:lnTo>
                  <a:lnTo>
                    <a:pt x="6496" y="111667"/>
                  </a:lnTo>
                  <a:lnTo>
                    <a:pt x="0" y="139734"/>
                  </a:lnTo>
                  <a:lnTo>
                    <a:pt x="6496" y="167805"/>
                  </a:lnTo>
                  <a:lnTo>
                    <a:pt x="54534" y="217723"/>
                  </a:lnTo>
                  <a:lnTo>
                    <a:pt x="93456" y="238424"/>
                  </a:lnTo>
                  <a:lnTo>
                    <a:pt x="140567" y="255522"/>
                  </a:lnTo>
                  <a:lnTo>
                    <a:pt x="194556" y="268444"/>
                  </a:lnTo>
                  <a:lnTo>
                    <a:pt x="254114" y="276617"/>
                  </a:lnTo>
                  <a:lnTo>
                    <a:pt x="317929" y="279469"/>
                  </a:lnTo>
                  <a:lnTo>
                    <a:pt x="381591" y="276617"/>
                  </a:lnTo>
                  <a:lnTo>
                    <a:pt x="440751" y="268444"/>
                  </a:lnTo>
                  <a:lnTo>
                    <a:pt x="494179" y="255522"/>
                  </a:lnTo>
                  <a:lnTo>
                    <a:pt x="540647" y="238424"/>
                  </a:lnTo>
                  <a:lnTo>
                    <a:pt x="578928" y="217723"/>
                  </a:lnTo>
                  <a:lnTo>
                    <a:pt x="626011" y="167805"/>
                  </a:lnTo>
                  <a:lnTo>
                    <a:pt x="632357" y="139734"/>
                  </a:lnTo>
                  <a:lnTo>
                    <a:pt x="626011" y="111667"/>
                  </a:lnTo>
                  <a:lnTo>
                    <a:pt x="578928" y="61751"/>
                  </a:lnTo>
                  <a:lnTo>
                    <a:pt x="540647" y="41049"/>
                  </a:lnTo>
                  <a:lnTo>
                    <a:pt x="494179" y="23950"/>
                  </a:lnTo>
                  <a:lnTo>
                    <a:pt x="440751" y="11026"/>
                  </a:lnTo>
                  <a:lnTo>
                    <a:pt x="381591" y="2852"/>
                  </a:lnTo>
                  <a:lnTo>
                    <a:pt x="317929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5693069" y="5379286"/>
              <a:ext cx="520700" cy="192405"/>
            </a:xfrm>
            <a:custGeom>
              <a:avLst/>
              <a:gdLst/>
              <a:ahLst/>
              <a:cxnLst/>
              <a:rect l="l" t="t" r="r" b="b"/>
              <a:pathLst>
                <a:path w="520700" h="192404">
                  <a:moveTo>
                    <a:pt x="258536" y="0"/>
                  </a:moveTo>
                  <a:lnTo>
                    <a:pt x="189649" y="2878"/>
                  </a:lnTo>
                  <a:lnTo>
                    <a:pt x="127846" y="11385"/>
                  </a:lnTo>
                  <a:lnTo>
                    <a:pt x="75553" y="25326"/>
                  </a:lnTo>
                  <a:lnTo>
                    <a:pt x="35196" y="44506"/>
                  </a:lnTo>
                  <a:lnTo>
                    <a:pt x="0" y="97809"/>
                  </a:lnTo>
                  <a:lnTo>
                    <a:pt x="9203" y="126628"/>
                  </a:lnTo>
                  <a:lnTo>
                    <a:pt x="75553" y="168548"/>
                  </a:lnTo>
                  <a:lnTo>
                    <a:pt x="127846" y="181648"/>
                  </a:lnTo>
                  <a:lnTo>
                    <a:pt x="189649" y="189509"/>
                  </a:lnTo>
                  <a:lnTo>
                    <a:pt x="258536" y="192129"/>
                  </a:lnTo>
                  <a:lnTo>
                    <a:pt x="328894" y="189509"/>
                  </a:lnTo>
                  <a:lnTo>
                    <a:pt x="391683" y="181648"/>
                  </a:lnTo>
                  <a:lnTo>
                    <a:pt x="444574" y="168548"/>
                  </a:lnTo>
                  <a:lnTo>
                    <a:pt x="485238" y="150207"/>
                  </a:lnTo>
                  <a:lnTo>
                    <a:pt x="520564" y="97809"/>
                  </a:lnTo>
                  <a:lnTo>
                    <a:pt x="511344" y="68732"/>
                  </a:lnTo>
                  <a:lnTo>
                    <a:pt x="444574" y="25326"/>
                  </a:lnTo>
                  <a:lnTo>
                    <a:pt x="391683" y="11385"/>
                  </a:lnTo>
                  <a:lnTo>
                    <a:pt x="328894" y="2878"/>
                  </a:lnTo>
                  <a:lnTo>
                    <a:pt x="258536" y="0"/>
                  </a:lnTo>
                  <a:close/>
                </a:path>
              </a:pathLst>
            </a:custGeom>
            <a:solidFill>
              <a:srgbClr val="DCDDD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9" name="object 14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832821" y="5412472"/>
              <a:ext cx="241062" cy="99557"/>
            </a:xfrm>
            <a:prstGeom prst="rect">
              <a:avLst/>
            </a:prstGeom>
          </p:spPr>
        </p:pic>
        <p:sp>
          <p:nvSpPr>
            <p:cNvPr id="150" name="object 150"/>
            <p:cNvSpPr/>
            <p:nvPr/>
          </p:nvSpPr>
          <p:spPr>
            <a:xfrm>
              <a:off x="5658129" y="5536488"/>
              <a:ext cx="287020" cy="129539"/>
            </a:xfrm>
            <a:custGeom>
              <a:avLst/>
              <a:gdLst/>
              <a:ahLst/>
              <a:cxnLst/>
              <a:rect l="l" t="t" r="r" b="b"/>
              <a:pathLst>
                <a:path w="287020" h="129539">
                  <a:moveTo>
                    <a:pt x="3492" y="0"/>
                  </a:moveTo>
                  <a:lnTo>
                    <a:pt x="0" y="0"/>
                  </a:lnTo>
                  <a:lnTo>
                    <a:pt x="0" y="45415"/>
                  </a:lnTo>
                  <a:lnTo>
                    <a:pt x="3492" y="45415"/>
                  </a:lnTo>
                  <a:lnTo>
                    <a:pt x="3492" y="0"/>
                  </a:lnTo>
                  <a:close/>
                </a:path>
                <a:path w="287020" h="129539">
                  <a:moveTo>
                    <a:pt x="17462" y="52400"/>
                  </a:moveTo>
                  <a:lnTo>
                    <a:pt x="16916" y="41922"/>
                  </a:lnTo>
                  <a:lnTo>
                    <a:pt x="14516" y="20955"/>
                  </a:lnTo>
                  <a:lnTo>
                    <a:pt x="13970" y="10477"/>
                  </a:lnTo>
                  <a:lnTo>
                    <a:pt x="13970" y="6985"/>
                  </a:lnTo>
                  <a:lnTo>
                    <a:pt x="10477" y="6985"/>
                  </a:lnTo>
                  <a:lnTo>
                    <a:pt x="10477" y="10477"/>
                  </a:lnTo>
                  <a:lnTo>
                    <a:pt x="11023" y="20955"/>
                  </a:lnTo>
                  <a:lnTo>
                    <a:pt x="13423" y="41922"/>
                  </a:lnTo>
                  <a:lnTo>
                    <a:pt x="13970" y="52400"/>
                  </a:lnTo>
                  <a:lnTo>
                    <a:pt x="13970" y="55892"/>
                  </a:lnTo>
                  <a:lnTo>
                    <a:pt x="17462" y="55892"/>
                  </a:lnTo>
                  <a:lnTo>
                    <a:pt x="17462" y="52400"/>
                  </a:lnTo>
                  <a:close/>
                </a:path>
                <a:path w="287020" h="129539">
                  <a:moveTo>
                    <a:pt x="45415" y="38417"/>
                  </a:moveTo>
                  <a:lnTo>
                    <a:pt x="41910" y="38417"/>
                  </a:lnTo>
                  <a:lnTo>
                    <a:pt x="41910" y="73355"/>
                  </a:lnTo>
                  <a:lnTo>
                    <a:pt x="45415" y="73355"/>
                  </a:lnTo>
                  <a:lnTo>
                    <a:pt x="45415" y="38417"/>
                  </a:lnTo>
                  <a:close/>
                </a:path>
                <a:path w="287020" h="129539">
                  <a:moveTo>
                    <a:pt x="76847" y="55892"/>
                  </a:moveTo>
                  <a:lnTo>
                    <a:pt x="73367" y="55892"/>
                  </a:lnTo>
                  <a:lnTo>
                    <a:pt x="73367" y="94322"/>
                  </a:lnTo>
                  <a:lnTo>
                    <a:pt x="76847" y="94322"/>
                  </a:lnTo>
                  <a:lnTo>
                    <a:pt x="76847" y="55892"/>
                  </a:lnTo>
                  <a:close/>
                </a:path>
                <a:path w="287020" h="129539">
                  <a:moveTo>
                    <a:pt x="94322" y="66382"/>
                  </a:moveTo>
                  <a:lnTo>
                    <a:pt x="90830" y="66382"/>
                  </a:lnTo>
                  <a:lnTo>
                    <a:pt x="90830" y="101307"/>
                  </a:lnTo>
                  <a:lnTo>
                    <a:pt x="94322" y="101307"/>
                  </a:lnTo>
                  <a:lnTo>
                    <a:pt x="94322" y="66382"/>
                  </a:lnTo>
                  <a:close/>
                </a:path>
                <a:path w="287020" h="129539">
                  <a:moveTo>
                    <a:pt x="111785" y="73355"/>
                  </a:moveTo>
                  <a:lnTo>
                    <a:pt x="108305" y="73355"/>
                  </a:lnTo>
                  <a:lnTo>
                    <a:pt x="108305" y="104800"/>
                  </a:lnTo>
                  <a:lnTo>
                    <a:pt x="111785" y="104800"/>
                  </a:lnTo>
                  <a:lnTo>
                    <a:pt x="111785" y="73355"/>
                  </a:lnTo>
                  <a:close/>
                </a:path>
                <a:path w="287020" h="129539">
                  <a:moveTo>
                    <a:pt x="125768" y="80352"/>
                  </a:moveTo>
                  <a:lnTo>
                    <a:pt x="122275" y="80352"/>
                  </a:lnTo>
                  <a:lnTo>
                    <a:pt x="122275" y="108292"/>
                  </a:lnTo>
                  <a:lnTo>
                    <a:pt x="125768" y="108292"/>
                  </a:lnTo>
                  <a:lnTo>
                    <a:pt x="125768" y="80352"/>
                  </a:lnTo>
                  <a:close/>
                </a:path>
                <a:path w="287020" h="129539">
                  <a:moveTo>
                    <a:pt x="139750" y="76860"/>
                  </a:moveTo>
                  <a:lnTo>
                    <a:pt x="136245" y="76860"/>
                  </a:lnTo>
                  <a:lnTo>
                    <a:pt x="136245" y="115277"/>
                  </a:lnTo>
                  <a:lnTo>
                    <a:pt x="139750" y="115277"/>
                  </a:lnTo>
                  <a:lnTo>
                    <a:pt x="139750" y="76860"/>
                  </a:lnTo>
                  <a:close/>
                </a:path>
                <a:path w="287020" h="129539">
                  <a:moveTo>
                    <a:pt x="157213" y="108292"/>
                  </a:moveTo>
                  <a:lnTo>
                    <a:pt x="153720" y="101307"/>
                  </a:lnTo>
                  <a:lnTo>
                    <a:pt x="153720" y="80352"/>
                  </a:lnTo>
                  <a:lnTo>
                    <a:pt x="150228" y="80352"/>
                  </a:lnTo>
                  <a:lnTo>
                    <a:pt x="150279" y="86728"/>
                  </a:lnTo>
                  <a:lnTo>
                    <a:pt x="150660" y="93878"/>
                  </a:lnTo>
                  <a:lnTo>
                    <a:pt x="151701" y="102997"/>
                  </a:lnTo>
                  <a:lnTo>
                    <a:pt x="153720" y="111798"/>
                  </a:lnTo>
                  <a:lnTo>
                    <a:pt x="157213" y="111798"/>
                  </a:lnTo>
                  <a:lnTo>
                    <a:pt x="157213" y="108292"/>
                  </a:lnTo>
                  <a:close/>
                </a:path>
                <a:path w="287020" h="129539">
                  <a:moveTo>
                    <a:pt x="171183" y="83832"/>
                  </a:moveTo>
                  <a:lnTo>
                    <a:pt x="167690" y="83832"/>
                  </a:lnTo>
                  <a:lnTo>
                    <a:pt x="167690" y="125768"/>
                  </a:lnTo>
                  <a:lnTo>
                    <a:pt x="171183" y="125768"/>
                  </a:lnTo>
                  <a:lnTo>
                    <a:pt x="171183" y="83832"/>
                  </a:lnTo>
                  <a:close/>
                </a:path>
                <a:path w="287020" h="129539">
                  <a:moveTo>
                    <a:pt x="185153" y="90830"/>
                  </a:moveTo>
                  <a:lnTo>
                    <a:pt x="181660" y="90830"/>
                  </a:lnTo>
                  <a:lnTo>
                    <a:pt x="181660" y="122275"/>
                  </a:lnTo>
                  <a:lnTo>
                    <a:pt x="185153" y="122275"/>
                  </a:lnTo>
                  <a:lnTo>
                    <a:pt x="185153" y="90830"/>
                  </a:lnTo>
                  <a:close/>
                </a:path>
                <a:path w="287020" h="129539">
                  <a:moveTo>
                    <a:pt x="199136" y="90830"/>
                  </a:moveTo>
                  <a:lnTo>
                    <a:pt x="195643" y="90830"/>
                  </a:lnTo>
                  <a:lnTo>
                    <a:pt x="195643" y="122275"/>
                  </a:lnTo>
                  <a:lnTo>
                    <a:pt x="199136" y="122275"/>
                  </a:lnTo>
                  <a:lnTo>
                    <a:pt x="199136" y="90830"/>
                  </a:lnTo>
                  <a:close/>
                </a:path>
                <a:path w="287020" h="129539">
                  <a:moveTo>
                    <a:pt x="216598" y="90830"/>
                  </a:moveTo>
                  <a:lnTo>
                    <a:pt x="213118" y="90830"/>
                  </a:lnTo>
                  <a:lnTo>
                    <a:pt x="213118" y="122275"/>
                  </a:lnTo>
                  <a:lnTo>
                    <a:pt x="216598" y="122275"/>
                  </a:lnTo>
                  <a:lnTo>
                    <a:pt x="216598" y="90830"/>
                  </a:lnTo>
                  <a:close/>
                </a:path>
                <a:path w="287020" h="129539">
                  <a:moveTo>
                    <a:pt x="234073" y="94322"/>
                  </a:moveTo>
                  <a:lnTo>
                    <a:pt x="230581" y="94322"/>
                  </a:lnTo>
                  <a:lnTo>
                    <a:pt x="230581" y="129247"/>
                  </a:lnTo>
                  <a:lnTo>
                    <a:pt x="234073" y="129247"/>
                  </a:lnTo>
                  <a:lnTo>
                    <a:pt x="234073" y="94322"/>
                  </a:lnTo>
                  <a:close/>
                </a:path>
                <a:path w="287020" h="129539">
                  <a:moveTo>
                    <a:pt x="255028" y="94322"/>
                  </a:moveTo>
                  <a:lnTo>
                    <a:pt x="251536" y="94322"/>
                  </a:lnTo>
                  <a:lnTo>
                    <a:pt x="251536" y="129247"/>
                  </a:lnTo>
                  <a:lnTo>
                    <a:pt x="255028" y="129247"/>
                  </a:lnTo>
                  <a:lnTo>
                    <a:pt x="255028" y="94322"/>
                  </a:lnTo>
                  <a:close/>
                </a:path>
                <a:path w="287020" h="129539">
                  <a:moveTo>
                    <a:pt x="272503" y="101307"/>
                  </a:moveTo>
                  <a:lnTo>
                    <a:pt x="265518" y="101307"/>
                  </a:lnTo>
                  <a:lnTo>
                    <a:pt x="265518" y="129247"/>
                  </a:lnTo>
                  <a:lnTo>
                    <a:pt x="272503" y="129247"/>
                  </a:lnTo>
                  <a:lnTo>
                    <a:pt x="272503" y="101307"/>
                  </a:lnTo>
                  <a:close/>
                </a:path>
                <a:path w="287020" h="129539">
                  <a:moveTo>
                    <a:pt x="286473" y="97815"/>
                  </a:moveTo>
                  <a:lnTo>
                    <a:pt x="282994" y="97815"/>
                  </a:lnTo>
                  <a:lnTo>
                    <a:pt x="282994" y="129247"/>
                  </a:lnTo>
                  <a:lnTo>
                    <a:pt x="286473" y="129247"/>
                  </a:lnTo>
                  <a:lnTo>
                    <a:pt x="286473" y="97815"/>
                  </a:lnTo>
                  <a:close/>
                </a:path>
              </a:pathLst>
            </a:custGeom>
            <a:solidFill>
              <a:srgbClr val="DCDDD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1" name="object 151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983918" y="5581897"/>
              <a:ext cx="215743" cy="87328"/>
            </a:xfrm>
            <a:prstGeom prst="rect">
              <a:avLst/>
            </a:prstGeom>
          </p:spPr>
        </p:pic>
        <p:sp>
          <p:nvSpPr>
            <p:cNvPr id="152" name="object 152"/>
            <p:cNvSpPr/>
            <p:nvPr/>
          </p:nvSpPr>
          <p:spPr>
            <a:xfrm>
              <a:off x="6231090" y="5526011"/>
              <a:ext cx="35560" cy="73660"/>
            </a:xfrm>
            <a:custGeom>
              <a:avLst/>
              <a:gdLst/>
              <a:ahLst/>
              <a:cxnLst/>
              <a:rect l="l" t="t" r="r" b="b"/>
              <a:pathLst>
                <a:path w="35560" h="73660">
                  <a:moveTo>
                    <a:pt x="3505" y="31445"/>
                  </a:moveTo>
                  <a:lnTo>
                    <a:pt x="0" y="31445"/>
                  </a:lnTo>
                  <a:lnTo>
                    <a:pt x="50" y="38963"/>
                  </a:lnTo>
                  <a:lnTo>
                    <a:pt x="444" y="48907"/>
                  </a:lnTo>
                  <a:lnTo>
                    <a:pt x="1473" y="61455"/>
                  </a:lnTo>
                  <a:lnTo>
                    <a:pt x="3505" y="73367"/>
                  </a:lnTo>
                  <a:lnTo>
                    <a:pt x="3505" y="31445"/>
                  </a:lnTo>
                  <a:close/>
                </a:path>
                <a:path w="35560" h="73660">
                  <a:moveTo>
                    <a:pt x="20967" y="17462"/>
                  </a:moveTo>
                  <a:lnTo>
                    <a:pt x="17475" y="17462"/>
                  </a:lnTo>
                  <a:lnTo>
                    <a:pt x="17526" y="31381"/>
                  </a:lnTo>
                  <a:lnTo>
                    <a:pt x="17907" y="41478"/>
                  </a:lnTo>
                  <a:lnTo>
                    <a:pt x="18948" y="50927"/>
                  </a:lnTo>
                  <a:lnTo>
                    <a:pt x="20967" y="59385"/>
                  </a:lnTo>
                  <a:lnTo>
                    <a:pt x="20967" y="17462"/>
                  </a:lnTo>
                  <a:close/>
                </a:path>
                <a:path w="35560" h="73660">
                  <a:moveTo>
                    <a:pt x="34937" y="0"/>
                  </a:moveTo>
                  <a:lnTo>
                    <a:pt x="31445" y="0"/>
                  </a:lnTo>
                  <a:lnTo>
                    <a:pt x="31445" y="48895"/>
                  </a:lnTo>
                  <a:lnTo>
                    <a:pt x="34937" y="48895"/>
                  </a:lnTo>
                  <a:lnTo>
                    <a:pt x="34937" y="0"/>
                  </a:lnTo>
                  <a:close/>
                </a:path>
              </a:pathLst>
            </a:custGeom>
            <a:solidFill>
              <a:srgbClr val="DCDD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6353385" y="5480585"/>
              <a:ext cx="653415" cy="611505"/>
            </a:xfrm>
            <a:custGeom>
              <a:avLst/>
              <a:gdLst/>
              <a:ahLst/>
              <a:cxnLst/>
              <a:rect l="l" t="t" r="r" b="b"/>
              <a:pathLst>
                <a:path w="653415" h="611504">
                  <a:moveTo>
                    <a:pt x="324863" y="0"/>
                  </a:moveTo>
                  <a:lnTo>
                    <a:pt x="277146" y="3299"/>
                  </a:lnTo>
                  <a:lnTo>
                    <a:pt x="231507" y="12881"/>
                  </a:lnTo>
                  <a:lnTo>
                    <a:pt x="188465" y="28275"/>
                  </a:lnTo>
                  <a:lnTo>
                    <a:pt x="148539" y="49007"/>
                  </a:lnTo>
                  <a:lnTo>
                    <a:pt x="112250" y="74605"/>
                  </a:lnTo>
                  <a:lnTo>
                    <a:pt x="80117" y="104597"/>
                  </a:lnTo>
                  <a:lnTo>
                    <a:pt x="52661" y="138510"/>
                  </a:lnTo>
                  <a:lnTo>
                    <a:pt x="30402" y="175871"/>
                  </a:lnTo>
                  <a:lnTo>
                    <a:pt x="13858" y="216209"/>
                  </a:lnTo>
                  <a:lnTo>
                    <a:pt x="3551" y="259049"/>
                  </a:lnTo>
                  <a:lnTo>
                    <a:pt x="0" y="303922"/>
                  </a:lnTo>
                  <a:lnTo>
                    <a:pt x="3551" y="349664"/>
                  </a:lnTo>
                  <a:lnTo>
                    <a:pt x="13858" y="393217"/>
                  </a:lnTo>
                  <a:lnTo>
                    <a:pt x="30402" y="434124"/>
                  </a:lnTo>
                  <a:lnTo>
                    <a:pt x="52661" y="471929"/>
                  </a:lnTo>
                  <a:lnTo>
                    <a:pt x="80118" y="506174"/>
                  </a:lnTo>
                  <a:lnTo>
                    <a:pt x="112250" y="536404"/>
                  </a:lnTo>
                  <a:lnTo>
                    <a:pt x="148539" y="562161"/>
                  </a:lnTo>
                  <a:lnTo>
                    <a:pt x="188465" y="582989"/>
                  </a:lnTo>
                  <a:lnTo>
                    <a:pt x="231507" y="598432"/>
                  </a:lnTo>
                  <a:lnTo>
                    <a:pt x="277147" y="608032"/>
                  </a:lnTo>
                  <a:lnTo>
                    <a:pt x="324863" y="611333"/>
                  </a:lnTo>
                  <a:lnTo>
                    <a:pt x="373469" y="608032"/>
                  </a:lnTo>
                  <a:lnTo>
                    <a:pt x="419840" y="598432"/>
                  </a:lnTo>
                  <a:lnTo>
                    <a:pt x="463472" y="582989"/>
                  </a:lnTo>
                  <a:lnTo>
                    <a:pt x="503860" y="562161"/>
                  </a:lnTo>
                  <a:lnTo>
                    <a:pt x="540499" y="536404"/>
                  </a:lnTo>
                  <a:lnTo>
                    <a:pt x="572885" y="506174"/>
                  </a:lnTo>
                  <a:lnTo>
                    <a:pt x="600515" y="471929"/>
                  </a:lnTo>
                  <a:lnTo>
                    <a:pt x="622882" y="434124"/>
                  </a:lnTo>
                  <a:lnTo>
                    <a:pt x="639483" y="393217"/>
                  </a:lnTo>
                  <a:lnTo>
                    <a:pt x="649814" y="349664"/>
                  </a:lnTo>
                  <a:lnTo>
                    <a:pt x="653370" y="303922"/>
                  </a:lnTo>
                  <a:lnTo>
                    <a:pt x="649814" y="259049"/>
                  </a:lnTo>
                  <a:lnTo>
                    <a:pt x="639483" y="216209"/>
                  </a:lnTo>
                  <a:lnTo>
                    <a:pt x="622882" y="175871"/>
                  </a:lnTo>
                  <a:lnTo>
                    <a:pt x="600515" y="138510"/>
                  </a:lnTo>
                  <a:lnTo>
                    <a:pt x="572885" y="104597"/>
                  </a:lnTo>
                  <a:lnTo>
                    <a:pt x="540499" y="74605"/>
                  </a:lnTo>
                  <a:lnTo>
                    <a:pt x="503860" y="49007"/>
                  </a:lnTo>
                  <a:lnTo>
                    <a:pt x="463472" y="28275"/>
                  </a:lnTo>
                  <a:lnTo>
                    <a:pt x="419840" y="12881"/>
                  </a:lnTo>
                  <a:lnTo>
                    <a:pt x="373469" y="3299"/>
                  </a:lnTo>
                  <a:lnTo>
                    <a:pt x="324863" y="0"/>
                  </a:lnTo>
                  <a:close/>
                </a:path>
              </a:pathLst>
            </a:custGeom>
            <a:solidFill>
              <a:srgbClr val="92949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6353385" y="5494568"/>
              <a:ext cx="604520" cy="587375"/>
            </a:xfrm>
            <a:custGeom>
              <a:avLst/>
              <a:gdLst/>
              <a:ahLst/>
              <a:cxnLst/>
              <a:rect l="l" t="t" r="r" b="b"/>
              <a:pathLst>
                <a:path w="604520" h="587375">
                  <a:moveTo>
                    <a:pt x="300455" y="0"/>
                  </a:moveTo>
                  <a:lnTo>
                    <a:pt x="252140" y="3877"/>
                  </a:lnTo>
                  <a:lnTo>
                    <a:pt x="206152" y="15090"/>
                  </a:lnTo>
                  <a:lnTo>
                    <a:pt x="163141" y="33011"/>
                  </a:lnTo>
                  <a:lnTo>
                    <a:pt x="123757" y="57010"/>
                  </a:lnTo>
                  <a:lnTo>
                    <a:pt x="88650" y="86458"/>
                  </a:lnTo>
                  <a:lnTo>
                    <a:pt x="58468" y="120728"/>
                  </a:lnTo>
                  <a:lnTo>
                    <a:pt x="33863" y="159190"/>
                  </a:lnTo>
                  <a:lnTo>
                    <a:pt x="15483" y="201215"/>
                  </a:lnTo>
                  <a:lnTo>
                    <a:pt x="3979" y="246174"/>
                  </a:lnTo>
                  <a:lnTo>
                    <a:pt x="0" y="293440"/>
                  </a:lnTo>
                  <a:lnTo>
                    <a:pt x="3979" y="340703"/>
                  </a:lnTo>
                  <a:lnTo>
                    <a:pt x="15483" y="385660"/>
                  </a:lnTo>
                  <a:lnTo>
                    <a:pt x="33863" y="427683"/>
                  </a:lnTo>
                  <a:lnTo>
                    <a:pt x="58468" y="466143"/>
                  </a:lnTo>
                  <a:lnTo>
                    <a:pt x="88650" y="500412"/>
                  </a:lnTo>
                  <a:lnTo>
                    <a:pt x="123757" y="529860"/>
                  </a:lnTo>
                  <a:lnTo>
                    <a:pt x="163141" y="553858"/>
                  </a:lnTo>
                  <a:lnTo>
                    <a:pt x="206152" y="571778"/>
                  </a:lnTo>
                  <a:lnTo>
                    <a:pt x="252140" y="582992"/>
                  </a:lnTo>
                  <a:lnTo>
                    <a:pt x="300455" y="586869"/>
                  </a:lnTo>
                  <a:lnTo>
                    <a:pt x="349711" y="582992"/>
                  </a:lnTo>
                  <a:lnTo>
                    <a:pt x="396455" y="571778"/>
                  </a:lnTo>
                  <a:lnTo>
                    <a:pt x="440058" y="553858"/>
                  </a:lnTo>
                  <a:lnTo>
                    <a:pt x="479891" y="529860"/>
                  </a:lnTo>
                  <a:lnTo>
                    <a:pt x="515322" y="500412"/>
                  </a:lnTo>
                  <a:lnTo>
                    <a:pt x="545724" y="466143"/>
                  </a:lnTo>
                  <a:lnTo>
                    <a:pt x="570466" y="427683"/>
                  </a:lnTo>
                  <a:lnTo>
                    <a:pt x="588918" y="385660"/>
                  </a:lnTo>
                  <a:lnTo>
                    <a:pt x="600451" y="340703"/>
                  </a:lnTo>
                  <a:lnTo>
                    <a:pt x="604435" y="293440"/>
                  </a:lnTo>
                  <a:lnTo>
                    <a:pt x="600451" y="246174"/>
                  </a:lnTo>
                  <a:lnTo>
                    <a:pt x="588918" y="201215"/>
                  </a:lnTo>
                  <a:lnTo>
                    <a:pt x="570466" y="159190"/>
                  </a:lnTo>
                  <a:lnTo>
                    <a:pt x="545724" y="120728"/>
                  </a:lnTo>
                  <a:lnTo>
                    <a:pt x="515322" y="86458"/>
                  </a:lnTo>
                  <a:lnTo>
                    <a:pt x="479891" y="57010"/>
                  </a:lnTo>
                  <a:lnTo>
                    <a:pt x="440058" y="33011"/>
                  </a:lnTo>
                  <a:lnTo>
                    <a:pt x="396455" y="15090"/>
                  </a:lnTo>
                  <a:lnTo>
                    <a:pt x="349711" y="3877"/>
                  </a:lnTo>
                  <a:lnTo>
                    <a:pt x="300455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6412778" y="5546963"/>
              <a:ext cx="485775" cy="482600"/>
            </a:xfrm>
            <a:custGeom>
              <a:avLst/>
              <a:gdLst/>
              <a:ahLst/>
              <a:cxnLst/>
              <a:rect l="l" t="t" r="r" b="b"/>
              <a:pathLst>
                <a:path w="485775" h="482600">
                  <a:moveTo>
                    <a:pt x="244599" y="0"/>
                  </a:moveTo>
                  <a:lnTo>
                    <a:pt x="194957" y="4912"/>
                  </a:lnTo>
                  <a:lnTo>
                    <a:pt x="148880" y="18994"/>
                  </a:lnTo>
                  <a:lnTo>
                    <a:pt x="107310" y="41264"/>
                  </a:lnTo>
                  <a:lnTo>
                    <a:pt x="71188" y="70739"/>
                  </a:lnTo>
                  <a:lnTo>
                    <a:pt x="41455" y="106437"/>
                  </a:lnTo>
                  <a:lnTo>
                    <a:pt x="19052" y="147376"/>
                  </a:lnTo>
                  <a:lnTo>
                    <a:pt x="4919" y="192573"/>
                  </a:lnTo>
                  <a:lnTo>
                    <a:pt x="0" y="241046"/>
                  </a:lnTo>
                  <a:lnTo>
                    <a:pt x="4919" y="289514"/>
                  </a:lnTo>
                  <a:lnTo>
                    <a:pt x="19052" y="334708"/>
                  </a:lnTo>
                  <a:lnTo>
                    <a:pt x="41455" y="375645"/>
                  </a:lnTo>
                  <a:lnTo>
                    <a:pt x="71188" y="411342"/>
                  </a:lnTo>
                  <a:lnTo>
                    <a:pt x="107311" y="440816"/>
                  </a:lnTo>
                  <a:lnTo>
                    <a:pt x="148881" y="463085"/>
                  </a:lnTo>
                  <a:lnTo>
                    <a:pt x="194957" y="477168"/>
                  </a:lnTo>
                  <a:lnTo>
                    <a:pt x="244599" y="482080"/>
                  </a:lnTo>
                  <a:lnTo>
                    <a:pt x="293075" y="477168"/>
                  </a:lnTo>
                  <a:lnTo>
                    <a:pt x="338270" y="463085"/>
                  </a:lnTo>
                  <a:lnTo>
                    <a:pt x="379204" y="440816"/>
                  </a:lnTo>
                  <a:lnTo>
                    <a:pt x="414896" y="411342"/>
                  </a:lnTo>
                  <a:lnTo>
                    <a:pt x="444363" y="375645"/>
                  </a:lnTo>
                  <a:lnTo>
                    <a:pt x="466626" y="334708"/>
                  </a:lnTo>
                  <a:lnTo>
                    <a:pt x="480704" y="289514"/>
                  </a:lnTo>
                  <a:lnTo>
                    <a:pt x="485614" y="241046"/>
                  </a:lnTo>
                  <a:lnTo>
                    <a:pt x="480704" y="192573"/>
                  </a:lnTo>
                  <a:lnTo>
                    <a:pt x="466626" y="147376"/>
                  </a:lnTo>
                  <a:lnTo>
                    <a:pt x="444363" y="106437"/>
                  </a:lnTo>
                  <a:lnTo>
                    <a:pt x="414896" y="70739"/>
                  </a:lnTo>
                  <a:lnTo>
                    <a:pt x="379204" y="41264"/>
                  </a:lnTo>
                  <a:lnTo>
                    <a:pt x="338270" y="18994"/>
                  </a:lnTo>
                  <a:lnTo>
                    <a:pt x="293075" y="4912"/>
                  </a:lnTo>
                  <a:lnTo>
                    <a:pt x="244599" y="0"/>
                  </a:lnTo>
                  <a:close/>
                </a:path>
              </a:pathLst>
            </a:custGeom>
            <a:solidFill>
              <a:srgbClr val="DCDD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6583964" y="5620320"/>
              <a:ext cx="143510" cy="335915"/>
            </a:xfrm>
            <a:custGeom>
              <a:avLst/>
              <a:gdLst/>
              <a:ahLst/>
              <a:cxnLst/>
              <a:rect l="l" t="t" r="r" b="b"/>
              <a:pathLst>
                <a:path w="143509" h="335914">
                  <a:moveTo>
                    <a:pt x="80369" y="300432"/>
                  </a:moveTo>
                  <a:lnTo>
                    <a:pt x="62895" y="300432"/>
                  </a:lnTo>
                  <a:lnTo>
                    <a:pt x="62895" y="335365"/>
                  </a:lnTo>
                  <a:lnTo>
                    <a:pt x="80369" y="328374"/>
                  </a:lnTo>
                  <a:lnTo>
                    <a:pt x="80369" y="300432"/>
                  </a:lnTo>
                  <a:close/>
                </a:path>
                <a:path w="143509" h="335914">
                  <a:moveTo>
                    <a:pt x="31447" y="230564"/>
                  </a:moveTo>
                  <a:lnTo>
                    <a:pt x="0" y="248025"/>
                  </a:lnTo>
                  <a:lnTo>
                    <a:pt x="9827" y="274882"/>
                  </a:lnTo>
                  <a:lnTo>
                    <a:pt x="23585" y="292568"/>
                  </a:lnTo>
                  <a:lnTo>
                    <a:pt x="41274" y="301083"/>
                  </a:lnTo>
                  <a:lnTo>
                    <a:pt x="62895" y="300432"/>
                  </a:lnTo>
                  <a:lnTo>
                    <a:pt x="80369" y="300432"/>
                  </a:lnTo>
                  <a:lnTo>
                    <a:pt x="80369" y="293440"/>
                  </a:lnTo>
                  <a:lnTo>
                    <a:pt x="94841" y="286947"/>
                  </a:lnTo>
                  <a:lnTo>
                    <a:pt x="107003" y="278159"/>
                  </a:lnTo>
                  <a:lnTo>
                    <a:pt x="117197" y="267405"/>
                  </a:lnTo>
                  <a:lnTo>
                    <a:pt x="120930" y="262008"/>
                  </a:lnTo>
                  <a:lnTo>
                    <a:pt x="51103" y="262008"/>
                  </a:lnTo>
                  <a:lnTo>
                    <a:pt x="41927" y="256765"/>
                  </a:lnTo>
                  <a:lnTo>
                    <a:pt x="35376" y="246284"/>
                  </a:lnTo>
                  <a:lnTo>
                    <a:pt x="31447" y="230564"/>
                  </a:lnTo>
                  <a:close/>
                </a:path>
                <a:path w="143509" h="335914">
                  <a:moveTo>
                    <a:pt x="87326" y="0"/>
                  </a:moveTo>
                  <a:lnTo>
                    <a:pt x="69875" y="6991"/>
                  </a:lnTo>
                  <a:lnTo>
                    <a:pt x="69875" y="34933"/>
                  </a:lnTo>
                  <a:lnTo>
                    <a:pt x="44383" y="50656"/>
                  </a:lnTo>
                  <a:lnTo>
                    <a:pt x="25768" y="71615"/>
                  </a:lnTo>
                  <a:lnTo>
                    <a:pt x="14358" y="97815"/>
                  </a:lnTo>
                  <a:lnTo>
                    <a:pt x="10482" y="129253"/>
                  </a:lnTo>
                  <a:lnTo>
                    <a:pt x="10612" y="131718"/>
                  </a:lnTo>
                  <a:lnTo>
                    <a:pt x="10666" y="132755"/>
                  </a:lnTo>
                  <a:lnTo>
                    <a:pt x="10775" y="134827"/>
                  </a:lnTo>
                  <a:lnTo>
                    <a:pt x="10850" y="136244"/>
                  </a:lnTo>
                  <a:lnTo>
                    <a:pt x="10924" y="137662"/>
                  </a:lnTo>
                  <a:lnTo>
                    <a:pt x="11033" y="139734"/>
                  </a:lnTo>
                  <a:lnTo>
                    <a:pt x="11137" y="141701"/>
                  </a:lnTo>
                  <a:lnTo>
                    <a:pt x="13101" y="152837"/>
                  </a:lnTo>
                  <a:lnTo>
                    <a:pt x="49934" y="183948"/>
                  </a:lnTo>
                  <a:lnTo>
                    <a:pt x="66338" y="185149"/>
                  </a:lnTo>
                  <a:lnTo>
                    <a:pt x="62895" y="262008"/>
                  </a:lnTo>
                  <a:lnTo>
                    <a:pt x="120930" y="262008"/>
                  </a:lnTo>
                  <a:lnTo>
                    <a:pt x="123352" y="258507"/>
                  </a:lnTo>
                  <a:lnTo>
                    <a:pt x="83907" y="258507"/>
                  </a:lnTo>
                  <a:lnTo>
                    <a:pt x="83907" y="181659"/>
                  </a:lnTo>
                  <a:lnTo>
                    <a:pt x="142302" y="181659"/>
                  </a:lnTo>
                  <a:lnTo>
                    <a:pt x="141065" y="173797"/>
                  </a:lnTo>
                  <a:lnTo>
                    <a:pt x="138840" y="165175"/>
                  </a:lnTo>
                  <a:lnTo>
                    <a:pt x="136260" y="157207"/>
                  </a:lnTo>
                  <a:lnTo>
                    <a:pt x="132723" y="146726"/>
                  </a:lnTo>
                  <a:lnTo>
                    <a:pt x="125766" y="139734"/>
                  </a:lnTo>
                  <a:lnTo>
                    <a:pt x="118809" y="139734"/>
                  </a:lnTo>
                  <a:lnTo>
                    <a:pt x="114317" y="137662"/>
                  </a:lnTo>
                  <a:lnTo>
                    <a:pt x="109849" y="136844"/>
                  </a:lnTo>
                  <a:lnTo>
                    <a:pt x="54681" y="136844"/>
                  </a:lnTo>
                  <a:lnTo>
                    <a:pt x="46289" y="133188"/>
                  </a:lnTo>
                  <a:lnTo>
                    <a:pt x="41820" y="124947"/>
                  </a:lnTo>
                  <a:lnTo>
                    <a:pt x="41929" y="111792"/>
                  </a:lnTo>
                  <a:lnTo>
                    <a:pt x="42039" y="104476"/>
                  </a:lnTo>
                  <a:lnTo>
                    <a:pt x="69875" y="69867"/>
                  </a:lnTo>
                  <a:lnTo>
                    <a:pt x="87146" y="69867"/>
                  </a:lnTo>
                  <a:lnTo>
                    <a:pt x="87326" y="66377"/>
                  </a:lnTo>
                  <a:lnTo>
                    <a:pt x="95088" y="65778"/>
                  </a:lnTo>
                  <a:lnTo>
                    <a:pt x="137331" y="65778"/>
                  </a:lnTo>
                  <a:lnTo>
                    <a:pt x="132544" y="51042"/>
                  </a:lnTo>
                  <a:lnTo>
                    <a:pt x="121388" y="36248"/>
                  </a:lnTo>
                  <a:lnTo>
                    <a:pt x="106319" y="28660"/>
                  </a:lnTo>
                  <a:lnTo>
                    <a:pt x="87326" y="27954"/>
                  </a:lnTo>
                  <a:lnTo>
                    <a:pt x="87326" y="0"/>
                  </a:lnTo>
                  <a:close/>
                </a:path>
                <a:path w="143509" h="335914">
                  <a:moveTo>
                    <a:pt x="142302" y="181659"/>
                  </a:moveTo>
                  <a:lnTo>
                    <a:pt x="83907" y="181659"/>
                  </a:lnTo>
                  <a:lnTo>
                    <a:pt x="97078" y="183078"/>
                  </a:lnTo>
                  <a:lnTo>
                    <a:pt x="105706" y="187770"/>
                  </a:lnTo>
                  <a:lnTo>
                    <a:pt x="110421" y="196392"/>
                  </a:lnTo>
                  <a:lnTo>
                    <a:pt x="111852" y="209602"/>
                  </a:lnTo>
                  <a:lnTo>
                    <a:pt x="111244" y="217463"/>
                  </a:lnTo>
                  <a:lnTo>
                    <a:pt x="89124" y="255288"/>
                  </a:lnTo>
                  <a:lnTo>
                    <a:pt x="83907" y="258507"/>
                  </a:lnTo>
                  <a:lnTo>
                    <a:pt x="123352" y="258507"/>
                  </a:lnTo>
                  <a:lnTo>
                    <a:pt x="141966" y="211296"/>
                  </a:lnTo>
                  <a:lnTo>
                    <a:pt x="143217" y="195631"/>
                  </a:lnTo>
                  <a:lnTo>
                    <a:pt x="142828" y="187770"/>
                  </a:lnTo>
                  <a:lnTo>
                    <a:pt x="142757" y="186350"/>
                  </a:lnTo>
                  <a:lnTo>
                    <a:pt x="142638" y="183948"/>
                  </a:lnTo>
                  <a:lnTo>
                    <a:pt x="142525" y="183078"/>
                  </a:lnTo>
                  <a:lnTo>
                    <a:pt x="142302" y="181659"/>
                  </a:lnTo>
                  <a:close/>
                </a:path>
                <a:path w="143509" h="335914">
                  <a:moveTo>
                    <a:pt x="87146" y="69867"/>
                  </a:moveTo>
                  <a:lnTo>
                    <a:pt x="69875" y="69867"/>
                  </a:lnTo>
                  <a:lnTo>
                    <a:pt x="66579" y="131718"/>
                  </a:lnTo>
                  <a:lnTo>
                    <a:pt x="66524" y="132755"/>
                  </a:lnTo>
                  <a:lnTo>
                    <a:pt x="66413" y="134827"/>
                  </a:lnTo>
                  <a:lnTo>
                    <a:pt x="66338" y="136244"/>
                  </a:lnTo>
                  <a:lnTo>
                    <a:pt x="54681" y="136844"/>
                  </a:lnTo>
                  <a:lnTo>
                    <a:pt x="109849" y="136844"/>
                  </a:lnTo>
                  <a:lnTo>
                    <a:pt x="106576" y="136244"/>
                  </a:lnTo>
                  <a:lnTo>
                    <a:pt x="96225" y="134827"/>
                  </a:lnTo>
                  <a:lnTo>
                    <a:pt x="83907" y="132755"/>
                  </a:lnTo>
                  <a:lnTo>
                    <a:pt x="86966" y="73369"/>
                  </a:lnTo>
                  <a:lnTo>
                    <a:pt x="87056" y="71615"/>
                  </a:lnTo>
                  <a:lnTo>
                    <a:pt x="87146" y="69867"/>
                  </a:lnTo>
                  <a:close/>
                </a:path>
                <a:path w="143509" h="335914">
                  <a:moveTo>
                    <a:pt x="137331" y="65778"/>
                  </a:moveTo>
                  <a:lnTo>
                    <a:pt x="95088" y="65778"/>
                  </a:lnTo>
                  <a:lnTo>
                    <a:pt x="102198" y="69434"/>
                  </a:lnTo>
                  <a:lnTo>
                    <a:pt x="108003" y="77674"/>
                  </a:lnTo>
                  <a:lnTo>
                    <a:pt x="111852" y="90829"/>
                  </a:lnTo>
                  <a:lnTo>
                    <a:pt x="139798" y="73369"/>
                  </a:lnTo>
                  <a:lnTo>
                    <a:pt x="137331" y="65778"/>
                  </a:lnTo>
                  <a:close/>
                </a:path>
              </a:pathLst>
            </a:custGeom>
            <a:solidFill>
              <a:srgbClr val="92949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7" name="object 157"/>
          <p:cNvSpPr txBox="1"/>
          <p:nvPr/>
        </p:nvSpPr>
        <p:spPr>
          <a:xfrm>
            <a:off x="3964178" y="3291332"/>
            <a:ext cx="10433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i="1">
                <a:latin typeface="Arial"/>
                <a:cs typeface="Arial"/>
              </a:rPr>
              <a:t>Maximum</a:t>
            </a:r>
            <a:r>
              <a:rPr dirty="0" sz="1200" spc="-50" i="1">
                <a:latin typeface="Arial"/>
                <a:cs typeface="Arial"/>
              </a:rPr>
              <a:t> </a:t>
            </a:r>
            <a:r>
              <a:rPr dirty="0" sz="1200" spc="-10" i="1">
                <a:latin typeface="Arial"/>
                <a:cs typeface="Arial"/>
              </a:rPr>
              <a:t>price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8" name="object 158"/>
          <p:cNvSpPr txBox="1"/>
          <p:nvPr/>
        </p:nvSpPr>
        <p:spPr>
          <a:xfrm>
            <a:off x="3964178" y="4861636"/>
            <a:ext cx="1001394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i="1">
                <a:latin typeface="Arial"/>
                <a:cs typeface="Arial"/>
              </a:rPr>
              <a:t>Minimum</a:t>
            </a:r>
            <a:r>
              <a:rPr dirty="0" sz="1200" spc="-40" i="1">
                <a:latin typeface="Arial"/>
                <a:cs typeface="Arial"/>
              </a:rPr>
              <a:t> </a:t>
            </a:r>
            <a:r>
              <a:rPr dirty="0" sz="1200" spc="-10" i="1">
                <a:latin typeface="Arial"/>
                <a:cs typeface="Arial"/>
              </a:rPr>
              <a:t>price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9" name="object 159"/>
          <p:cNvSpPr txBox="1"/>
          <p:nvPr/>
        </p:nvSpPr>
        <p:spPr>
          <a:xfrm>
            <a:off x="3445764" y="4355719"/>
            <a:ext cx="1428115" cy="2082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80"/>
              </a:lnSpc>
              <a:tabLst>
                <a:tab pos="455295" algn="l"/>
              </a:tabLst>
            </a:pPr>
            <a:r>
              <a:rPr dirty="0" baseline="-3968" sz="2100" spc="-75" b="1" strike="sngStrike">
                <a:latin typeface="Arial"/>
                <a:cs typeface="Arial"/>
              </a:rPr>
              <a:t>X</a:t>
            </a:r>
            <a:r>
              <a:rPr dirty="0" baseline="-3968" sz="2100" b="1" strike="sngStrike">
                <a:latin typeface="Arial"/>
                <a:cs typeface="Arial"/>
              </a:rPr>
              <a:t>	</a:t>
            </a:r>
            <a:r>
              <a:rPr dirty="0" baseline="-3968" sz="2100" b="1" strike="noStrike">
                <a:latin typeface="Arial"/>
                <a:cs typeface="Arial"/>
              </a:rPr>
              <a:t> </a:t>
            </a:r>
            <a:r>
              <a:rPr dirty="0" sz="1200" i="1" strike="noStrike">
                <a:latin typeface="Arial"/>
                <a:cs typeface="Arial"/>
              </a:rPr>
              <a:t>Optimal</a:t>
            </a:r>
            <a:r>
              <a:rPr dirty="0" sz="1200" spc="-35" i="1" strike="noStrike">
                <a:latin typeface="Arial"/>
                <a:cs typeface="Arial"/>
              </a:rPr>
              <a:t> </a:t>
            </a:r>
            <a:r>
              <a:rPr dirty="0" sz="1200" i="1" strike="noStrike">
                <a:latin typeface="Arial"/>
                <a:cs typeface="Arial"/>
              </a:rPr>
              <a:t>price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3964178" y="5698032"/>
            <a:ext cx="107124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i="1">
                <a:latin typeface="Arial"/>
                <a:cs typeface="Arial"/>
              </a:rPr>
              <a:t>Expert</a:t>
            </a:r>
            <a:r>
              <a:rPr dirty="0" sz="1200" spc="-20" i="1">
                <a:latin typeface="Arial"/>
                <a:cs typeface="Arial"/>
              </a:rPr>
              <a:t> </a:t>
            </a:r>
            <a:r>
              <a:rPr dirty="0" sz="1200" spc="-10" i="1">
                <a:latin typeface="Arial"/>
                <a:cs typeface="Arial"/>
              </a:rPr>
              <a:t>estimate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11665966" y="6500876"/>
            <a:ext cx="79375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 spc="-50">
                <a:latin typeface="Arial"/>
                <a:cs typeface="Arial"/>
              </a:rPr>
              <a:t>9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62" name="object 162"/>
          <p:cNvGrpSpPr/>
          <p:nvPr/>
        </p:nvGrpSpPr>
        <p:grpSpPr>
          <a:xfrm>
            <a:off x="11130673" y="2192218"/>
            <a:ext cx="493395" cy="752475"/>
            <a:chOff x="11130673" y="2192218"/>
            <a:chExt cx="493395" cy="752475"/>
          </a:xfrm>
        </p:grpSpPr>
        <p:pic>
          <p:nvPicPr>
            <p:cNvPr id="163" name="object 163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1421820" y="2192218"/>
              <a:ext cx="201927" cy="213555"/>
            </a:xfrm>
            <a:prstGeom prst="rect">
              <a:avLst/>
            </a:prstGeom>
          </p:spPr>
        </p:pic>
        <p:pic>
          <p:nvPicPr>
            <p:cNvPr id="164" name="object 164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1130673" y="2715320"/>
              <a:ext cx="290826" cy="228917"/>
            </a:xfrm>
            <a:prstGeom prst="rect">
              <a:avLst/>
            </a:prstGeom>
          </p:spPr>
        </p:pic>
      </p:grpSp>
      <p:grpSp>
        <p:nvGrpSpPr>
          <p:cNvPr id="165" name="object 165"/>
          <p:cNvGrpSpPr/>
          <p:nvPr/>
        </p:nvGrpSpPr>
        <p:grpSpPr>
          <a:xfrm>
            <a:off x="11130727" y="2087504"/>
            <a:ext cx="1036319" cy="1547495"/>
            <a:chOff x="11130727" y="2087504"/>
            <a:chExt cx="1036319" cy="1547495"/>
          </a:xfrm>
        </p:grpSpPr>
        <p:sp>
          <p:nvSpPr>
            <p:cNvPr id="166" name="object 166"/>
            <p:cNvSpPr/>
            <p:nvPr/>
          </p:nvSpPr>
          <p:spPr>
            <a:xfrm>
              <a:off x="11130727" y="2087504"/>
              <a:ext cx="1036319" cy="1547495"/>
            </a:xfrm>
            <a:custGeom>
              <a:avLst/>
              <a:gdLst/>
              <a:ahLst/>
              <a:cxnLst/>
              <a:rect l="l" t="t" r="r" b="b"/>
              <a:pathLst>
                <a:path w="1036320" h="1547495">
                  <a:moveTo>
                    <a:pt x="435553" y="0"/>
                  </a:moveTo>
                  <a:lnTo>
                    <a:pt x="383997" y="3724"/>
                  </a:lnTo>
                  <a:lnTo>
                    <a:pt x="342333" y="14235"/>
                  </a:lnTo>
                  <a:lnTo>
                    <a:pt x="289672" y="56067"/>
                  </a:lnTo>
                  <a:lnTo>
                    <a:pt x="279171" y="87627"/>
                  </a:lnTo>
                  <a:lnTo>
                    <a:pt x="279553" y="126441"/>
                  </a:lnTo>
                  <a:lnTo>
                    <a:pt x="291067" y="172629"/>
                  </a:lnTo>
                  <a:lnTo>
                    <a:pt x="312450" y="228093"/>
                  </a:lnTo>
                  <a:lnTo>
                    <a:pt x="320666" y="256527"/>
                  </a:lnTo>
                  <a:lnTo>
                    <a:pt x="325070" y="302034"/>
                  </a:lnTo>
                  <a:lnTo>
                    <a:pt x="332696" y="312326"/>
                  </a:lnTo>
                  <a:lnTo>
                    <a:pt x="345171" y="317689"/>
                  </a:lnTo>
                  <a:lnTo>
                    <a:pt x="361794" y="318349"/>
                  </a:lnTo>
                  <a:lnTo>
                    <a:pt x="377290" y="352853"/>
                  </a:lnTo>
                  <a:lnTo>
                    <a:pt x="398874" y="380913"/>
                  </a:lnTo>
                  <a:lnTo>
                    <a:pt x="428719" y="400191"/>
                  </a:lnTo>
                  <a:lnTo>
                    <a:pt x="468999" y="408348"/>
                  </a:lnTo>
                  <a:lnTo>
                    <a:pt x="474330" y="420643"/>
                  </a:lnTo>
                  <a:lnTo>
                    <a:pt x="471451" y="431206"/>
                  </a:lnTo>
                  <a:lnTo>
                    <a:pt x="458653" y="450700"/>
                  </a:lnTo>
                  <a:lnTo>
                    <a:pt x="398227" y="578754"/>
                  </a:lnTo>
                  <a:lnTo>
                    <a:pt x="381045" y="622474"/>
                  </a:lnTo>
                  <a:lnTo>
                    <a:pt x="368407" y="667829"/>
                  </a:lnTo>
                  <a:lnTo>
                    <a:pt x="358427" y="756522"/>
                  </a:lnTo>
                  <a:lnTo>
                    <a:pt x="349018" y="776035"/>
                  </a:lnTo>
                  <a:lnTo>
                    <a:pt x="290800" y="771840"/>
                  </a:lnTo>
                  <a:lnTo>
                    <a:pt x="254098" y="755251"/>
                  </a:lnTo>
                  <a:lnTo>
                    <a:pt x="227832" y="725270"/>
                  </a:lnTo>
                  <a:lnTo>
                    <a:pt x="217074" y="691409"/>
                  </a:lnTo>
                  <a:lnTo>
                    <a:pt x="208705" y="677763"/>
                  </a:lnTo>
                  <a:lnTo>
                    <a:pt x="191265" y="673766"/>
                  </a:lnTo>
                  <a:lnTo>
                    <a:pt x="177208" y="682077"/>
                  </a:lnTo>
                  <a:lnTo>
                    <a:pt x="175400" y="698127"/>
                  </a:lnTo>
                  <a:lnTo>
                    <a:pt x="175750" y="716466"/>
                  </a:lnTo>
                  <a:lnTo>
                    <a:pt x="168165" y="731641"/>
                  </a:lnTo>
                  <a:lnTo>
                    <a:pt x="37145" y="634417"/>
                  </a:lnTo>
                  <a:lnTo>
                    <a:pt x="27213" y="628991"/>
                  </a:lnTo>
                  <a:lnTo>
                    <a:pt x="16963" y="628074"/>
                  </a:lnTo>
                  <a:lnTo>
                    <a:pt x="6555" y="634644"/>
                  </a:lnTo>
                  <a:lnTo>
                    <a:pt x="0" y="646913"/>
                  </a:lnTo>
                  <a:lnTo>
                    <a:pt x="3277" y="656684"/>
                  </a:lnTo>
                  <a:lnTo>
                    <a:pt x="38790" y="686038"/>
                  </a:lnTo>
                  <a:lnTo>
                    <a:pt x="72355" y="712174"/>
                  </a:lnTo>
                  <a:lnTo>
                    <a:pt x="86111" y="728321"/>
                  </a:lnTo>
                  <a:lnTo>
                    <a:pt x="71430" y="736590"/>
                  </a:lnTo>
                  <a:lnTo>
                    <a:pt x="66791" y="746491"/>
                  </a:lnTo>
                  <a:lnTo>
                    <a:pt x="70095" y="757469"/>
                  </a:lnTo>
                  <a:lnTo>
                    <a:pt x="109660" y="802464"/>
                  </a:lnTo>
                  <a:lnTo>
                    <a:pt x="141832" y="833091"/>
                  </a:lnTo>
                  <a:lnTo>
                    <a:pt x="181262" y="851352"/>
                  </a:lnTo>
                  <a:lnTo>
                    <a:pt x="239895" y="847739"/>
                  </a:lnTo>
                  <a:lnTo>
                    <a:pt x="262170" y="856724"/>
                  </a:lnTo>
                  <a:lnTo>
                    <a:pt x="259659" y="872458"/>
                  </a:lnTo>
                  <a:lnTo>
                    <a:pt x="259205" y="887848"/>
                  </a:lnTo>
                  <a:lnTo>
                    <a:pt x="263399" y="902212"/>
                  </a:lnTo>
                  <a:lnTo>
                    <a:pt x="303842" y="943476"/>
                  </a:lnTo>
                  <a:lnTo>
                    <a:pt x="318526" y="975559"/>
                  </a:lnTo>
                  <a:lnTo>
                    <a:pt x="321153" y="1010854"/>
                  </a:lnTo>
                  <a:lnTo>
                    <a:pt x="309985" y="1067994"/>
                  </a:lnTo>
                  <a:lnTo>
                    <a:pt x="302573" y="1125911"/>
                  </a:lnTo>
                  <a:lnTo>
                    <a:pt x="293788" y="1177305"/>
                  </a:lnTo>
                  <a:lnTo>
                    <a:pt x="290731" y="1227992"/>
                  </a:lnTo>
                  <a:lnTo>
                    <a:pt x="295278" y="1277784"/>
                  </a:lnTo>
                  <a:lnTo>
                    <a:pt x="309303" y="1326490"/>
                  </a:lnTo>
                  <a:lnTo>
                    <a:pt x="334681" y="1373922"/>
                  </a:lnTo>
                  <a:lnTo>
                    <a:pt x="326887" y="1547235"/>
                  </a:lnTo>
                  <a:lnTo>
                    <a:pt x="804878" y="1547235"/>
                  </a:lnTo>
                  <a:lnTo>
                    <a:pt x="819689" y="1389625"/>
                  </a:lnTo>
                  <a:lnTo>
                    <a:pt x="841245" y="1375648"/>
                  </a:lnTo>
                  <a:lnTo>
                    <a:pt x="859958" y="1359644"/>
                  </a:lnTo>
                  <a:lnTo>
                    <a:pt x="872918" y="1339922"/>
                  </a:lnTo>
                  <a:lnTo>
                    <a:pt x="877216" y="1314791"/>
                  </a:lnTo>
                  <a:lnTo>
                    <a:pt x="880565" y="1280181"/>
                  </a:lnTo>
                  <a:lnTo>
                    <a:pt x="891765" y="1248683"/>
                  </a:lnTo>
                  <a:lnTo>
                    <a:pt x="908333" y="1219170"/>
                  </a:lnTo>
                  <a:lnTo>
                    <a:pt x="1009483" y="1066600"/>
                  </a:lnTo>
                  <a:lnTo>
                    <a:pt x="1025920" y="1038193"/>
                  </a:lnTo>
                  <a:lnTo>
                    <a:pt x="1034422" y="1009196"/>
                  </a:lnTo>
                  <a:lnTo>
                    <a:pt x="1035984" y="978955"/>
                  </a:lnTo>
                  <a:lnTo>
                    <a:pt x="1031602" y="946812"/>
                  </a:lnTo>
                  <a:lnTo>
                    <a:pt x="1019921" y="897593"/>
                  </a:lnTo>
                  <a:lnTo>
                    <a:pt x="1006077" y="849431"/>
                  </a:lnTo>
                  <a:lnTo>
                    <a:pt x="990129" y="802293"/>
                  </a:lnTo>
                  <a:lnTo>
                    <a:pt x="972136" y="756147"/>
                  </a:lnTo>
                  <a:lnTo>
                    <a:pt x="952158" y="710960"/>
                  </a:lnTo>
                  <a:lnTo>
                    <a:pt x="930255" y="666700"/>
                  </a:lnTo>
                  <a:lnTo>
                    <a:pt x="906485" y="623334"/>
                  </a:lnTo>
                  <a:lnTo>
                    <a:pt x="880908" y="580829"/>
                  </a:lnTo>
                  <a:lnTo>
                    <a:pt x="853584" y="539152"/>
                  </a:lnTo>
                  <a:lnTo>
                    <a:pt x="793932" y="458156"/>
                  </a:lnTo>
                  <a:lnTo>
                    <a:pt x="728003" y="380083"/>
                  </a:lnTo>
                  <a:lnTo>
                    <a:pt x="697375" y="364007"/>
                  </a:lnTo>
                  <a:lnTo>
                    <a:pt x="684925" y="365996"/>
                  </a:lnTo>
                  <a:lnTo>
                    <a:pt x="610184" y="258680"/>
                  </a:lnTo>
                  <a:lnTo>
                    <a:pt x="621708" y="205030"/>
                  </a:lnTo>
                  <a:lnTo>
                    <a:pt x="614677" y="154796"/>
                  </a:lnTo>
                  <a:lnTo>
                    <a:pt x="594920" y="107085"/>
                  </a:lnTo>
                  <a:lnTo>
                    <a:pt x="568266" y="61006"/>
                  </a:lnTo>
                  <a:lnTo>
                    <a:pt x="544118" y="31662"/>
                  </a:lnTo>
                  <a:lnTo>
                    <a:pt x="514485" y="12799"/>
                  </a:lnTo>
                  <a:lnTo>
                    <a:pt x="478564" y="2786"/>
                  </a:lnTo>
                  <a:lnTo>
                    <a:pt x="435553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11457545" y="3314010"/>
              <a:ext cx="493395" cy="321310"/>
            </a:xfrm>
            <a:custGeom>
              <a:avLst/>
              <a:gdLst/>
              <a:ahLst/>
              <a:cxnLst/>
              <a:rect l="l" t="t" r="r" b="b"/>
              <a:pathLst>
                <a:path w="493395" h="321310">
                  <a:moveTo>
                    <a:pt x="91851" y="0"/>
                  </a:moveTo>
                  <a:lnTo>
                    <a:pt x="78318" y="92945"/>
                  </a:lnTo>
                  <a:lnTo>
                    <a:pt x="72497" y="123646"/>
                  </a:lnTo>
                  <a:lnTo>
                    <a:pt x="64625" y="153602"/>
                  </a:lnTo>
                  <a:lnTo>
                    <a:pt x="54604" y="166110"/>
                  </a:lnTo>
                  <a:lnTo>
                    <a:pt x="37341" y="163242"/>
                  </a:lnTo>
                  <a:lnTo>
                    <a:pt x="7746" y="147065"/>
                  </a:lnTo>
                  <a:lnTo>
                    <a:pt x="0" y="320729"/>
                  </a:lnTo>
                  <a:lnTo>
                    <a:pt x="478148" y="320729"/>
                  </a:lnTo>
                  <a:lnTo>
                    <a:pt x="492933" y="163127"/>
                  </a:lnTo>
                  <a:lnTo>
                    <a:pt x="449923" y="184920"/>
                  </a:lnTo>
                  <a:lnTo>
                    <a:pt x="405784" y="204223"/>
                  </a:lnTo>
                  <a:lnTo>
                    <a:pt x="360425" y="220565"/>
                  </a:lnTo>
                  <a:lnTo>
                    <a:pt x="313753" y="233475"/>
                  </a:lnTo>
                  <a:lnTo>
                    <a:pt x="278707" y="238635"/>
                  </a:lnTo>
                  <a:lnTo>
                    <a:pt x="256873" y="232633"/>
                  </a:lnTo>
                  <a:lnTo>
                    <a:pt x="245574" y="213727"/>
                  </a:lnTo>
                  <a:lnTo>
                    <a:pt x="242134" y="180176"/>
                  </a:lnTo>
                  <a:lnTo>
                    <a:pt x="242848" y="10767"/>
                  </a:lnTo>
                  <a:lnTo>
                    <a:pt x="91851" y="0"/>
                  </a:lnTo>
                  <a:close/>
                </a:path>
              </a:pathLst>
            </a:custGeom>
            <a:solidFill>
              <a:srgbClr val="DC5A6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11389830" y="2451328"/>
              <a:ext cx="777240" cy="1101725"/>
            </a:xfrm>
            <a:custGeom>
              <a:avLst/>
              <a:gdLst/>
              <a:ahLst/>
              <a:cxnLst/>
              <a:rect l="l" t="t" r="r" b="b"/>
              <a:pathLst>
                <a:path w="777240" h="1101725">
                  <a:moveTo>
                    <a:pt x="228981" y="22110"/>
                  </a:moveTo>
                  <a:lnTo>
                    <a:pt x="228358" y="23279"/>
                  </a:lnTo>
                  <a:lnTo>
                    <a:pt x="228650" y="23710"/>
                  </a:lnTo>
                  <a:lnTo>
                    <a:pt x="228981" y="22110"/>
                  </a:lnTo>
                  <a:close/>
                </a:path>
                <a:path w="777240" h="1101725">
                  <a:moveTo>
                    <a:pt x="243903" y="46304"/>
                  </a:moveTo>
                  <a:lnTo>
                    <a:pt x="228650" y="23710"/>
                  </a:lnTo>
                  <a:lnTo>
                    <a:pt x="227266" y="30365"/>
                  </a:lnTo>
                  <a:lnTo>
                    <a:pt x="224777" y="37934"/>
                  </a:lnTo>
                  <a:lnTo>
                    <a:pt x="219265" y="42862"/>
                  </a:lnTo>
                  <a:lnTo>
                    <a:pt x="208470" y="43192"/>
                  </a:lnTo>
                  <a:lnTo>
                    <a:pt x="209804" y="44272"/>
                  </a:lnTo>
                  <a:lnTo>
                    <a:pt x="215188" y="56578"/>
                  </a:lnTo>
                  <a:lnTo>
                    <a:pt x="212344" y="67157"/>
                  </a:lnTo>
                  <a:lnTo>
                    <a:pt x="205663" y="76885"/>
                  </a:lnTo>
                  <a:lnTo>
                    <a:pt x="199555" y="86626"/>
                  </a:lnTo>
                  <a:lnTo>
                    <a:pt x="179806" y="129463"/>
                  </a:lnTo>
                  <a:lnTo>
                    <a:pt x="159054" y="171919"/>
                  </a:lnTo>
                  <a:lnTo>
                    <a:pt x="139166" y="214668"/>
                  </a:lnTo>
                  <a:lnTo>
                    <a:pt x="121970" y="258368"/>
                  </a:lnTo>
                  <a:lnTo>
                    <a:pt x="109308" y="303695"/>
                  </a:lnTo>
                  <a:lnTo>
                    <a:pt x="103047" y="351320"/>
                  </a:lnTo>
                  <a:lnTo>
                    <a:pt x="99314" y="392404"/>
                  </a:lnTo>
                  <a:lnTo>
                    <a:pt x="89890" y="411937"/>
                  </a:lnTo>
                  <a:lnTo>
                    <a:pt x="69202" y="415251"/>
                  </a:lnTo>
                  <a:lnTo>
                    <a:pt x="31699" y="407670"/>
                  </a:lnTo>
                  <a:lnTo>
                    <a:pt x="2984" y="492734"/>
                  </a:lnTo>
                  <a:lnTo>
                    <a:pt x="469" y="508495"/>
                  </a:lnTo>
                  <a:lnTo>
                    <a:pt x="0" y="523938"/>
                  </a:lnTo>
                  <a:lnTo>
                    <a:pt x="4178" y="538340"/>
                  </a:lnTo>
                  <a:lnTo>
                    <a:pt x="15557" y="550964"/>
                  </a:lnTo>
                  <a:lnTo>
                    <a:pt x="44602" y="579577"/>
                  </a:lnTo>
                  <a:lnTo>
                    <a:pt x="59296" y="611657"/>
                  </a:lnTo>
                  <a:lnTo>
                    <a:pt x="61925" y="646950"/>
                  </a:lnTo>
                  <a:lnTo>
                    <a:pt x="54800" y="685203"/>
                  </a:lnTo>
                  <a:lnTo>
                    <a:pt x="50800" y="704100"/>
                  </a:lnTo>
                  <a:lnTo>
                    <a:pt x="48450" y="723404"/>
                  </a:lnTo>
                  <a:lnTo>
                    <a:pt x="46431" y="742823"/>
                  </a:lnTo>
                  <a:lnTo>
                    <a:pt x="43383" y="762012"/>
                  </a:lnTo>
                  <a:lnTo>
                    <a:pt x="34594" y="813435"/>
                  </a:lnTo>
                  <a:lnTo>
                    <a:pt x="31610" y="862952"/>
                  </a:lnTo>
                  <a:lnTo>
                    <a:pt x="36093" y="913892"/>
                  </a:lnTo>
                  <a:lnTo>
                    <a:pt x="50114" y="962558"/>
                  </a:lnTo>
                  <a:lnTo>
                    <a:pt x="75488" y="1009929"/>
                  </a:lnTo>
                  <a:lnTo>
                    <a:pt x="122351" y="1029055"/>
                  </a:lnTo>
                  <a:lnTo>
                    <a:pt x="132372" y="1016584"/>
                  </a:lnTo>
                  <a:lnTo>
                    <a:pt x="140246" y="986599"/>
                  </a:lnTo>
                  <a:lnTo>
                    <a:pt x="146062" y="955903"/>
                  </a:lnTo>
                  <a:lnTo>
                    <a:pt x="150825" y="924979"/>
                  </a:lnTo>
                  <a:lnTo>
                    <a:pt x="155130" y="893965"/>
                  </a:lnTo>
                  <a:lnTo>
                    <a:pt x="159600" y="862952"/>
                  </a:lnTo>
                  <a:lnTo>
                    <a:pt x="191871" y="566115"/>
                  </a:lnTo>
                  <a:lnTo>
                    <a:pt x="208216" y="415251"/>
                  </a:lnTo>
                  <a:lnTo>
                    <a:pt x="240131" y="120624"/>
                  </a:lnTo>
                  <a:lnTo>
                    <a:pt x="238379" y="96177"/>
                  </a:lnTo>
                  <a:lnTo>
                    <a:pt x="243446" y="71005"/>
                  </a:lnTo>
                  <a:lnTo>
                    <a:pt x="243903" y="46304"/>
                  </a:lnTo>
                  <a:close/>
                </a:path>
                <a:path w="777240" h="1101725">
                  <a:moveTo>
                    <a:pt x="776859" y="614895"/>
                  </a:moveTo>
                  <a:lnTo>
                    <a:pt x="760780" y="533527"/>
                  </a:lnTo>
                  <a:lnTo>
                    <a:pt x="746937" y="485381"/>
                  </a:lnTo>
                  <a:lnTo>
                    <a:pt x="730999" y="438251"/>
                  </a:lnTo>
                  <a:lnTo>
                    <a:pt x="713003" y="392112"/>
                  </a:lnTo>
                  <a:lnTo>
                    <a:pt x="693026" y="346925"/>
                  </a:lnTo>
                  <a:lnTo>
                    <a:pt x="671131" y="302666"/>
                  </a:lnTo>
                  <a:lnTo>
                    <a:pt x="647357" y="259295"/>
                  </a:lnTo>
                  <a:lnTo>
                    <a:pt x="621792" y="216801"/>
                  </a:lnTo>
                  <a:lnTo>
                    <a:pt x="594474" y="175120"/>
                  </a:lnTo>
                  <a:lnTo>
                    <a:pt x="534847" y="94132"/>
                  </a:lnTo>
                  <a:lnTo>
                    <a:pt x="468960" y="16090"/>
                  </a:lnTo>
                  <a:lnTo>
                    <a:pt x="438315" y="0"/>
                  </a:lnTo>
                  <a:lnTo>
                    <a:pt x="425881" y="2006"/>
                  </a:lnTo>
                  <a:lnTo>
                    <a:pt x="380720" y="23304"/>
                  </a:lnTo>
                  <a:lnTo>
                    <a:pt x="360400" y="35153"/>
                  </a:lnTo>
                  <a:lnTo>
                    <a:pt x="346049" y="50190"/>
                  </a:lnTo>
                  <a:lnTo>
                    <a:pt x="344335" y="68084"/>
                  </a:lnTo>
                  <a:lnTo>
                    <a:pt x="354342" y="87096"/>
                  </a:lnTo>
                  <a:lnTo>
                    <a:pt x="367372" y="107353"/>
                  </a:lnTo>
                  <a:lnTo>
                    <a:pt x="374688" y="128968"/>
                  </a:lnTo>
                  <a:lnTo>
                    <a:pt x="381711" y="137401"/>
                  </a:lnTo>
                  <a:lnTo>
                    <a:pt x="386334" y="146507"/>
                  </a:lnTo>
                  <a:lnTo>
                    <a:pt x="388569" y="156591"/>
                  </a:lnTo>
                  <a:lnTo>
                    <a:pt x="388416" y="168008"/>
                  </a:lnTo>
                  <a:lnTo>
                    <a:pt x="314744" y="861339"/>
                  </a:lnTo>
                  <a:lnTo>
                    <a:pt x="310553" y="873721"/>
                  </a:lnTo>
                  <a:lnTo>
                    <a:pt x="309841" y="1043038"/>
                  </a:lnTo>
                  <a:lnTo>
                    <a:pt x="313321" y="1076591"/>
                  </a:lnTo>
                  <a:lnTo>
                    <a:pt x="324612" y="1095514"/>
                  </a:lnTo>
                  <a:lnTo>
                    <a:pt x="346430" y="1101547"/>
                  </a:lnTo>
                  <a:lnTo>
                    <a:pt x="381457" y="1096429"/>
                  </a:lnTo>
                  <a:lnTo>
                    <a:pt x="428167" y="1083373"/>
                  </a:lnTo>
                  <a:lnTo>
                    <a:pt x="473532" y="1066939"/>
                  </a:lnTo>
                  <a:lnTo>
                    <a:pt x="517652" y="1047610"/>
                  </a:lnTo>
                  <a:lnTo>
                    <a:pt x="560641" y="1025817"/>
                  </a:lnTo>
                  <a:lnTo>
                    <a:pt x="600938" y="995807"/>
                  </a:lnTo>
                  <a:lnTo>
                    <a:pt x="618083" y="950798"/>
                  </a:lnTo>
                  <a:lnTo>
                    <a:pt x="621449" y="916190"/>
                  </a:lnTo>
                  <a:lnTo>
                    <a:pt x="632701" y="884694"/>
                  </a:lnTo>
                  <a:lnTo>
                    <a:pt x="649274" y="855179"/>
                  </a:lnTo>
                  <a:lnTo>
                    <a:pt x="750341" y="702525"/>
                  </a:lnTo>
                  <a:lnTo>
                    <a:pt x="766826" y="674192"/>
                  </a:lnTo>
                  <a:lnTo>
                    <a:pt x="775322" y="645185"/>
                  </a:lnTo>
                  <a:lnTo>
                    <a:pt x="776859" y="614895"/>
                  </a:lnTo>
                  <a:close/>
                </a:path>
              </a:pathLst>
            </a:custGeom>
            <a:solidFill>
              <a:srgbClr val="1210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11409951" y="2087504"/>
              <a:ext cx="342900" cy="408305"/>
            </a:xfrm>
            <a:custGeom>
              <a:avLst/>
              <a:gdLst/>
              <a:ahLst/>
              <a:cxnLst/>
              <a:rect l="l" t="t" r="r" b="b"/>
              <a:pathLst>
                <a:path w="342900" h="408305">
                  <a:moveTo>
                    <a:pt x="114706" y="304237"/>
                  </a:moveTo>
                  <a:lnTo>
                    <a:pt x="97680" y="307286"/>
                  </a:lnTo>
                  <a:lnTo>
                    <a:pt x="82720" y="318268"/>
                  </a:lnTo>
                  <a:lnTo>
                    <a:pt x="98190" y="352759"/>
                  </a:lnTo>
                  <a:lnTo>
                    <a:pt x="119722" y="380798"/>
                  </a:lnTo>
                  <a:lnTo>
                    <a:pt x="149532" y="400072"/>
                  </a:lnTo>
                  <a:lnTo>
                    <a:pt x="189836" y="408267"/>
                  </a:lnTo>
                  <a:lnTo>
                    <a:pt x="188409" y="407100"/>
                  </a:lnTo>
                  <a:lnTo>
                    <a:pt x="188969" y="397812"/>
                  </a:lnTo>
                  <a:lnTo>
                    <a:pt x="194295" y="392688"/>
                  </a:lnTo>
                  <a:lnTo>
                    <a:pt x="201829" y="389498"/>
                  </a:lnTo>
                  <a:lnTo>
                    <a:pt x="209012" y="386014"/>
                  </a:lnTo>
                  <a:lnTo>
                    <a:pt x="209745" y="386014"/>
                  </a:lnTo>
                  <a:lnTo>
                    <a:pt x="246820" y="351715"/>
                  </a:lnTo>
                  <a:lnTo>
                    <a:pt x="268959" y="320786"/>
                  </a:lnTo>
                  <a:lnTo>
                    <a:pt x="272582" y="304502"/>
                  </a:lnTo>
                  <a:lnTo>
                    <a:pt x="132550" y="304502"/>
                  </a:lnTo>
                  <a:lnTo>
                    <a:pt x="114706" y="304237"/>
                  </a:lnTo>
                  <a:close/>
                </a:path>
                <a:path w="342900" h="408305">
                  <a:moveTo>
                    <a:pt x="209745" y="386014"/>
                  </a:moveTo>
                  <a:lnTo>
                    <a:pt x="209012" y="386014"/>
                  </a:lnTo>
                  <a:lnTo>
                    <a:pt x="208387" y="387270"/>
                  </a:lnTo>
                  <a:lnTo>
                    <a:pt x="209745" y="386014"/>
                  </a:lnTo>
                  <a:close/>
                </a:path>
                <a:path w="342900" h="408305">
                  <a:moveTo>
                    <a:pt x="314328" y="104713"/>
                  </a:moveTo>
                  <a:lnTo>
                    <a:pt x="154785" y="104713"/>
                  </a:lnTo>
                  <a:lnTo>
                    <a:pt x="159805" y="130724"/>
                  </a:lnTo>
                  <a:lnTo>
                    <a:pt x="166725" y="154580"/>
                  </a:lnTo>
                  <a:lnTo>
                    <a:pt x="166803" y="154849"/>
                  </a:lnTo>
                  <a:lnTo>
                    <a:pt x="178615" y="177571"/>
                  </a:lnTo>
                  <a:lnTo>
                    <a:pt x="197952" y="198929"/>
                  </a:lnTo>
                  <a:lnTo>
                    <a:pt x="213883" y="227616"/>
                  </a:lnTo>
                  <a:lnTo>
                    <a:pt x="207941" y="259642"/>
                  </a:lnTo>
                  <a:lnTo>
                    <a:pt x="185009" y="287445"/>
                  </a:lnTo>
                  <a:lnTo>
                    <a:pt x="149969" y="303463"/>
                  </a:lnTo>
                  <a:lnTo>
                    <a:pt x="132550" y="304502"/>
                  </a:lnTo>
                  <a:lnTo>
                    <a:pt x="272582" y="304502"/>
                  </a:lnTo>
                  <a:lnTo>
                    <a:pt x="276019" y="289051"/>
                  </a:lnTo>
                  <a:lnTo>
                    <a:pt x="269218" y="251080"/>
                  </a:lnTo>
                  <a:lnTo>
                    <a:pt x="249771" y="201441"/>
                  </a:lnTo>
                  <a:lnTo>
                    <a:pt x="244318" y="189088"/>
                  </a:lnTo>
                  <a:lnTo>
                    <a:pt x="239057" y="176642"/>
                  </a:lnTo>
                  <a:lnTo>
                    <a:pt x="234181" y="164079"/>
                  </a:lnTo>
                  <a:lnTo>
                    <a:pt x="229882" y="151372"/>
                  </a:lnTo>
                  <a:lnTo>
                    <a:pt x="227917" y="141490"/>
                  </a:lnTo>
                  <a:lnTo>
                    <a:pt x="229079" y="132473"/>
                  </a:lnTo>
                  <a:lnTo>
                    <a:pt x="234723" y="125795"/>
                  </a:lnTo>
                  <a:lnTo>
                    <a:pt x="246203" y="122928"/>
                  </a:lnTo>
                  <a:lnTo>
                    <a:pt x="322228" y="122928"/>
                  </a:lnTo>
                  <a:lnTo>
                    <a:pt x="315579" y="106875"/>
                  </a:lnTo>
                  <a:lnTo>
                    <a:pt x="314328" y="104713"/>
                  </a:lnTo>
                  <a:close/>
                </a:path>
                <a:path w="342900" h="408305">
                  <a:moveTo>
                    <a:pt x="322228" y="122928"/>
                  </a:moveTo>
                  <a:lnTo>
                    <a:pt x="246203" y="122928"/>
                  </a:lnTo>
                  <a:lnTo>
                    <a:pt x="257665" y="124904"/>
                  </a:lnTo>
                  <a:lnTo>
                    <a:pt x="266126" y="130724"/>
                  </a:lnTo>
                  <a:lnTo>
                    <a:pt x="270623" y="139017"/>
                  </a:lnTo>
                  <a:lnTo>
                    <a:pt x="270195" y="148411"/>
                  </a:lnTo>
                  <a:lnTo>
                    <a:pt x="266477" y="185650"/>
                  </a:lnTo>
                  <a:lnTo>
                    <a:pt x="280117" y="213880"/>
                  </a:lnTo>
                  <a:lnTo>
                    <a:pt x="303959" y="236877"/>
                  </a:lnTo>
                  <a:lnTo>
                    <a:pt x="330843" y="258419"/>
                  </a:lnTo>
                  <a:lnTo>
                    <a:pt x="342367" y="204809"/>
                  </a:lnTo>
                  <a:lnTo>
                    <a:pt x="335374" y="154850"/>
                  </a:lnTo>
                  <a:lnTo>
                    <a:pt x="335336" y="154580"/>
                  </a:lnTo>
                  <a:lnTo>
                    <a:pt x="322228" y="122928"/>
                  </a:lnTo>
                  <a:close/>
                </a:path>
                <a:path w="342900" h="408305">
                  <a:moveTo>
                    <a:pt x="156301" y="0"/>
                  </a:moveTo>
                  <a:lnTo>
                    <a:pt x="104774" y="3733"/>
                  </a:lnTo>
                  <a:lnTo>
                    <a:pt x="63125" y="14244"/>
                  </a:lnTo>
                  <a:lnTo>
                    <a:pt x="10482" y="56076"/>
                  </a:lnTo>
                  <a:lnTo>
                    <a:pt x="0" y="87636"/>
                  </a:lnTo>
                  <a:lnTo>
                    <a:pt x="347" y="119882"/>
                  </a:lnTo>
                  <a:lnTo>
                    <a:pt x="418" y="126450"/>
                  </a:lnTo>
                  <a:lnTo>
                    <a:pt x="11993" y="172638"/>
                  </a:lnTo>
                  <a:lnTo>
                    <a:pt x="48753" y="159034"/>
                  </a:lnTo>
                  <a:lnTo>
                    <a:pt x="82787" y="139719"/>
                  </a:lnTo>
                  <a:lnTo>
                    <a:pt x="117122" y="119882"/>
                  </a:lnTo>
                  <a:lnTo>
                    <a:pt x="154785" y="104713"/>
                  </a:lnTo>
                  <a:lnTo>
                    <a:pt x="314328" y="104713"/>
                  </a:lnTo>
                  <a:lnTo>
                    <a:pt x="288925" y="60836"/>
                  </a:lnTo>
                  <a:lnTo>
                    <a:pt x="264875" y="31652"/>
                  </a:lnTo>
                  <a:lnTo>
                    <a:pt x="235222" y="12786"/>
                  </a:lnTo>
                  <a:lnTo>
                    <a:pt x="199311" y="2792"/>
                  </a:lnTo>
                  <a:lnTo>
                    <a:pt x="156301" y="0"/>
                  </a:lnTo>
                  <a:close/>
                </a:path>
              </a:pathLst>
            </a:custGeom>
            <a:solidFill>
              <a:srgbClr val="6845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11618321" y="2210522"/>
              <a:ext cx="197485" cy="382905"/>
            </a:xfrm>
            <a:custGeom>
              <a:avLst/>
              <a:gdLst/>
              <a:ahLst/>
              <a:cxnLst/>
              <a:rect l="l" t="t" r="r" b="b"/>
              <a:pathLst>
                <a:path w="197484" h="382905">
                  <a:moveTo>
                    <a:pt x="37815" y="0"/>
                  </a:moveTo>
                  <a:lnTo>
                    <a:pt x="26385" y="2854"/>
                  </a:lnTo>
                  <a:lnTo>
                    <a:pt x="20758" y="9511"/>
                  </a:lnTo>
                  <a:lnTo>
                    <a:pt x="19579" y="18523"/>
                  </a:lnTo>
                  <a:lnTo>
                    <a:pt x="21494" y="28444"/>
                  </a:lnTo>
                  <a:lnTo>
                    <a:pt x="25793" y="41150"/>
                  </a:lnTo>
                  <a:lnTo>
                    <a:pt x="41383" y="78512"/>
                  </a:lnTo>
                  <a:lnTo>
                    <a:pt x="60839" y="128151"/>
                  </a:lnTo>
                  <a:lnTo>
                    <a:pt x="67657" y="166122"/>
                  </a:lnTo>
                  <a:lnTo>
                    <a:pt x="60609" y="197857"/>
                  </a:lnTo>
                  <a:lnTo>
                    <a:pt x="38466" y="228786"/>
                  </a:lnTo>
                  <a:lnTo>
                    <a:pt x="0" y="264341"/>
                  </a:lnTo>
                  <a:lnTo>
                    <a:pt x="15510" y="287301"/>
                  </a:lnTo>
                  <a:lnTo>
                    <a:pt x="15050" y="312010"/>
                  </a:lnTo>
                  <a:lnTo>
                    <a:pt x="10008" y="337224"/>
                  </a:lnTo>
                  <a:lnTo>
                    <a:pt x="11772" y="361697"/>
                  </a:lnTo>
                  <a:lnTo>
                    <a:pt x="44435" y="377143"/>
                  </a:lnTo>
                  <a:lnTo>
                    <a:pt x="77750" y="382840"/>
                  </a:lnTo>
                  <a:lnTo>
                    <a:pt x="111633" y="380006"/>
                  </a:lnTo>
                  <a:lnTo>
                    <a:pt x="146002" y="369863"/>
                  </a:lnTo>
                  <a:lnTo>
                    <a:pt x="138683" y="348253"/>
                  </a:lnTo>
                  <a:lnTo>
                    <a:pt x="125711" y="328015"/>
                  </a:lnTo>
                  <a:lnTo>
                    <a:pt x="115750" y="309005"/>
                  </a:lnTo>
                  <a:lnTo>
                    <a:pt x="117461" y="291081"/>
                  </a:lnTo>
                  <a:lnTo>
                    <a:pt x="131802" y="276044"/>
                  </a:lnTo>
                  <a:lnTo>
                    <a:pt x="152122" y="264196"/>
                  </a:lnTo>
                  <a:lnTo>
                    <a:pt x="197285" y="242896"/>
                  </a:lnTo>
                  <a:lnTo>
                    <a:pt x="122456" y="135490"/>
                  </a:lnTo>
                  <a:lnTo>
                    <a:pt x="95571" y="113948"/>
                  </a:lnTo>
                  <a:lnTo>
                    <a:pt x="71729" y="90951"/>
                  </a:lnTo>
                  <a:lnTo>
                    <a:pt x="58089" y="62722"/>
                  </a:lnTo>
                  <a:lnTo>
                    <a:pt x="61807" y="25483"/>
                  </a:lnTo>
                  <a:lnTo>
                    <a:pt x="62235" y="16126"/>
                  </a:lnTo>
                  <a:lnTo>
                    <a:pt x="57738" y="7828"/>
                  </a:lnTo>
                  <a:lnTo>
                    <a:pt x="49278" y="1988"/>
                  </a:lnTo>
                  <a:lnTo>
                    <a:pt x="37815" y="0"/>
                  </a:lnTo>
                  <a:close/>
                </a:path>
              </a:pathLst>
            </a:custGeom>
            <a:solidFill>
              <a:srgbClr val="E3A77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/>
            <p:cNvSpPr/>
            <p:nvPr/>
          </p:nvSpPr>
          <p:spPr>
            <a:xfrm>
              <a:off x="11549304" y="2473527"/>
              <a:ext cx="229235" cy="852169"/>
            </a:xfrm>
            <a:custGeom>
              <a:avLst/>
              <a:gdLst/>
              <a:ahLst/>
              <a:cxnLst/>
              <a:rect l="l" t="t" r="r" b="b"/>
              <a:pathLst>
                <a:path w="229234" h="852170">
                  <a:moveTo>
                    <a:pt x="69684" y="0"/>
                  </a:moveTo>
                  <a:lnTo>
                    <a:pt x="62458" y="3479"/>
                  </a:lnTo>
                  <a:lnTo>
                    <a:pt x="54902" y="6667"/>
                  </a:lnTo>
                  <a:lnTo>
                    <a:pt x="49593" y="11798"/>
                  </a:lnTo>
                  <a:lnTo>
                    <a:pt x="49085" y="21082"/>
                  </a:lnTo>
                  <a:lnTo>
                    <a:pt x="59944" y="20764"/>
                  </a:lnTo>
                  <a:lnTo>
                    <a:pt x="65506" y="15862"/>
                  </a:lnTo>
                  <a:lnTo>
                    <a:pt x="68008" y="8293"/>
                  </a:lnTo>
                  <a:lnTo>
                    <a:pt x="69684" y="0"/>
                  </a:lnTo>
                  <a:close/>
                </a:path>
                <a:path w="229234" h="852170">
                  <a:moveTo>
                    <a:pt x="228968" y="134454"/>
                  </a:moveTo>
                  <a:lnTo>
                    <a:pt x="226720" y="124396"/>
                  </a:lnTo>
                  <a:lnTo>
                    <a:pt x="222097" y="115328"/>
                  </a:lnTo>
                  <a:lnTo>
                    <a:pt x="215036" y="106870"/>
                  </a:lnTo>
                  <a:lnTo>
                    <a:pt x="180695" y="116967"/>
                  </a:lnTo>
                  <a:lnTo>
                    <a:pt x="146812" y="119811"/>
                  </a:lnTo>
                  <a:lnTo>
                    <a:pt x="113474" y="114134"/>
                  </a:lnTo>
                  <a:lnTo>
                    <a:pt x="80797" y="98704"/>
                  </a:lnTo>
                  <a:lnTo>
                    <a:pt x="0" y="840841"/>
                  </a:lnTo>
                  <a:lnTo>
                    <a:pt x="150990" y="851611"/>
                  </a:lnTo>
                  <a:lnTo>
                    <a:pt x="155270" y="839228"/>
                  </a:lnTo>
                  <a:lnTo>
                    <a:pt x="228854" y="145897"/>
                  </a:lnTo>
                  <a:lnTo>
                    <a:pt x="228968" y="134454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6341160"/>
            <a:ext cx="1062355" cy="3003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300"/>
              </a:lnSpc>
              <a:spcBef>
                <a:spcPts val="95"/>
              </a:spcBef>
            </a:pPr>
            <a:r>
              <a:rPr dirty="0" sz="750">
                <a:latin typeface="Arial"/>
                <a:cs typeface="Arial"/>
              </a:rPr>
              <a:t>Digital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Auto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Report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-20">
                <a:latin typeface="Arial"/>
                <a:cs typeface="Arial"/>
              </a:rPr>
              <a:t>2023</a:t>
            </a:r>
            <a:r>
              <a:rPr dirty="0" sz="750" spc="-10">
                <a:latin typeface="Arial"/>
                <a:cs typeface="Arial"/>
              </a:rPr>
              <a:t> Strategy&amp;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1306556" y="62484"/>
            <a:ext cx="772795" cy="1295400"/>
            <a:chOff x="11306556" y="62484"/>
            <a:chExt cx="772795" cy="12954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15928" y="333756"/>
              <a:ext cx="121919" cy="23012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306556" y="62483"/>
              <a:ext cx="772795" cy="1295400"/>
            </a:xfrm>
            <a:custGeom>
              <a:avLst/>
              <a:gdLst/>
              <a:ahLst/>
              <a:cxnLst/>
              <a:rect l="l" t="t" r="r" b="b"/>
              <a:pathLst>
                <a:path w="772795" h="1295400">
                  <a:moveTo>
                    <a:pt x="382524" y="566928"/>
                  </a:moveTo>
                  <a:lnTo>
                    <a:pt x="352171" y="566928"/>
                  </a:lnTo>
                  <a:lnTo>
                    <a:pt x="352171" y="657352"/>
                  </a:lnTo>
                  <a:lnTo>
                    <a:pt x="344601" y="702487"/>
                  </a:lnTo>
                  <a:lnTo>
                    <a:pt x="323646" y="742124"/>
                  </a:lnTo>
                  <a:lnTo>
                    <a:pt x="291922" y="773658"/>
                  </a:lnTo>
                  <a:lnTo>
                    <a:pt x="252044" y="794486"/>
                  </a:lnTo>
                  <a:lnTo>
                    <a:pt x="206629" y="802005"/>
                  </a:lnTo>
                  <a:lnTo>
                    <a:pt x="85344" y="802005"/>
                  </a:lnTo>
                  <a:lnTo>
                    <a:pt x="85344" y="838200"/>
                  </a:lnTo>
                  <a:lnTo>
                    <a:pt x="206629" y="838200"/>
                  </a:lnTo>
                  <a:lnTo>
                    <a:pt x="253339" y="831926"/>
                  </a:lnTo>
                  <a:lnTo>
                    <a:pt x="295351" y="814095"/>
                  </a:lnTo>
                  <a:lnTo>
                    <a:pt x="330962" y="786218"/>
                  </a:lnTo>
                  <a:lnTo>
                    <a:pt x="358482" y="749795"/>
                  </a:lnTo>
                  <a:lnTo>
                    <a:pt x="376224" y="706335"/>
                  </a:lnTo>
                  <a:lnTo>
                    <a:pt x="382524" y="657352"/>
                  </a:lnTo>
                  <a:lnTo>
                    <a:pt x="382524" y="566928"/>
                  </a:lnTo>
                  <a:close/>
                </a:path>
                <a:path w="772795" h="1295400">
                  <a:moveTo>
                    <a:pt x="772668" y="132588"/>
                  </a:moveTo>
                  <a:lnTo>
                    <a:pt x="769226" y="114427"/>
                  </a:lnTo>
                  <a:lnTo>
                    <a:pt x="762965" y="81343"/>
                  </a:lnTo>
                  <a:lnTo>
                    <a:pt x="761072" y="78359"/>
                  </a:lnTo>
                  <a:lnTo>
                    <a:pt x="736168" y="39154"/>
                  </a:lnTo>
                  <a:lnTo>
                    <a:pt x="695667" y="10541"/>
                  </a:lnTo>
                  <a:lnTo>
                    <a:pt x="693547" y="10109"/>
                  </a:lnTo>
                  <a:lnTo>
                    <a:pt x="693547" y="186817"/>
                  </a:lnTo>
                  <a:lnTo>
                    <a:pt x="693547" y="657733"/>
                  </a:lnTo>
                  <a:lnTo>
                    <a:pt x="693547" y="687959"/>
                  </a:lnTo>
                  <a:lnTo>
                    <a:pt x="693547" y="1030351"/>
                  </a:lnTo>
                  <a:lnTo>
                    <a:pt x="450215" y="1030351"/>
                  </a:lnTo>
                  <a:lnTo>
                    <a:pt x="450215" y="1162812"/>
                  </a:lnTo>
                  <a:lnTo>
                    <a:pt x="445833" y="1188440"/>
                  </a:lnTo>
                  <a:lnTo>
                    <a:pt x="433463" y="1209535"/>
                  </a:lnTo>
                  <a:lnTo>
                    <a:pt x="414261" y="1223848"/>
                  </a:lnTo>
                  <a:lnTo>
                    <a:pt x="389382" y="1229106"/>
                  </a:lnTo>
                  <a:lnTo>
                    <a:pt x="363537" y="1223848"/>
                  </a:lnTo>
                  <a:lnTo>
                    <a:pt x="342239" y="1209535"/>
                  </a:lnTo>
                  <a:lnTo>
                    <a:pt x="327774" y="1188440"/>
                  </a:lnTo>
                  <a:lnTo>
                    <a:pt x="322453" y="1162812"/>
                  </a:lnTo>
                  <a:lnTo>
                    <a:pt x="327774" y="1137246"/>
                  </a:lnTo>
                  <a:lnTo>
                    <a:pt x="363537" y="1101813"/>
                  </a:lnTo>
                  <a:lnTo>
                    <a:pt x="414261" y="1101813"/>
                  </a:lnTo>
                  <a:lnTo>
                    <a:pt x="445833" y="1137246"/>
                  </a:lnTo>
                  <a:lnTo>
                    <a:pt x="450215" y="1162812"/>
                  </a:lnTo>
                  <a:lnTo>
                    <a:pt x="450215" y="1030351"/>
                  </a:lnTo>
                  <a:lnTo>
                    <a:pt x="214134" y="1030351"/>
                  </a:lnTo>
                  <a:lnTo>
                    <a:pt x="215646" y="1025080"/>
                  </a:lnTo>
                  <a:lnTo>
                    <a:pt x="219544" y="1014222"/>
                  </a:lnTo>
                  <a:lnTo>
                    <a:pt x="224028" y="1001649"/>
                  </a:lnTo>
                  <a:lnTo>
                    <a:pt x="239928" y="979347"/>
                  </a:lnTo>
                  <a:lnTo>
                    <a:pt x="259842" y="958697"/>
                  </a:lnTo>
                  <a:lnTo>
                    <a:pt x="283171" y="941438"/>
                  </a:lnTo>
                  <a:lnTo>
                    <a:pt x="309372" y="929259"/>
                  </a:lnTo>
                  <a:lnTo>
                    <a:pt x="319659" y="946048"/>
                  </a:lnTo>
                  <a:lnTo>
                    <a:pt x="332232" y="959459"/>
                  </a:lnTo>
                  <a:lnTo>
                    <a:pt x="347091" y="968336"/>
                  </a:lnTo>
                  <a:lnTo>
                    <a:pt x="364236" y="971550"/>
                  </a:lnTo>
                  <a:lnTo>
                    <a:pt x="385762" y="967409"/>
                  </a:lnTo>
                  <a:lnTo>
                    <a:pt x="403860" y="956475"/>
                  </a:lnTo>
                  <a:lnTo>
                    <a:pt x="417385" y="941019"/>
                  </a:lnTo>
                  <a:lnTo>
                    <a:pt x="422554" y="929259"/>
                  </a:lnTo>
                  <a:lnTo>
                    <a:pt x="425196" y="923290"/>
                  </a:lnTo>
                  <a:lnTo>
                    <a:pt x="437388" y="923290"/>
                  </a:lnTo>
                  <a:lnTo>
                    <a:pt x="484720" y="913765"/>
                  </a:lnTo>
                  <a:lnTo>
                    <a:pt x="515632" y="893064"/>
                  </a:lnTo>
                  <a:lnTo>
                    <a:pt x="523494" y="887818"/>
                  </a:lnTo>
                  <a:lnTo>
                    <a:pt x="549681" y="849414"/>
                  </a:lnTo>
                  <a:lnTo>
                    <a:pt x="559308" y="802513"/>
                  </a:lnTo>
                  <a:lnTo>
                    <a:pt x="559308" y="730123"/>
                  </a:lnTo>
                  <a:lnTo>
                    <a:pt x="575398" y="724420"/>
                  </a:lnTo>
                  <a:lnTo>
                    <a:pt x="587502" y="715860"/>
                  </a:lnTo>
                  <a:lnTo>
                    <a:pt x="596163" y="703897"/>
                  </a:lnTo>
                  <a:lnTo>
                    <a:pt x="601980" y="687959"/>
                  </a:lnTo>
                  <a:lnTo>
                    <a:pt x="693547" y="687959"/>
                  </a:lnTo>
                  <a:lnTo>
                    <a:pt x="693547" y="657733"/>
                  </a:lnTo>
                  <a:lnTo>
                    <a:pt x="601980" y="657733"/>
                  </a:lnTo>
                  <a:lnTo>
                    <a:pt x="596163" y="644385"/>
                  </a:lnTo>
                  <a:lnTo>
                    <a:pt x="587502" y="632129"/>
                  </a:lnTo>
                  <a:lnTo>
                    <a:pt x="575398" y="622147"/>
                  </a:lnTo>
                  <a:lnTo>
                    <a:pt x="559308" y="615569"/>
                  </a:lnTo>
                  <a:lnTo>
                    <a:pt x="559308" y="186817"/>
                  </a:lnTo>
                  <a:lnTo>
                    <a:pt x="693547" y="186817"/>
                  </a:lnTo>
                  <a:lnTo>
                    <a:pt x="693547" y="10109"/>
                  </a:lnTo>
                  <a:lnTo>
                    <a:pt x="644906" y="0"/>
                  </a:lnTo>
                  <a:lnTo>
                    <a:pt x="528828" y="0"/>
                  </a:lnTo>
                  <a:lnTo>
                    <a:pt x="528828" y="186817"/>
                  </a:lnTo>
                  <a:lnTo>
                    <a:pt x="528828" y="615569"/>
                  </a:lnTo>
                  <a:lnTo>
                    <a:pt x="515302" y="622147"/>
                  </a:lnTo>
                  <a:lnTo>
                    <a:pt x="502920" y="632129"/>
                  </a:lnTo>
                  <a:lnTo>
                    <a:pt x="492823" y="644385"/>
                  </a:lnTo>
                  <a:lnTo>
                    <a:pt x="486156" y="657733"/>
                  </a:lnTo>
                  <a:lnTo>
                    <a:pt x="400812" y="657733"/>
                  </a:lnTo>
                  <a:lnTo>
                    <a:pt x="400812" y="687959"/>
                  </a:lnTo>
                  <a:lnTo>
                    <a:pt x="486156" y="687959"/>
                  </a:lnTo>
                  <a:lnTo>
                    <a:pt x="492823" y="703897"/>
                  </a:lnTo>
                  <a:lnTo>
                    <a:pt x="502920" y="715860"/>
                  </a:lnTo>
                  <a:lnTo>
                    <a:pt x="515302" y="724420"/>
                  </a:lnTo>
                  <a:lnTo>
                    <a:pt x="528828" y="730123"/>
                  </a:lnTo>
                  <a:lnTo>
                    <a:pt x="528828" y="802513"/>
                  </a:lnTo>
                  <a:lnTo>
                    <a:pt x="521398" y="837082"/>
                  </a:lnTo>
                  <a:lnTo>
                    <a:pt x="501396" y="865936"/>
                  </a:lnTo>
                  <a:lnTo>
                    <a:pt x="472249" y="885723"/>
                  </a:lnTo>
                  <a:lnTo>
                    <a:pt x="437388" y="893064"/>
                  </a:lnTo>
                  <a:lnTo>
                    <a:pt x="425196" y="893064"/>
                  </a:lnTo>
                  <a:lnTo>
                    <a:pt x="417385" y="876300"/>
                  </a:lnTo>
                  <a:lnTo>
                    <a:pt x="403860" y="862939"/>
                  </a:lnTo>
                  <a:lnTo>
                    <a:pt x="385953" y="854202"/>
                  </a:lnTo>
                  <a:lnTo>
                    <a:pt x="386397" y="854202"/>
                  </a:lnTo>
                  <a:lnTo>
                    <a:pt x="364236" y="850900"/>
                  </a:lnTo>
                  <a:lnTo>
                    <a:pt x="345376" y="854202"/>
                  </a:lnTo>
                  <a:lnTo>
                    <a:pt x="327660" y="863701"/>
                  </a:lnTo>
                  <a:lnTo>
                    <a:pt x="314515" y="878878"/>
                  </a:lnTo>
                  <a:lnTo>
                    <a:pt x="309372" y="899160"/>
                  </a:lnTo>
                  <a:lnTo>
                    <a:pt x="274129" y="912456"/>
                  </a:lnTo>
                  <a:lnTo>
                    <a:pt x="215760" y="958697"/>
                  </a:lnTo>
                  <a:lnTo>
                    <a:pt x="191541" y="997165"/>
                  </a:lnTo>
                  <a:lnTo>
                    <a:pt x="186690" y="1009243"/>
                  </a:lnTo>
                  <a:lnTo>
                    <a:pt x="180682" y="1023556"/>
                  </a:lnTo>
                  <a:lnTo>
                    <a:pt x="178092" y="1030351"/>
                  </a:lnTo>
                  <a:lnTo>
                    <a:pt x="79121" y="1030351"/>
                  </a:lnTo>
                  <a:lnTo>
                    <a:pt x="79121" y="763905"/>
                  </a:lnTo>
                  <a:lnTo>
                    <a:pt x="83058" y="751954"/>
                  </a:lnTo>
                  <a:lnTo>
                    <a:pt x="105625" y="721487"/>
                  </a:lnTo>
                  <a:lnTo>
                    <a:pt x="140208" y="699008"/>
                  </a:lnTo>
                  <a:lnTo>
                    <a:pt x="150495" y="712355"/>
                  </a:lnTo>
                  <a:lnTo>
                    <a:pt x="163068" y="723988"/>
                  </a:lnTo>
                  <a:lnTo>
                    <a:pt x="177927" y="732218"/>
                  </a:lnTo>
                  <a:lnTo>
                    <a:pt x="195072" y="735330"/>
                  </a:lnTo>
                  <a:lnTo>
                    <a:pt x="213067" y="731164"/>
                  </a:lnTo>
                  <a:lnTo>
                    <a:pt x="229362" y="720178"/>
                  </a:lnTo>
                  <a:lnTo>
                    <a:pt x="242214" y="704634"/>
                  </a:lnTo>
                  <a:lnTo>
                    <a:pt x="244652" y="699008"/>
                  </a:lnTo>
                  <a:lnTo>
                    <a:pt x="249936" y="686816"/>
                  </a:lnTo>
                  <a:lnTo>
                    <a:pt x="329184" y="686816"/>
                  </a:lnTo>
                  <a:lnTo>
                    <a:pt x="332701" y="681278"/>
                  </a:lnTo>
                  <a:lnTo>
                    <a:pt x="334518" y="673989"/>
                  </a:lnTo>
                  <a:lnTo>
                    <a:pt x="335178" y="665568"/>
                  </a:lnTo>
                  <a:lnTo>
                    <a:pt x="335280" y="656590"/>
                  </a:lnTo>
                  <a:lnTo>
                    <a:pt x="249936" y="656590"/>
                  </a:lnTo>
                  <a:lnTo>
                    <a:pt x="242214" y="639737"/>
                  </a:lnTo>
                  <a:lnTo>
                    <a:pt x="229362" y="626287"/>
                  </a:lnTo>
                  <a:lnTo>
                    <a:pt x="213067" y="617397"/>
                  </a:lnTo>
                  <a:lnTo>
                    <a:pt x="195072" y="614172"/>
                  </a:lnTo>
                  <a:lnTo>
                    <a:pt x="170116" y="618439"/>
                  </a:lnTo>
                  <a:lnTo>
                    <a:pt x="150876" y="630085"/>
                  </a:lnTo>
                  <a:lnTo>
                    <a:pt x="138493" y="647395"/>
                  </a:lnTo>
                  <a:lnTo>
                    <a:pt x="134112" y="668655"/>
                  </a:lnTo>
                  <a:lnTo>
                    <a:pt x="98386" y="686638"/>
                  </a:lnTo>
                  <a:lnTo>
                    <a:pt x="79121" y="705866"/>
                  </a:lnTo>
                  <a:lnTo>
                    <a:pt x="79121" y="554990"/>
                  </a:lnTo>
                  <a:lnTo>
                    <a:pt x="510540" y="554990"/>
                  </a:lnTo>
                  <a:lnTo>
                    <a:pt x="510540" y="546100"/>
                  </a:lnTo>
                  <a:lnTo>
                    <a:pt x="510540" y="527050"/>
                  </a:lnTo>
                  <a:lnTo>
                    <a:pt x="510540" y="518160"/>
                  </a:lnTo>
                  <a:lnTo>
                    <a:pt x="79121" y="518160"/>
                  </a:lnTo>
                  <a:lnTo>
                    <a:pt x="79121" y="186817"/>
                  </a:lnTo>
                  <a:lnTo>
                    <a:pt x="528828" y="186817"/>
                  </a:lnTo>
                  <a:lnTo>
                    <a:pt x="528828" y="0"/>
                  </a:lnTo>
                  <a:lnTo>
                    <a:pt x="480695" y="0"/>
                  </a:lnTo>
                  <a:lnTo>
                    <a:pt x="480695" y="78359"/>
                  </a:lnTo>
                  <a:lnTo>
                    <a:pt x="480695" y="114427"/>
                  </a:lnTo>
                  <a:lnTo>
                    <a:pt x="316357" y="114427"/>
                  </a:lnTo>
                  <a:lnTo>
                    <a:pt x="316357" y="78359"/>
                  </a:lnTo>
                  <a:lnTo>
                    <a:pt x="480695" y="78359"/>
                  </a:lnTo>
                  <a:lnTo>
                    <a:pt x="480695" y="0"/>
                  </a:lnTo>
                  <a:lnTo>
                    <a:pt x="133858" y="0"/>
                  </a:lnTo>
                  <a:lnTo>
                    <a:pt x="91884" y="6845"/>
                  </a:lnTo>
                  <a:lnTo>
                    <a:pt x="55181" y="25831"/>
                  </a:lnTo>
                  <a:lnTo>
                    <a:pt x="26085" y="54648"/>
                  </a:lnTo>
                  <a:lnTo>
                    <a:pt x="6908" y="91008"/>
                  </a:lnTo>
                  <a:lnTo>
                    <a:pt x="0" y="132588"/>
                  </a:lnTo>
                  <a:lnTo>
                    <a:pt x="0" y="1162812"/>
                  </a:lnTo>
                  <a:lnTo>
                    <a:pt x="6908" y="1204404"/>
                  </a:lnTo>
                  <a:lnTo>
                    <a:pt x="26085" y="1240764"/>
                  </a:lnTo>
                  <a:lnTo>
                    <a:pt x="55181" y="1269580"/>
                  </a:lnTo>
                  <a:lnTo>
                    <a:pt x="91884" y="1288567"/>
                  </a:lnTo>
                  <a:lnTo>
                    <a:pt x="133858" y="1295400"/>
                  </a:lnTo>
                  <a:lnTo>
                    <a:pt x="644906" y="1295400"/>
                  </a:lnTo>
                  <a:lnTo>
                    <a:pt x="695667" y="1284871"/>
                  </a:lnTo>
                  <a:lnTo>
                    <a:pt x="736168" y="1256258"/>
                  </a:lnTo>
                  <a:lnTo>
                    <a:pt x="762965" y="1214069"/>
                  </a:lnTo>
                  <a:lnTo>
                    <a:pt x="772668" y="1162812"/>
                  </a:lnTo>
                  <a:lnTo>
                    <a:pt x="772668" y="1096518"/>
                  </a:lnTo>
                  <a:lnTo>
                    <a:pt x="772668" y="1030351"/>
                  </a:lnTo>
                  <a:lnTo>
                    <a:pt x="772668" y="186817"/>
                  </a:lnTo>
                  <a:lnTo>
                    <a:pt x="772668" y="132588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449389" y="2311717"/>
            <a:ext cx="7425690" cy="3105150"/>
            <a:chOff x="449389" y="2311717"/>
            <a:chExt cx="7425690" cy="3105150"/>
          </a:xfrm>
        </p:grpSpPr>
        <p:sp>
          <p:nvSpPr>
            <p:cNvPr id="7" name="object 7"/>
            <p:cNvSpPr/>
            <p:nvPr/>
          </p:nvSpPr>
          <p:spPr>
            <a:xfrm>
              <a:off x="454151" y="3665219"/>
              <a:ext cx="7416165" cy="829310"/>
            </a:xfrm>
            <a:custGeom>
              <a:avLst/>
              <a:gdLst/>
              <a:ahLst/>
              <a:cxnLst/>
              <a:rect l="l" t="t" r="r" b="b"/>
              <a:pathLst>
                <a:path w="7416165" h="829310">
                  <a:moveTo>
                    <a:pt x="7415783" y="0"/>
                  </a:moveTo>
                  <a:lnTo>
                    <a:pt x="0" y="0"/>
                  </a:lnTo>
                  <a:lnTo>
                    <a:pt x="0" y="829055"/>
                  </a:lnTo>
                  <a:lnTo>
                    <a:pt x="7415783" y="829055"/>
                  </a:lnTo>
                  <a:lnTo>
                    <a:pt x="7415783" y="0"/>
                  </a:lnTo>
                  <a:close/>
                </a:path>
              </a:pathLst>
            </a:custGeom>
            <a:solidFill>
              <a:srgbClr val="F8DD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54151" y="3665219"/>
              <a:ext cx="7416165" cy="829310"/>
            </a:xfrm>
            <a:custGeom>
              <a:avLst/>
              <a:gdLst/>
              <a:ahLst/>
              <a:cxnLst/>
              <a:rect l="l" t="t" r="r" b="b"/>
              <a:pathLst>
                <a:path w="7416165" h="829310">
                  <a:moveTo>
                    <a:pt x="0" y="829055"/>
                  </a:moveTo>
                  <a:lnTo>
                    <a:pt x="7415783" y="829055"/>
                  </a:lnTo>
                  <a:lnTo>
                    <a:pt x="7415783" y="0"/>
                  </a:lnTo>
                  <a:lnTo>
                    <a:pt x="0" y="0"/>
                  </a:lnTo>
                  <a:lnTo>
                    <a:pt x="0" y="829055"/>
                  </a:lnTo>
                  <a:close/>
                </a:path>
              </a:pathLst>
            </a:custGeom>
            <a:ln w="9525">
              <a:solidFill>
                <a:srgbClr val="DB526A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818132" y="2378963"/>
              <a:ext cx="1039494" cy="2811780"/>
            </a:xfrm>
            <a:custGeom>
              <a:avLst/>
              <a:gdLst/>
              <a:ahLst/>
              <a:cxnLst/>
              <a:rect l="l" t="t" r="r" b="b"/>
              <a:pathLst>
                <a:path w="1039494" h="2811779">
                  <a:moveTo>
                    <a:pt x="653796" y="2653284"/>
                  </a:moveTo>
                  <a:lnTo>
                    <a:pt x="0" y="2653284"/>
                  </a:lnTo>
                  <a:lnTo>
                    <a:pt x="0" y="2811780"/>
                  </a:lnTo>
                  <a:lnTo>
                    <a:pt x="653796" y="2811780"/>
                  </a:lnTo>
                  <a:lnTo>
                    <a:pt x="653796" y="2653284"/>
                  </a:lnTo>
                  <a:close/>
                </a:path>
                <a:path w="1039494" h="2811779">
                  <a:moveTo>
                    <a:pt x="722376" y="1769364"/>
                  </a:moveTo>
                  <a:lnTo>
                    <a:pt x="0" y="1769364"/>
                  </a:lnTo>
                  <a:lnTo>
                    <a:pt x="0" y="1927860"/>
                  </a:lnTo>
                  <a:lnTo>
                    <a:pt x="722376" y="1927860"/>
                  </a:lnTo>
                  <a:lnTo>
                    <a:pt x="722376" y="1769364"/>
                  </a:lnTo>
                  <a:close/>
                </a:path>
                <a:path w="1039494" h="2811779">
                  <a:moveTo>
                    <a:pt x="733044" y="2211324"/>
                  </a:moveTo>
                  <a:lnTo>
                    <a:pt x="0" y="2211324"/>
                  </a:lnTo>
                  <a:lnTo>
                    <a:pt x="0" y="2369820"/>
                  </a:lnTo>
                  <a:lnTo>
                    <a:pt x="733044" y="2369820"/>
                  </a:lnTo>
                  <a:lnTo>
                    <a:pt x="733044" y="2211324"/>
                  </a:lnTo>
                  <a:close/>
                </a:path>
                <a:path w="1039494" h="2811779">
                  <a:moveTo>
                    <a:pt x="797052" y="1327404"/>
                  </a:moveTo>
                  <a:lnTo>
                    <a:pt x="0" y="1327404"/>
                  </a:lnTo>
                  <a:lnTo>
                    <a:pt x="0" y="1484376"/>
                  </a:lnTo>
                  <a:lnTo>
                    <a:pt x="797052" y="1484376"/>
                  </a:lnTo>
                  <a:lnTo>
                    <a:pt x="797052" y="1327404"/>
                  </a:lnTo>
                  <a:close/>
                </a:path>
                <a:path w="1039494" h="2811779">
                  <a:moveTo>
                    <a:pt x="940308" y="441960"/>
                  </a:moveTo>
                  <a:lnTo>
                    <a:pt x="0" y="441960"/>
                  </a:lnTo>
                  <a:lnTo>
                    <a:pt x="0" y="600456"/>
                  </a:lnTo>
                  <a:lnTo>
                    <a:pt x="940308" y="600456"/>
                  </a:lnTo>
                  <a:lnTo>
                    <a:pt x="940308" y="441960"/>
                  </a:lnTo>
                  <a:close/>
                </a:path>
                <a:path w="1039494" h="2811779">
                  <a:moveTo>
                    <a:pt x="950976" y="885444"/>
                  </a:moveTo>
                  <a:lnTo>
                    <a:pt x="0" y="885444"/>
                  </a:lnTo>
                  <a:lnTo>
                    <a:pt x="0" y="1042416"/>
                  </a:lnTo>
                  <a:lnTo>
                    <a:pt x="950976" y="1042416"/>
                  </a:lnTo>
                  <a:lnTo>
                    <a:pt x="950976" y="885444"/>
                  </a:lnTo>
                  <a:close/>
                </a:path>
                <a:path w="1039494" h="2811779">
                  <a:moveTo>
                    <a:pt x="1039368" y="0"/>
                  </a:moveTo>
                  <a:lnTo>
                    <a:pt x="0" y="0"/>
                  </a:lnTo>
                  <a:lnTo>
                    <a:pt x="0" y="158496"/>
                  </a:lnTo>
                  <a:lnTo>
                    <a:pt x="1039368" y="158496"/>
                  </a:lnTo>
                  <a:lnTo>
                    <a:pt x="1039368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818131" y="3706367"/>
              <a:ext cx="797560" cy="600710"/>
            </a:xfrm>
            <a:custGeom>
              <a:avLst/>
              <a:gdLst/>
              <a:ahLst/>
              <a:cxnLst/>
              <a:rect l="l" t="t" r="r" b="b"/>
              <a:pathLst>
                <a:path w="797560" h="600710">
                  <a:moveTo>
                    <a:pt x="797052" y="0"/>
                  </a:moveTo>
                  <a:lnTo>
                    <a:pt x="0" y="0"/>
                  </a:lnTo>
                  <a:lnTo>
                    <a:pt x="0" y="156972"/>
                  </a:lnTo>
                  <a:lnTo>
                    <a:pt x="797052" y="156972"/>
                  </a:lnTo>
                  <a:lnTo>
                    <a:pt x="797052" y="0"/>
                  </a:lnTo>
                  <a:close/>
                </a:path>
                <a:path w="797560" h="600710">
                  <a:moveTo>
                    <a:pt x="722376" y="441960"/>
                  </a:moveTo>
                  <a:lnTo>
                    <a:pt x="0" y="441960"/>
                  </a:lnTo>
                  <a:lnTo>
                    <a:pt x="0" y="600456"/>
                  </a:lnTo>
                  <a:lnTo>
                    <a:pt x="722376" y="600456"/>
                  </a:lnTo>
                  <a:lnTo>
                    <a:pt x="722376" y="44196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818132" y="2537459"/>
              <a:ext cx="1001394" cy="2811780"/>
            </a:xfrm>
            <a:custGeom>
              <a:avLst/>
              <a:gdLst/>
              <a:ahLst/>
              <a:cxnLst/>
              <a:rect l="l" t="t" r="r" b="b"/>
              <a:pathLst>
                <a:path w="1001394" h="2811779">
                  <a:moveTo>
                    <a:pt x="411480" y="1769364"/>
                  </a:moveTo>
                  <a:lnTo>
                    <a:pt x="0" y="1769364"/>
                  </a:lnTo>
                  <a:lnTo>
                    <a:pt x="0" y="1926336"/>
                  </a:lnTo>
                  <a:lnTo>
                    <a:pt x="411480" y="1926336"/>
                  </a:lnTo>
                  <a:lnTo>
                    <a:pt x="411480" y="1769364"/>
                  </a:lnTo>
                  <a:close/>
                </a:path>
                <a:path w="1001394" h="2811779">
                  <a:moveTo>
                    <a:pt x="643128" y="1325880"/>
                  </a:moveTo>
                  <a:lnTo>
                    <a:pt x="0" y="1325880"/>
                  </a:lnTo>
                  <a:lnTo>
                    <a:pt x="0" y="1484376"/>
                  </a:lnTo>
                  <a:lnTo>
                    <a:pt x="643128" y="1484376"/>
                  </a:lnTo>
                  <a:lnTo>
                    <a:pt x="643128" y="1325880"/>
                  </a:lnTo>
                  <a:close/>
                </a:path>
                <a:path w="1001394" h="2811779">
                  <a:moveTo>
                    <a:pt x="676656" y="2653284"/>
                  </a:moveTo>
                  <a:lnTo>
                    <a:pt x="0" y="2653284"/>
                  </a:lnTo>
                  <a:lnTo>
                    <a:pt x="0" y="2811780"/>
                  </a:lnTo>
                  <a:lnTo>
                    <a:pt x="676656" y="2811780"/>
                  </a:lnTo>
                  <a:lnTo>
                    <a:pt x="676656" y="2653284"/>
                  </a:lnTo>
                  <a:close/>
                </a:path>
                <a:path w="1001394" h="2811779">
                  <a:moveTo>
                    <a:pt x="737616" y="883920"/>
                  </a:moveTo>
                  <a:lnTo>
                    <a:pt x="0" y="883920"/>
                  </a:lnTo>
                  <a:lnTo>
                    <a:pt x="0" y="1042416"/>
                  </a:lnTo>
                  <a:lnTo>
                    <a:pt x="737616" y="1042416"/>
                  </a:lnTo>
                  <a:lnTo>
                    <a:pt x="737616" y="883920"/>
                  </a:lnTo>
                  <a:close/>
                </a:path>
                <a:path w="1001394" h="2811779">
                  <a:moveTo>
                    <a:pt x="833628" y="2211324"/>
                  </a:moveTo>
                  <a:lnTo>
                    <a:pt x="0" y="2211324"/>
                  </a:lnTo>
                  <a:lnTo>
                    <a:pt x="0" y="2368296"/>
                  </a:lnTo>
                  <a:lnTo>
                    <a:pt x="833628" y="2368296"/>
                  </a:lnTo>
                  <a:lnTo>
                    <a:pt x="833628" y="2211324"/>
                  </a:lnTo>
                  <a:close/>
                </a:path>
                <a:path w="1001394" h="2811779">
                  <a:moveTo>
                    <a:pt x="885444" y="441960"/>
                  </a:moveTo>
                  <a:lnTo>
                    <a:pt x="0" y="441960"/>
                  </a:lnTo>
                  <a:lnTo>
                    <a:pt x="0" y="600456"/>
                  </a:lnTo>
                  <a:lnTo>
                    <a:pt x="885444" y="600456"/>
                  </a:lnTo>
                  <a:lnTo>
                    <a:pt x="885444" y="441960"/>
                  </a:lnTo>
                  <a:close/>
                </a:path>
                <a:path w="1001394" h="2811779">
                  <a:moveTo>
                    <a:pt x="1001268" y="0"/>
                  </a:moveTo>
                  <a:lnTo>
                    <a:pt x="0" y="0"/>
                  </a:lnTo>
                  <a:lnTo>
                    <a:pt x="0" y="158496"/>
                  </a:lnTo>
                  <a:lnTo>
                    <a:pt x="1001268" y="158496"/>
                  </a:lnTo>
                  <a:lnTo>
                    <a:pt x="1001268" y="0"/>
                  </a:lnTo>
                  <a:close/>
                </a:path>
              </a:pathLst>
            </a:custGeom>
            <a:solidFill>
              <a:srgbClr val="EA95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818131" y="2537459"/>
              <a:ext cx="1001394" cy="2811780"/>
            </a:xfrm>
            <a:custGeom>
              <a:avLst/>
              <a:gdLst/>
              <a:ahLst/>
              <a:cxnLst/>
              <a:rect l="l" t="t" r="r" b="b"/>
              <a:pathLst>
                <a:path w="1001394" h="2811779">
                  <a:moveTo>
                    <a:pt x="1001268" y="0"/>
                  </a:moveTo>
                  <a:lnTo>
                    <a:pt x="0" y="0"/>
                  </a:lnTo>
                  <a:lnTo>
                    <a:pt x="0" y="158496"/>
                  </a:lnTo>
                  <a:lnTo>
                    <a:pt x="1001268" y="158496"/>
                  </a:lnTo>
                  <a:lnTo>
                    <a:pt x="1001268" y="0"/>
                  </a:lnTo>
                  <a:close/>
                </a:path>
                <a:path w="1001394" h="2811779">
                  <a:moveTo>
                    <a:pt x="885444" y="441959"/>
                  </a:moveTo>
                  <a:lnTo>
                    <a:pt x="0" y="441959"/>
                  </a:lnTo>
                  <a:lnTo>
                    <a:pt x="0" y="600456"/>
                  </a:lnTo>
                  <a:lnTo>
                    <a:pt x="885444" y="600456"/>
                  </a:lnTo>
                  <a:lnTo>
                    <a:pt x="885444" y="441959"/>
                  </a:lnTo>
                  <a:close/>
                </a:path>
                <a:path w="1001394" h="2811779">
                  <a:moveTo>
                    <a:pt x="737616" y="883919"/>
                  </a:moveTo>
                  <a:lnTo>
                    <a:pt x="0" y="883919"/>
                  </a:lnTo>
                  <a:lnTo>
                    <a:pt x="0" y="1042416"/>
                  </a:lnTo>
                  <a:lnTo>
                    <a:pt x="737616" y="1042416"/>
                  </a:lnTo>
                  <a:lnTo>
                    <a:pt x="737616" y="883919"/>
                  </a:lnTo>
                  <a:close/>
                </a:path>
                <a:path w="1001394" h="2811779">
                  <a:moveTo>
                    <a:pt x="643128" y="1325880"/>
                  </a:moveTo>
                  <a:lnTo>
                    <a:pt x="0" y="1325880"/>
                  </a:lnTo>
                  <a:lnTo>
                    <a:pt x="0" y="1484376"/>
                  </a:lnTo>
                  <a:lnTo>
                    <a:pt x="643128" y="1484376"/>
                  </a:lnTo>
                  <a:lnTo>
                    <a:pt x="643128" y="1325880"/>
                  </a:lnTo>
                  <a:close/>
                </a:path>
                <a:path w="1001394" h="2811779">
                  <a:moveTo>
                    <a:pt x="411480" y="1769364"/>
                  </a:moveTo>
                  <a:lnTo>
                    <a:pt x="0" y="1769364"/>
                  </a:lnTo>
                  <a:lnTo>
                    <a:pt x="0" y="1926336"/>
                  </a:lnTo>
                  <a:lnTo>
                    <a:pt x="411480" y="1926336"/>
                  </a:lnTo>
                  <a:lnTo>
                    <a:pt x="411480" y="1769364"/>
                  </a:lnTo>
                  <a:close/>
                </a:path>
                <a:path w="1001394" h="2811779">
                  <a:moveTo>
                    <a:pt x="833628" y="2211324"/>
                  </a:moveTo>
                  <a:lnTo>
                    <a:pt x="0" y="2211324"/>
                  </a:lnTo>
                  <a:lnTo>
                    <a:pt x="0" y="2368296"/>
                  </a:lnTo>
                  <a:lnTo>
                    <a:pt x="833628" y="2368296"/>
                  </a:lnTo>
                  <a:lnTo>
                    <a:pt x="833628" y="2211324"/>
                  </a:lnTo>
                  <a:close/>
                </a:path>
                <a:path w="1001394" h="2811779">
                  <a:moveTo>
                    <a:pt x="676656" y="2653284"/>
                  </a:moveTo>
                  <a:lnTo>
                    <a:pt x="0" y="2653284"/>
                  </a:lnTo>
                  <a:lnTo>
                    <a:pt x="0" y="2811780"/>
                  </a:lnTo>
                  <a:lnTo>
                    <a:pt x="676656" y="2811780"/>
                  </a:lnTo>
                  <a:lnTo>
                    <a:pt x="676656" y="2653284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818131" y="2316479"/>
              <a:ext cx="0" cy="3095625"/>
            </a:xfrm>
            <a:custGeom>
              <a:avLst/>
              <a:gdLst/>
              <a:ahLst/>
              <a:cxnLst/>
              <a:rect l="l" t="t" r="r" b="b"/>
              <a:pathLst>
                <a:path w="0" h="3095625">
                  <a:moveTo>
                    <a:pt x="0" y="0"/>
                  </a:moveTo>
                  <a:lnTo>
                    <a:pt x="0" y="3095244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430174" y="296926"/>
            <a:ext cx="11277600" cy="1260475"/>
          </a:xfrm>
          <a:prstGeom prst="rect"/>
        </p:spPr>
        <p:txBody>
          <a:bodyPr wrap="square" lIns="0" tIns="88265" rIns="0" bIns="0" rtlCol="0" vert="horz">
            <a:spAutoFit/>
          </a:bodyPr>
          <a:lstStyle/>
          <a:p>
            <a:pPr marL="12700" marR="5080">
              <a:lnSpc>
                <a:spcPts val="3260"/>
              </a:lnSpc>
              <a:spcBef>
                <a:spcPts val="695"/>
              </a:spcBef>
            </a:pPr>
            <a:r>
              <a:rPr dirty="0">
                <a:solidFill>
                  <a:srgbClr val="000000"/>
                </a:solidFill>
              </a:rPr>
              <a:t>Among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on-</a:t>
            </a:r>
            <a:r>
              <a:rPr dirty="0">
                <a:solidFill>
                  <a:srgbClr val="000000"/>
                </a:solidFill>
              </a:rPr>
              <a:t>demand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functions,</a:t>
            </a:r>
            <a:r>
              <a:rPr dirty="0" spc="-4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automated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driving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features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 spc="-20">
                <a:solidFill>
                  <a:srgbClr val="000000"/>
                </a:solidFill>
              </a:rPr>
              <a:t>such </a:t>
            </a:r>
            <a:r>
              <a:rPr dirty="0">
                <a:solidFill>
                  <a:srgbClr val="000000"/>
                </a:solidFill>
              </a:rPr>
              <a:t>as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traffic</a:t>
            </a:r>
            <a:r>
              <a:rPr dirty="0" spc="-5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jam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pilot</a:t>
            </a:r>
            <a:r>
              <a:rPr dirty="0" spc="-3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/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parking</a:t>
            </a:r>
            <a:r>
              <a:rPr dirty="0" spc="-4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pilot</a:t>
            </a:r>
            <a:r>
              <a:rPr dirty="0" spc="-3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are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attracting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more</a:t>
            </a:r>
            <a:r>
              <a:rPr dirty="0" spc="-4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interest</a:t>
            </a: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800" spc="-20" b="1">
                <a:solidFill>
                  <a:srgbClr val="A21F1F"/>
                </a:solidFill>
                <a:latin typeface="Arial"/>
                <a:cs typeface="Arial"/>
              </a:rPr>
              <a:t>On-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demand</a:t>
            </a:r>
            <a:r>
              <a:rPr dirty="0" sz="1800" spc="-2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car</a:t>
            </a:r>
            <a:r>
              <a:rPr dirty="0" sz="1800" spc="-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functions</a:t>
            </a:r>
            <a:r>
              <a:rPr dirty="0" sz="1800" spc="-6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–</a:t>
            </a:r>
            <a:r>
              <a:rPr dirty="0" sz="1800" spc="-1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Share</a:t>
            </a:r>
            <a:r>
              <a:rPr dirty="0" sz="1800" spc="-1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of</a:t>
            </a:r>
            <a:r>
              <a:rPr dirty="0" sz="1800" spc="-2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participants</a:t>
            </a:r>
            <a:r>
              <a:rPr dirty="0" sz="1800" spc="-1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rating</a:t>
            </a:r>
            <a:r>
              <a:rPr dirty="0" sz="1800" spc="-1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function</a:t>
            </a:r>
            <a:r>
              <a:rPr dirty="0" sz="1800" spc="-2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as</a:t>
            </a:r>
            <a:r>
              <a:rPr dirty="0" sz="1800" spc="-10" b="1">
                <a:solidFill>
                  <a:srgbClr val="A21F1F"/>
                </a:solidFill>
                <a:latin typeface="Arial"/>
                <a:cs typeface="Arial"/>
              </a:rPr>
              <a:t> important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78354" y="6500876"/>
            <a:ext cx="1867535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>
                <a:latin typeface="Arial"/>
                <a:cs typeface="Arial"/>
              </a:rPr>
              <a:t>Source:</a:t>
            </a:r>
            <a:r>
              <a:rPr dirty="0" sz="750" spc="-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PwC</a:t>
            </a:r>
            <a:r>
              <a:rPr dirty="0" sz="750" spc="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Strategy&amp;</a:t>
            </a:r>
            <a:r>
              <a:rPr dirty="0" sz="750" spc="-2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consumer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research</a:t>
            </a:r>
            <a:endParaRPr sz="7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0174" y="80518"/>
            <a:ext cx="19037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"/>
                <a:cs typeface="Arial"/>
              </a:rPr>
              <a:t>Consumer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–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Connected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584438" y="3486150"/>
            <a:ext cx="2585085" cy="8794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Arial"/>
                <a:cs typeface="Arial"/>
              </a:rPr>
              <a:t>Automated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driving</a:t>
            </a:r>
            <a:r>
              <a:rPr dirty="0" sz="1400" spc="-7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functions</a:t>
            </a:r>
            <a:r>
              <a:rPr dirty="0" sz="1400" spc="-80" b="1">
                <a:latin typeface="Arial"/>
                <a:cs typeface="Arial"/>
              </a:rPr>
              <a:t> </a:t>
            </a:r>
            <a:r>
              <a:rPr dirty="0" sz="1400" spc="-50">
                <a:latin typeface="Arial"/>
                <a:cs typeface="Arial"/>
              </a:rPr>
              <a:t>– </a:t>
            </a:r>
            <a:r>
              <a:rPr dirty="0" sz="1400">
                <a:latin typeface="Arial"/>
                <a:cs typeface="Arial"/>
              </a:rPr>
              <a:t>traffic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jam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pilot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or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parking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pilot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spc="-50">
                <a:latin typeface="Arial"/>
                <a:cs typeface="Arial"/>
              </a:rPr>
              <a:t>– </a:t>
            </a:r>
            <a:r>
              <a:rPr dirty="0" sz="1400">
                <a:latin typeface="Arial"/>
                <a:cs typeface="Arial"/>
              </a:rPr>
              <a:t>attract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considerably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more </a:t>
            </a:r>
            <a:r>
              <a:rPr dirty="0" sz="1400">
                <a:latin typeface="Arial"/>
                <a:cs typeface="Arial"/>
              </a:rPr>
              <a:t>interest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vs.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previous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year.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584438" y="4553203"/>
            <a:ext cx="2479040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Arial"/>
                <a:cs typeface="Arial"/>
              </a:rPr>
              <a:t>Air</a:t>
            </a:r>
            <a:r>
              <a:rPr dirty="0" sz="1400" spc="-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condition</a:t>
            </a:r>
            <a:r>
              <a:rPr dirty="0" sz="1400" spc="-7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activation</a:t>
            </a:r>
            <a:r>
              <a:rPr dirty="0" sz="1400" spc="-65" b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is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still </a:t>
            </a:r>
            <a:r>
              <a:rPr dirty="0" sz="1400">
                <a:latin typeface="Arial"/>
                <a:cs typeface="Arial"/>
              </a:rPr>
              <a:t>viewed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as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most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important on-</a:t>
            </a:r>
            <a:r>
              <a:rPr dirty="0" sz="1400">
                <a:latin typeface="Arial"/>
                <a:cs typeface="Arial"/>
              </a:rPr>
              <a:t>demand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car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function</a:t>
            </a:r>
            <a:r>
              <a:rPr dirty="0" sz="1400" spc="-10" b="1">
                <a:latin typeface="Arial"/>
                <a:cs typeface="Arial"/>
              </a:rPr>
              <a:t>.</a:t>
            </a:r>
            <a:r>
              <a:rPr dirty="0" sz="1400" spc="-10">
                <a:latin typeface="Arial"/>
                <a:cs typeface="Arial"/>
              </a:rPr>
              <a:t>”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572500" y="1741932"/>
            <a:ext cx="3619500" cy="1051560"/>
          </a:xfrm>
          <a:custGeom>
            <a:avLst/>
            <a:gdLst/>
            <a:ahLst/>
            <a:cxnLst/>
            <a:rect l="l" t="t" r="r" b="b"/>
            <a:pathLst>
              <a:path w="3619500" h="1051560">
                <a:moveTo>
                  <a:pt x="3619500" y="0"/>
                </a:moveTo>
                <a:lnTo>
                  <a:pt x="0" y="0"/>
                </a:lnTo>
                <a:lnTo>
                  <a:pt x="0" y="1051560"/>
                </a:lnTo>
                <a:lnTo>
                  <a:pt x="3619500" y="1051560"/>
                </a:lnTo>
                <a:lnTo>
                  <a:pt x="36195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8772270" y="1904492"/>
            <a:ext cx="2106930" cy="666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400" b="1" i="1">
                <a:solidFill>
                  <a:srgbClr val="A21F1F"/>
                </a:solidFill>
                <a:latin typeface="Arial"/>
                <a:cs typeface="Arial"/>
              </a:rPr>
              <a:t>Question:</a:t>
            </a:r>
            <a:r>
              <a:rPr dirty="0" sz="1400" spc="-70" b="1" i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“How</a:t>
            </a:r>
            <a:r>
              <a:rPr dirty="0" sz="1400" spc="-40" i="1">
                <a:latin typeface="Arial"/>
                <a:cs typeface="Arial"/>
              </a:rPr>
              <a:t> </a:t>
            </a:r>
            <a:r>
              <a:rPr dirty="0" sz="1400" spc="-10" i="1">
                <a:latin typeface="Arial"/>
                <a:cs typeface="Arial"/>
              </a:rPr>
              <a:t>important</a:t>
            </a:r>
            <a:r>
              <a:rPr dirty="0" sz="1400" spc="-1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would</a:t>
            </a:r>
            <a:r>
              <a:rPr dirty="0" sz="1400" spc="-3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be</a:t>
            </a:r>
            <a:r>
              <a:rPr dirty="0" sz="1400" spc="-20" i="1">
                <a:latin typeface="Arial"/>
                <a:cs typeface="Arial"/>
              </a:rPr>
              <a:t> </a:t>
            </a:r>
            <a:r>
              <a:rPr dirty="0" sz="1400" spc="-10" i="1">
                <a:latin typeface="Arial"/>
                <a:cs typeface="Arial"/>
              </a:rPr>
              <a:t>on-</a:t>
            </a:r>
            <a:r>
              <a:rPr dirty="0" sz="1400" i="1">
                <a:latin typeface="Arial"/>
                <a:cs typeface="Arial"/>
              </a:rPr>
              <a:t>demand</a:t>
            </a:r>
            <a:r>
              <a:rPr dirty="0" sz="1400" spc="-55" i="1">
                <a:latin typeface="Arial"/>
                <a:cs typeface="Arial"/>
              </a:rPr>
              <a:t> </a:t>
            </a:r>
            <a:r>
              <a:rPr dirty="0" sz="1400" spc="-25" i="1">
                <a:latin typeface="Arial"/>
                <a:cs typeface="Arial"/>
              </a:rPr>
              <a:t>car </a:t>
            </a:r>
            <a:r>
              <a:rPr dirty="0" sz="1400" i="1">
                <a:latin typeface="Arial"/>
                <a:cs typeface="Arial"/>
              </a:rPr>
              <a:t>function</a:t>
            </a:r>
            <a:r>
              <a:rPr dirty="0" sz="1400" spc="-6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[...]</a:t>
            </a:r>
            <a:r>
              <a:rPr dirty="0" sz="1400" spc="-5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to</a:t>
            </a:r>
            <a:r>
              <a:rPr dirty="0" sz="1400" spc="-20" i="1">
                <a:latin typeface="Arial"/>
                <a:cs typeface="Arial"/>
              </a:rPr>
              <a:t> </a:t>
            </a:r>
            <a:r>
              <a:rPr dirty="0" sz="1400" spc="-10" i="1">
                <a:latin typeface="Arial"/>
                <a:cs typeface="Arial"/>
              </a:rPr>
              <a:t>you?”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609076" y="2932176"/>
            <a:ext cx="182880" cy="414655"/>
          </a:xfrm>
          <a:custGeom>
            <a:avLst/>
            <a:gdLst/>
            <a:ahLst/>
            <a:cxnLst/>
            <a:rect l="l" t="t" r="r" b="b"/>
            <a:pathLst>
              <a:path w="182879" h="414654">
                <a:moveTo>
                  <a:pt x="182879" y="0"/>
                </a:moveTo>
                <a:lnTo>
                  <a:pt x="0" y="0"/>
                </a:lnTo>
                <a:lnTo>
                  <a:pt x="0" y="198882"/>
                </a:lnTo>
                <a:lnTo>
                  <a:pt x="84962" y="198882"/>
                </a:lnTo>
                <a:lnTo>
                  <a:pt x="80898" y="242824"/>
                </a:lnTo>
                <a:lnTo>
                  <a:pt x="67055" y="279527"/>
                </a:lnTo>
                <a:lnTo>
                  <a:pt x="41020" y="308483"/>
                </a:lnTo>
                <a:lnTo>
                  <a:pt x="0" y="329184"/>
                </a:lnTo>
                <a:lnTo>
                  <a:pt x="0" y="414401"/>
                </a:lnTo>
                <a:lnTo>
                  <a:pt x="43941" y="403987"/>
                </a:lnTo>
                <a:lnTo>
                  <a:pt x="83692" y="385318"/>
                </a:lnTo>
                <a:lnTo>
                  <a:pt x="117982" y="359283"/>
                </a:lnTo>
                <a:lnTo>
                  <a:pt x="146176" y="326644"/>
                </a:lnTo>
                <a:lnTo>
                  <a:pt x="167004" y="288290"/>
                </a:lnTo>
                <a:lnTo>
                  <a:pt x="179577" y="244983"/>
                </a:lnTo>
                <a:lnTo>
                  <a:pt x="182752" y="198882"/>
                </a:lnTo>
                <a:lnTo>
                  <a:pt x="1828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8883268" y="2932176"/>
            <a:ext cx="182880" cy="414655"/>
          </a:xfrm>
          <a:custGeom>
            <a:avLst/>
            <a:gdLst/>
            <a:ahLst/>
            <a:cxnLst/>
            <a:rect l="l" t="t" r="r" b="b"/>
            <a:pathLst>
              <a:path w="182879" h="414654">
                <a:moveTo>
                  <a:pt x="182879" y="0"/>
                </a:moveTo>
                <a:lnTo>
                  <a:pt x="0" y="0"/>
                </a:lnTo>
                <a:lnTo>
                  <a:pt x="0" y="198882"/>
                </a:lnTo>
                <a:lnTo>
                  <a:pt x="84962" y="198882"/>
                </a:lnTo>
                <a:lnTo>
                  <a:pt x="81025" y="242824"/>
                </a:lnTo>
                <a:lnTo>
                  <a:pt x="67182" y="279527"/>
                </a:lnTo>
                <a:lnTo>
                  <a:pt x="41020" y="308483"/>
                </a:lnTo>
                <a:lnTo>
                  <a:pt x="0" y="329184"/>
                </a:lnTo>
                <a:lnTo>
                  <a:pt x="0" y="414401"/>
                </a:lnTo>
                <a:lnTo>
                  <a:pt x="44068" y="403987"/>
                </a:lnTo>
                <a:lnTo>
                  <a:pt x="83692" y="385318"/>
                </a:lnTo>
                <a:lnTo>
                  <a:pt x="118109" y="359283"/>
                </a:lnTo>
                <a:lnTo>
                  <a:pt x="146176" y="326644"/>
                </a:lnTo>
                <a:lnTo>
                  <a:pt x="167004" y="288290"/>
                </a:lnTo>
                <a:lnTo>
                  <a:pt x="179577" y="244983"/>
                </a:lnTo>
                <a:lnTo>
                  <a:pt x="182752" y="198882"/>
                </a:lnTo>
                <a:lnTo>
                  <a:pt x="1828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2892298" y="2359863"/>
            <a:ext cx="294640" cy="1873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5" b="1">
                <a:latin typeface="Arial"/>
                <a:cs typeface="Arial"/>
              </a:rPr>
              <a:t>69%</a:t>
            </a:r>
            <a:endParaRPr sz="10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793619" y="2802763"/>
            <a:ext cx="2940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5" b="1">
                <a:latin typeface="Arial"/>
                <a:cs typeface="Arial"/>
              </a:rPr>
              <a:t>63%</a:t>
            </a:r>
            <a:endParaRPr sz="10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804922" y="3244977"/>
            <a:ext cx="2940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5" b="1">
                <a:latin typeface="Arial"/>
                <a:cs typeface="Arial"/>
              </a:rPr>
              <a:t>63%</a:t>
            </a:r>
            <a:endParaRPr sz="10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650617" y="3687317"/>
            <a:ext cx="2940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5" b="1">
                <a:latin typeface="Arial"/>
                <a:cs typeface="Arial"/>
              </a:rPr>
              <a:t>53%</a:t>
            </a:r>
            <a:endParaRPr sz="10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575051" y="4129532"/>
            <a:ext cx="2940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5" b="1">
                <a:latin typeface="Arial"/>
                <a:cs typeface="Arial"/>
              </a:rPr>
              <a:t>48%</a:t>
            </a:r>
            <a:endParaRPr sz="10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586608" y="4571441"/>
            <a:ext cx="294640" cy="1873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5" b="1">
                <a:latin typeface="Arial"/>
                <a:cs typeface="Arial"/>
              </a:rPr>
              <a:t>49%</a:t>
            </a:r>
            <a:endParaRPr sz="10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507742" y="5014340"/>
            <a:ext cx="2940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5" b="1">
                <a:latin typeface="Arial"/>
                <a:cs typeface="Arial"/>
              </a:rPr>
              <a:t>44%</a:t>
            </a:r>
            <a:endParaRPr sz="10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22477" y="3766820"/>
            <a:ext cx="101981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b="1">
                <a:latin typeface="Arial"/>
                <a:cs typeface="Arial"/>
              </a:rPr>
              <a:t>Traffic</a:t>
            </a:r>
            <a:r>
              <a:rPr dirty="0" sz="1050" spc="-20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jam</a:t>
            </a:r>
            <a:r>
              <a:rPr dirty="0" sz="1050" spc="-2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pilot</a:t>
            </a:r>
            <a:endParaRPr sz="10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63981" y="2801492"/>
            <a:ext cx="117919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Advanced</a:t>
            </a:r>
            <a:r>
              <a:rPr dirty="0" sz="105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headlight</a:t>
            </a:r>
            <a:endParaRPr sz="10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19201" y="2961513"/>
            <a:ext cx="132397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10">
                <a:latin typeface="Arial"/>
                <a:cs typeface="Arial"/>
              </a:rPr>
              <a:t>functions/performance</a:t>
            </a:r>
            <a:endParaRPr sz="10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78204" y="2360167"/>
            <a:ext cx="763270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84785" marR="5080" indent="-17272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latin typeface="Arial"/>
                <a:cs typeface="Arial"/>
              </a:rPr>
              <a:t>Air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condition activation</a:t>
            </a:r>
            <a:endParaRPr sz="10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38073" y="4570221"/>
            <a:ext cx="1205230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8415" marR="5080" indent="-6350">
              <a:lnSpc>
                <a:spcPct val="100000"/>
              </a:lnSpc>
              <a:spcBef>
                <a:spcPts val="105"/>
              </a:spcBef>
            </a:pPr>
            <a:r>
              <a:rPr dirty="0" sz="1050" spc="-10">
                <a:latin typeface="Arial"/>
                <a:cs typeface="Arial"/>
              </a:rPr>
              <a:t>Extension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1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battery </a:t>
            </a:r>
            <a:r>
              <a:rPr dirty="0" sz="1050">
                <a:latin typeface="Arial"/>
                <a:cs typeface="Arial"/>
              </a:rPr>
              <a:t>range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(e.g.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+80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km)</a:t>
            </a:r>
            <a:endParaRPr sz="10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65403" y="3244341"/>
            <a:ext cx="776605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98120" marR="5080" indent="-186055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latin typeface="Arial"/>
                <a:cs typeface="Arial"/>
              </a:rPr>
              <a:t>Seat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heating activation</a:t>
            </a:r>
            <a:endParaRPr sz="10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08405" y="4209669"/>
            <a:ext cx="833119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b="1">
                <a:latin typeface="Arial"/>
                <a:cs typeface="Arial"/>
              </a:rPr>
              <a:t>Parking</a:t>
            </a:r>
            <a:r>
              <a:rPr dirty="0" sz="1050" spc="-2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pilot</a:t>
            </a:r>
            <a:endParaRPr sz="10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55751" y="5013452"/>
            <a:ext cx="1187450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6096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latin typeface="Arial"/>
                <a:cs typeface="Arial"/>
              </a:rPr>
              <a:t>Increase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engine </a:t>
            </a:r>
            <a:r>
              <a:rPr dirty="0" sz="1050">
                <a:latin typeface="Arial"/>
                <a:cs typeface="Arial"/>
              </a:rPr>
              <a:t>power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(e.g.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+50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hp)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38" name="object 38" descr="deutschland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74520" y="1840992"/>
            <a:ext cx="454151" cy="286512"/>
          </a:xfrm>
          <a:prstGeom prst="rect">
            <a:avLst/>
          </a:prstGeom>
        </p:spPr>
      </p:pic>
      <p:grpSp>
        <p:nvGrpSpPr>
          <p:cNvPr id="39" name="object 39"/>
          <p:cNvGrpSpPr/>
          <p:nvPr/>
        </p:nvGrpSpPr>
        <p:grpSpPr>
          <a:xfrm>
            <a:off x="3902773" y="2311717"/>
            <a:ext cx="1108710" cy="3105150"/>
            <a:chOff x="3902773" y="2311717"/>
            <a:chExt cx="1108710" cy="3105150"/>
          </a:xfrm>
        </p:grpSpPr>
        <p:sp>
          <p:nvSpPr>
            <p:cNvPr id="40" name="object 40"/>
            <p:cNvSpPr/>
            <p:nvPr/>
          </p:nvSpPr>
          <p:spPr>
            <a:xfrm>
              <a:off x="3907536" y="2378963"/>
              <a:ext cx="1089660" cy="2811780"/>
            </a:xfrm>
            <a:custGeom>
              <a:avLst/>
              <a:gdLst/>
              <a:ahLst/>
              <a:cxnLst/>
              <a:rect l="l" t="t" r="r" b="b"/>
              <a:pathLst>
                <a:path w="1089660" h="2811779">
                  <a:moveTo>
                    <a:pt x="576072" y="1769364"/>
                  </a:moveTo>
                  <a:lnTo>
                    <a:pt x="0" y="1769364"/>
                  </a:lnTo>
                  <a:lnTo>
                    <a:pt x="0" y="1927860"/>
                  </a:lnTo>
                  <a:lnTo>
                    <a:pt x="576072" y="1927860"/>
                  </a:lnTo>
                  <a:lnTo>
                    <a:pt x="576072" y="1769364"/>
                  </a:lnTo>
                  <a:close/>
                </a:path>
                <a:path w="1089660" h="2811779">
                  <a:moveTo>
                    <a:pt x="736092" y="1327404"/>
                  </a:moveTo>
                  <a:lnTo>
                    <a:pt x="0" y="1327404"/>
                  </a:lnTo>
                  <a:lnTo>
                    <a:pt x="0" y="1484376"/>
                  </a:lnTo>
                  <a:lnTo>
                    <a:pt x="736092" y="1484376"/>
                  </a:lnTo>
                  <a:lnTo>
                    <a:pt x="736092" y="1327404"/>
                  </a:lnTo>
                  <a:close/>
                </a:path>
                <a:path w="1089660" h="2811779">
                  <a:moveTo>
                    <a:pt x="749808" y="885444"/>
                  </a:moveTo>
                  <a:lnTo>
                    <a:pt x="0" y="885444"/>
                  </a:lnTo>
                  <a:lnTo>
                    <a:pt x="0" y="1042416"/>
                  </a:lnTo>
                  <a:lnTo>
                    <a:pt x="749808" y="1042416"/>
                  </a:lnTo>
                  <a:lnTo>
                    <a:pt x="749808" y="885444"/>
                  </a:lnTo>
                  <a:close/>
                </a:path>
                <a:path w="1089660" h="2811779">
                  <a:moveTo>
                    <a:pt x="853440" y="2653284"/>
                  </a:moveTo>
                  <a:lnTo>
                    <a:pt x="0" y="2653284"/>
                  </a:lnTo>
                  <a:lnTo>
                    <a:pt x="0" y="2811780"/>
                  </a:lnTo>
                  <a:lnTo>
                    <a:pt x="853440" y="2811780"/>
                  </a:lnTo>
                  <a:lnTo>
                    <a:pt x="853440" y="2653284"/>
                  </a:lnTo>
                  <a:close/>
                </a:path>
                <a:path w="1089660" h="2811779">
                  <a:moveTo>
                    <a:pt x="880872" y="441960"/>
                  </a:moveTo>
                  <a:lnTo>
                    <a:pt x="0" y="441960"/>
                  </a:lnTo>
                  <a:lnTo>
                    <a:pt x="0" y="600456"/>
                  </a:lnTo>
                  <a:lnTo>
                    <a:pt x="880872" y="600456"/>
                  </a:lnTo>
                  <a:lnTo>
                    <a:pt x="880872" y="441960"/>
                  </a:lnTo>
                  <a:close/>
                </a:path>
                <a:path w="1089660" h="2811779">
                  <a:moveTo>
                    <a:pt x="918972" y="2211324"/>
                  </a:moveTo>
                  <a:lnTo>
                    <a:pt x="0" y="2211324"/>
                  </a:lnTo>
                  <a:lnTo>
                    <a:pt x="0" y="2369820"/>
                  </a:lnTo>
                  <a:lnTo>
                    <a:pt x="918972" y="2369820"/>
                  </a:lnTo>
                  <a:lnTo>
                    <a:pt x="918972" y="2211324"/>
                  </a:lnTo>
                  <a:close/>
                </a:path>
                <a:path w="1089660" h="2811779">
                  <a:moveTo>
                    <a:pt x="1089660" y="0"/>
                  </a:moveTo>
                  <a:lnTo>
                    <a:pt x="0" y="0"/>
                  </a:lnTo>
                  <a:lnTo>
                    <a:pt x="0" y="158496"/>
                  </a:lnTo>
                  <a:lnTo>
                    <a:pt x="1089660" y="158496"/>
                  </a:lnTo>
                  <a:lnTo>
                    <a:pt x="1089660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3907535" y="3706367"/>
              <a:ext cx="736600" cy="600710"/>
            </a:xfrm>
            <a:custGeom>
              <a:avLst/>
              <a:gdLst/>
              <a:ahLst/>
              <a:cxnLst/>
              <a:rect l="l" t="t" r="r" b="b"/>
              <a:pathLst>
                <a:path w="736600" h="600710">
                  <a:moveTo>
                    <a:pt x="736092" y="0"/>
                  </a:moveTo>
                  <a:lnTo>
                    <a:pt x="0" y="0"/>
                  </a:lnTo>
                  <a:lnTo>
                    <a:pt x="0" y="156972"/>
                  </a:lnTo>
                  <a:lnTo>
                    <a:pt x="736092" y="156972"/>
                  </a:lnTo>
                  <a:lnTo>
                    <a:pt x="736092" y="0"/>
                  </a:lnTo>
                  <a:close/>
                </a:path>
                <a:path w="736600" h="600710">
                  <a:moveTo>
                    <a:pt x="576072" y="441960"/>
                  </a:moveTo>
                  <a:lnTo>
                    <a:pt x="0" y="441960"/>
                  </a:lnTo>
                  <a:lnTo>
                    <a:pt x="0" y="600456"/>
                  </a:lnTo>
                  <a:lnTo>
                    <a:pt x="576072" y="600456"/>
                  </a:lnTo>
                  <a:lnTo>
                    <a:pt x="576072" y="44196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3907536" y="2537459"/>
              <a:ext cx="1099185" cy="2811780"/>
            </a:xfrm>
            <a:custGeom>
              <a:avLst/>
              <a:gdLst/>
              <a:ahLst/>
              <a:cxnLst/>
              <a:rect l="l" t="t" r="r" b="b"/>
              <a:pathLst>
                <a:path w="1099185" h="2811779">
                  <a:moveTo>
                    <a:pt x="323088" y="1769364"/>
                  </a:moveTo>
                  <a:lnTo>
                    <a:pt x="0" y="1769364"/>
                  </a:lnTo>
                  <a:lnTo>
                    <a:pt x="0" y="1926336"/>
                  </a:lnTo>
                  <a:lnTo>
                    <a:pt x="323088" y="1926336"/>
                  </a:lnTo>
                  <a:lnTo>
                    <a:pt x="323088" y="1769364"/>
                  </a:lnTo>
                  <a:close/>
                </a:path>
                <a:path w="1099185" h="2811779">
                  <a:moveTo>
                    <a:pt x="464820" y="1325880"/>
                  </a:moveTo>
                  <a:lnTo>
                    <a:pt x="0" y="1325880"/>
                  </a:lnTo>
                  <a:lnTo>
                    <a:pt x="0" y="1484376"/>
                  </a:lnTo>
                  <a:lnTo>
                    <a:pt x="464820" y="1484376"/>
                  </a:lnTo>
                  <a:lnTo>
                    <a:pt x="464820" y="1325880"/>
                  </a:lnTo>
                  <a:close/>
                </a:path>
                <a:path w="1099185" h="2811779">
                  <a:moveTo>
                    <a:pt x="606552" y="883920"/>
                  </a:moveTo>
                  <a:lnTo>
                    <a:pt x="0" y="883920"/>
                  </a:lnTo>
                  <a:lnTo>
                    <a:pt x="0" y="1042416"/>
                  </a:lnTo>
                  <a:lnTo>
                    <a:pt x="606552" y="1042416"/>
                  </a:lnTo>
                  <a:lnTo>
                    <a:pt x="606552" y="883920"/>
                  </a:lnTo>
                  <a:close/>
                </a:path>
                <a:path w="1099185" h="2811779">
                  <a:moveTo>
                    <a:pt x="829056" y="2211324"/>
                  </a:moveTo>
                  <a:lnTo>
                    <a:pt x="0" y="2211324"/>
                  </a:lnTo>
                  <a:lnTo>
                    <a:pt x="0" y="2368296"/>
                  </a:lnTo>
                  <a:lnTo>
                    <a:pt x="829056" y="2368296"/>
                  </a:lnTo>
                  <a:lnTo>
                    <a:pt x="829056" y="2211324"/>
                  </a:lnTo>
                  <a:close/>
                </a:path>
                <a:path w="1099185" h="2811779">
                  <a:moveTo>
                    <a:pt x="853440" y="441960"/>
                  </a:moveTo>
                  <a:lnTo>
                    <a:pt x="0" y="441960"/>
                  </a:lnTo>
                  <a:lnTo>
                    <a:pt x="0" y="600456"/>
                  </a:lnTo>
                  <a:lnTo>
                    <a:pt x="853440" y="600456"/>
                  </a:lnTo>
                  <a:lnTo>
                    <a:pt x="853440" y="441960"/>
                  </a:lnTo>
                  <a:close/>
                </a:path>
                <a:path w="1099185" h="2811779">
                  <a:moveTo>
                    <a:pt x="899160" y="2653284"/>
                  </a:moveTo>
                  <a:lnTo>
                    <a:pt x="0" y="2653284"/>
                  </a:lnTo>
                  <a:lnTo>
                    <a:pt x="0" y="2811780"/>
                  </a:lnTo>
                  <a:lnTo>
                    <a:pt x="899160" y="2811780"/>
                  </a:lnTo>
                  <a:lnTo>
                    <a:pt x="899160" y="2653284"/>
                  </a:lnTo>
                  <a:close/>
                </a:path>
                <a:path w="1099185" h="2811779">
                  <a:moveTo>
                    <a:pt x="1098804" y="0"/>
                  </a:moveTo>
                  <a:lnTo>
                    <a:pt x="0" y="0"/>
                  </a:lnTo>
                  <a:lnTo>
                    <a:pt x="0" y="158496"/>
                  </a:lnTo>
                  <a:lnTo>
                    <a:pt x="1098804" y="158496"/>
                  </a:lnTo>
                  <a:lnTo>
                    <a:pt x="1098804" y="0"/>
                  </a:lnTo>
                  <a:close/>
                </a:path>
              </a:pathLst>
            </a:custGeom>
            <a:solidFill>
              <a:srgbClr val="EA95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3907535" y="2537459"/>
              <a:ext cx="1099185" cy="2811780"/>
            </a:xfrm>
            <a:custGeom>
              <a:avLst/>
              <a:gdLst/>
              <a:ahLst/>
              <a:cxnLst/>
              <a:rect l="l" t="t" r="r" b="b"/>
              <a:pathLst>
                <a:path w="1099185" h="2811779">
                  <a:moveTo>
                    <a:pt x="1098803" y="0"/>
                  </a:moveTo>
                  <a:lnTo>
                    <a:pt x="0" y="0"/>
                  </a:lnTo>
                  <a:lnTo>
                    <a:pt x="0" y="158496"/>
                  </a:lnTo>
                  <a:lnTo>
                    <a:pt x="1098803" y="158496"/>
                  </a:lnTo>
                  <a:lnTo>
                    <a:pt x="1098803" y="0"/>
                  </a:lnTo>
                  <a:close/>
                </a:path>
                <a:path w="1099185" h="2811779">
                  <a:moveTo>
                    <a:pt x="853439" y="441959"/>
                  </a:moveTo>
                  <a:lnTo>
                    <a:pt x="0" y="441959"/>
                  </a:lnTo>
                  <a:lnTo>
                    <a:pt x="0" y="600456"/>
                  </a:lnTo>
                  <a:lnTo>
                    <a:pt x="853439" y="600456"/>
                  </a:lnTo>
                  <a:lnTo>
                    <a:pt x="853439" y="441959"/>
                  </a:lnTo>
                  <a:close/>
                </a:path>
                <a:path w="1099185" h="2811779">
                  <a:moveTo>
                    <a:pt x="606551" y="883919"/>
                  </a:moveTo>
                  <a:lnTo>
                    <a:pt x="0" y="883919"/>
                  </a:lnTo>
                  <a:lnTo>
                    <a:pt x="0" y="1042416"/>
                  </a:lnTo>
                  <a:lnTo>
                    <a:pt x="606551" y="1042416"/>
                  </a:lnTo>
                  <a:lnTo>
                    <a:pt x="606551" y="883919"/>
                  </a:lnTo>
                  <a:close/>
                </a:path>
                <a:path w="1099185" h="2811779">
                  <a:moveTo>
                    <a:pt x="464819" y="1325880"/>
                  </a:moveTo>
                  <a:lnTo>
                    <a:pt x="0" y="1325880"/>
                  </a:lnTo>
                  <a:lnTo>
                    <a:pt x="0" y="1484376"/>
                  </a:lnTo>
                  <a:lnTo>
                    <a:pt x="464819" y="1484376"/>
                  </a:lnTo>
                  <a:lnTo>
                    <a:pt x="464819" y="1325880"/>
                  </a:lnTo>
                  <a:close/>
                </a:path>
                <a:path w="1099185" h="2811779">
                  <a:moveTo>
                    <a:pt x="323087" y="1769364"/>
                  </a:moveTo>
                  <a:lnTo>
                    <a:pt x="0" y="1769364"/>
                  </a:lnTo>
                  <a:lnTo>
                    <a:pt x="0" y="1926336"/>
                  </a:lnTo>
                  <a:lnTo>
                    <a:pt x="323087" y="1926336"/>
                  </a:lnTo>
                  <a:lnTo>
                    <a:pt x="323087" y="1769364"/>
                  </a:lnTo>
                  <a:close/>
                </a:path>
                <a:path w="1099185" h="2811779">
                  <a:moveTo>
                    <a:pt x="829055" y="2211324"/>
                  </a:moveTo>
                  <a:lnTo>
                    <a:pt x="0" y="2211324"/>
                  </a:lnTo>
                  <a:lnTo>
                    <a:pt x="0" y="2368296"/>
                  </a:lnTo>
                  <a:lnTo>
                    <a:pt x="829055" y="2368296"/>
                  </a:lnTo>
                  <a:lnTo>
                    <a:pt x="829055" y="2211324"/>
                  </a:lnTo>
                  <a:close/>
                </a:path>
                <a:path w="1099185" h="2811779">
                  <a:moveTo>
                    <a:pt x="899159" y="2653284"/>
                  </a:moveTo>
                  <a:lnTo>
                    <a:pt x="0" y="2653284"/>
                  </a:lnTo>
                  <a:lnTo>
                    <a:pt x="0" y="2811780"/>
                  </a:lnTo>
                  <a:lnTo>
                    <a:pt x="899159" y="2811780"/>
                  </a:lnTo>
                  <a:lnTo>
                    <a:pt x="899159" y="2653284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3907535" y="2316479"/>
              <a:ext cx="0" cy="3095625"/>
            </a:xfrm>
            <a:custGeom>
              <a:avLst/>
              <a:gdLst/>
              <a:ahLst/>
              <a:cxnLst/>
              <a:rect l="l" t="t" r="r" b="b"/>
              <a:pathLst>
                <a:path w="0" h="3095625">
                  <a:moveTo>
                    <a:pt x="0" y="0"/>
                  </a:moveTo>
                  <a:lnTo>
                    <a:pt x="0" y="3095244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 txBox="1"/>
          <p:nvPr/>
        </p:nvSpPr>
        <p:spPr>
          <a:xfrm>
            <a:off x="4796409" y="5014721"/>
            <a:ext cx="29464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5" b="1">
                <a:latin typeface="Arial"/>
                <a:cs typeface="Arial"/>
              </a:rPr>
              <a:t>60%</a:t>
            </a:r>
            <a:endParaRPr sz="10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678807" y="3688841"/>
            <a:ext cx="29464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5" b="1">
                <a:latin typeface="Arial"/>
                <a:cs typeface="Arial"/>
              </a:rPr>
              <a:t>52%</a:t>
            </a:r>
            <a:endParaRPr sz="105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691634" y="3245866"/>
            <a:ext cx="29464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5" b="1">
                <a:latin typeface="Arial"/>
                <a:cs typeface="Arial"/>
              </a:rPr>
              <a:t>53%</a:t>
            </a:r>
            <a:endParaRPr sz="105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033009" y="2361438"/>
            <a:ext cx="29464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5" b="1">
                <a:latin typeface="Arial"/>
                <a:cs typeface="Arial"/>
              </a:rPr>
              <a:t>77%</a:t>
            </a:r>
            <a:endParaRPr sz="105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861305" y="4573270"/>
            <a:ext cx="29464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5" b="1">
                <a:latin typeface="Arial"/>
                <a:cs typeface="Arial"/>
              </a:rPr>
              <a:t>65%</a:t>
            </a:r>
            <a:endParaRPr sz="105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825110" y="2804541"/>
            <a:ext cx="29464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5" b="1">
                <a:latin typeface="Arial"/>
                <a:cs typeface="Arial"/>
              </a:rPr>
              <a:t>62%</a:t>
            </a:r>
            <a:endParaRPr sz="105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518405" y="4130420"/>
            <a:ext cx="29464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5" b="1">
                <a:latin typeface="Arial"/>
                <a:cs typeface="Arial"/>
              </a:rPr>
              <a:t>41%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5955601" y="2316479"/>
            <a:ext cx="1228725" cy="3095625"/>
            <a:chOff x="5955601" y="2316479"/>
            <a:chExt cx="1228725" cy="3095625"/>
          </a:xfrm>
        </p:grpSpPr>
        <p:sp>
          <p:nvSpPr>
            <p:cNvPr id="53" name="object 53"/>
            <p:cNvSpPr/>
            <p:nvPr/>
          </p:nvSpPr>
          <p:spPr>
            <a:xfrm>
              <a:off x="5960364" y="2378963"/>
              <a:ext cx="1224280" cy="2811780"/>
            </a:xfrm>
            <a:custGeom>
              <a:avLst/>
              <a:gdLst/>
              <a:ahLst/>
              <a:cxnLst/>
              <a:rect l="l" t="t" r="r" b="b"/>
              <a:pathLst>
                <a:path w="1224279" h="2811779">
                  <a:moveTo>
                    <a:pt x="1005840" y="885444"/>
                  </a:moveTo>
                  <a:lnTo>
                    <a:pt x="0" y="885444"/>
                  </a:lnTo>
                  <a:lnTo>
                    <a:pt x="0" y="1042416"/>
                  </a:lnTo>
                  <a:lnTo>
                    <a:pt x="1005840" y="1042416"/>
                  </a:lnTo>
                  <a:lnTo>
                    <a:pt x="1005840" y="885444"/>
                  </a:lnTo>
                  <a:close/>
                </a:path>
                <a:path w="1224279" h="2811779">
                  <a:moveTo>
                    <a:pt x="1100328" y="0"/>
                  </a:moveTo>
                  <a:lnTo>
                    <a:pt x="0" y="0"/>
                  </a:lnTo>
                  <a:lnTo>
                    <a:pt x="0" y="158496"/>
                  </a:lnTo>
                  <a:lnTo>
                    <a:pt x="1100328" y="158496"/>
                  </a:lnTo>
                  <a:lnTo>
                    <a:pt x="1100328" y="0"/>
                  </a:lnTo>
                  <a:close/>
                </a:path>
                <a:path w="1224279" h="2811779">
                  <a:moveTo>
                    <a:pt x="1110996" y="2653284"/>
                  </a:moveTo>
                  <a:lnTo>
                    <a:pt x="0" y="2653284"/>
                  </a:lnTo>
                  <a:lnTo>
                    <a:pt x="0" y="2811780"/>
                  </a:lnTo>
                  <a:lnTo>
                    <a:pt x="1110996" y="2811780"/>
                  </a:lnTo>
                  <a:lnTo>
                    <a:pt x="1110996" y="2653284"/>
                  </a:lnTo>
                  <a:close/>
                </a:path>
                <a:path w="1224279" h="2811779">
                  <a:moveTo>
                    <a:pt x="1118616" y="441960"/>
                  </a:moveTo>
                  <a:lnTo>
                    <a:pt x="0" y="441960"/>
                  </a:lnTo>
                  <a:lnTo>
                    <a:pt x="0" y="600456"/>
                  </a:lnTo>
                  <a:lnTo>
                    <a:pt x="1118616" y="600456"/>
                  </a:lnTo>
                  <a:lnTo>
                    <a:pt x="1118616" y="441960"/>
                  </a:lnTo>
                  <a:close/>
                </a:path>
                <a:path w="1224279" h="2811779">
                  <a:moveTo>
                    <a:pt x="1123188" y="1769364"/>
                  </a:moveTo>
                  <a:lnTo>
                    <a:pt x="0" y="1769364"/>
                  </a:lnTo>
                  <a:lnTo>
                    <a:pt x="0" y="1927860"/>
                  </a:lnTo>
                  <a:lnTo>
                    <a:pt x="1123188" y="1927860"/>
                  </a:lnTo>
                  <a:lnTo>
                    <a:pt x="1123188" y="1769364"/>
                  </a:lnTo>
                  <a:close/>
                </a:path>
                <a:path w="1224279" h="2811779">
                  <a:moveTo>
                    <a:pt x="1161288" y="1327404"/>
                  </a:moveTo>
                  <a:lnTo>
                    <a:pt x="0" y="1327404"/>
                  </a:lnTo>
                  <a:lnTo>
                    <a:pt x="0" y="1484376"/>
                  </a:lnTo>
                  <a:lnTo>
                    <a:pt x="1161288" y="1484376"/>
                  </a:lnTo>
                  <a:lnTo>
                    <a:pt x="1161288" y="1327404"/>
                  </a:lnTo>
                  <a:close/>
                </a:path>
                <a:path w="1224279" h="2811779">
                  <a:moveTo>
                    <a:pt x="1223772" y="2211324"/>
                  </a:moveTo>
                  <a:lnTo>
                    <a:pt x="0" y="2211324"/>
                  </a:lnTo>
                  <a:lnTo>
                    <a:pt x="0" y="2369820"/>
                  </a:lnTo>
                  <a:lnTo>
                    <a:pt x="1223772" y="2369820"/>
                  </a:lnTo>
                  <a:lnTo>
                    <a:pt x="1223772" y="2211324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5960364" y="3706367"/>
              <a:ext cx="1161415" cy="600710"/>
            </a:xfrm>
            <a:custGeom>
              <a:avLst/>
              <a:gdLst/>
              <a:ahLst/>
              <a:cxnLst/>
              <a:rect l="l" t="t" r="r" b="b"/>
              <a:pathLst>
                <a:path w="1161415" h="600710">
                  <a:moveTo>
                    <a:pt x="1161287" y="0"/>
                  </a:moveTo>
                  <a:lnTo>
                    <a:pt x="0" y="0"/>
                  </a:lnTo>
                  <a:lnTo>
                    <a:pt x="0" y="156972"/>
                  </a:lnTo>
                  <a:lnTo>
                    <a:pt x="1161287" y="156972"/>
                  </a:lnTo>
                  <a:lnTo>
                    <a:pt x="1161287" y="0"/>
                  </a:lnTo>
                  <a:close/>
                </a:path>
                <a:path w="1161415" h="600710">
                  <a:moveTo>
                    <a:pt x="1123187" y="441960"/>
                  </a:moveTo>
                  <a:lnTo>
                    <a:pt x="0" y="441960"/>
                  </a:lnTo>
                  <a:lnTo>
                    <a:pt x="0" y="600456"/>
                  </a:lnTo>
                  <a:lnTo>
                    <a:pt x="1123187" y="600456"/>
                  </a:lnTo>
                  <a:lnTo>
                    <a:pt x="1123187" y="44196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5960364" y="2537459"/>
              <a:ext cx="1164590" cy="2811780"/>
            </a:xfrm>
            <a:custGeom>
              <a:avLst/>
              <a:gdLst/>
              <a:ahLst/>
              <a:cxnLst/>
              <a:rect l="l" t="t" r="r" b="b"/>
              <a:pathLst>
                <a:path w="1164590" h="2811779">
                  <a:moveTo>
                    <a:pt x="723900" y="883920"/>
                  </a:moveTo>
                  <a:lnTo>
                    <a:pt x="0" y="883920"/>
                  </a:lnTo>
                  <a:lnTo>
                    <a:pt x="0" y="1042416"/>
                  </a:lnTo>
                  <a:lnTo>
                    <a:pt x="723900" y="1042416"/>
                  </a:lnTo>
                  <a:lnTo>
                    <a:pt x="723900" y="883920"/>
                  </a:lnTo>
                  <a:close/>
                </a:path>
                <a:path w="1164590" h="2811779">
                  <a:moveTo>
                    <a:pt x="897636" y="441960"/>
                  </a:moveTo>
                  <a:lnTo>
                    <a:pt x="0" y="441960"/>
                  </a:lnTo>
                  <a:lnTo>
                    <a:pt x="0" y="600456"/>
                  </a:lnTo>
                  <a:lnTo>
                    <a:pt x="897636" y="600456"/>
                  </a:lnTo>
                  <a:lnTo>
                    <a:pt x="897636" y="441960"/>
                  </a:lnTo>
                  <a:close/>
                </a:path>
                <a:path w="1164590" h="2811779">
                  <a:moveTo>
                    <a:pt x="1021080" y="2653284"/>
                  </a:moveTo>
                  <a:lnTo>
                    <a:pt x="0" y="2653284"/>
                  </a:lnTo>
                  <a:lnTo>
                    <a:pt x="0" y="2811780"/>
                  </a:lnTo>
                  <a:lnTo>
                    <a:pt x="1021080" y="2811780"/>
                  </a:lnTo>
                  <a:lnTo>
                    <a:pt x="1021080" y="2653284"/>
                  </a:lnTo>
                  <a:close/>
                </a:path>
                <a:path w="1164590" h="2811779">
                  <a:moveTo>
                    <a:pt x="1046988" y="1769364"/>
                  </a:moveTo>
                  <a:lnTo>
                    <a:pt x="0" y="1769364"/>
                  </a:lnTo>
                  <a:lnTo>
                    <a:pt x="0" y="1926336"/>
                  </a:lnTo>
                  <a:lnTo>
                    <a:pt x="1046988" y="1926336"/>
                  </a:lnTo>
                  <a:lnTo>
                    <a:pt x="1046988" y="1769364"/>
                  </a:lnTo>
                  <a:close/>
                </a:path>
                <a:path w="1164590" h="2811779">
                  <a:moveTo>
                    <a:pt x="1078992" y="1325880"/>
                  </a:moveTo>
                  <a:lnTo>
                    <a:pt x="0" y="1325880"/>
                  </a:lnTo>
                  <a:lnTo>
                    <a:pt x="0" y="1484376"/>
                  </a:lnTo>
                  <a:lnTo>
                    <a:pt x="1078992" y="1484376"/>
                  </a:lnTo>
                  <a:lnTo>
                    <a:pt x="1078992" y="1325880"/>
                  </a:lnTo>
                  <a:close/>
                </a:path>
                <a:path w="1164590" h="2811779">
                  <a:moveTo>
                    <a:pt x="1104900" y="0"/>
                  </a:moveTo>
                  <a:lnTo>
                    <a:pt x="0" y="0"/>
                  </a:lnTo>
                  <a:lnTo>
                    <a:pt x="0" y="158496"/>
                  </a:lnTo>
                  <a:lnTo>
                    <a:pt x="1104900" y="158496"/>
                  </a:lnTo>
                  <a:lnTo>
                    <a:pt x="1104900" y="0"/>
                  </a:lnTo>
                  <a:close/>
                </a:path>
                <a:path w="1164590" h="2811779">
                  <a:moveTo>
                    <a:pt x="1164336" y="2211324"/>
                  </a:moveTo>
                  <a:lnTo>
                    <a:pt x="0" y="2211324"/>
                  </a:lnTo>
                  <a:lnTo>
                    <a:pt x="0" y="2368296"/>
                  </a:lnTo>
                  <a:lnTo>
                    <a:pt x="1164336" y="2368296"/>
                  </a:lnTo>
                  <a:lnTo>
                    <a:pt x="1164336" y="2211324"/>
                  </a:lnTo>
                  <a:close/>
                </a:path>
              </a:pathLst>
            </a:custGeom>
            <a:solidFill>
              <a:srgbClr val="EA95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5960364" y="2537459"/>
              <a:ext cx="1164590" cy="2811780"/>
            </a:xfrm>
            <a:custGeom>
              <a:avLst/>
              <a:gdLst/>
              <a:ahLst/>
              <a:cxnLst/>
              <a:rect l="l" t="t" r="r" b="b"/>
              <a:pathLst>
                <a:path w="1164590" h="2811779">
                  <a:moveTo>
                    <a:pt x="1104900" y="0"/>
                  </a:moveTo>
                  <a:lnTo>
                    <a:pt x="0" y="0"/>
                  </a:lnTo>
                  <a:lnTo>
                    <a:pt x="0" y="158496"/>
                  </a:lnTo>
                  <a:lnTo>
                    <a:pt x="1104900" y="158496"/>
                  </a:lnTo>
                  <a:lnTo>
                    <a:pt x="1104900" y="0"/>
                  </a:lnTo>
                  <a:close/>
                </a:path>
                <a:path w="1164590" h="2811779">
                  <a:moveTo>
                    <a:pt x="897636" y="441959"/>
                  </a:moveTo>
                  <a:lnTo>
                    <a:pt x="0" y="441959"/>
                  </a:lnTo>
                  <a:lnTo>
                    <a:pt x="0" y="600456"/>
                  </a:lnTo>
                  <a:lnTo>
                    <a:pt x="897636" y="600456"/>
                  </a:lnTo>
                  <a:lnTo>
                    <a:pt x="897636" y="441959"/>
                  </a:lnTo>
                  <a:close/>
                </a:path>
                <a:path w="1164590" h="2811779">
                  <a:moveTo>
                    <a:pt x="723900" y="883919"/>
                  </a:moveTo>
                  <a:lnTo>
                    <a:pt x="0" y="883919"/>
                  </a:lnTo>
                  <a:lnTo>
                    <a:pt x="0" y="1042416"/>
                  </a:lnTo>
                  <a:lnTo>
                    <a:pt x="723900" y="1042416"/>
                  </a:lnTo>
                  <a:lnTo>
                    <a:pt x="723900" y="883919"/>
                  </a:lnTo>
                  <a:close/>
                </a:path>
                <a:path w="1164590" h="2811779">
                  <a:moveTo>
                    <a:pt x="1078992" y="1325880"/>
                  </a:moveTo>
                  <a:lnTo>
                    <a:pt x="0" y="1325880"/>
                  </a:lnTo>
                  <a:lnTo>
                    <a:pt x="0" y="1484376"/>
                  </a:lnTo>
                  <a:lnTo>
                    <a:pt x="1078992" y="1484376"/>
                  </a:lnTo>
                  <a:lnTo>
                    <a:pt x="1078992" y="1325880"/>
                  </a:lnTo>
                  <a:close/>
                </a:path>
                <a:path w="1164590" h="2811779">
                  <a:moveTo>
                    <a:pt x="1046988" y="1769364"/>
                  </a:moveTo>
                  <a:lnTo>
                    <a:pt x="0" y="1769364"/>
                  </a:lnTo>
                  <a:lnTo>
                    <a:pt x="0" y="1926336"/>
                  </a:lnTo>
                  <a:lnTo>
                    <a:pt x="1046988" y="1926336"/>
                  </a:lnTo>
                  <a:lnTo>
                    <a:pt x="1046988" y="1769364"/>
                  </a:lnTo>
                  <a:close/>
                </a:path>
                <a:path w="1164590" h="2811779">
                  <a:moveTo>
                    <a:pt x="1164336" y="2211324"/>
                  </a:moveTo>
                  <a:lnTo>
                    <a:pt x="0" y="2211324"/>
                  </a:lnTo>
                  <a:lnTo>
                    <a:pt x="0" y="2368296"/>
                  </a:lnTo>
                  <a:lnTo>
                    <a:pt x="1164336" y="2368296"/>
                  </a:lnTo>
                  <a:lnTo>
                    <a:pt x="1164336" y="2211324"/>
                  </a:lnTo>
                  <a:close/>
                </a:path>
                <a:path w="1164590" h="2811779">
                  <a:moveTo>
                    <a:pt x="1021080" y="2653284"/>
                  </a:moveTo>
                  <a:lnTo>
                    <a:pt x="0" y="2653284"/>
                  </a:lnTo>
                  <a:lnTo>
                    <a:pt x="0" y="2811780"/>
                  </a:lnTo>
                  <a:lnTo>
                    <a:pt x="1021080" y="2811780"/>
                  </a:lnTo>
                  <a:lnTo>
                    <a:pt x="1021080" y="2653284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5960364" y="2316479"/>
              <a:ext cx="0" cy="3095625"/>
            </a:xfrm>
            <a:custGeom>
              <a:avLst/>
              <a:gdLst/>
              <a:ahLst/>
              <a:cxnLst/>
              <a:rect l="l" t="t" r="r" b="b"/>
              <a:pathLst>
                <a:path w="0" h="3095625">
                  <a:moveTo>
                    <a:pt x="0" y="0"/>
                  </a:moveTo>
                  <a:lnTo>
                    <a:pt x="0" y="3095244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/>
          <p:cNvSpPr txBox="1"/>
          <p:nvPr/>
        </p:nvSpPr>
        <p:spPr>
          <a:xfrm>
            <a:off x="7119366" y="4130420"/>
            <a:ext cx="29464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5" b="1">
                <a:latin typeface="Arial"/>
                <a:cs typeface="Arial"/>
              </a:rPr>
              <a:t>87%</a:t>
            </a:r>
            <a:endParaRPr sz="105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219315" y="4573270"/>
            <a:ext cx="29464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5" b="1">
                <a:latin typeface="Arial"/>
                <a:cs typeface="Arial"/>
              </a:rPr>
              <a:t>95%</a:t>
            </a:r>
            <a:endParaRPr sz="105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7001636" y="3245866"/>
            <a:ext cx="29464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5" b="1">
                <a:latin typeface="Arial"/>
                <a:cs typeface="Arial"/>
              </a:rPr>
              <a:t>78%</a:t>
            </a:r>
            <a:endParaRPr sz="105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097014" y="2361438"/>
            <a:ext cx="29464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5" b="1">
                <a:latin typeface="Arial"/>
                <a:cs typeface="Arial"/>
              </a:rPr>
              <a:t>85%</a:t>
            </a:r>
            <a:endParaRPr sz="105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114413" y="2804541"/>
            <a:ext cx="29464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5" b="1">
                <a:latin typeface="Arial"/>
                <a:cs typeface="Arial"/>
              </a:rPr>
              <a:t>87%</a:t>
            </a:r>
            <a:endParaRPr sz="105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108063" y="5014721"/>
            <a:ext cx="29464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5" b="1">
                <a:latin typeface="Arial"/>
                <a:cs typeface="Arial"/>
              </a:rPr>
              <a:t>86%</a:t>
            </a:r>
            <a:endParaRPr sz="105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157466" y="3688841"/>
            <a:ext cx="29464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5" b="1">
                <a:latin typeface="Arial"/>
                <a:cs typeface="Arial"/>
              </a:rPr>
              <a:t>90%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65" name="object 65" descr="China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90132" y="1837944"/>
            <a:ext cx="431291" cy="272796"/>
          </a:xfrm>
          <a:prstGeom prst="rect">
            <a:avLst/>
          </a:prstGeom>
        </p:spPr>
      </p:pic>
      <p:pic>
        <p:nvPicPr>
          <p:cNvPr id="66" name="object 66" descr="USA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01084" y="1840992"/>
            <a:ext cx="449579" cy="283463"/>
          </a:xfrm>
          <a:prstGeom prst="rect">
            <a:avLst/>
          </a:prstGeom>
        </p:spPr>
      </p:pic>
      <p:sp>
        <p:nvSpPr>
          <p:cNvPr id="67" name="object 67"/>
          <p:cNvSpPr/>
          <p:nvPr/>
        </p:nvSpPr>
        <p:spPr>
          <a:xfrm>
            <a:off x="2479548" y="5836920"/>
            <a:ext cx="180340" cy="134620"/>
          </a:xfrm>
          <a:custGeom>
            <a:avLst/>
            <a:gdLst/>
            <a:ahLst/>
            <a:cxnLst/>
            <a:rect l="l" t="t" r="r" b="b"/>
            <a:pathLst>
              <a:path w="180339" h="134620">
                <a:moveTo>
                  <a:pt x="179831" y="0"/>
                </a:moveTo>
                <a:lnTo>
                  <a:pt x="0" y="0"/>
                </a:lnTo>
                <a:lnTo>
                  <a:pt x="0" y="134111"/>
                </a:lnTo>
                <a:lnTo>
                  <a:pt x="179831" y="134111"/>
                </a:lnTo>
                <a:lnTo>
                  <a:pt x="179831" y="0"/>
                </a:lnTo>
                <a:close/>
              </a:path>
            </a:pathLst>
          </a:custGeom>
          <a:solidFill>
            <a:srgbClr val="EA95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1868423" y="5836920"/>
            <a:ext cx="180340" cy="134620"/>
          </a:xfrm>
          <a:custGeom>
            <a:avLst/>
            <a:gdLst/>
            <a:ahLst/>
            <a:cxnLst/>
            <a:rect l="l" t="t" r="r" b="b"/>
            <a:pathLst>
              <a:path w="180339" h="134620">
                <a:moveTo>
                  <a:pt x="179831" y="0"/>
                </a:moveTo>
                <a:lnTo>
                  <a:pt x="0" y="0"/>
                </a:lnTo>
                <a:lnTo>
                  <a:pt x="0" y="134111"/>
                </a:lnTo>
                <a:lnTo>
                  <a:pt x="179831" y="134111"/>
                </a:lnTo>
                <a:lnTo>
                  <a:pt x="179831" y="0"/>
                </a:lnTo>
                <a:close/>
              </a:path>
            </a:pathLst>
          </a:custGeom>
          <a:solidFill>
            <a:srgbClr val="A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 txBox="1"/>
          <p:nvPr/>
        </p:nvSpPr>
        <p:spPr>
          <a:xfrm>
            <a:off x="2086101" y="5817514"/>
            <a:ext cx="3060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0">
                <a:latin typeface="Arial"/>
                <a:cs typeface="Arial"/>
              </a:rPr>
              <a:t>2023</a:t>
            </a:r>
            <a:endParaRPr sz="100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2697607" y="5817514"/>
            <a:ext cx="3060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0">
                <a:latin typeface="Arial"/>
                <a:cs typeface="Arial"/>
              </a:rPr>
              <a:t>2021</a:t>
            </a:r>
            <a:endParaRPr sz="100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1612626" y="6500876"/>
            <a:ext cx="132080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 spc="-25">
                <a:latin typeface="Arial"/>
                <a:cs typeface="Arial"/>
              </a:rPr>
              <a:t>10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10979447" y="1907644"/>
            <a:ext cx="1004569" cy="1422400"/>
            <a:chOff x="10979447" y="1907644"/>
            <a:chExt cx="1004569" cy="1422400"/>
          </a:xfrm>
        </p:grpSpPr>
        <p:sp>
          <p:nvSpPr>
            <p:cNvPr id="73" name="object 73"/>
            <p:cNvSpPr/>
            <p:nvPr/>
          </p:nvSpPr>
          <p:spPr>
            <a:xfrm>
              <a:off x="11166966" y="2975588"/>
              <a:ext cx="504190" cy="22225"/>
            </a:xfrm>
            <a:custGeom>
              <a:avLst/>
              <a:gdLst/>
              <a:ahLst/>
              <a:cxnLst/>
              <a:rect l="l" t="t" r="r" b="b"/>
              <a:pathLst>
                <a:path w="504190" h="22225">
                  <a:moveTo>
                    <a:pt x="504105" y="0"/>
                  </a:moveTo>
                  <a:lnTo>
                    <a:pt x="0" y="0"/>
                  </a:lnTo>
                  <a:lnTo>
                    <a:pt x="0" y="22043"/>
                  </a:lnTo>
                  <a:lnTo>
                    <a:pt x="504105" y="22043"/>
                  </a:lnTo>
                  <a:lnTo>
                    <a:pt x="5041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11529492" y="2930281"/>
              <a:ext cx="454025" cy="339725"/>
            </a:xfrm>
            <a:custGeom>
              <a:avLst/>
              <a:gdLst/>
              <a:ahLst/>
              <a:cxnLst/>
              <a:rect l="l" t="t" r="r" b="b"/>
              <a:pathLst>
                <a:path w="454025" h="339725">
                  <a:moveTo>
                    <a:pt x="363172" y="0"/>
                  </a:moveTo>
                  <a:lnTo>
                    <a:pt x="90740" y="0"/>
                  </a:lnTo>
                  <a:lnTo>
                    <a:pt x="55412" y="7126"/>
                  </a:lnTo>
                  <a:lnTo>
                    <a:pt x="26570" y="26559"/>
                  </a:lnTo>
                  <a:lnTo>
                    <a:pt x="7128" y="55377"/>
                  </a:lnTo>
                  <a:lnTo>
                    <a:pt x="0" y="90659"/>
                  </a:lnTo>
                  <a:lnTo>
                    <a:pt x="0" y="248579"/>
                  </a:lnTo>
                  <a:lnTo>
                    <a:pt x="7128" y="283860"/>
                  </a:lnTo>
                  <a:lnTo>
                    <a:pt x="26570" y="312661"/>
                  </a:lnTo>
                  <a:lnTo>
                    <a:pt x="55412" y="332075"/>
                  </a:lnTo>
                  <a:lnTo>
                    <a:pt x="90740" y="339193"/>
                  </a:lnTo>
                  <a:lnTo>
                    <a:pt x="363172" y="339193"/>
                  </a:lnTo>
                  <a:lnTo>
                    <a:pt x="398500" y="332075"/>
                  </a:lnTo>
                  <a:lnTo>
                    <a:pt x="427342" y="312661"/>
                  </a:lnTo>
                  <a:lnTo>
                    <a:pt x="446785" y="283860"/>
                  </a:lnTo>
                  <a:lnTo>
                    <a:pt x="453913" y="248579"/>
                  </a:lnTo>
                  <a:lnTo>
                    <a:pt x="453913" y="90614"/>
                  </a:lnTo>
                  <a:lnTo>
                    <a:pt x="446785" y="55333"/>
                  </a:lnTo>
                  <a:lnTo>
                    <a:pt x="427342" y="26531"/>
                  </a:lnTo>
                  <a:lnTo>
                    <a:pt x="398500" y="7117"/>
                  </a:lnTo>
                  <a:lnTo>
                    <a:pt x="363172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11530275" y="2930281"/>
              <a:ext cx="399415" cy="339725"/>
            </a:xfrm>
            <a:custGeom>
              <a:avLst/>
              <a:gdLst/>
              <a:ahLst/>
              <a:cxnLst/>
              <a:rect l="l" t="t" r="r" b="b"/>
              <a:pathLst>
                <a:path w="399415" h="339725">
                  <a:moveTo>
                    <a:pt x="285687" y="0"/>
                  </a:moveTo>
                  <a:lnTo>
                    <a:pt x="90379" y="0"/>
                  </a:lnTo>
                  <a:lnTo>
                    <a:pt x="55190" y="7126"/>
                  </a:lnTo>
                  <a:lnTo>
                    <a:pt x="26463" y="26559"/>
                  </a:lnTo>
                  <a:lnTo>
                    <a:pt x="7099" y="55377"/>
                  </a:lnTo>
                  <a:lnTo>
                    <a:pt x="0" y="90659"/>
                  </a:lnTo>
                  <a:lnTo>
                    <a:pt x="0" y="248639"/>
                  </a:lnTo>
                  <a:lnTo>
                    <a:pt x="7099" y="283895"/>
                  </a:lnTo>
                  <a:lnTo>
                    <a:pt x="26463" y="312699"/>
                  </a:lnTo>
                  <a:lnTo>
                    <a:pt x="55190" y="332127"/>
                  </a:lnTo>
                  <a:lnTo>
                    <a:pt x="90379" y="339253"/>
                  </a:lnTo>
                  <a:lnTo>
                    <a:pt x="361743" y="339253"/>
                  </a:lnTo>
                  <a:lnTo>
                    <a:pt x="371584" y="338697"/>
                  </a:lnTo>
                  <a:lnTo>
                    <a:pt x="381101" y="337084"/>
                  </a:lnTo>
                  <a:lnTo>
                    <a:pt x="390249" y="334499"/>
                  </a:lnTo>
                  <a:lnTo>
                    <a:pt x="398981" y="331027"/>
                  </a:lnTo>
                  <a:lnTo>
                    <a:pt x="388004" y="306143"/>
                  </a:lnTo>
                  <a:lnTo>
                    <a:pt x="381000" y="279642"/>
                  </a:lnTo>
                  <a:lnTo>
                    <a:pt x="377186" y="252013"/>
                  </a:lnTo>
                  <a:lnTo>
                    <a:pt x="375781" y="223748"/>
                  </a:lnTo>
                  <a:lnTo>
                    <a:pt x="375848" y="200652"/>
                  </a:lnTo>
                  <a:lnTo>
                    <a:pt x="376712" y="177482"/>
                  </a:lnTo>
                  <a:lnTo>
                    <a:pt x="378250" y="154354"/>
                  </a:lnTo>
                  <a:lnTo>
                    <a:pt x="380340" y="131386"/>
                  </a:lnTo>
                  <a:lnTo>
                    <a:pt x="386162" y="91458"/>
                  </a:lnTo>
                  <a:lnTo>
                    <a:pt x="386133" y="71215"/>
                  </a:lnTo>
                  <a:lnTo>
                    <a:pt x="380114" y="52931"/>
                  </a:lnTo>
                  <a:lnTo>
                    <a:pt x="378985" y="51077"/>
                  </a:lnTo>
                  <a:lnTo>
                    <a:pt x="377466" y="47296"/>
                  </a:lnTo>
                  <a:lnTo>
                    <a:pt x="357349" y="30773"/>
                  </a:lnTo>
                  <a:lnTo>
                    <a:pt x="334838" y="17331"/>
                  </a:lnTo>
                  <a:lnTo>
                    <a:pt x="310695" y="7046"/>
                  </a:lnTo>
                  <a:lnTo>
                    <a:pt x="285687" y="0"/>
                  </a:lnTo>
                  <a:close/>
                </a:path>
              </a:pathLst>
            </a:custGeom>
            <a:solidFill>
              <a:srgbClr val="000000">
                <a:alpha val="1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11445071" y="3085772"/>
              <a:ext cx="412115" cy="244475"/>
            </a:xfrm>
            <a:custGeom>
              <a:avLst/>
              <a:gdLst/>
              <a:ahLst/>
              <a:cxnLst/>
              <a:rect l="l" t="t" r="r" b="b"/>
              <a:pathLst>
                <a:path w="412115" h="244475">
                  <a:moveTo>
                    <a:pt x="378158" y="0"/>
                  </a:moveTo>
                  <a:lnTo>
                    <a:pt x="0" y="0"/>
                  </a:lnTo>
                  <a:lnTo>
                    <a:pt x="165954" y="232532"/>
                  </a:lnTo>
                  <a:lnTo>
                    <a:pt x="167418" y="244167"/>
                  </a:lnTo>
                  <a:lnTo>
                    <a:pt x="411182" y="244167"/>
                  </a:lnTo>
                  <a:lnTo>
                    <a:pt x="411830" y="206481"/>
                  </a:lnTo>
                  <a:lnTo>
                    <a:pt x="407887" y="153146"/>
                  </a:lnTo>
                  <a:lnTo>
                    <a:pt x="398509" y="91798"/>
                  </a:lnTo>
                  <a:lnTo>
                    <a:pt x="387374" y="36171"/>
                  </a:lnTo>
                  <a:lnTo>
                    <a:pt x="378158" y="0"/>
                  </a:lnTo>
                  <a:close/>
                </a:path>
              </a:pathLst>
            </a:custGeom>
            <a:solidFill>
              <a:srgbClr val="FFC57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11445131" y="3087588"/>
              <a:ext cx="412115" cy="242570"/>
            </a:xfrm>
            <a:custGeom>
              <a:avLst/>
              <a:gdLst/>
              <a:ahLst/>
              <a:cxnLst/>
              <a:rect l="l" t="t" r="r" b="b"/>
              <a:pathLst>
                <a:path w="412115" h="242570">
                  <a:moveTo>
                    <a:pt x="378098" y="0"/>
                  </a:moveTo>
                  <a:lnTo>
                    <a:pt x="0" y="0"/>
                  </a:lnTo>
                  <a:lnTo>
                    <a:pt x="165954" y="232261"/>
                  </a:lnTo>
                  <a:lnTo>
                    <a:pt x="167224" y="242351"/>
                  </a:lnTo>
                  <a:lnTo>
                    <a:pt x="411164" y="242351"/>
                  </a:lnTo>
                  <a:lnTo>
                    <a:pt x="411770" y="206179"/>
                  </a:lnTo>
                  <a:lnTo>
                    <a:pt x="407827" y="152905"/>
                  </a:lnTo>
                  <a:lnTo>
                    <a:pt x="398449" y="91637"/>
                  </a:lnTo>
                  <a:lnTo>
                    <a:pt x="387313" y="36095"/>
                  </a:lnTo>
                  <a:lnTo>
                    <a:pt x="378098" y="0"/>
                  </a:lnTo>
                  <a:close/>
                </a:path>
              </a:pathLst>
            </a:custGeom>
            <a:solidFill>
              <a:srgbClr val="000000">
                <a:alpha val="1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8" name="object 7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16876" y="3087583"/>
              <a:ext cx="230710" cy="242356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11417242" y="3087568"/>
              <a:ext cx="442595" cy="242570"/>
            </a:xfrm>
            <a:custGeom>
              <a:avLst/>
              <a:gdLst/>
              <a:ahLst/>
              <a:cxnLst/>
              <a:rect l="l" t="t" r="r" b="b"/>
              <a:pathLst>
                <a:path w="442595" h="242570">
                  <a:moveTo>
                    <a:pt x="406227" y="0"/>
                  </a:moveTo>
                  <a:lnTo>
                    <a:pt x="26790" y="0"/>
                  </a:lnTo>
                  <a:lnTo>
                    <a:pt x="16781" y="79109"/>
                  </a:lnTo>
                  <a:lnTo>
                    <a:pt x="9367" y="142326"/>
                  </a:lnTo>
                  <a:lnTo>
                    <a:pt x="2841" y="204908"/>
                  </a:lnTo>
                  <a:lnTo>
                    <a:pt x="0" y="242371"/>
                  </a:lnTo>
                  <a:lnTo>
                    <a:pt x="442139" y="242371"/>
                  </a:lnTo>
                  <a:lnTo>
                    <a:pt x="441326" y="232344"/>
                  </a:lnTo>
                  <a:lnTo>
                    <a:pt x="440020" y="205863"/>
                  </a:lnTo>
                  <a:lnTo>
                    <a:pt x="436062" y="152665"/>
                  </a:lnTo>
                  <a:lnTo>
                    <a:pt x="426650" y="91507"/>
                  </a:lnTo>
                  <a:lnTo>
                    <a:pt x="415475" y="36060"/>
                  </a:lnTo>
                  <a:lnTo>
                    <a:pt x="406227" y="0"/>
                  </a:lnTo>
                  <a:close/>
                </a:path>
              </a:pathLst>
            </a:custGeom>
            <a:solidFill>
              <a:srgbClr val="7C7C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11430372" y="3085790"/>
              <a:ext cx="429259" cy="244475"/>
            </a:xfrm>
            <a:custGeom>
              <a:avLst/>
              <a:gdLst/>
              <a:ahLst/>
              <a:cxnLst/>
              <a:rect l="l" t="t" r="r" b="b"/>
              <a:pathLst>
                <a:path w="429259" h="244475">
                  <a:moveTo>
                    <a:pt x="393203" y="0"/>
                  </a:moveTo>
                  <a:lnTo>
                    <a:pt x="14383" y="0"/>
                  </a:lnTo>
                  <a:lnTo>
                    <a:pt x="0" y="116951"/>
                  </a:lnTo>
                  <a:lnTo>
                    <a:pt x="46110" y="116356"/>
                  </a:lnTo>
                  <a:lnTo>
                    <a:pt x="95062" y="116100"/>
                  </a:lnTo>
                  <a:lnTo>
                    <a:pt x="145283" y="117785"/>
                  </a:lnTo>
                  <a:lnTo>
                    <a:pt x="195202" y="123012"/>
                  </a:lnTo>
                  <a:lnTo>
                    <a:pt x="243248" y="133382"/>
                  </a:lnTo>
                  <a:lnTo>
                    <a:pt x="287850" y="150497"/>
                  </a:lnTo>
                  <a:lnTo>
                    <a:pt x="327436" y="175956"/>
                  </a:lnTo>
                  <a:lnTo>
                    <a:pt x="360434" y="211363"/>
                  </a:lnTo>
                  <a:lnTo>
                    <a:pt x="378318" y="244149"/>
                  </a:lnTo>
                  <a:lnTo>
                    <a:pt x="429092" y="244149"/>
                  </a:lnTo>
                  <a:lnTo>
                    <a:pt x="428345" y="234946"/>
                  </a:lnTo>
                  <a:lnTo>
                    <a:pt x="426936" y="206903"/>
                  </a:lnTo>
                  <a:lnTo>
                    <a:pt x="422986" y="153448"/>
                  </a:lnTo>
                  <a:lnTo>
                    <a:pt x="413590" y="91992"/>
                  </a:lnTo>
                  <a:lnTo>
                    <a:pt x="402435" y="36278"/>
                  </a:lnTo>
                  <a:lnTo>
                    <a:pt x="393203" y="0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11285267" y="2509000"/>
              <a:ext cx="210820" cy="821055"/>
            </a:xfrm>
            <a:custGeom>
              <a:avLst/>
              <a:gdLst/>
              <a:ahLst/>
              <a:cxnLst/>
              <a:rect l="l" t="t" r="r" b="b"/>
              <a:pathLst>
                <a:path w="210820" h="821054">
                  <a:moveTo>
                    <a:pt x="210688" y="0"/>
                  </a:moveTo>
                  <a:lnTo>
                    <a:pt x="75518" y="7834"/>
                  </a:lnTo>
                  <a:lnTo>
                    <a:pt x="75518" y="446683"/>
                  </a:lnTo>
                  <a:lnTo>
                    <a:pt x="13455" y="763757"/>
                  </a:lnTo>
                  <a:lnTo>
                    <a:pt x="457" y="811740"/>
                  </a:lnTo>
                  <a:lnTo>
                    <a:pt x="0" y="820939"/>
                  </a:lnTo>
                  <a:lnTo>
                    <a:pt x="85534" y="820939"/>
                  </a:lnTo>
                  <a:lnTo>
                    <a:pt x="88292" y="806910"/>
                  </a:lnTo>
                  <a:lnTo>
                    <a:pt x="88911" y="793838"/>
                  </a:lnTo>
                  <a:lnTo>
                    <a:pt x="86652" y="777237"/>
                  </a:lnTo>
                  <a:lnTo>
                    <a:pt x="83028" y="760582"/>
                  </a:lnTo>
                  <a:lnTo>
                    <a:pt x="79550" y="747349"/>
                  </a:lnTo>
                  <a:lnTo>
                    <a:pt x="100028" y="699995"/>
                  </a:lnTo>
                  <a:lnTo>
                    <a:pt x="122261" y="646629"/>
                  </a:lnTo>
                  <a:lnTo>
                    <a:pt x="142017" y="595811"/>
                  </a:lnTo>
                  <a:lnTo>
                    <a:pt x="155065" y="556101"/>
                  </a:lnTo>
                  <a:lnTo>
                    <a:pt x="167729" y="489590"/>
                  </a:lnTo>
                  <a:lnTo>
                    <a:pt x="175226" y="442630"/>
                  </a:lnTo>
                  <a:lnTo>
                    <a:pt x="210688" y="0"/>
                  </a:lnTo>
                  <a:close/>
                </a:path>
              </a:pathLst>
            </a:custGeom>
            <a:solidFill>
              <a:srgbClr val="FFC57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11319586" y="2509001"/>
              <a:ext cx="176530" cy="821055"/>
            </a:xfrm>
            <a:custGeom>
              <a:avLst/>
              <a:gdLst/>
              <a:ahLst/>
              <a:cxnLst/>
              <a:rect l="l" t="t" r="r" b="b"/>
              <a:pathLst>
                <a:path w="176529" h="821054">
                  <a:moveTo>
                    <a:pt x="176339" y="0"/>
                  </a:moveTo>
                  <a:lnTo>
                    <a:pt x="40356" y="7819"/>
                  </a:lnTo>
                  <a:lnTo>
                    <a:pt x="40356" y="152932"/>
                  </a:lnTo>
                  <a:lnTo>
                    <a:pt x="53106" y="164132"/>
                  </a:lnTo>
                  <a:lnTo>
                    <a:pt x="63073" y="178452"/>
                  </a:lnTo>
                  <a:lnTo>
                    <a:pt x="69573" y="195885"/>
                  </a:lnTo>
                  <a:lnTo>
                    <a:pt x="76796" y="262685"/>
                  </a:lnTo>
                  <a:lnTo>
                    <a:pt x="98488" y="353583"/>
                  </a:lnTo>
                  <a:lnTo>
                    <a:pt x="104089" y="400004"/>
                  </a:lnTo>
                  <a:lnTo>
                    <a:pt x="100607" y="452817"/>
                  </a:lnTo>
                  <a:lnTo>
                    <a:pt x="89781" y="505746"/>
                  </a:lnTo>
                  <a:lnTo>
                    <a:pt x="74599" y="557827"/>
                  </a:lnTo>
                  <a:lnTo>
                    <a:pt x="58050" y="608098"/>
                  </a:lnTo>
                  <a:lnTo>
                    <a:pt x="26086" y="698522"/>
                  </a:lnTo>
                  <a:lnTo>
                    <a:pt x="11370" y="746698"/>
                  </a:lnTo>
                  <a:lnTo>
                    <a:pt x="1328" y="795373"/>
                  </a:lnTo>
                  <a:lnTo>
                    <a:pt x="0" y="820938"/>
                  </a:lnTo>
                  <a:lnTo>
                    <a:pt x="50257" y="820938"/>
                  </a:lnTo>
                  <a:lnTo>
                    <a:pt x="53205" y="805946"/>
                  </a:lnTo>
                  <a:lnTo>
                    <a:pt x="53832" y="792884"/>
                  </a:lnTo>
                  <a:lnTo>
                    <a:pt x="51559" y="776305"/>
                  </a:lnTo>
                  <a:lnTo>
                    <a:pt x="47913" y="759675"/>
                  </a:lnTo>
                  <a:lnTo>
                    <a:pt x="44418" y="746460"/>
                  </a:lnTo>
                  <a:lnTo>
                    <a:pt x="65022" y="699158"/>
                  </a:lnTo>
                  <a:lnTo>
                    <a:pt x="87389" y="645853"/>
                  </a:lnTo>
                  <a:lnTo>
                    <a:pt x="107262" y="595095"/>
                  </a:lnTo>
                  <a:lnTo>
                    <a:pt x="120384" y="555438"/>
                  </a:lnTo>
                  <a:lnTo>
                    <a:pt x="133126" y="488999"/>
                  </a:lnTo>
                  <a:lnTo>
                    <a:pt x="140666" y="442087"/>
                  </a:lnTo>
                  <a:lnTo>
                    <a:pt x="176339" y="0"/>
                  </a:lnTo>
                  <a:close/>
                </a:path>
              </a:pathLst>
            </a:custGeom>
            <a:solidFill>
              <a:srgbClr val="000000">
                <a:alpha val="1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11348252" y="2344151"/>
              <a:ext cx="599440" cy="852805"/>
            </a:xfrm>
            <a:custGeom>
              <a:avLst/>
              <a:gdLst/>
              <a:ahLst/>
              <a:cxnLst/>
              <a:rect l="l" t="t" r="r" b="b"/>
              <a:pathLst>
                <a:path w="599440" h="852805">
                  <a:moveTo>
                    <a:pt x="297197" y="0"/>
                  </a:moveTo>
                  <a:lnTo>
                    <a:pt x="281128" y="0"/>
                  </a:lnTo>
                  <a:lnTo>
                    <a:pt x="280963" y="1250"/>
                  </a:lnTo>
                  <a:lnTo>
                    <a:pt x="89596" y="68510"/>
                  </a:lnTo>
                  <a:lnTo>
                    <a:pt x="44503" y="94066"/>
                  </a:lnTo>
                  <a:lnTo>
                    <a:pt x="19890" y="125962"/>
                  </a:lnTo>
                  <a:lnTo>
                    <a:pt x="10727" y="146995"/>
                  </a:lnTo>
                  <a:lnTo>
                    <a:pt x="10953" y="146995"/>
                  </a:lnTo>
                  <a:lnTo>
                    <a:pt x="0" y="284062"/>
                  </a:lnTo>
                  <a:lnTo>
                    <a:pt x="49742" y="302337"/>
                  </a:lnTo>
                  <a:lnTo>
                    <a:pt x="75213" y="310852"/>
                  </a:lnTo>
                  <a:lnTo>
                    <a:pt x="73314" y="327589"/>
                  </a:lnTo>
                  <a:lnTo>
                    <a:pt x="70940" y="352512"/>
                  </a:lnTo>
                  <a:lnTo>
                    <a:pt x="70940" y="358042"/>
                  </a:lnTo>
                  <a:lnTo>
                    <a:pt x="73630" y="379546"/>
                  </a:lnTo>
                  <a:lnTo>
                    <a:pt x="81207" y="398855"/>
                  </a:lnTo>
                  <a:lnTo>
                    <a:pt x="92934" y="415153"/>
                  </a:lnTo>
                  <a:lnTo>
                    <a:pt x="108073" y="427623"/>
                  </a:lnTo>
                  <a:lnTo>
                    <a:pt x="106057" y="648418"/>
                  </a:lnTo>
                  <a:lnTo>
                    <a:pt x="82405" y="852805"/>
                  </a:lnTo>
                  <a:lnTo>
                    <a:pt x="502721" y="852805"/>
                  </a:lnTo>
                  <a:lnTo>
                    <a:pt x="453687" y="648418"/>
                  </a:lnTo>
                  <a:lnTo>
                    <a:pt x="468688" y="323764"/>
                  </a:lnTo>
                  <a:lnTo>
                    <a:pt x="516064" y="313733"/>
                  </a:lnTo>
                  <a:lnTo>
                    <a:pt x="555844" y="299600"/>
                  </a:lnTo>
                  <a:lnTo>
                    <a:pt x="584638" y="286524"/>
                  </a:lnTo>
                  <a:lnTo>
                    <a:pt x="599059" y="279662"/>
                  </a:lnTo>
                  <a:lnTo>
                    <a:pt x="564739" y="138995"/>
                  </a:lnTo>
                  <a:lnTo>
                    <a:pt x="541451" y="101728"/>
                  </a:lnTo>
                  <a:lnTo>
                    <a:pt x="486261" y="67727"/>
                  </a:lnTo>
                  <a:lnTo>
                    <a:pt x="297362" y="1250"/>
                  </a:lnTo>
                  <a:lnTo>
                    <a:pt x="297197" y="0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11353051" y="2409545"/>
              <a:ext cx="583565" cy="758190"/>
            </a:xfrm>
            <a:custGeom>
              <a:avLst/>
              <a:gdLst/>
              <a:ahLst/>
              <a:cxnLst/>
              <a:rect l="l" t="t" r="r" b="b"/>
              <a:pathLst>
                <a:path w="583565" h="758189">
                  <a:moveTo>
                    <a:pt x="455218" y="473722"/>
                  </a:moveTo>
                  <a:lnTo>
                    <a:pt x="101447" y="473722"/>
                  </a:lnTo>
                  <a:lnTo>
                    <a:pt x="101447" y="520966"/>
                  </a:lnTo>
                  <a:lnTo>
                    <a:pt x="453021" y="520966"/>
                  </a:lnTo>
                  <a:lnTo>
                    <a:pt x="455218" y="473722"/>
                  </a:lnTo>
                  <a:close/>
                </a:path>
                <a:path w="583565" h="758189">
                  <a:moveTo>
                    <a:pt x="458825" y="401637"/>
                  </a:moveTo>
                  <a:lnTo>
                    <a:pt x="457593" y="354380"/>
                  </a:lnTo>
                  <a:lnTo>
                    <a:pt x="92354" y="354380"/>
                  </a:lnTo>
                  <a:lnTo>
                    <a:pt x="98844" y="359791"/>
                  </a:lnTo>
                  <a:lnTo>
                    <a:pt x="102400" y="361975"/>
                  </a:lnTo>
                  <a:lnTo>
                    <a:pt x="104432" y="401637"/>
                  </a:lnTo>
                  <a:lnTo>
                    <a:pt x="458825" y="401637"/>
                  </a:lnTo>
                  <a:close/>
                </a:path>
                <a:path w="583565" h="758189">
                  <a:moveTo>
                    <a:pt x="462445" y="634822"/>
                  </a:moveTo>
                  <a:lnTo>
                    <a:pt x="450723" y="587616"/>
                  </a:lnTo>
                  <a:lnTo>
                    <a:pt x="99187" y="591540"/>
                  </a:lnTo>
                  <a:lnTo>
                    <a:pt x="93726" y="638568"/>
                  </a:lnTo>
                  <a:lnTo>
                    <a:pt x="462445" y="634822"/>
                  </a:lnTo>
                  <a:close/>
                </a:path>
                <a:path w="583565" h="758189">
                  <a:moveTo>
                    <a:pt x="491324" y="755891"/>
                  </a:moveTo>
                  <a:lnTo>
                    <a:pt x="479602" y="708748"/>
                  </a:lnTo>
                  <a:lnTo>
                    <a:pt x="84848" y="710730"/>
                  </a:lnTo>
                  <a:lnTo>
                    <a:pt x="79336" y="757694"/>
                  </a:lnTo>
                  <a:lnTo>
                    <a:pt x="491324" y="755891"/>
                  </a:lnTo>
                  <a:close/>
                </a:path>
                <a:path w="583565" h="758189">
                  <a:moveTo>
                    <a:pt x="545503" y="47256"/>
                  </a:moveTo>
                  <a:lnTo>
                    <a:pt x="534644" y="34163"/>
                  </a:lnTo>
                  <a:lnTo>
                    <a:pt x="520611" y="21628"/>
                  </a:lnTo>
                  <a:lnTo>
                    <a:pt x="503123" y="10833"/>
                  </a:lnTo>
                  <a:lnTo>
                    <a:pt x="473468" y="0"/>
                  </a:lnTo>
                  <a:lnTo>
                    <a:pt x="95110" y="0"/>
                  </a:lnTo>
                  <a:lnTo>
                    <a:pt x="47358" y="22301"/>
                  </a:lnTo>
                  <a:lnTo>
                    <a:pt x="23418" y="47256"/>
                  </a:lnTo>
                  <a:lnTo>
                    <a:pt x="545503" y="47256"/>
                  </a:lnTo>
                  <a:close/>
                </a:path>
                <a:path w="583565" h="758189">
                  <a:moveTo>
                    <a:pt x="547293" y="236855"/>
                  </a:moveTo>
                  <a:lnTo>
                    <a:pt x="42151" y="236855"/>
                  </a:lnTo>
                  <a:lnTo>
                    <a:pt x="69989" y="246138"/>
                  </a:lnTo>
                  <a:lnTo>
                    <a:pt x="68516" y="258673"/>
                  </a:lnTo>
                  <a:lnTo>
                    <a:pt x="65989" y="284111"/>
                  </a:lnTo>
                  <a:lnTo>
                    <a:pt x="463016" y="284111"/>
                  </a:lnTo>
                  <a:lnTo>
                    <a:pt x="464756" y="259029"/>
                  </a:lnTo>
                  <a:lnTo>
                    <a:pt x="487629" y="255206"/>
                  </a:lnTo>
                  <a:lnTo>
                    <a:pt x="509231" y="249885"/>
                  </a:lnTo>
                  <a:lnTo>
                    <a:pt x="529234" y="243598"/>
                  </a:lnTo>
                  <a:lnTo>
                    <a:pt x="547293" y="236855"/>
                  </a:lnTo>
                  <a:close/>
                </a:path>
                <a:path w="583565" h="758189">
                  <a:moveTo>
                    <a:pt x="583425" y="166585"/>
                  </a:moveTo>
                  <a:lnTo>
                    <a:pt x="571830" y="119341"/>
                  </a:lnTo>
                  <a:lnTo>
                    <a:pt x="3771" y="119341"/>
                  </a:lnTo>
                  <a:lnTo>
                    <a:pt x="0" y="166585"/>
                  </a:lnTo>
                  <a:lnTo>
                    <a:pt x="583425" y="166585"/>
                  </a:lnTo>
                  <a:close/>
                </a:path>
              </a:pathLst>
            </a:custGeom>
            <a:solidFill>
              <a:srgbClr val="B5B5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11771649" y="2671728"/>
              <a:ext cx="80010" cy="525145"/>
            </a:xfrm>
            <a:custGeom>
              <a:avLst/>
              <a:gdLst/>
              <a:ahLst/>
              <a:cxnLst/>
              <a:rect l="l" t="t" r="r" b="b"/>
              <a:pathLst>
                <a:path w="80009" h="525144">
                  <a:moveTo>
                    <a:pt x="45486" y="0"/>
                  </a:moveTo>
                  <a:lnTo>
                    <a:pt x="14650" y="44058"/>
                  </a:lnTo>
                  <a:lnTo>
                    <a:pt x="12341" y="90282"/>
                  </a:lnTo>
                  <a:lnTo>
                    <a:pt x="7773" y="136621"/>
                  </a:lnTo>
                  <a:lnTo>
                    <a:pt x="3853" y="183000"/>
                  </a:lnTo>
                  <a:lnTo>
                    <a:pt x="1092" y="229429"/>
                  </a:lnTo>
                  <a:lnTo>
                    <a:pt x="0" y="275920"/>
                  </a:lnTo>
                  <a:lnTo>
                    <a:pt x="1087" y="322483"/>
                  </a:lnTo>
                  <a:lnTo>
                    <a:pt x="4726" y="367769"/>
                  </a:lnTo>
                  <a:lnTo>
                    <a:pt x="8978" y="412972"/>
                  </a:lnTo>
                  <a:lnTo>
                    <a:pt x="10443" y="458154"/>
                  </a:lnTo>
                  <a:lnTo>
                    <a:pt x="5721" y="503381"/>
                  </a:lnTo>
                  <a:lnTo>
                    <a:pt x="4246" y="510718"/>
                  </a:lnTo>
                  <a:lnTo>
                    <a:pt x="289" y="524851"/>
                  </a:lnTo>
                  <a:lnTo>
                    <a:pt x="79941" y="524851"/>
                  </a:lnTo>
                  <a:lnTo>
                    <a:pt x="30561" y="320555"/>
                  </a:lnTo>
                  <a:lnTo>
                    <a:pt x="45486" y="0"/>
                  </a:lnTo>
                  <a:close/>
                </a:path>
              </a:pathLst>
            </a:custGeom>
            <a:solidFill>
              <a:srgbClr val="000000">
                <a:alpha val="1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6" name="object 8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797862" y="2400502"/>
              <a:ext cx="149448" cy="252376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11449765" y="2344151"/>
              <a:ext cx="360680" cy="137160"/>
            </a:xfrm>
            <a:custGeom>
              <a:avLst/>
              <a:gdLst/>
              <a:ahLst/>
              <a:cxnLst/>
              <a:rect l="l" t="t" r="r" b="b"/>
              <a:pathLst>
                <a:path w="360679" h="137160">
                  <a:moveTo>
                    <a:pt x="195548" y="0"/>
                  </a:moveTo>
                  <a:lnTo>
                    <a:pt x="179434" y="0"/>
                  </a:lnTo>
                  <a:lnTo>
                    <a:pt x="179269" y="1295"/>
                  </a:lnTo>
                  <a:lnTo>
                    <a:pt x="0" y="64367"/>
                  </a:lnTo>
                  <a:lnTo>
                    <a:pt x="41645" y="105559"/>
                  </a:lnTo>
                  <a:lnTo>
                    <a:pt x="82566" y="121669"/>
                  </a:lnTo>
                  <a:lnTo>
                    <a:pt x="130676" y="132612"/>
                  </a:lnTo>
                  <a:lnTo>
                    <a:pt x="181319" y="136758"/>
                  </a:lnTo>
                  <a:lnTo>
                    <a:pt x="229838" y="132473"/>
                  </a:lnTo>
                  <a:lnTo>
                    <a:pt x="271574" y="118127"/>
                  </a:lnTo>
                  <a:lnTo>
                    <a:pt x="320036" y="91437"/>
                  </a:lnTo>
                  <a:lnTo>
                    <a:pt x="360329" y="59289"/>
                  </a:lnTo>
                  <a:lnTo>
                    <a:pt x="195654" y="1235"/>
                  </a:lnTo>
                  <a:lnTo>
                    <a:pt x="195548" y="0"/>
                  </a:lnTo>
                  <a:close/>
                </a:path>
              </a:pathLst>
            </a:custGeom>
            <a:solidFill>
              <a:srgbClr val="FFC57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11446289" y="1907644"/>
              <a:ext cx="394970" cy="388620"/>
            </a:xfrm>
            <a:custGeom>
              <a:avLst/>
              <a:gdLst/>
              <a:ahLst/>
              <a:cxnLst/>
              <a:rect l="l" t="t" r="r" b="b"/>
              <a:pathLst>
                <a:path w="394970" h="388619">
                  <a:moveTo>
                    <a:pt x="211388" y="0"/>
                  </a:moveTo>
                  <a:lnTo>
                    <a:pt x="154323" y="837"/>
                  </a:lnTo>
                  <a:lnTo>
                    <a:pt x="104617" y="9753"/>
                  </a:lnTo>
                  <a:lnTo>
                    <a:pt x="64856" y="27246"/>
                  </a:lnTo>
                  <a:lnTo>
                    <a:pt x="34778" y="53881"/>
                  </a:lnTo>
                  <a:lnTo>
                    <a:pt x="14117" y="90219"/>
                  </a:lnTo>
                  <a:lnTo>
                    <a:pt x="2612" y="136823"/>
                  </a:lnTo>
                  <a:lnTo>
                    <a:pt x="0" y="194255"/>
                  </a:lnTo>
                  <a:lnTo>
                    <a:pt x="6166" y="256702"/>
                  </a:lnTo>
                  <a:lnTo>
                    <a:pt x="20148" y="304302"/>
                  </a:lnTo>
                  <a:lnTo>
                    <a:pt x="40979" y="339021"/>
                  </a:lnTo>
                  <a:lnTo>
                    <a:pt x="99309" y="377686"/>
                  </a:lnTo>
                  <a:lnTo>
                    <a:pt x="173408" y="388428"/>
                  </a:lnTo>
                  <a:lnTo>
                    <a:pt x="213949" y="388246"/>
                  </a:lnTo>
                  <a:lnTo>
                    <a:pt x="258763" y="384124"/>
                  </a:lnTo>
                  <a:lnTo>
                    <a:pt x="298482" y="373468"/>
                  </a:lnTo>
                  <a:lnTo>
                    <a:pt x="332356" y="355142"/>
                  </a:lnTo>
                  <a:lnTo>
                    <a:pt x="359631" y="328011"/>
                  </a:lnTo>
                  <a:lnTo>
                    <a:pt x="379555" y="290938"/>
                  </a:lnTo>
                  <a:lnTo>
                    <a:pt x="391378" y="242789"/>
                  </a:lnTo>
                  <a:lnTo>
                    <a:pt x="394347" y="182427"/>
                  </a:lnTo>
                  <a:lnTo>
                    <a:pt x="389904" y="142413"/>
                  </a:lnTo>
                  <a:lnTo>
                    <a:pt x="378587" y="105569"/>
                  </a:lnTo>
                  <a:lnTo>
                    <a:pt x="334475" y="44944"/>
                  </a:lnTo>
                  <a:lnTo>
                    <a:pt x="301249" y="22942"/>
                  </a:lnTo>
                  <a:lnTo>
                    <a:pt x="260292" y="7664"/>
                  </a:lnTo>
                  <a:lnTo>
                    <a:pt x="211388" y="0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9" name="object 8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493833" y="2094984"/>
              <a:ext cx="218470" cy="380688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11307150" y="3293709"/>
              <a:ext cx="20955" cy="36830"/>
            </a:xfrm>
            <a:custGeom>
              <a:avLst/>
              <a:gdLst/>
              <a:ahLst/>
              <a:cxnLst/>
              <a:rect l="l" t="t" r="r" b="b"/>
              <a:pathLst>
                <a:path w="20954" h="36829">
                  <a:moveTo>
                    <a:pt x="16472" y="0"/>
                  </a:moveTo>
                  <a:lnTo>
                    <a:pt x="0" y="36230"/>
                  </a:lnTo>
                  <a:lnTo>
                    <a:pt x="20572" y="36230"/>
                  </a:lnTo>
                  <a:lnTo>
                    <a:pt x="20173" y="19380"/>
                  </a:lnTo>
                  <a:lnTo>
                    <a:pt x="17860" y="5362"/>
                  </a:lnTo>
                  <a:lnTo>
                    <a:pt x="16472" y="0"/>
                  </a:lnTo>
                  <a:close/>
                </a:path>
              </a:pathLst>
            </a:custGeom>
            <a:solidFill>
              <a:srgbClr val="FFC57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11448697" y="2377013"/>
              <a:ext cx="367030" cy="668020"/>
            </a:xfrm>
            <a:custGeom>
              <a:avLst/>
              <a:gdLst/>
              <a:ahLst/>
              <a:cxnLst/>
              <a:rect l="l" t="t" r="r" b="b"/>
              <a:pathLst>
                <a:path w="367029" h="668019">
                  <a:moveTo>
                    <a:pt x="72700" y="0"/>
                  </a:moveTo>
                  <a:lnTo>
                    <a:pt x="0" y="25358"/>
                  </a:lnTo>
                  <a:lnTo>
                    <a:pt x="1103" y="57312"/>
                  </a:lnTo>
                  <a:lnTo>
                    <a:pt x="6629" y="134832"/>
                  </a:lnTo>
                  <a:lnTo>
                    <a:pt x="19899" y="230405"/>
                  </a:lnTo>
                  <a:lnTo>
                    <a:pt x="44234" y="316517"/>
                  </a:lnTo>
                  <a:lnTo>
                    <a:pt x="134744" y="464901"/>
                  </a:lnTo>
                  <a:lnTo>
                    <a:pt x="241169" y="575308"/>
                  </a:lnTo>
                  <a:lnTo>
                    <a:pt x="329768" y="644168"/>
                  </a:lnTo>
                  <a:lnTo>
                    <a:pt x="366799" y="667915"/>
                  </a:lnTo>
                  <a:lnTo>
                    <a:pt x="358463" y="576713"/>
                  </a:lnTo>
                  <a:lnTo>
                    <a:pt x="300510" y="531142"/>
                  </a:lnTo>
                  <a:lnTo>
                    <a:pt x="250917" y="482773"/>
                  </a:lnTo>
                  <a:lnTo>
                    <a:pt x="209038" y="432487"/>
                  </a:lnTo>
                  <a:lnTo>
                    <a:pt x="174225" y="381165"/>
                  </a:lnTo>
                  <a:lnTo>
                    <a:pt x="145833" y="329686"/>
                  </a:lnTo>
                  <a:lnTo>
                    <a:pt x="123213" y="278932"/>
                  </a:lnTo>
                  <a:lnTo>
                    <a:pt x="105720" y="229782"/>
                  </a:lnTo>
                  <a:lnTo>
                    <a:pt x="92706" y="183117"/>
                  </a:lnTo>
                  <a:lnTo>
                    <a:pt x="83525" y="139817"/>
                  </a:lnTo>
                  <a:lnTo>
                    <a:pt x="77530" y="100764"/>
                  </a:lnTo>
                  <a:lnTo>
                    <a:pt x="72509" y="38916"/>
                  </a:lnTo>
                  <a:lnTo>
                    <a:pt x="72190" y="17883"/>
                  </a:lnTo>
                  <a:lnTo>
                    <a:pt x="72700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10981075" y="2682561"/>
              <a:ext cx="529590" cy="314960"/>
            </a:xfrm>
            <a:custGeom>
              <a:avLst/>
              <a:gdLst/>
              <a:ahLst/>
              <a:cxnLst/>
              <a:rect l="l" t="t" r="r" b="b"/>
              <a:pathLst>
                <a:path w="529590" h="314960">
                  <a:moveTo>
                    <a:pt x="455839" y="0"/>
                  </a:moveTo>
                  <a:lnTo>
                    <a:pt x="10125" y="0"/>
                  </a:lnTo>
                  <a:lnTo>
                    <a:pt x="4272" y="0"/>
                  </a:lnTo>
                  <a:lnTo>
                    <a:pt x="0" y="5499"/>
                  </a:lnTo>
                  <a:lnTo>
                    <a:pt x="76056" y="297623"/>
                  </a:lnTo>
                  <a:lnTo>
                    <a:pt x="98052" y="314633"/>
                  </a:lnTo>
                  <a:lnTo>
                    <a:pt x="529307" y="314633"/>
                  </a:lnTo>
                  <a:lnTo>
                    <a:pt x="459495" y="2923"/>
                  </a:lnTo>
                  <a:lnTo>
                    <a:pt x="4558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10979447" y="2689793"/>
              <a:ext cx="514984" cy="307975"/>
            </a:xfrm>
            <a:custGeom>
              <a:avLst/>
              <a:gdLst/>
              <a:ahLst/>
              <a:cxnLst/>
              <a:rect l="l" t="t" r="r" b="b"/>
              <a:pathLst>
                <a:path w="514984" h="307975">
                  <a:moveTo>
                    <a:pt x="443200" y="0"/>
                  </a:moveTo>
                  <a:lnTo>
                    <a:pt x="9794" y="0"/>
                  </a:lnTo>
                  <a:lnTo>
                    <a:pt x="4107" y="0"/>
                  </a:lnTo>
                  <a:lnTo>
                    <a:pt x="0" y="5394"/>
                  </a:lnTo>
                  <a:lnTo>
                    <a:pt x="73889" y="290948"/>
                  </a:lnTo>
                  <a:lnTo>
                    <a:pt x="95299" y="307582"/>
                  </a:lnTo>
                  <a:lnTo>
                    <a:pt x="514668" y="307582"/>
                  </a:lnTo>
                  <a:lnTo>
                    <a:pt x="446751" y="2802"/>
                  </a:lnTo>
                  <a:lnTo>
                    <a:pt x="443200" y="0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11410887" y="2626526"/>
              <a:ext cx="544195" cy="430530"/>
            </a:xfrm>
            <a:custGeom>
              <a:avLst/>
              <a:gdLst/>
              <a:ahLst/>
              <a:cxnLst/>
              <a:rect l="l" t="t" r="r" b="b"/>
              <a:pathLst>
                <a:path w="544195" h="430530">
                  <a:moveTo>
                    <a:pt x="519948" y="0"/>
                  </a:moveTo>
                  <a:lnTo>
                    <a:pt x="406158" y="41977"/>
                  </a:lnTo>
                  <a:lnTo>
                    <a:pt x="426214" y="247449"/>
                  </a:lnTo>
                  <a:lnTo>
                    <a:pt x="233644" y="341393"/>
                  </a:lnTo>
                  <a:lnTo>
                    <a:pt x="170708" y="328149"/>
                  </a:lnTo>
                  <a:lnTo>
                    <a:pt x="89747" y="331825"/>
                  </a:lnTo>
                  <a:lnTo>
                    <a:pt x="94246" y="349062"/>
                  </a:lnTo>
                  <a:lnTo>
                    <a:pt x="100743" y="348880"/>
                  </a:lnTo>
                  <a:lnTo>
                    <a:pt x="115801" y="349206"/>
                  </a:lnTo>
                  <a:lnTo>
                    <a:pt x="121824" y="349906"/>
                  </a:lnTo>
                  <a:lnTo>
                    <a:pt x="130756" y="353785"/>
                  </a:lnTo>
                  <a:lnTo>
                    <a:pt x="133741" y="359133"/>
                  </a:lnTo>
                  <a:lnTo>
                    <a:pt x="133521" y="363867"/>
                  </a:lnTo>
                  <a:lnTo>
                    <a:pt x="89695" y="369429"/>
                  </a:lnTo>
                  <a:lnTo>
                    <a:pt x="48602" y="370723"/>
                  </a:lnTo>
                  <a:lnTo>
                    <a:pt x="0" y="370473"/>
                  </a:lnTo>
                  <a:lnTo>
                    <a:pt x="54405" y="412631"/>
                  </a:lnTo>
                  <a:lnTo>
                    <a:pt x="133410" y="430380"/>
                  </a:lnTo>
                  <a:lnTo>
                    <a:pt x="410759" y="353943"/>
                  </a:lnTo>
                  <a:lnTo>
                    <a:pt x="504993" y="327365"/>
                  </a:lnTo>
                  <a:lnTo>
                    <a:pt x="541328" y="291540"/>
                  </a:lnTo>
                  <a:lnTo>
                    <a:pt x="543600" y="273711"/>
                  </a:lnTo>
                  <a:lnTo>
                    <a:pt x="541754" y="232714"/>
                  </a:lnTo>
                  <a:lnTo>
                    <a:pt x="538817" y="181973"/>
                  </a:lnTo>
                  <a:lnTo>
                    <a:pt x="534438" y="124359"/>
                  </a:lnTo>
                  <a:lnTo>
                    <a:pt x="528265" y="62744"/>
                  </a:lnTo>
                  <a:lnTo>
                    <a:pt x="519948" y="0"/>
                  </a:lnTo>
                  <a:close/>
                </a:path>
              </a:pathLst>
            </a:custGeom>
            <a:solidFill>
              <a:srgbClr val="FFC57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11816684" y="2626541"/>
              <a:ext cx="137795" cy="347980"/>
            </a:xfrm>
            <a:custGeom>
              <a:avLst/>
              <a:gdLst/>
              <a:ahLst/>
              <a:cxnLst/>
              <a:rect l="l" t="t" r="r" b="b"/>
              <a:pathLst>
                <a:path w="137795" h="347980">
                  <a:moveTo>
                    <a:pt x="114076" y="0"/>
                  </a:moveTo>
                  <a:lnTo>
                    <a:pt x="0" y="42143"/>
                  </a:lnTo>
                  <a:lnTo>
                    <a:pt x="3279" y="75577"/>
                  </a:lnTo>
                  <a:lnTo>
                    <a:pt x="8756" y="78361"/>
                  </a:lnTo>
                  <a:lnTo>
                    <a:pt x="13793" y="82372"/>
                  </a:lnTo>
                  <a:lnTo>
                    <a:pt x="39586" y="135616"/>
                  </a:lnTo>
                  <a:lnTo>
                    <a:pt x="55771" y="180272"/>
                  </a:lnTo>
                  <a:lnTo>
                    <a:pt x="66887" y="226172"/>
                  </a:lnTo>
                  <a:lnTo>
                    <a:pt x="69243" y="270931"/>
                  </a:lnTo>
                  <a:lnTo>
                    <a:pt x="59147" y="312162"/>
                  </a:lnTo>
                  <a:lnTo>
                    <a:pt x="32905" y="347480"/>
                  </a:lnTo>
                  <a:lnTo>
                    <a:pt x="99091" y="328706"/>
                  </a:lnTo>
                  <a:lnTo>
                    <a:pt x="115310" y="320858"/>
                  </a:lnTo>
                  <a:lnTo>
                    <a:pt x="127738" y="308475"/>
                  </a:lnTo>
                  <a:lnTo>
                    <a:pt x="135516" y="292741"/>
                  </a:lnTo>
                  <a:lnTo>
                    <a:pt x="137788" y="274841"/>
                  </a:lnTo>
                  <a:lnTo>
                    <a:pt x="135946" y="233685"/>
                  </a:lnTo>
                  <a:lnTo>
                    <a:pt x="133014" y="182742"/>
                  </a:lnTo>
                  <a:lnTo>
                    <a:pt x="128632" y="124893"/>
                  </a:lnTo>
                  <a:lnTo>
                    <a:pt x="122439" y="63019"/>
                  </a:lnTo>
                  <a:lnTo>
                    <a:pt x="114076" y="0"/>
                  </a:lnTo>
                  <a:close/>
                </a:path>
              </a:pathLst>
            </a:custGeom>
            <a:solidFill>
              <a:srgbClr val="000000">
                <a:alpha val="10195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6" name="object 96"/>
          <p:cNvSpPr txBox="1"/>
          <p:nvPr/>
        </p:nvSpPr>
        <p:spPr>
          <a:xfrm>
            <a:off x="8546718" y="5374640"/>
            <a:ext cx="29273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0">
                <a:solidFill>
                  <a:srgbClr val="B5B5B5"/>
                </a:solidFill>
                <a:latin typeface="Arial"/>
                <a:cs typeface="Arial"/>
              </a:rPr>
              <a:t>+</a:t>
            </a:r>
            <a:endParaRPr sz="3600">
              <a:latin typeface="Arial"/>
              <a:cs typeface="Arial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8788907" y="5718047"/>
            <a:ext cx="391795" cy="388620"/>
            <a:chOff x="8788907" y="5718047"/>
            <a:chExt cx="391795" cy="388620"/>
          </a:xfrm>
        </p:grpSpPr>
        <p:pic>
          <p:nvPicPr>
            <p:cNvPr id="98" name="object 9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95003" y="5718047"/>
              <a:ext cx="379475" cy="176784"/>
            </a:xfrm>
            <a:prstGeom prst="rect">
              <a:avLst/>
            </a:prstGeom>
          </p:spPr>
        </p:pic>
        <p:sp>
          <p:nvSpPr>
            <p:cNvPr id="99" name="object 99"/>
            <p:cNvSpPr/>
            <p:nvPr/>
          </p:nvSpPr>
          <p:spPr>
            <a:xfrm>
              <a:off x="8788907" y="5897879"/>
              <a:ext cx="391795" cy="208915"/>
            </a:xfrm>
            <a:custGeom>
              <a:avLst/>
              <a:gdLst/>
              <a:ahLst/>
              <a:cxnLst/>
              <a:rect l="l" t="t" r="r" b="b"/>
              <a:pathLst>
                <a:path w="391795" h="208914">
                  <a:moveTo>
                    <a:pt x="83502" y="27083"/>
                  </a:moveTo>
                  <a:lnTo>
                    <a:pt x="76438" y="27083"/>
                  </a:lnTo>
                  <a:lnTo>
                    <a:pt x="57911" y="28030"/>
                  </a:lnTo>
                  <a:lnTo>
                    <a:pt x="39846" y="30930"/>
                  </a:lnTo>
                  <a:lnTo>
                    <a:pt x="22971" y="35764"/>
                  </a:lnTo>
                  <a:lnTo>
                    <a:pt x="7619" y="42532"/>
                  </a:lnTo>
                  <a:lnTo>
                    <a:pt x="0" y="46393"/>
                  </a:lnTo>
                  <a:lnTo>
                    <a:pt x="0" y="208788"/>
                  </a:lnTo>
                  <a:lnTo>
                    <a:pt x="391667" y="208788"/>
                  </a:lnTo>
                  <a:lnTo>
                    <a:pt x="391667" y="183007"/>
                  </a:lnTo>
                  <a:lnTo>
                    <a:pt x="25653" y="183007"/>
                  </a:lnTo>
                  <a:lnTo>
                    <a:pt x="25653" y="61861"/>
                  </a:lnTo>
                  <a:lnTo>
                    <a:pt x="43211" y="56326"/>
                  </a:lnTo>
                  <a:lnTo>
                    <a:pt x="62579" y="53327"/>
                  </a:lnTo>
                  <a:lnTo>
                    <a:pt x="82661" y="52985"/>
                  </a:lnTo>
                  <a:lnTo>
                    <a:pt x="128015" y="52985"/>
                  </a:lnTo>
                  <a:lnTo>
                    <a:pt x="128015" y="38658"/>
                  </a:lnTo>
                  <a:lnTo>
                    <a:pt x="143291" y="33389"/>
                  </a:lnTo>
                  <a:lnTo>
                    <a:pt x="160019" y="29324"/>
                  </a:lnTo>
                  <a:lnTo>
                    <a:pt x="166541" y="28359"/>
                  </a:lnTo>
                  <a:lnTo>
                    <a:pt x="102361" y="28359"/>
                  </a:lnTo>
                  <a:lnTo>
                    <a:pt x="96408" y="27610"/>
                  </a:lnTo>
                  <a:lnTo>
                    <a:pt x="90074" y="27225"/>
                  </a:lnTo>
                  <a:lnTo>
                    <a:pt x="83502" y="27083"/>
                  </a:lnTo>
                  <a:close/>
                </a:path>
                <a:path w="391795" h="208914">
                  <a:moveTo>
                    <a:pt x="128015" y="52985"/>
                  </a:moveTo>
                  <a:lnTo>
                    <a:pt x="82661" y="52985"/>
                  </a:lnTo>
                  <a:lnTo>
                    <a:pt x="102361" y="55422"/>
                  </a:lnTo>
                  <a:lnTo>
                    <a:pt x="102361" y="183007"/>
                  </a:lnTo>
                  <a:lnTo>
                    <a:pt x="128015" y="183007"/>
                  </a:lnTo>
                  <a:lnTo>
                    <a:pt x="128015" y="52985"/>
                  </a:lnTo>
                  <a:close/>
                </a:path>
                <a:path w="391795" h="208914">
                  <a:moveTo>
                    <a:pt x="289305" y="25781"/>
                  </a:moveTo>
                  <a:lnTo>
                    <a:pt x="195833" y="25781"/>
                  </a:lnTo>
                  <a:lnTo>
                    <a:pt x="213967" y="26727"/>
                  </a:lnTo>
                  <a:lnTo>
                    <a:pt x="231647" y="29486"/>
                  </a:lnTo>
                  <a:lnTo>
                    <a:pt x="248376" y="33935"/>
                  </a:lnTo>
                  <a:lnTo>
                    <a:pt x="263651" y="39954"/>
                  </a:lnTo>
                  <a:lnTo>
                    <a:pt x="263651" y="183007"/>
                  </a:lnTo>
                  <a:lnTo>
                    <a:pt x="289305" y="183007"/>
                  </a:lnTo>
                  <a:lnTo>
                    <a:pt x="289305" y="55422"/>
                  </a:lnTo>
                  <a:lnTo>
                    <a:pt x="309006" y="52985"/>
                  </a:lnTo>
                  <a:lnTo>
                    <a:pt x="391667" y="52985"/>
                  </a:lnTo>
                  <a:lnTo>
                    <a:pt x="391667" y="46393"/>
                  </a:lnTo>
                  <a:lnTo>
                    <a:pt x="385317" y="42532"/>
                  </a:lnTo>
                  <a:lnTo>
                    <a:pt x="369232" y="35764"/>
                  </a:lnTo>
                  <a:lnTo>
                    <a:pt x="351980" y="30930"/>
                  </a:lnTo>
                  <a:lnTo>
                    <a:pt x="335838" y="28359"/>
                  </a:lnTo>
                  <a:lnTo>
                    <a:pt x="289305" y="28359"/>
                  </a:lnTo>
                  <a:lnTo>
                    <a:pt x="289305" y="25781"/>
                  </a:lnTo>
                  <a:close/>
                </a:path>
                <a:path w="391795" h="208914">
                  <a:moveTo>
                    <a:pt x="391667" y="52985"/>
                  </a:moveTo>
                  <a:lnTo>
                    <a:pt x="309006" y="52985"/>
                  </a:lnTo>
                  <a:lnTo>
                    <a:pt x="329088" y="53327"/>
                  </a:lnTo>
                  <a:lnTo>
                    <a:pt x="348456" y="56326"/>
                  </a:lnTo>
                  <a:lnTo>
                    <a:pt x="366013" y="61861"/>
                  </a:lnTo>
                  <a:lnTo>
                    <a:pt x="366013" y="183007"/>
                  </a:lnTo>
                  <a:lnTo>
                    <a:pt x="391667" y="183007"/>
                  </a:lnTo>
                  <a:lnTo>
                    <a:pt x="391667" y="52985"/>
                  </a:lnTo>
                  <a:close/>
                </a:path>
                <a:path w="391795" h="208914">
                  <a:moveTo>
                    <a:pt x="195833" y="0"/>
                  </a:moveTo>
                  <a:lnTo>
                    <a:pt x="172006" y="1409"/>
                  </a:lnTo>
                  <a:lnTo>
                    <a:pt x="172234" y="1409"/>
                  </a:lnTo>
                  <a:lnTo>
                    <a:pt x="150066" y="5316"/>
                  </a:lnTo>
                  <a:lnTo>
                    <a:pt x="129236" y="11417"/>
                  </a:lnTo>
                  <a:lnTo>
                    <a:pt x="110108" y="19329"/>
                  </a:lnTo>
                  <a:lnTo>
                    <a:pt x="102361" y="23202"/>
                  </a:lnTo>
                  <a:lnTo>
                    <a:pt x="102361" y="28359"/>
                  </a:lnTo>
                  <a:lnTo>
                    <a:pt x="166541" y="28359"/>
                  </a:lnTo>
                  <a:lnTo>
                    <a:pt x="177564" y="26727"/>
                  </a:lnTo>
                  <a:lnTo>
                    <a:pt x="177304" y="26727"/>
                  </a:lnTo>
                  <a:lnTo>
                    <a:pt x="195833" y="25781"/>
                  </a:lnTo>
                  <a:lnTo>
                    <a:pt x="289305" y="25781"/>
                  </a:lnTo>
                  <a:lnTo>
                    <a:pt x="289305" y="23202"/>
                  </a:lnTo>
                  <a:lnTo>
                    <a:pt x="282828" y="20624"/>
                  </a:lnTo>
                  <a:lnTo>
                    <a:pt x="263324" y="11963"/>
                  </a:lnTo>
                  <a:lnTo>
                    <a:pt x="241760" y="5478"/>
                  </a:lnTo>
                  <a:lnTo>
                    <a:pt x="218981" y="1409"/>
                  </a:lnTo>
                  <a:lnTo>
                    <a:pt x="195833" y="0"/>
                  </a:lnTo>
                  <a:close/>
                </a:path>
                <a:path w="391795" h="208914">
                  <a:moveTo>
                    <a:pt x="315229" y="27083"/>
                  </a:moveTo>
                  <a:lnTo>
                    <a:pt x="308344" y="27083"/>
                  </a:lnTo>
                  <a:lnTo>
                    <a:pt x="302069" y="27225"/>
                  </a:lnTo>
                  <a:lnTo>
                    <a:pt x="295794" y="27610"/>
                  </a:lnTo>
                  <a:lnTo>
                    <a:pt x="289305" y="28359"/>
                  </a:lnTo>
                  <a:lnTo>
                    <a:pt x="335838" y="28359"/>
                  </a:lnTo>
                  <a:lnTo>
                    <a:pt x="333775" y="28030"/>
                  </a:lnTo>
                  <a:lnTo>
                    <a:pt x="315229" y="27083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0" name="object 100"/>
          <p:cNvSpPr txBox="1"/>
          <p:nvPr/>
        </p:nvSpPr>
        <p:spPr>
          <a:xfrm>
            <a:off x="9260585" y="5693461"/>
            <a:ext cx="2461895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7C7C7C"/>
                </a:solidFill>
                <a:latin typeface="Arial"/>
                <a:cs typeface="Arial"/>
              </a:rPr>
              <a:t>Traffic</a:t>
            </a:r>
            <a:r>
              <a:rPr dirty="0" sz="1400" spc="-60">
                <a:solidFill>
                  <a:srgbClr val="7C7C7C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7C7C7C"/>
                </a:solidFill>
                <a:latin typeface="Arial"/>
                <a:cs typeface="Arial"/>
              </a:rPr>
              <a:t>jam</a:t>
            </a:r>
            <a:r>
              <a:rPr dirty="0" sz="1400" spc="-15">
                <a:solidFill>
                  <a:srgbClr val="7C7C7C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7C7C7C"/>
                </a:solidFill>
                <a:latin typeface="Arial"/>
                <a:cs typeface="Arial"/>
              </a:rPr>
              <a:t>pilot</a:t>
            </a:r>
            <a:r>
              <a:rPr dirty="0" sz="1400" spc="-35">
                <a:solidFill>
                  <a:srgbClr val="7C7C7C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7C7C7C"/>
                </a:solidFill>
                <a:latin typeface="Arial"/>
                <a:cs typeface="Arial"/>
              </a:rPr>
              <a:t>more</a:t>
            </a:r>
            <a:r>
              <a:rPr dirty="0" sz="1400" spc="-25">
                <a:solidFill>
                  <a:srgbClr val="7C7C7C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7C7C7C"/>
                </a:solidFill>
                <a:latin typeface="Arial"/>
                <a:cs typeface="Arial"/>
              </a:rPr>
              <a:t>important </a:t>
            </a:r>
            <a:r>
              <a:rPr dirty="0" sz="1400">
                <a:solidFill>
                  <a:srgbClr val="7C7C7C"/>
                </a:solidFill>
                <a:latin typeface="Arial"/>
                <a:cs typeface="Arial"/>
              </a:rPr>
              <a:t>for</a:t>
            </a:r>
            <a:r>
              <a:rPr dirty="0" sz="1400" spc="-20">
                <a:solidFill>
                  <a:srgbClr val="7C7C7C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7C7C7C"/>
                </a:solidFill>
                <a:latin typeface="Arial"/>
                <a:cs typeface="Arial"/>
              </a:rPr>
              <a:t>older</a:t>
            </a:r>
            <a:r>
              <a:rPr dirty="0" sz="1400" spc="-30">
                <a:solidFill>
                  <a:srgbClr val="7C7C7C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7C7C7C"/>
                </a:solidFill>
                <a:latin typeface="Arial"/>
                <a:cs typeface="Arial"/>
              </a:rPr>
              <a:t>consumers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6341160"/>
            <a:ext cx="1062355" cy="3003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300"/>
              </a:lnSpc>
              <a:spcBef>
                <a:spcPts val="95"/>
              </a:spcBef>
            </a:pPr>
            <a:r>
              <a:rPr dirty="0" sz="750">
                <a:latin typeface="Arial"/>
                <a:cs typeface="Arial"/>
              </a:rPr>
              <a:t>Digital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Auto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Report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-20">
                <a:latin typeface="Arial"/>
                <a:cs typeface="Arial"/>
              </a:rPr>
              <a:t>2023</a:t>
            </a:r>
            <a:r>
              <a:rPr dirty="0" sz="750" spc="-10">
                <a:latin typeface="Arial"/>
                <a:cs typeface="Arial"/>
              </a:rPr>
              <a:t> Strategy&amp;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1306556" y="62484"/>
            <a:ext cx="772795" cy="1295400"/>
            <a:chOff x="11306556" y="62484"/>
            <a:chExt cx="772795" cy="12954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15928" y="333756"/>
              <a:ext cx="121919" cy="23012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306556" y="62483"/>
              <a:ext cx="772795" cy="1295400"/>
            </a:xfrm>
            <a:custGeom>
              <a:avLst/>
              <a:gdLst/>
              <a:ahLst/>
              <a:cxnLst/>
              <a:rect l="l" t="t" r="r" b="b"/>
              <a:pathLst>
                <a:path w="772795" h="1295400">
                  <a:moveTo>
                    <a:pt x="382524" y="566928"/>
                  </a:moveTo>
                  <a:lnTo>
                    <a:pt x="352171" y="566928"/>
                  </a:lnTo>
                  <a:lnTo>
                    <a:pt x="352171" y="657352"/>
                  </a:lnTo>
                  <a:lnTo>
                    <a:pt x="344601" y="702487"/>
                  </a:lnTo>
                  <a:lnTo>
                    <a:pt x="323646" y="742124"/>
                  </a:lnTo>
                  <a:lnTo>
                    <a:pt x="291922" y="773658"/>
                  </a:lnTo>
                  <a:lnTo>
                    <a:pt x="252044" y="794486"/>
                  </a:lnTo>
                  <a:lnTo>
                    <a:pt x="206629" y="802005"/>
                  </a:lnTo>
                  <a:lnTo>
                    <a:pt x="85344" y="802005"/>
                  </a:lnTo>
                  <a:lnTo>
                    <a:pt x="85344" y="838200"/>
                  </a:lnTo>
                  <a:lnTo>
                    <a:pt x="206629" y="838200"/>
                  </a:lnTo>
                  <a:lnTo>
                    <a:pt x="253339" y="831926"/>
                  </a:lnTo>
                  <a:lnTo>
                    <a:pt x="295351" y="814095"/>
                  </a:lnTo>
                  <a:lnTo>
                    <a:pt x="330962" y="786218"/>
                  </a:lnTo>
                  <a:lnTo>
                    <a:pt x="358482" y="749795"/>
                  </a:lnTo>
                  <a:lnTo>
                    <a:pt x="376224" y="706335"/>
                  </a:lnTo>
                  <a:lnTo>
                    <a:pt x="382524" y="657352"/>
                  </a:lnTo>
                  <a:lnTo>
                    <a:pt x="382524" y="566928"/>
                  </a:lnTo>
                  <a:close/>
                </a:path>
                <a:path w="772795" h="1295400">
                  <a:moveTo>
                    <a:pt x="772668" y="132588"/>
                  </a:moveTo>
                  <a:lnTo>
                    <a:pt x="769226" y="114427"/>
                  </a:lnTo>
                  <a:lnTo>
                    <a:pt x="762965" y="81343"/>
                  </a:lnTo>
                  <a:lnTo>
                    <a:pt x="761072" y="78359"/>
                  </a:lnTo>
                  <a:lnTo>
                    <a:pt x="736168" y="39154"/>
                  </a:lnTo>
                  <a:lnTo>
                    <a:pt x="695667" y="10541"/>
                  </a:lnTo>
                  <a:lnTo>
                    <a:pt x="693547" y="10109"/>
                  </a:lnTo>
                  <a:lnTo>
                    <a:pt x="693547" y="186817"/>
                  </a:lnTo>
                  <a:lnTo>
                    <a:pt x="693547" y="657733"/>
                  </a:lnTo>
                  <a:lnTo>
                    <a:pt x="693547" y="687959"/>
                  </a:lnTo>
                  <a:lnTo>
                    <a:pt x="693547" y="1030351"/>
                  </a:lnTo>
                  <a:lnTo>
                    <a:pt x="450215" y="1030351"/>
                  </a:lnTo>
                  <a:lnTo>
                    <a:pt x="450215" y="1162812"/>
                  </a:lnTo>
                  <a:lnTo>
                    <a:pt x="445833" y="1188440"/>
                  </a:lnTo>
                  <a:lnTo>
                    <a:pt x="433463" y="1209535"/>
                  </a:lnTo>
                  <a:lnTo>
                    <a:pt x="414261" y="1223848"/>
                  </a:lnTo>
                  <a:lnTo>
                    <a:pt x="389382" y="1229106"/>
                  </a:lnTo>
                  <a:lnTo>
                    <a:pt x="363537" y="1223848"/>
                  </a:lnTo>
                  <a:lnTo>
                    <a:pt x="342239" y="1209535"/>
                  </a:lnTo>
                  <a:lnTo>
                    <a:pt x="327774" y="1188440"/>
                  </a:lnTo>
                  <a:lnTo>
                    <a:pt x="322453" y="1162812"/>
                  </a:lnTo>
                  <a:lnTo>
                    <a:pt x="327774" y="1137246"/>
                  </a:lnTo>
                  <a:lnTo>
                    <a:pt x="363537" y="1101813"/>
                  </a:lnTo>
                  <a:lnTo>
                    <a:pt x="414261" y="1101813"/>
                  </a:lnTo>
                  <a:lnTo>
                    <a:pt x="445833" y="1137246"/>
                  </a:lnTo>
                  <a:lnTo>
                    <a:pt x="450215" y="1162812"/>
                  </a:lnTo>
                  <a:lnTo>
                    <a:pt x="450215" y="1030351"/>
                  </a:lnTo>
                  <a:lnTo>
                    <a:pt x="214134" y="1030351"/>
                  </a:lnTo>
                  <a:lnTo>
                    <a:pt x="215646" y="1025080"/>
                  </a:lnTo>
                  <a:lnTo>
                    <a:pt x="219544" y="1014222"/>
                  </a:lnTo>
                  <a:lnTo>
                    <a:pt x="224028" y="1001649"/>
                  </a:lnTo>
                  <a:lnTo>
                    <a:pt x="239928" y="979347"/>
                  </a:lnTo>
                  <a:lnTo>
                    <a:pt x="259842" y="958697"/>
                  </a:lnTo>
                  <a:lnTo>
                    <a:pt x="283171" y="941438"/>
                  </a:lnTo>
                  <a:lnTo>
                    <a:pt x="309372" y="929259"/>
                  </a:lnTo>
                  <a:lnTo>
                    <a:pt x="319659" y="946048"/>
                  </a:lnTo>
                  <a:lnTo>
                    <a:pt x="332232" y="959459"/>
                  </a:lnTo>
                  <a:lnTo>
                    <a:pt x="347091" y="968336"/>
                  </a:lnTo>
                  <a:lnTo>
                    <a:pt x="364236" y="971550"/>
                  </a:lnTo>
                  <a:lnTo>
                    <a:pt x="385762" y="967409"/>
                  </a:lnTo>
                  <a:lnTo>
                    <a:pt x="403860" y="956475"/>
                  </a:lnTo>
                  <a:lnTo>
                    <a:pt x="417385" y="941019"/>
                  </a:lnTo>
                  <a:lnTo>
                    <a:pt x="422554" y="929259"/>
                  </a:lnTo>
                  <a:lnTo>
                    <a:pt x="425196" y="923290"/>
                  </a:lnTo>
                  <a:lnTo>
                    <a:pt x="437388" y="923290"/>
                  </a:lnTo>
                  <a:lnTo>
                    <a:pt x="484720" y="913765"/>
                  </a:lnTo>
                  <a:lnTo>
                    <a:pt x="515632" y="893064"/>
                  </a:lnTo>
                  <a:lnTo>
                    <a:pt x="523494" y="887818"/>
                  </a:lnTo>
                  <a:lnTo>
                    <a:pt x="549681" y="849414"/>
                  </a:lnTo>
                  <a:lnTo>
                    <a:pt x="559308" y="802513"/>
                  </a:lnTo>
                  <a:lnTo>
                    <a:pt x="559308" y="730123"/>
                  </a:lnTo>
                  <a:lnTo>
                    <a:pt x="575398" y="724420"/>
                  </a:lnTo>
                  <a:lnTo>
                    <a:pt x="587502" y="715860"/>
                  </a:lnTo>
                  <a:lnTo>
                    <a:pt x="596163" y="703897"/>
                  </a:lnTo>
                  <a:lnTo>
                    <a:pt x="601980" y="687959"/>
                  </a:lnTo>
                  <a:lnTo>
                    <a:pt x="693547" y="687959"/>
                  </a:lnTo>
                  <a:lnTo>
                    <a:pt x="693547" y="657733"/>
                  </a:lnTo>
                  <a:lnTo>
                    <a:pt x="601980" y="657733"/>
                  </a:lnTo>
                  <a:lnTo>
                    <a:pt x="596163" y="644385"/>
                  </a:lnTo>
                  <a:lnTo>
                    <a:pt x="587502" y="632129"/>
                  </a:lnTo>
                  <a:lnTo>
                    <a:pt x="575398" y="622147"/>
                  </a:lnTo>
                  <a:lnTo>
                    <a:pt x="559308" y="615569"/>
                  </a:lnTo>
                  <a:lnTo>
                    <a:pt x="559308" y="186817"/>
                  </a:lnTo>
                  <a:lnTo>
                    <a:pt x="693547" y="186817"/>
                  </a:lnTo>
                  <a:lnTo>
                    <a:pt x="693547" y="10109"/>
                  </a:lnTo>
                  <a:lnTo>
                    <a:pt x="644906" y="0"/>
                  </a:lnTo>
                  <a:lnTo>
                    <a:pt x="528828" y="0"/>
                  </a:lnTo>
                  <a:lnTo>
                    <a:pt x="528828" y="186817"/>
                  </a:lnTo>
                  <a:lnTo>
                    <a:pt x="528828" y="615569"/>
                  </a:lnTo>
                  <a:lnTo>
                    <a:pt x="515302" y="622147"/>
                  </a:lnTo>
                  <a:lnTo>
                    <a:pt x="502920" y="632129"/>
                  </a:lnTo>
                  <a:lnTo>
                    <a:pt x="492823" y="644385"/>
                  </a:lnTo>
                  <a:lnTo>
                    <a:pt x="486156" y="657733"/>
                  </a:lnTo>
                  <a:lnTo>
                    <a:pt x="400812" y="657733"/>
                  </a:lnTo>
                  <a:lnTo>
                    <a:pt x="400812" y="687959"/>
                  </a:lnTo>
                  <a:lnTo>
                    <a:pt x="486156" y="687959"/>
                  </a:lnTo>
                  <a:lnTo>
                    <a:pt x="492823" y="703897"/>
                  </a:lnTo>
                  <a:lnTo>
                    <a:pt x="502920" y="715860"/>
                  </a:lnTo>
                  <a:lnTo>
                    <a:pt x="515302" y="724420"/>
                  </a:lnTo>
                  <a:lnTo>
                    <a:pt x="528828" y="730123"/>
                  </a:lnTo>
                  <a:lnTo>
                    <a:pt x="528828" y="802513"/>
                  </a:lnTo>
                  <a:lnTo>
                    <a:pt x="521398" y="837082"/>
                  </a:lnTo>
                  <a:lnTo>
                    <a:pt x="501396" y="865936"/>
                  </a:lnTo>
                  <a:lnTo>
                    <a:pt x="472249" y="885723"/>
                  </a:lnTo>
                  <a:lnTo>
                    <a:pt x="437388" y="893064"/>
                  </a:lnTo>
                  <a:lnTo>
                    <a:pt x="425196" y="893064"/>
                  </a:lnTo>
                  <a:lnTo>
                    <a:pt x="417385" y="876300"/>
                  </a:lnTo>
                  <a:lnTo>
                    <a:pt x="403860" y="862939"/>
                  </a:lnTo>
                  <a:lnTo>
                    <a:pt x="385953" y="854202"/>
                  </a:lnTo>
                  <a:lnTo>
                    <a:pt x="386397" y="854202"/>
                  </a:lnTo>
                  <a:lnTo>
                    <a:pt x="364236" y="850900"/>
                  </a:lnTo>
                  <a:lnTo>
                    <a:pt x="345376" y="854202"/>
                  </a:lnTo>
                  <a:lnTo>
                    <a:pt x="327660" y="863701"/>
                  </a:lnTo>
                  <a:lnTo>
                    <a:pt x="314515" y="878878"/>
                  </a:lnTo>
                  <a:lnTo>
                    <a:pt x="309372" y="899160"/>
                  </a:lnTo>
                  <a:lnTo>
                    <a:pt x="274129" y="912456"/>
                  </a:lnTo>
                  <a:lnTo>
                    <a:pt x="215760" y="958697"/>
                  </a:lnTo>
                  <a:lnTo>
                    <a:pt x="191541" y="997165"/>
                  </a:lnTo>
                  <a:lnTo>
                    <a:pt x="186690" y="1009243"/>
                  </a:lnTo>
                  <a:lnTo>
                    <a:pt x="180682" y="1023556"/>
                  </a:lnTo>
                  <a:lnTo>
                    <a:pt x="178092" y="1030351"/>
                  </a:lnTo>
                  <a:lnTo>
                    <a:pt x="79121" y="1030351"/>
                  </a:lnTo>
                  <a:lnTo>
                    <a:pt x="79121" y="763905"/>
                  </a:lnTo>
                  <a:lnTo>
                    <a:pt x="83058" y="751954"/>
                  </a:lnTo>
                  <a:lnTo>
                    <a:pt x="105625" y="721487"/>
                  </a:lnTo>
                  <a:lnTo>
                    <a:pt x="140208" y="699008"/>
                  </a:lnTo>
                  <a:lnTo>
                    <a:pt x="150495" y="712355"/>
                  </a:lnTo>
                  <a:lnTo>
                    <a:pt x="163068" y="723988"/>
                  </a:lnTo>
                  <a:lnTo>
                    <a:pt x="177927" y="732218"/>
                  </a:lnTo>
                  <a:lnTo>
                    <a:pt x="195072" y="735330"/>
                  </a:lnTo>
                  <a:lnTo>
                    <a:pt x="213067" y="731164"/>
                  </a:lnTo>
                  <a:lnTo>
                    <a:pt x="229362" y="720178"/>
                  </a:lnTo>
                  <a:lnTo>
                    <a:pt x="242214" y="704634"/>
                  </a:lnTo>
                  <a:lnTo>
                    <a:pt x="244652" y="699008"/>
                  </a:lnTo>
                  <a:lnTo>
                    <a:pt x="249936" y="686816"/>
                  </a:lnTo>
                  <a:lnTo>
                    <a:pt x="329184" y="686816"/>
                  </a:lnTo>
                  <a:lnTo>
                    <a:pt x="332701" y="681278"/>
                  </a:lnTo>
                  <a:lnTo>
                    <a:pt x="334518" y="673989"/>
                  </a:lnTo>
                  <a:lnTo>
                    <a:pt x="335178" y="665568"/>
                  </a:lnTo>
                  <a:lnTo>
                    <a:pt x="335280" y="656590"/>
                  </a:lnTo>
                  <a:lnTo>
                    <a:pt x="249936" y="656590"/>
                  </a:lnTo>
                  <a:lnTo>
                    <a:pt x="242214" y="639737"/>
                  </a:lnTo>
                  <a:lnTo>
                    <a:pt x="229362" y="626287"/>
                  </a:lnTo>
                  <a:lnTo>
                    <a:pt x="213067" y="617397"/>
                  </a:lnTo>
                  <a:lnTo>
                    <a:pt x="195072" y="614172"/>
                  </a:lnTo>
                  <a:lnTo>
                    <a:pt x="170116" y="618439"/>
                  </a:lnTo>
                  <a:lnTo>
                    <a:pt x="150876" y="630085"/>
                  </a:lnTo>
                  <a:lnTo>
                    <a:pt x="138493" y="647395"/>
                  </a:lnTo>
                  <a:lnTo>
                    <a:pt x="134112" y="668655"/>
                  </a:lnTo>
                  <a:lnTo>
                    <a:pt x="98386" y="686638"/>
                  </a:lnTo>
                  <a:lnTo>
                    <a:pt x="79121" y="705866"/>
                  </a:lnTo>
                  <a:lnTo>
                    <a:pt x="79121" y="554990"/>
                  </a:lnTo>
                  <a:lnTo>
                    <a:pt x="510540" y="554990"/>
                  </a:lnTo>
                  <a:lnTo>
                    <a:pt x="510540" y="546100"/>
                  </a:lnTo>
                  <a:lnTo>
                    <a:pt x="510540" y="527050"/>
                  </a:lnTo>
                  <a:lnTo>
                    <a:pt x="510540" y="518160"/>
                  </a:lnTo>
                  <a:lnTo>
                    <a:pt x="79121" y="518160"/>
                  </a:lnTo>
                  <a:lnTo>
                    <a:pt x="79121" y="186817"/>
                  </a:lnTo>
                  <a:lnTo>
                    <a:pt x="528828" y="186817"/>
                  </a:lnTo>
                  <a:lnTo>
                    <a:pt x="528828" y="0"/>
                  </a:lnTo>
                  <a:lnTo>
                    <a:pt x="480695" y="0"/>
                  </a:lnTo>
                  <a:lnTo>
                    <a:pt x="480695" y="78359"/>
                  </a:lnTo>
                  <a:lnTo>
                    <a:pt x="480695" y="114427"/>
                  </a:lnTo>
                  <a:lnTo>
                    <a:pt x="316357" y="114427"/>
                  </a:lnTo>
                  <a:lnTo>
                    <a:pt x="316357" y="78359"/>
                  </a:lnTo>
                  <a:lnTo>
                    <a:pt x="480695" y="78359"/>
                  </a:lnTo>
                  <a:lnTo>
                    <a:pt x="480695" y="0"/>
                  </a:lnTo>
                  <a:lnTo>
                    <a:pt x="133858" y="0"/>
                  </a:lnTo>
                  <a:lnTo>
                    <a:pt x="91884" y="6845"/>
                  </a:lnTo>
                  <a:lnTo>
                    <a:pt x="55181" y="25831"/>
                  </a:lnTo>
                  <a:lnTo>
                    <a:pt x="26085" y="54648"/>
                  </a:lnTo>
                  <a:lnTo>
                    <a:pt x="6908" y="91008"/>
                  </a:lnTo>
                  <a:lnTo>
                    <a:pt x="0" y="132588"/>
                  </a:lnTo>
                  <a:lnTo>
                    <a:pt x="0" y="1162812"/>
                  </a:lnTo>
                  <a:lnTo>
                    <a:pt x="6908" y="1204404"/>
                  </a:lnTo>
                  <a:lnTo>
                    <a:pt x="26085" y="1240764"/>
                  </a:lnTo>
                  <a:lnTo>
                    <a:pt x="55181" y="1269580"/>
                  </a:lnTo>
                  <a:lnTo>
                    <a:pt x="91884" y="1288567"/>
                  </a:lnTo>
                  <a:lnTo>
                    <a:pt x="133858" y="1295400"/>
                  </a:lnTo>
                  <a:lnTo>
                    <a:pt x="644906" y="1295400"/>
                  </a:lnTo>
                  <a:lnTo>
                    <a:pt x="695667" y="1284871"/>
                  </a:lnTo>
                  <a:lnTo>
                    <a:pt x="736168" y="1256258"/>
                  </a:lnTo>
                  <a:lnTo>
                    <a:pt x="762965" y="1214069"/>
                  </a:lnTo>
                  <a:lnTo>
                    <a:pt x="772668" y="1162812"/>
                  </a:lnTo>
                  <a:lnTo>
                    <a:pt x="772668" y="1096518"/>
                  </a:lnTo>
                  <a:lnTo>
                    <a:pt x="772668" y="1030351"/>
                  </a:lnTo>
                  <a:lnTo>
                    <a:pt x="772668" y="186817"/>
                  </a:lnTo>
                  <a:lnTo>
                    <a:pt x="772668" y="132588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449389" y="2311717"/>
            <a:ext cx="5409565" cy="3187065"/>
            <a:chOff x="449389" y="2311717"/>
            <a:chExt cx="5409565" cy="3187065"/>
          </a:xfrm>
        </p:grpSpPr>
        <p:sp>
          <p:nvSpPr>
            <p:cNvPr id="7" name="object 7"/>
            <p:cNvSpPr/>
            <p:nvPr/>
          </p:nvSpPr>
          <p:spPr>
            <a:xfrm>
              <a:off x="454151" y="3628643"/>
              <a:ext cx="5400040" cy="1865630"/>
            </a:xfrm>
            <a:custGeom>
              <a:avLst/>
              <a:gdLst/>
              <a:ahLst/>
              <a:cxnLst/>
              <a:rect l="l" t="t" r="r" b="b"/>
              <a:pathLst>
                <a:path w="5400040" h="1865629">
                  <a:moveTo>
                    <a:pt x="5399532" y="0"/>
                  </a:moveTo>
                  <a:lnTo>
                    <a:pt x="0" y="0"/>
                  </a:lnTo>
                  <a:lnTo>
                    <a:pt x="0" y="1865375"/>
                  </a:lnTo>
                  <a:lnTo>
                    <a:pt x="5399532" y="1865375"/>
                  </a:lnTo>
                  <a:lnTo>
                    <a:pt x="5399532" y="0"/>
                  </a:lnTo>
                  <a:close/>
                </a:path>
              </a:pathLst>
            </a:custGeom>
            <a:solidFill>
              <a:srgbClr val="F8DD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54151" y="3628643"/>
              <a:ext cx="5400040" cy="1865630"/>
            </a:xfrm>
            <a:custGeom>
              <a:avLst/>
              <a:gdLst/>
              <a:ahLst/>
              <a:cxnLst/>
              <a:rect l="l" t="t" r="r" b="b"/>
              <a:pathLst>
                <a:path w="5400040" h="1865629">
                  <a:moveTo>
                    <a:pt x="0" y="1865375"/>
                  </a:moveTo>
                  <a:lnTo>
                    <a:pt x="5399532" y="1865375"/>
                  </a:lnTo>
                  <a:lnTo>
                    <a:pt x="5399532" y="0"/>
                  </a:lnTo>
                  <a:lnTo>
                    <a:pt x="0" y="0"/>
                  </a:lnTo>
                  <a:lnTo>
                    <a:pt x="0" y="1865375"/>
                  </a:lnTo>
                  <a:close/>
                </a:path>
              </a:pathLst>
            </a:custGeom>
            <a:ln w="9525">
              <a:solidFill>
                <a:srgbClr val="DB526A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818132" y="2378963"/>
              <a:ext cx="1039494" cy="2811780"/>
            </a:xfrm>
            <a:custGeom>
              <a:avLst/>
              <a:gdLst/>
              <a:ahLst/>
              <a:cxnLst/>
              <a:rect l="l" t="t" r="r" b="b"/>
              <a:pathLst>
                <a:path w="1039494" h="2811779">
                  <a:moveTo>
                    <a:pt x="601980" y="885444"/>
                  </a:moveTo>
                  <a:lnTo>
                    <a:pt x="0" y="885444"/>
                  </a:lnTo>
                  <a:lnTo>
                    <a:pt x="0" y="1042416"/>
                  </a:lnTo>
                  <a:lnTo>
                    <a:pt x="601980" y="1042416"/>
                  </a:lnTo>
                  <a:lnTo>
                    <a:pt x="601980" y="885444"/>
                  </a:lnTo>
                  <a:close/>
                </a:path>
                <a:path w="1039494" h="2811779">
                  <a:moveTo>
                    <a:pt x="769620" y="441960"/>
                  </a:moveTo>
                  <a:lnTo>
                    <a:pt x="0" y="441960"/>
                  </a:lnTo>
                  <a:lnTo>
                    <a:pt x="0" y="600456"/>
                  </a:lnTo>
                  <a:lnTo>
                    <a:pt x="769620" y="600456"/>
                  </a:lnTo>
                  <a:lnTo>
                    <a:pt x="769620" y="441960"/>
                  </a:lnTo>
                  <a:close/>
                </a:path>
                <a:path w="1039494" h="2811779">
                  <a:moveTo>
                    <a:pt x="873252" y="1769364"/>
                  </a:moveTo>
                  <a:lnTo>
                    <a:pt x="0" y="1769364"/>
                  </a:lnTo>
                  <a:lnTo>
                    <a:pt x="0" y="1927860"/>
                  </a:lnTo>
                  <a:lnTo>
                    <a:pt x="873252" y="1927860"/>
                  </a:lnTo>
                  <a:lnTo>
                    <a:pt x="873252" y="1769364"/>
                  </a:lnTo>
                  <a:close/>
                </a:path>
                <a:path w="1039494" h="2811779">
                  <a:moveTo>
                    <a:pt x="873252" y="0"/>
                  </a:moveTo>
                  <a:lnTo>
                    <a:pt x="0" y="0"/>
                  </a:lnTo>
                  <a:lnTo>
                    <a:pt x="0" y="158496"/>
                  </a:lnTo>
                  <a:lnTo>
                    <a:pt x="873252" y="158496"/>
                  </a:lnTo>
                  <a:lnTo>
                    <a:pt x="873252" y="0"/>
                  </a:lnTo>
                  <a:close/>
                </a:path>
                <a:path w="1039494" h="2811779">
                  <a:moveTo>
                    <a:pt x="925068" y="1327404"/>
                  </a:moveTo>
                  <a:lnTo>
                    <a:pt x="0" y="1327404"/>
                  </a:lnTo>
                  <a:lnTo>
                    <a:pt x="0" y="1484376"/>
                  </a:lnTo>
                  <a:lnTo>
                    <a:pt x="925068" y="1484376"/>
                  </a:lnTo>
                  <a:lnTo>
                    <a:pt x="925068" y="1327404"/>
                  </a:lnTo>
                  <a:close/>
                </a:path>
                <a:path w="1039494" h="2811779">
                  <a:moveTo>
                    <a:pt x="987552" y="2211324"/>
                  </a:moveTo>
                  <a:lnTo>
                    <a:pt x="0" y="2211324"/>
                  </a:lnTo>
                  <a:lnTo>
                    <a:pt x="0" y="2369820"/>
                  </a:lnTo>
                  <a:lnTo>
                    <a:pt x="987552" y="2369820"/>
                  </a:lnTo>
                  <a:lnTo>
                    <a:pt x="987552" y="2211324"/>
                  </a:lnTo>
                  <a:close/>
                </a:path>
                <a:path w="1039494" h="2811779">
                  <a:moveTo>
                    <a:pt x="1039368" y="2653284"/>
                  </a:moveTo>
                  <a:lnTo>
                    <a:pt x="0" y="2653284"/>
                  </a:lnTo>
                  <a:lnTo>
                    <a:pt x="0" y="2811780"/>
                  </a:lnTo>
                  <a:lnTo>
                    <a:pt x="1039368" y="2811780"/>
                  </a:lnTo>
                  <a:lnTo>
                    <a:pt x="1039368" y="2653284"/>
                  </a:lnTo>
                  <a:close/>
                </a:path>
              </a:pathLst>
            </a:custGeom>
            <a:solidFill>
              <a:srgbClr val="0D020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818131" y="3706367"/>
              <a:ext cx="1039494" cy="1484630"/>
            </a:xfrm>
            <a:custGeom>
              <a:avLst/>
              <a:gdLst/>
              <a:ahLst/>
              <a:cxnLst/>
              <a:rect l="l" t="t" r="r" b="b"/>
              <a:pathLst>
                <a:path w="1039494" h="1484629">
                  <a:moveTo>
                    <a:pt x="925068" y="0"/>
                  </a:moveTo>
                  <a:lnTo>
                    <a:pt x="0" y="0"/>
                  </a:lnTo>
                  <a:lnTo>
                    <a:pt x="0" y="156972"/>
                  </a:lnTo>
                  <a:lnTo>
                    <a:pt x="925068" y="156972"/>
                  </a:lnTo>
                  <a:lnTo>
                    <a:pt x="925068" y="0"/>
                  </a:lnTo>
                  <a:close/>
                </a:path>
                <a:path w="1039494" h="1484629">
                  <a:moveTo>
                    <a:pt x="873252" y="441960"/>
                  </a:moveTo>
                  <a:lnTo>
                    <a:pt x="0" y="441960"/>
                  </a:lnTo>
                  <a:lnTo>
                    <a:pt x="0" y="600456"/>
                  </a:lnTo>
                  <a:lnTo>
                    <a:pt x="873252" y="600456"/>
                  </a:lnTo>
                  <a:lnTo>
                    <a:pt x="873252" y="441960"/>
                  </a:lnTo>
                  <a:close/>
                </a:path>
                <a:path w="1039494" h="1484629">
                  <a:moveTo>
                    <a:pt x="987552" y="883920"/>
                  </a:moveTo>
                  <a:lnTo>
                    <a:pt x="0" y="883920"/>
                  </a:lnTo>
                  <a:lnTo>
                    <a:pt x="0" y="1042416"/>
                  </a:lnTo>
                  <a:lnTo>
                    <a:pt x="987552" y="1042416"/>
                  </a:lnTo>
                  <a:lnTo>
                    <a:pt x="987552" y="883920"/>
                  </a:lnTo>
                  <a:close/>
                </a:path>
                <a:path w="1039494" h="1484629">
                  <a:moveTo>
                    <a:pt x="1039368" y="1325880"/>
                  </a:moveTo>
                  <a:lnTo>
                    <a:pt x="0" y="1325880"/>
                  </a:lnTo>
                  <a:lnTo>
                    <a:pt x="0" y="1484376"/>
                  </a:lnTo>
                  <a:lnTo>
                    <a:pt x="1039368" y="1484376"/>
                  </a:lnTo>
                  <a:lnTo>
                    <a:pt x="1039368" y="132588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818132" y="2537459"/>
              <a:ext cx="721360" cy="2811780"/>
            </a:xfrm>
            <a:custGeom>
              <a:avLst/>
              <a:gdLst/>
              <a:ahLst/>
              <a:cxnLst/>
              <a:rect l="l" t="t" r="r" b="b"/>
              <a:pathLst>
                <a:path w="721360" h="2811779">
                  <a:moveTo>
                    <a:pt x="454152" y="2653284"/>
                  </a:moveTo>
                  <a:lnTo>
                    <a:pt x="0" y="2653284"/>
                  </a:lnTo>
                  <a:lnTo>
                    <a:pt x="0" y="2811780"/>
                  </a:lnTo>
                  <a:lnTo>
                    <a:pt x="454152" y="2811780"/>
                  </a:lnTo>
                  <a:lnTo>
                    <a:pt x="454152" y="2653284"/>
                  </a:lnTo>
                  <a:close/>
                </a:path>
                <a:path w="721360" h="2811779">
                  <a:moveTo>
                    <a:pt x="501396" y="1769364"/>
                  </a:moveTo>
                  <a:lnTo>
                    <a:pt x="0" y="1769364"/>
                  </a:lnTo>
                  <a:lnTo>
                    <a:pt x="0" y="1926336"/>
                  </a:lnTo>
                  <a:lnTo>
                    <a:pt x="501396" y="1926336"/>
                  </a:lnTo>
                  <a:lnTo>
                    <a:pt x="501396" y="1769364"/>
                  </a:lnTo>
                  <a:close/>
                </a:path>
                <a:path w="721360" h="2811779">
                  <a:moveTo>
                    <a:pt x="507492" y="2211324"/>
                  </a:moveTo>
                  <a:lnTo>
                    <a:pt x="0" y="2211324"/>
                  </a:lnTo>
                  <a:lnTo>
                    <a:pt x="0" y="2368296"/>
                  </a:lnTo>
                  <a:lnTo>
                    <a:pt x="507492" y="2368296"/>
                  </a:lnTo>
                  <a:lnTo>
                    <a:pt x="507492" y="2211324"/>
                  </a:lnTo>
                  <a:close/>
                </a:path>
                <a:path w="721360" h="2811779">
                  <a:moveTo>
                    <a:pt x="553212" y="1325880"/>
                  </a:moveTo>
                  <a:lnTo>
                    <a:pt x="0" y="1325880"/>
                  </a:lnTo>
                  <a:lnTo>
                    <a:pt x="0" y="1484376"/>
                  </a:lnTo>
                  <a:lnTo>
                    <a:pt x="553212" y="1484376"/>
                  </a:lnTo>
                  <a:lnTo>
                    <a:pt x="553212" y="1325880"/>
                  </a:lnTo>
                  <a:close/>
                </a:path>
                <a:path w="721360" h="2811779">
                  <a:moveTo>
                    <a:pt x="652272" y="441960"/>
                  </a:moveTo>
                  <a:lnTo>
                    <a:pt x="0" y="441960"/>
                  </a:lnTo>
                  <a:lnTo>
                    <a:pt x="0" y="600456"/>
                  </a:lnTo>
                  <a:lnTo>
                    <a:pt x="652272" y="600456"/>
                  </a:lnTo>
                  <a:lnTo>
                    <a:pt x="652272" y="441960"/>
                  </a:lnTo>
                  <a:close/>
                </a:path>
                <a:path w="721360" h="2811779">
                  <a:moveTo>
                    <a:pt x="658368" y="883920"/>
                  </a:moveTo>
                  <a:lnTo>
                    <a:pt x="0" y="883920"/>
                  </a:lnTo>
                  <a:lnTo>
                    <a:pt x="0" y="1042416"/>
                  </a:lnTo>
                  <a:lnTo>
                    <a:pt x="658368" y="1042416"/>
                  </a:lnTo>
                  <a:lnTo>
                    <a:pt x="658368" y="883920"/>
                  </a:lnTo>
                  <a:close/>
                </a:path>
                <a:path w="721360" h="2811779">
                  <a:moveTo>
                    <a:pt x="720852" y="0"/>
                  </a:moveTo>
                  <a:lnTo>
                    <a:pt x="0" y="0"/>
                  </a:lnTo>
                  <a:lnTo>
                    <a:pt x="0" y="158496"/>
                  </a:lnTo>
                  <a:lnTo>
                    <a:pt x="720852" y="158496"/>
                  </a:lnTo>
                  <a:lnTo>
                    <a:pt x="720852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818131" y="2537459"/>
              <a:ext cx="721360" cy="2811780"/>
            </a:xfrm>
            <a:custGeom>
              <a:avLst/>
              <a:gdLst/>
              <a:ahLst/>
              <a:cxnLst/>
              <a:rect l="l" t="t" r="r" b="b"/>
              <a:pathLst>
                <a:path w="721360" h="2811779">
                  <a:moveTo>
                    <a:pt x="720851" y="0"/>
                  </a:moveTo>
                  <a:lnTo>
                    <a:pt x="0" y="0"/>
                  </a:lnTo>
                  <a:lnTo>
                    <a:pt x="0" y="158496"/>
                  </a:lnTo>
                  <a:lnTo>
                    <a:pt x="720851" y="158496"/>
                  </a:lnTo>
                  <a:lnTo>
                    <a:pt x="720851" y="0"/>
                  </a:lnTo>
                  <a:close/>
                </a:path>
                <a:path w="721360" h="2811779">
                  <a:moveTo>
                    <a:pt x="652271" y="441959"/>
                  </a:moveTo>
                  <a:lnTo>
                    <a:pt x="0" y="441959"/>
                  </a:lnTo>
                  <a:lnTo>
                    <a:pt x="0" y="600456"/>
                  </a:lnTo>
                  <a:lnTo>
                    <a:pt x="652271" y="600456"/>
                  </a:lnTo>
                  <a:lnTo>
                    <a:pt x="652271" y="441959"/>
                  </a:lnTo>
                  <a:close/>
                </a:path>
                <a:path w="721360" h="2811779">
                  <a:moveTo>
                    <a:pt x="658367" y="883919"/>
                  </a:moveTo>
                  <a:lnTo>
                    <a:pt x="0" y="883919"/>
                  </a:lnTo>
                  <a:lnTo>
                    <a:pt x="0" y="1042416"/>
                  </a:lnTo>
                  <a:lnTo>
                    <a:pt x="658367" y="1042416"/>
                  </a:lnTo>
                  <a:lnTo>
                    <a:pt x="658367" y="883919"/>
                  </a:lnTo>
                  <a:close/>
                </a:path>
                <a:path w="721360" h="2811779">
                  <a:moveTo>
                    <a:pt x="553211" y="1325880"/>
                  </a:moveTo>
                  <a:lnTo>
                    <a:pt x="0" y="1325880"/>
                  </a:lnTo>
                  <a:lnTo>
                    <a:pt x="0" y="1484376"/>
                  </a:lnTo>
                  <a:lnTo>
                    <a:pt x="553211" y="1484376"/>
                  </a:lnTo>
                  <a:lnTo>
                    <a:pt x="553211" y="1325880"/>
                  </a:lnTo>
                  <a:close/>
                </a:path>
                <a:path w="721360" h="2811779">
                  <a:moveTo>
                    <a:pt x="501395" y="1769364"/>
                  </a:moveTo>
                  <a:lnTo>
                    <a:pt x="0" y="1769364"/>
                  </a:lnTo>
                  <a:lnTo>
                    <a:pt x="0" y="1926336"/>
                  </a:lnTo>
                  <a:lnTo>
                    <a:pt x="501395" y="1926336"/>
                  </a:lnTo>
                  <a:lnTo>
                    <a:pt x="501395" y="1769364"/>
                  </a:lnTo>
                  <a:close/>
                </a:path>
                <a:path w="721360" h="2811779">
                  <a:moveTo>
                    <a:pt x="507491" y="2211324"/>
                  </a:moveTo>
                  <a:lnTo>
                    <a:pt x="0" y="2211324"/>
                  </a:lnTo>
                  <a:lnTo>
                    <a:pt x="0" y="2368296"/>
                  </a:lnTo>
                  <a:lnTo>
                    <a:pt x="507491" y="2368296"/>
                  </a:lnTo>
                  <a:lnTo>
                    <a:pt x="507491" y="2211324"/>
                  </a:lnTo>
                  <a:close/>
                </a:path>
                <a:path w="721360" h="2811779">
                  <a:moveTo>
                    <a:pt x="454151" y="2653284"/>
                  </a:moveTo>
                  <a:lnTo>
                    <a:pt x="0" y="2653284"/>
                  </a:lnTo>
                  <a:lnTo>
                    <a:pt x="0" y="2811780"/>
                  </a:lnTo>
                  <a:lnTo>
                    <a:pt x="454151" y="2811780"/>
                  </a:lnTo>
                  <a:lnTo>
                    <a:pt x="454151" y="2653284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818131" y="2316479"/>
              <a:ext cx="0" cy="3095625"/>
            </a:xfrm>
            <a:custGeom>
              <a:avLst/>
              <a:gdLst/>
              <a:ahLst/>
              <a:cxnLst/>
              <a:rect l="l" t="t" r="r" b="b"/>
              <a:pathLst>
                <a:path w="0" h="3095625">
                  <a:moveTo>
                    <a:pt x="0" y="0"/>
                  </a:moveTo>
                  <a:lnTo>
                    <a:pt x="0" y="3095244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430174" y="296926"/>
            <a:ext cx="10810240" cy="1260475"/>
          </a:xfrm>
          <a:prstGeom prst="rect"/>
        </p:spPr>
        <p:txBody>
          <a:bodyPr wrap="square" lIns="0" tIns="88265" rIns="0" bIns="0" rtlCol="0" vert="horz">
            <a:spAutoFit/>
          </a:bodyPr>
          <a:lstStyle/>
          <a:p>
            <a:pPr marL="12700" marR="5080">
              <a:lnSpc>
                <a:spcPts val="3260"/>
              </a:lnSpc>
              <a:spcBef>
                <a:spcPts val="695"/>
              </a:spcBef>
            </a:pPr>
            <a:r>
              <a:rPr dirty="0">
                <a:solidFill>
                  <a:srgbClr val="000000"/>
                </a:solidFill>
              </a:rPr>
              <a:t>Experts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in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Germany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/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US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attach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even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more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importance</a:t>
            </a:r>
            <a:r>
              <a:rPr dirty="0" spc="-40">
                <a:solidFill>
                  <a:srgbClr val="000000"/>
                </a:solidFill>
              </a:rPr>
              <a:t> </a:t>
            </a:r>
            <a:r>
              <a:rPr dirty="0" spc="-20">
                <a:solidFill>
                  <a:srgbClr val="000000"/>
                </a:solidFill>
              </a:rPr>
              <a:t>than </a:t>
            </a:r>
            <a:r>
              <a:rPr dirty="0">
                <a:solidFill>
                  <a:srgbClr val="000000"/>
                </a:solidFill>
              </a:rPr>
              <a:t>consumers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to automated</a:t>
            </a:r>
            <a:r>
              <a:rPr dirty="0" spc="-3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driving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function</a:t>
            </a:r>
            <a:r>
              <a:rPr dirty="0" spc="-3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attractiveness</a:t>
            </a: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800" spc="-20" b="1">
                <a:solidFill>
                  <a:srgbClr val="A21F1F"/>
                </a:solidFill>
                <a:latin typeface="Arial"/>
                <a:cs typeface="Arial"/>
              </a:rPr>
              <a:t>On-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demand</a:t>
            </a:r>
            <a:r>
              <a:rPr dirty="0" sz="1800" spc="-3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car</a:t>
            </a:r>
            <a:r>
              <a:rPr dirty="0" sz="1800" spc="-1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functions</a:t>
            </a:r>
            <a:r>
              <a:rPr dirty="0" sz="1800" spc="-6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–</a:t>
            </a:r>
            <a:r>
              <a:rPr dirty="0" sz="1800" spc="-1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Share</a:t>
            </a:r>
            <a:r>
              <a:rPr dirty="0" sz="1800" spc="-1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of</a:t>
            </a:r>
            <a:r>
              <a:rPr dirty="0" sz="1800" spc="-2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experts</a:t>
            </a:r>
            <a:r>
              <a:rPr dirty="0" sz="1800" spc="-1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rating</a:t>
            </a:r>
            <a:r>
              <a:rPr dirty="0" sz="1800" spc="-1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function</a:t>
            </a:r>
            <a:r>
              <a:rPr dirty="0" sz="1800" spc="-2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as</a:t>
            </a:r>
            <a:r>
              <a:rPr dirty="0" sz="1800" spc="-10" b="1">
                <a:solidFill>
                  <a:srgbClr val="A21F1F"/>
                </a:solidFill>
                <a:latin typeface="Arial"/>
                <a:cs typeface="Arial"/>
              </a:rPr>
              <a:t> important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78354" y="6500876"/>
            <a:ext cx="1626235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>
                <a:latin typeface="Arial"/>
                <a:cs typeface="Arial"/>
              </a:rPr>
              <a:t>Source:</a:t>
            </a:r>
            <a:r>
              <a:rPr dirty="0" sz="750" spc="-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PwC</a:t>
            </a:r>
            <a:r>
              <a:rPr dirty="0" sz="750" spc="1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Strategy&amp;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expert</a:t>
            </a:r>
            <a:r>
              <a:rPr dirty="0" sz="750" spc="-10">
                <a:latin typeface="Arial"/>
                <a:cs typeface="Arial"/>
              </a:rPr>
              <a:t> survey</a:t>
            </a:r>
            <a:endParaRPr sz="7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0174" y="80518"/>
            <a:ext cx="15989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"/>
                <a:cs typeface="Arial"/>
              </a:rPr>
              <a:t>Expert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–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Connected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584438" y="3370833"/>
            <a:ext cx="2624455" cy="8801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Arial"/>
                <a:cs typeface="Arial"/>
              </a:rPr>
              <a:t>Extension</a:t>
            </a:r>
            <a:r>
              <a:rPr dirty="0" sz="1400" spc="-7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of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battery</a:t>
            </a:r>
            <a:r>
              <a:rPr dirty="0" sz="1400" spc="-5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range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spc="-25" b="1">
                <a:latin typeface="Arial"/>
                <a:cs typeface="Arial"/>
              </a:rPr>
              <a:t>and </a:t>
            </a:r>
            <a:r>
              <a:rPr dirty="0" sz="1400" b="1">
                <a:latin typeface="Arial"/>
                <a:cs typeface="Arial"/>
              </a:rPr>
              <a:t>traffic</a:t>
            </a:r>
            <a:r>
              <a:rPr dirty="0" sz="1400" spc="-5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jam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pilot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are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considered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most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important</a:t>
            </a:r>
            <a:r>
              <a:rPr dirty="0" sz="1400" spc="-50" b="1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functions </a:t>
            </a:r>
            <a:r>
              <a:rPr dirty="0" sz="1400">
                <a:latin typeface="Arial"/>
                <a:cs typeface="Arial"/>
              </a:rPr>
              <a:t>among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experts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572500" y="1741932"/>
            <a:ext cx="3619500" cy="1051560"/>
          </a:xfrm>
          <a:custGeom>
            <a:avLst/>
            <a:gdLst/>
            <a:ahLst/>
            <a:cxnLst/>
            <a:rect l="l" t="t" r="r" b="b"/>
            <a:pathLst>
              <a:path w="3619500" h="1051560">
                <a:moveTo>
                  <a:pt x="3619500" y="0"/>
                </a:moveTo>
                <a:lnTo>
                  <a:pt x="0" y="0"/>
                </a:lnTo>
                <a:lnTo>
                  <a:pt x="0" y="1051560"/>
                </a:lnTo>
                <a:lnTo>
                  <a:pt x="3619500" y="1051560"/>
                </a:lnTo>
                <a:lnTo>
                  <a:pt x="36195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8772270" y="1904492"/>
            <a:ext cx="2106930" cy="666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400" b="1" i="1">
                <a:solidFill>
                  <a:srgbClr val="A21F1F"/>
                </a:solidFill>
                <a:latin typeface="Arial"/>
                <a:cs typeface="Arial"/>
              </a:rPr>
              <a:t>Question:</a:t>
            </a:r>
            <a:r>
              <a:rPr dirty="0" sz="1400" spc="-70" b="1" i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“How</a:t>
            </a:r>
            <a:r>
              <a:rPr dirty="0" sz="1400" spc="-40" i="1">
                <a:latin typeface="Arial"/>
                <a:cs typeface="Arial"/>
              </a:rPr>
              <a:t> </a:t>
            </a:r>
            <a:r>
              <a:rPr dirty="0" sz="1400" spc="-10" i="1">
                <a:latin typeface="Arial"/>
                <a:cs typeface="Arial"/>
              </a:rPr>
              <a:t>important</a:t>
            </a:r>
            <a:r>
              <a:rPr dirty="0" sz="1400" spc="-1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would</a:t>
            </a:r>
            <a:r>
              <a:rPr dirty="0" sz="1400" spc="-3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be</a:t>
            </a:r>
            <a:r>
              <a:rPr dirty="0" sz="1400" spc="-20" i="1">
                <a:latin typeface="Arial"/>
                <a:cs typeface="Arial"/>
              </a:rPr>
              <a:t> </a:t>
            </a:r>
            <a:r>
              <a:rPr dirty="0" sz="1400" spc="-10" i="1">
                <a:latin typeface="Arial"/>
                <a:cs typeface="Arial"/>
              </a:rPr>
              <a:t>on-</a:t>
            </a:r>
            <a:r>
              <a:rPr dirty="0" sz="1400" i="1">
                <a:latin typeface="Arial"/>
                <a:cs typeface="Arial"/>
              </a:rPr>
              <a:t>demand</a:t>
            </a:r>
            <a:r>
              <a:rPr dirty="0" sz="1400" spc="-55" i="1">
                <a:latin typeface="Arial"/>
                <a:cs typeface="Arial"/>
              </a:rPr>
              <a:t> </a:t>
            </a:r>
            <a:r>
              <a:rPr dirty="0" sz="1400" spc="-25" i="1">
                <a:latin typeface="Arial"/>
                <a:cs typeface="Arial"/>
              </a:rPr>
              <a:t>car </a:t>
            </a:r>
            <a:r>
              <a:rPr dirty="0" sz="1400" i="1">
                <a:latin typeface="Arial"/>
                <a:cs typeface="Arial"/>
              </a:rPr>
              <a:t>function</a:t>
            </a:r>
            <a:r>
              <a:rPr dirty="0" sz="1400" spc="-6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[...]</a:t>
            </a:r>
            <a:r>
              <a:rPr dirty="0" sz="1400" spc="-5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to</a:t>
            </a:r>
            <a:r>
              <a:rPr dirty="0" sz="1400" spc="-20" i="1">
                <a:latin typeface="Arial"/>
                <a:cs typeface="Arial"/>
              </a:rPr>
              <a:t> </a:t>
            </a:r>
            <a:r>
              <a:rPr dirty="0" sz="1400" spc="-10" i="1">
                <a:latin typeface="Arial"/>
                <a:cs typeface="Arial"/>
              </a:rPr>
              <a:t>you?”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609076" y="2932176"/>
            <a:ext cx="182880" cy="414655"/>
          </a:xfrm>
          <a:custGeom>
            <a:avLst/>
            <a:gdLst/>
            <a:ahLst/>
            <a:cxnLst/>
            <a:rect l="l" t="t" r="r" b="b"/>
            <a:pathLst>
              <a:path w="182879" h="414654">
                <a:moveTo>
                  <a:pt x="182879" y="0"/>
                </a:moveTo>
                <a:lnTo>
                  <a:pt x="0" y="0"/>
                </a:lnTo>
                <a:lnTo>
                  <a:pt x="0" y="198882"/>
                </a:lnTo>
                <a:lnTo>
                  <a:pt x="84962" y="198882"/>
                </a:lnTo>
                <a:lnTo>
                  <a:pt x="80898" y="242824"/>
                </a:lnTo>
                <a:lnTo>
                  <a:pt x="67055" y="279527"/>
                </a:lnTo>
                <a:lnTo>
                  <a:pt x="41020" y="308483"/>
                </a:lnTo>
                <a:lnTo>
                  <a:pt x="0" y="329184"/>
                </a:lnTo>
                <a:lnTo>
                  <a:pt x="0" y="414401"/>
                </a:lnTo>
                <a:lnTo>
                  <a:pt x="43941" y="403987"/>
                </a:lnTo>
                <a:lnTo>
                  <a:pt x="83692" y="385318"/>
                </a:lnTo>
                <a:lnTo>
                  <a:pt x="117982" y="359283"/>
                </a:lnTo>
                <a:lnTo>
                  <a:pt x="146176" y="326644"/>
                </a:lnTo>
                <a:lnTo>
                  <a:pt x="167004" y="288290"/>
                </a:lnTo>
                <a:lnTo>
                  <a:pt x="179577" y="244983"/>
                </a:lnTo>
                <a:lnTo>
                  <a:pt x="182752" y="198882"/>
                </a:lnTo>
                <a:lnTo>
                  <a:pt x="1828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883268" y="2932176"/>
            <a:ext cx="182880" cy="414655"/>
          </a:xfrm>
          <a:custGeom>
            <a:avLst/>
            <a:gdLst/>
            <a:ahLst/>
            <a:cxnLst/>
            <a:rect l="l" t="t" r="r" b="b"/>
            <a:pathLst>
              <a:path w="182879" h="414654">
                <a:moveTo>
                  <a:pt x="182879" y="0"/>
                </a:moveTo>
                <a:lnTo>
                  <a:pt x="0" y="0"/>
                </a:lnTo>
                <a:lnTo>
                  <a:pt x="0" y="198882"/>
                </a:lnTo>
                <a:lnTo>
                  <a:pt x="84962" y="198882"/>
                </a:lnTo>
                <a:lnTo>
                  <a:pt x="81025" y="242824"/>
                </a:lnTo>
                <a:lnTo>
                  <a:pt x="67182" y="279527"/>
                </a:lnTo>
                <a:lnTo>
                  <a:pt x="41020" y="308483"/>
                </a:lnTo>
                <a:lnTo>
                  <a:pt x="0" y="329184"/>
                </a:lnTo>
                <a:lnTo>
                  <a:pt x="0" y="414401"/>
                </a:lnTo>
                <a:lnTo>
                  <a:pt x="44068" y="403987"/>
                </a:lnTo>
                <a:lnTo>
                  <a:pt x="83692" y="385318"/>
                </a:lnTo>
                <a:lnTo>
                  <a:pt x="118109" y="359283"/>
                </a:lnTo>
                <a:lnTo>
                  <a:pt x="146176" y="326644"/>
                </a:lnTo>
                <a:lnTo>
                  <a:pt x="167004" y="288290"/>
                </a:lnTo>
                <a:lnTo>
                  <a:pt x="179577" y="244983"/>
                </a:lnTo>
                <a:lnTo>
                  <a:pt x="182752" y="198882"/>
                </a:lnTo>
                <a:lnTo>
                  <a:pt x="1828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2068195" y="2344673"/>
            <a:ext cx="3314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84%</a:t>
            </a:r>
            <a:endParaRPr sz="12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16379" y="2786888"/>
            <a:ext cx="3314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74%</a:t>
            </a:r>
            <a:endParaRPr sz="12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94357" y="3671138"/>
            <a:ext cx="33210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89%</a:t>
            </a:r>
            <a:endParaRPr sz="12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068195" y="4114038"/>
            <a:ext cx="3314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84%</a:t>
            </a:r>
            <a:endParaRPr sz="12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125472" y="4556252"/>
            <a:ext cx="3314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95%</a:t>
            </a:r>
            <a:endParaRPr sz="12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107438" y="4998466"/>
            <a:ext cx="41655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FFFFFF"/>
                </a:solidFill>
                <a:latin typeface="Arial"/>
                <a:cs typeface="Arial"/>
              </a:rPr>
              <a:t>100%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304033" y="4612957"/>
            <a:ext cx="1252220" cy="662305"/>
            <a:chOff x="2304033" y="4612957"/>
            <a:chExt cx="1252220" cy="662305"/>
          </a:xfrm>
        </p:grpSpPr>
        <p:sp>
          <p:nvSpPr>
            <p:cNvPr id="29" name="object 29"/>
            <p:cNvSpPr/>
            <p:nvPr/>
          </p:nvSpPr>
          <p:spPr>
            <a:xfrm>
              <a:off x="2363723" y="4826508"/>
              <a:ext cx="909955" cy="0"/>
            </a:xfrm>
            <a:custGeom>
              <a:avLst/>
              <a:gdLst/>
              <a:ahLst/>
              <a:cxnLst/>
              <a:rect l="l" t="t" r="r" b="b"/>
              <a:pathLst>
                <a:path w="909954" h="0">
                  <a:moveTo>
                    <a:pt x="0" y="0"/>
                  </a:moveTo>
                  <a:lnTo>
                    <a:pt x="909701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3273551" y="4669536"/>
              <a:ext cx="0" cy="157480"/>
            </a:xfrm>
            <a:custGeom>
              <a:avLst/>
              <a:gdLst/>
              <a:ahLst/>
              <a:cxnLst/>
              <a:rect l="l" t="t" r="r" b="b"/>
              <a:pathLst>
                <a:path w="0" h="157479">
                  <a:moveTo>
                    <a:pt x="0" y="157099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2843783" y="4631436"/>
              <a:ext cx="430530" cy="76200"/>
            </a:xfrm>
            <a:custGeom>
              <a:avLst/>
              <a:gdLst/>
              <a:ahLst/>
              <a:cxnLst/>
              <a:rect l="l" t="t" r="r" b="b"/>
              <a:pathLst>
                <a:path w="430529" h="76200">
                  <a:moveTo>
                    <a:pt x="76199" y="0"/>
                  </a:moveTo>
                  <a:lnTo>
                    <a:pt x="0" y="38100"/>
                  </a:lnTo>
                  <a:lnTo>
                    <a:pt x="76199" y="76200"/>
                  </a:lnTo>
                  <a:lnTo>
                    <a:pt x="76199" y="44450"/>
                  </a:lnTo>
                  <a:lnTo>
                    <a:pt x="63499" y="44450"/>
                  </a:lnTo>
                  <a:lnTo>
                    <a:pt x="63499" y="31750"/>
                  </a:lnTo>
                  <a:lnTo>
                    <a:pt x="76199" y="31750"/>
                  </a:lnTo>
                  <a:lnTo>
                    <a:pt x="76199" y="0"/>
                  </a:lnTo>
                  <a:close/>
                </a:path>
                <a:path w="430529" h="76200">
                  <a:moveTo>
                    <a:pt x="76199" y="31750"/>
                  </a:moveTo>
                  <a:lnTo>
                    <a:pt x="63499" y="31750"/>
                  </a:lnTo>
                  <a:lnTo>
                    <a:pt x="63499" y="44450"/>
                  </a:lnTo>
                  <a:lnTo>
                    <a:pt x="76199" y="44450"/>
                  </a:lnTo>
                  <a:lnTo>
                    <a:pt x="76199" y="31750"/>
                  </a:lnTo>
                  <a:close/>
                </a:path>
                <a:path w="430529" h="76200">
                  <a:moveTo>
                    <a:pt x="430275" y="31750"/>
                  </a:moveTo>
                  <a:lnTo>
                    <a:pt x="76199" y="31750"/>
                  </a:lnTo>
                  <a:lnTo>
                    <a:pt x="76199" y="44450"/>
                  </a:lnTo>
                  <a:lnTo>
                    <a:pt x="430275" y="44450"/>
                  </a:lnTo>
                  <a:lnTo>
                    <a:pt x="430275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2310383" y="5268468"/>
              <a:ext cx="1075055" cy="0"/>
            </a:xfrm>
            <a:custGeom>
              <a:avLst/>
              <a:gdLst/>
              <a:ahLst/>
              <a:cxnLst/>
              <a:rect l="l" t="t" r="r" b="b"/>
              <a:pathLst>
                <a:path w="1075054" h="0">
                  <a:moveTo>
                    <a:pt x="0" y="0"/>
                  </a:moveTo>
                  <a:lnTo>
                    <a:pt x="1074801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3384803" y="5109972"/>
              <a:ext cx="0" cy="158750"/>
            </a:xfrm>
            <a:custGeom>
              <a:avLst/>
              <a:gdLst/>
              <a:ahLst/>
              <a:cxnLst/>
              <a:rect l="l" t="t" r="r" b="b"/>
              <a:pathLst>
                <a:path w="0" h="158750">
                  <a:moveTo>
                    <a:pt x="0" y="158749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2895600" y="5071872"/>
              <a:ext cx="488950" cy="76200"/>
            </a:xfrm>
            <a:custGeom>
              <a:avLst/>
              <a:gdLst/>
              <a:ahLst/>
              <a:cxnLst/>
              <a:rect l="l" t="t" r="r" b="b"/>
              <a:pathLst>
                <a:path w="48895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4450"/>
                  </a:lnTo>
                  <a:lnTo>
                    <a:pt x="63500" y="44450"/>
                  </a:lnTo>
                  <a:lnTo>
                    <a:pt x="63500" y="31750"/>
                  </a:lnTo>
                  <a:lnTo>
                    <a:pt x="76200" y="31750"/>
                  </a:lnTo>
                  <a:lnTo>
                    <a:pt x="76200" y="0"/>
                  </a:lnTo>
                  <a:close/>
                </a:path>
                <a:path w="488950" h="76200">
                  <a:moveTo>
                    <a:pt x="76200" y="31750"/>
                  </a:moveTo>
                  <a:lnTo>
                    <a:pt x="63500" y="31750"/>
                  </a:lnTo>
                  <a:lnTo>
                    <a:pt x="63500" y="44450"/>
                  </a:lnTo>
                  <a:lnTo>
                    <a:pt x="76200" y="44450"/>
                  </a:lnTo>
                  <a:lnTo>
                    <a:pt x="76200" y="31750"/>
                  </a:lnTo>
                  <a:close/>
                </a:path>
                <a:path w="488950" h="76200">
                  <a:moveTo>
                    <a:pt x="488950" y="31750"/>
                  </a:moveTo>
                  <a:lnTo>
                    <a:pt x="76200" y="31750"/>
                  </a:lnTo>
                  <a:lnTo>
                    <a:pt x="76200" y="44450"/>
                  </a:lnTo>
                  <a:lnTo>
                    <a:pt x="488950" y="44450"/>
                  </a:lnTo>
                  <a:lnTo>
                    <a:pt x="488950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2996183" y="4617720"/>
              <a:ext cx="554990" cy="259079"/>
            </a:xfrm>
            <a:custGeom>
              <a:avLst/>
              <a:gdLst/>
              <a:ahLst/>
              <a:cxnLst/>
              <a:rect l="l" t="t" r="r" b="b"/>
              <a:pathLst>
                <a:path w="554989" h="259079">
                  <a:moveTo>
                    <a:pt x="277368" y="0"/>
                  </a:moveTo>
                  <a:lnTo>
                    <a:pt x="213777" y="3423"/>
                  </a:lnTo>
                  <a:lnTo>
                    <a:pt x="155399" y="13173"/>
                  </a:lnTo>
                  <a:lnTo>
                    <a:pt x="103898" y="28471"/>
                  </a:lnTo>
                  <a:lnTo>
                    <a:pt x="60942" y="48536"/>
                  </a:lnTo>
                  <a:lnTo>
                    <a:pt x="28196" y="72589"/>
                  </a:lnTo>
                  <a:lnTo>
                    <a:pt x="0" y="129539"/>
                  </a:lnTo>
                  <a:lnTo>
                    <a:pt x="7326" y="159229"/>
                  </a:lnTo>
                  <a:lnTo>
                    <a:pt x="60942" y="210543"/>
                  </a:lnTo>
                  <a:lnTo>
                    <a:pt x="103898" y="230608"/>
                  </a:lnTo>
                  <a:lnTo>
                    <a:pt x="155399" y="245906"/>
                  </a:lnTo>
                  <a:lnTo>
                    <a:pt x="213777" y="255656"/>
                  </a:lnTo>
                  <a:lnTo>
                    <a:pt x="277368" y="259079"/>
                  </a:lnTo>
                  <a:lnTo>
                    <a:pt x="340958" y="255656"/>
                  </a:lnTo>
                  <a:lnTo>
                    <a:pt x="399336" y="245906"/>
                  </a:lnTo>
                  <a:lnTo>
                    <a:pt x="450837" y="230608"/>
                  </a:lnTo>
                  <a:lnTo>
                    <a:pt x="493793" y="210543"/>
                  </a:lnTo>
                  <a:lnTo>
                    <a:pt x="526539" y="186490"/>
                  </a:lnTo>
                  <a:lnTo>
                    <a:pt x="554736" y="129539"/>
                  </a:lnTo>
                  <a:lnTo>
                    <a:pt x="547409" y="99850"/>
                  </a:lnTo>
                  <a:lnTo>
                    <a:pt x="493793" y="48536"/>
                  </a:lnTo>
                  <a:lnTo>
                    <a:pt x="450837" y="28471"/>
                  </a:lnTo>
                  <a:lnTo>
                    <a:pt x="399336" y="13173"/>
                  </a:lnTo>
                  <a:lnTo>
                    <a:pt x="340958" y="3423"/>
                  </a:lnTo>
                  <a:lnTo>
                    <a:pt x="2773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2996183" y="4617720"/>
              <a:ext cx="554990" cy="259079"/>
            </a:xfrm>
            <a:custGeom>
              <a:avLst/>
              <a:gdLst/>
              <a:ahLst/>
              <a:cxnLst/>
              <a:rect l="l" t="t" r="r" b="b"/>
              <a:pathLst>
                <a:path w="554989" h="259079">
                  <a:moveTo>
                    <a:pt x="0" y="129539"/>
                  </a:moveTo>
                  <a:lnTo>
                    <a:pt x="28196" y="72589"/>
                  </a:lnTo>
                  <a:lnTo>
                    <a:pt x="60942" y="48536"/>
                  </a:lnTo>
                  <a:lnTo>
                    <a:pt x="103898" y="28471"/>
                  </a:lnTo>
                  <a:lnTo>
                    <a:pt x="155399" y="13173"/>
                  </a:lnTo>
                  <a:lnTo>
                    <a:pt x="213777" y="3423"/>
                  </a:lnTo>
                  <a:lnTo>
                    <a:pt x="277368" y="0"/>
                  </a:lnTo>
                  <a:lnTo>
                    <a:pt x="340958" y="3423"/>
                  </a:lnTo>
                  <a:lnTo>
                    <a:pt x="399336" y="13173"/>
                  </a:lnTo>
                  <a:lnTo>
                    <a:pt x="450837" y="28471"/>
                  </a:lnTo>
                  <a:lnTo>
                    <a:pt x="493793" y="48536"/>
                  </a:lnTo>
                  <a:lnTo>
                    <a:pt x="526539" y="72589"/>
                  </a:lnTo>
                  <a:lnTo>
                    <a:pt x="554736" y="129539"/>
                  </a:lnTo>
                  <a:lnTo>
                    <a:pt x="547409" y="159229"/>
                  </a:lnTo>
                  <a:lnTo>
                    <a:pt x="493793" y="210543"/>
                  </a:lnTo>
                  <a:lnTo>
                    <a:pt x="450837" y="230608"/>
                  </a:lnTo>
                  <a:lnTo>
                    <a:pt x="399336" y="245906"/>
                  </a:lnTo>
                  <a:lnTo>
                    <a:pt x="340958" y="255656"/>
                  </a:lnTo>
                  <a:lnTo>
                    <a:pt x="277368" y="259079"/>
                  </a:lnTo>
                  <a:lnTo>
                    <a:pt x="213777" y="255656"/>
                  </a:lnTo>
                  <a:lnTo>
                    <a:pt x="155399" y="245906"/>
                  </a:lnTo>
                  <a:lnTo>
                    <a:pt x="103898" y="230608"/>
                  </a:lnTo>
                  <a:lnTo>
                    <a:pt x="60942" y="210543"/>
                  </a:lnTo>
                  <a:lnTo>
                    <a:pt x="28196" y="186490"/>
                  </a:lnTo>
                  <a:lnTo>
                    <a:pt x="0" y="12953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506679" y="5013452"/>
            <a:ext cx="1235710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36195">
              <a:lnSpc>
                <a:spcPct val="100000"/>
              </a:lnSpc>
              <a:spcBef>
                <a:spcPts val="105"/>
              </a:spcBef>
            </a:pPr>
            <a:r>
              <a:rPr dirty="0" sz="1050" spc="-10" b="1">
                <a:latin typeface="Arial"/>
                <a:cs typeface="Arial"/>
              </a:rPr>
              <a:t>Increase </a:t>
            </a:r>
            <a:r>
              <a:rPr dirty="0" sz="1050" b="1">
                <a:latin typeface="Arial"/>
                <a:cs typeface="Arial"/>
              </a:rPr>
              <a:t>of</a:t>
            </a:r>
            <a:r>
              <a:rPr dirty="0" sz="1050" spc="-10" b="1">
                <a:latin typeface="Arial"/>
                <a:cs typeface="Arial"/>
              </a:rPr>
              <a:t> engine </a:t>
            </a:r>
            <a:r>
              <a:rPr dirty="0" sz="1050" b="1">
                <a:latin typeface="Arial"/>
                <a:cs typeface="Arial"/>
              </a:rPr>
              <a:t>power</a:t>
            </a:r>
            <a:r>
              <a:rPr dirty="0" sz="1050" spc="-50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(e.g.</a:t>
            </a:r>
            <a:r>
              <a:rPr dirty="0" sz="1050" spc="-2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+50</a:t>
            </a:r>
            <a:r>
              <a:rPr dirty="0" sz="1050" spc="-10" b="1">
                <a:latin typeface="Arial"/>
                <a:cs typeface="Arial"/>
              </a:rPr>
              <a:t> </a:t>
            </a:r>
            <a:r>
              <a:rPr dirty="0" sz="1050" spc="-25" b="1">
                <a:latin typeface="Arial"/>
                <a:cs typeface="Arial"/>
              </a:rPr>
              <a:t>hp)</a:t>
            </a:r>
            <a:endParaRPr sz="105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78204" y="2360167"/>
            <a:ext cx="763270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84785" marR="5080" indent="-17272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latin typeface="Arial"/>
                <a:cs typeface="Arial"/>
              </a:rPr>
              <a:t>Air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condition activation</a:t>
            </a:r>
            <a:endParaRPr sz="105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92048" y="4570221"/>
            <a:ext cx="1255395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74930" marR="5080" indent="-62865">
              <a:lnSpc>
                <a:spcPct val="100000"/>
              </a:lnSpc>
              <a:spcBef>
                <a:spcPts val="105"/>
              </a:spcBef>
            </a:pPr>
            <a:r>
              <a:rPr dirty="0" sz="1050" spc="-30" b="1">
                <a:latin typeface="Arial"/>
                <a:cs typeface="Arial"/>
              </a:rPr>
              <a:t>Extension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of</a:t>
            </a:r>
            <a:r>
              <a:rPr dirty="0" sz="1050" spc="-30" b="1">
                <a:latin typeface="Arial"/>
                <a:cs typeface="Arial"/>
              </a:rPr>
              <a:t> </a:t>
            </a:r>
            <a:r>
              <a:rPr dirty="0" sz="1050" spc="-25" b="1">
                <a:latin typeface="Arial"/>
                <a:cs typeface="Arial"/>
              </a:rPr>
              <a:t>battery range</a:t>
            </a:r>
            <a:r>
              <a:rPr dirty="0" sz="1050" spc="-55" b="1">
                <a:latin typeface="Arial"/>
                <a:cs typeface="Arial"/>
              </a:rPr>
              <a:t> </a:t>
            </a:r>
            <a:r>
              <a:rPr dirty="0" sz="1050" spc="-20" b="1">
                <a:latin typeface="Arial"/>
                <a:cs typeface="Arial"/>
              </a:rPr>
              <a:t>(e.g.</a:t>
            </a:r>
            <a:r>
              <a:rPr dirty="0" sz="1050" spc="-30" b="1">
                <a:latin typeface="Arial"/>
                <a:cs typeface="Arial"/>
              </a:rPr>
              <a:t> </a:t>
            </a:r>
            <a:r>
              <a:rPr dirty="0" sz="1050" spc="-20" b="1">
                <a:latin typeface="Arial"/>
                <a:cs typeface="Arial"/>
              </a:rPr>
              <a:t>+80</a:t>
            </a:r>
            <a:r>
              <a:rPr dirty="0" sz="1050" spc="-35" b="1">
                <a:latin typeface="Arial"/>
                <a:cs typeface="Arial"/>
              </a:rPr>
              <a:t> </a:t>
            </a:r>
            <a:r>
              <a:rPr dirty="0" sz="1050" spc="-25" b="1">
                <a:latin typeface="Arial"/>
                <a:cs typeface="Arial"/>
              </a:rPr>
              <a:t>km)</a:t>
            </a:r>
            <a:endParaRPr sz="105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38683" y="2801492"/>
            <a:ext cx="120332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latin typeface="Arial"/>
                <a:cs typeface="Arial"/>
              </a:rPr>
              <a:t>Advanced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headlight</a:t>
            </a:r>
            <a:endParaRPr sz="105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89331" y="2961513"/>
            <a:ext cx="135255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10">
                <a:latin typeface="Arial"/>
                <a:cs typeface="Arial"/>
              </a:rPr>
              <a:t>functions/performance</a:t>
            </a:r>
            <a:endParaRPr sz="105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65403" y="3229102"/>
            <a:ext cx="1299210" cy="361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415"/>
              </a:lnSpc>
              <a:spcBef>
                <a:spcPts val="100"/>
              </a:spcBef>
              <a:tabLst>
                <a:tab pos="979805" algn="l"/>
              </a:tabLst>
            </a:pPr>
            <a:r>
              <a:rPr dirty="0" sz="1050">
                <a:latin typeface="Arial"/>
                <a:cs typeface="Arial"/>
              </a:rPr>
              <a:t>Seat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heating</a:t>
            </a:r>
            <a:r>
              <a:rPr dirty="0" sz="1050">
                <a:latin typeface="Arial"/>
                <a:cs typeface="Arial"/>
              </a:rPr>
              <a:t>	</a:t>
            </a: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58%</a:t>
            </a:r>
            <a:endParaRPr sz="1200">
              <a:latin typeface="Arial"/>
              <a:cs typeface="Arial"/>
            </a:endParaRPr>
          </a:p>
          <a:p>
            <a:pPr marL="198120">
              <a:lnSpc>
                <a:spcPts val="1235"/>
              </a:lnSpc>
            </a:pPr>
            <a:r>
              <a:rPr dirty="0" sz="1050" spc="-10">
                <a:latin typeface="Arial"/>
                <a:cs typeface="Arial"/>
              </a:rPr>
              <a:t>activation</a:t>
            </a:r>
            <a:endParaRPr sz="105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22477" y="3766820"/>
            <a:ext cx="101981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b="1">
                <a:latin typeface="Arial"/>
                <a:cs typeface="Arial"/>
              </a:rPr>
              <a:t>Traffic</a:t>
            </a:r>
            <a:r>
              <a:rPr dirty="0" sz="1050" spc="-20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jam</a:t>
            </a:r>
            <a:r>
              <a:rPr dirty="0" sz="1050" spc="-2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pilot</a:t>
            </a:r>
            <a:endParaRPr sz="105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08405" y="4209669"/>
            <a:ext cx="833119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b="1">
                <a:latin typeface="Arial"/>
                <a:cs typeface="Arial"/>
              </a:rPr>
              <a:t>Parking</a:t>
            </a:r>
            <a:r>
              <a:rPr dirty="0" sz="1050" spc="-2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pilot</a:t>
            </a:r>
            <a:endParaRPr sz="10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065145" y="4639817"/>
            <a:ext cx="41973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latin typeface="Arial"/>
                <a:cs typeface="Arial"/>
              </a:rPr>
              <a:t>+94%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3043237" y="5056441"/>
            <a:ext cx="685165" cy="268605"/>
            <a:chOff x="3043237" y="5056441"/>
            <a:chExt cx="685165" cy="268605"/>
          </a:xfrm>
        </p:grpSpPr>
        <p:sp>
          <p:nvSpPr>
            <p:cNvPr id="47" name="object 47"/>
            <p:cNvSpPr/>
            <p:nvPr/>
          </p:nvSpPr>
          <p:spPr>
            <a:xfrm>
              <a:off x="3048000" y="5061203"/>
              <a:ext cx="675640" cy="259079"/>
            </a:xfrm>
            <a:custGeom>
              <a:avLst/>
              <a:gdLst/>
              <a:ahLst/>
              <a:cxnLst/>
              <a:rect l="l" t="t" r="r" b="b"/>
              <a:pathLst>
                <a:path w="675639" h="259079">
                  <a:moveTo>
                    <a:pt x="337566" y="0"/>
                  </a:moveTo>
                  <a:lnTo>
                    <a:pt x="269533" y="2633"/>
                  </a:lnTo>
                  <a:lnTo>
                    <a:pt x="206168" y="10185"/>
                  </a:lnTo>
                  <a:lnTo>
                    <a:pt x="148828" y="22134"/>
                  </a:lnTo>
                  <a:lnTo>
                    <a:pt x="98869" y="37957"/>
                  </a:lnTo>
                  <a:lnTo>
                    <a:pt x="57650" y="57131"/>
                  </a:lnTo>
                  <a:lnTo>
                    <a:pt x="26527" y="79134"/>
                  </a:lnTo>
                  <a:lnTo>
                    <a:pt x="0" y="129540"/>
                  </a:lnTo>
                  <a:lnTo>
                    <a:pt x="6857" y="155634"/>
                  </a:lnTo>
                  <a:lnTo>
                    <a:pt x="57650" y="201948"/>
                  </a:lnTo>
                  <a:lnTo>
                    <a:pt x="98869" y="221122"/>
                  </a:lnTo>
                  <a:lnTo>
                    <a:pt x="148828" y="236945"/>
                  </a:lnTo>
                  <a:lnTo>
                    <a:pt x="206168" y="248894"/>
                  </a:lnTo>
                  <a:lnTo>
                    <a:pt x="269533" y="256446"/>
                  </a:lnTo>
                  <a:lnTo>
                    <a:pt x="337566" y="259080"/>
                  </a:lnTo>
                  <a:lnTo>
                    <a:pt x="405598" y="256446"/>
                  </a:lnTo>
                  <a:lnTo>
                    <a:pt x="468963" y="248894"/>
                  </a:lnTo>
                  <a:lnTo>
                    <a:pt x="526303" y="236945"/>
                  </a:lnTo>
                  <a:lnTo>
                    <a:pt x="576262" y="221122"/>
                  </a:lnTo>
                  <a:lnTo>
                    <a:pt x="617481" y="201948"/>
                  </a:lnTo>
                  <a:lnTo>
                    <a:pt x="648604" y="179945"/>
                  </a:lnTo>
                  <a:lnTo>
                    <a:pt x="675132" y="129540"/>
                  </a:lnTo>
                  <a:lnTo>
                    <a:pt x="668274" y="103445"/>
                  </a:lnTo>
                  <a:lnTo>
                    <a:pt x="617481" y="57131"/>
                  </a:lnTo>
                  <a:lnTo>
                    <a:pt x="576262" y="37957"/>
                  </a:lnTo>
                  <a:lnTo>
                    <a:pt x="526303" y="22134"/>
                  </a:lnTo>
                  <a:lnTo>
                    <a:pt x="468963" y="10185"/>
                  </a:lnTo>
                  <a:lnTo>
                    <a:pt x="405598" y="2633"/>
                  </a:lnTo>
                  <a:lnTo>
                    <a:pt x="3375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3048000" y="5061203"/>
              <a:ext cx="675640" cy="259079"/>
            </a:xfrm>
            <a:custGeom>
              <a:avLst/>
              <a:gdLst/>
              <a:ahLst/>
              <a:cxnLst/>
              <a:rect l="l" t="t" r="r" b="b"/>
              <a:pathLst>
                <a:path w="675639" h="259079">
                  <a:moveTo>
                    <a:pt x="0" y="129540"/>
                  </a:moveTo>
                  <a:lnTo>
                    <a:pt x="26527" y="79134"/>
                  </a:lnTo>
                  <a:lnTo>
                    <a:pt x="57650" y="57131"/>
                  </a:lnTo>
                  <a:lnTo>
                    <a:pt x="98869" y="37957"/>
                  </a:lnTo>
                  <a:lnTo>
                    <a:pt x="148828" y="22134"/>
                  </a:lnTo>
                  <a:lnTo>
                    <a:pt x="206168" y="10185"/>
                  </a:lnTo>
                  <a:lnTo>
                    <a:pt x="269533" y="2633"/>
                  </a:lnTo>
                  <a:lnTo>
                    <a:pt x="337566" y="0"/>
                  </a:lnTo>
                  <a:lnTo>
                    <a:pt x="405598" y="2633"/>
                  </a:lnTo>
                  <a:lnTo>
                    <a:pt x="468963" y="10185"/>
                  </a:lnTo>
                  <a:lnTo>
                    <a:pt x="526303" y="22134"/>
                  </a:lnTo>
                  <a:lnTo>
                    <a:pt x="576262" y="37957"/>
                  </a:lnTo>
                  <a:lnTo>
                    <a:pt x="617481" y="57131"/>
                  </a:lnTo>
                  <a:lnTo>
                    <a:pt x="648604" y="79134"/>
                  </a:lnTo>
                  <a:lnTo>
                    <a:pt x="675132" y="129540"/>
                  </a:lnTo>
                  <a:lnTo>
                    <a:pt x="668274" y="155634"/>
                  </a:lnTo>
                  <a:lnTo>
                    <a:pt x="617481" y="201948"/>
                  </a:lnTo>
                  <a:lnTo>
                    <a:pt x="576262" y="221122"/>
                  </a:lnTo>
                  <a:lnTo>
                    <a:pt x="526303" y="236945"/>
                  </a:lnTo>
                  <a:lnTo>
                    <a:pt x="468963" y="248894"/>
                  </a:lnTo>
                  <a:lnTo>
                    <a:pt x="405598" y="256446"/>
                  </a:lnTo>
                  <a:lnTo>
                    <a:pt x="337566" y="259080"/>
                  </a:lnTo>
                  <a:lnTo>
                    <a:pt x="269533" y="256446"/>
                  </a:lnTo>
                  <a:lnTo>
                    <a:pt x="206168" y="248894"/>
                  </a:lnTo>
                  <a:lnTo>
                    <a:pt x="148828" y="236945"/>
                  </a:lnTo>
                  <a:lnTo>
                    <a:pt x="98869" y="221122"/>
                  </a:lnTo>
                  <a:lnTo>
                    <a:pt x="57650" y="201948"/>
                  </a:lnTo>
                  <a:lnTo>
                    <a:pt x="26527" y="179945"/>
                  </a:lnTo>
                  <a:lnTo>
                    <a:pt x="0" y="12954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 txBox="1"/>
          <p:nvPr/>
        </p:nvSpPr>
        <p:spPr>
          <a:xfrm>
            <a:off x="3134995" y="5082666"/>
            <a:ext cx="50545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Arial"/>
                <a:cs typeface="Arial"/>
              </a:rPr>
              <a:t>+129%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0" name="object 50" descr="deutschland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74520" y="1840992"/>
            <a:ext cx="454151" cy="286512"/>
          </a:xfrm>
          <a:prstGeom prst="rect">
            <a:avLst/>
          </a:prstGeom>
        </p:spPr>
      </p:pic>
      <p:grpSp>
        <p:nvGrpSpPr>
          <p:cNvPr id="51" name="object 51"/>
          <p:cNvGrpSpPr/>
          <p:nvPr/>
        </p:nvGrpSpPr>
        <p:grpSpPr>
          <a:xfrm>
            <a:off x="3902773" y="2311717"/>
            <a:ext cx="1579880" cy="3105150"/>
            <a:chOff x="3902773" y="2311717"/>
            <a:chExt cx="1579880" cy="3105150"/>
          </a:xfrm>
        </p:grpSpPr>
        <p:sp>
          <p:nvSpPr>
            <p:cNvPr id="52" name="object 52"/>
            <p:cNvSpPr/>
            <p:nvPr/>
          </p:nvSpPr>
          <p:spPr>
            <a:xfrm>
              <a:off x="3907536" y="2378963"/>
              <a:ext cx="1099185" cy="2811780"/>
            </a:xfrm>
            <a:custGeom>
              <a:avLst/>
              <a:gdLst/>
              <a:ahLst/>
              <a:cxnLst/>
              <a:rect l="l" t="t" r="r" b="b"/>
              <a:pathLst>
                <a:path w="1099185" h="2811779">
                  <a:moveTo>
                    <a:pt x="736092" y="0"/>
                  </a:moveTo>
                  <a:lnTo>
                    <a:pt x="0" y="0"/>
                  </a:lnTo>
                  <a:lnTo>
                    <a:pt x="0" y="158496"/>
                  </a:lnTo>
                  <a:lnTo>
                    <a:pt x="736092" y="158496"/>
                  </a:lnTo>
                  <a:lnTo>
                    <a:pt x="736092" y="0"/>
                  </a:lnTo>
                  <a:close/>
                </a:path>
                <a:path w="1099185" h="2811779">
                  <a:moveTo>
                    <a:pt x="806196" y="441960"/>
                  </a:moveTo>
                  <a:lnTo>
                    <a:pt x="0" y="441960"/>
                  </a:lnTo>
                  <a:lnTo>
                    <a:pt x="0" y="600456"/>
                  </a:lnTo>
                  <a:lnTo>
                    <a:pt x="806196" y="600456"/>
                  </a:lnTo>
                  <a:lnTo>
                    <a:pt x="806196" y="441960"/>
                  </a:lnTo>
                  <a:close/>
                </a:path>
                <a:path w="1099185" h="2811779">
                  <a:moveTo>
                    <a:pt x="947928" y="2653284"/>
                  </a:moveTo>
                  <a:lnTo>
                    <a:pt x="0" y="2653284"/>
                  </a:lnTo>
                  <a:lnTo>
                    <a:pt x="0" y="2811780"/>
                  </a:lnTo>
                  <a:lnTo>
                    <a:pt x="947928" y="2811780"/>
                  </a:lnTo>
                  <a:lnTo>
                    <a:pt x="947928" y="2653284"/>
                  </a:lnTo>
                  <a:close/>
                </a:path>
                <a:path w="1099185" h="2811779">
                  <a:moveTo>
                    <a:pt x="947928" y="1769364"/>
                  </a:moveTo>
                  <a:lnTo>
                    <a:pt x="0" y="1769364"/>
                  </a:lnTo>
                  <a:lnTo>
                    <a:pt x="0" y="1927860"/>
                  </a:lnTo>
                  <a:lnTo>
                    <a:pt x="947928" y="1927860"/>
                  </a:lnTo>
                  <a:lnTo>
                    <a:pt x="947928" y="1769364"/>
                  </a:lnTo>
                  <a:close/>
                </a:path>
                <a:path w="1099185" h="2811779">
                  <a:moveTo>
                    <a:pt x="947928" y="885444"/>
                  </a:moveTo>
                  <a:lnTo>
                    <a:pt x="0" y="885444"/>
                  </a:lnTo>
                  <a:lnTo>
                    <a:pt x="0" y="1042416"/>
                  </a:lnTo>
                  <a:lnTo>
                    <a:pt x="947928" y="1042416"/>
                  </a:lnTo>
                  <a:lnTo>
                    <a:pt x="947928" y="885444"/>
                  </a:lnTo>
                  <a:close/>
                </a:path>
                <a:path w="1099185" h="2811779">
                  <a:moveTo>
                    <a:pt x="1098804" y="2211324"/>
                  </a:moveTo>
                  <a:lnTo>
                    <a:pt x="0" y="2211324"/>
                  </a:lnTo>
                  <a:lnTo>
                    <a:pt x="0" y="2369820"/>
                  </a:lnTo>
                  <a:lnTo>
                    <a:pt x="1098804" y="2369820"/>
                  </a:lnTo>
                  <a:lnTo>
                    <a:pt x="1098804" y="2211324"/>
                  </a:lnTo>
                  <a:close/>
                </a:path>
                <a:path w="1099185" h="2811779">
                  <a:moveTo>
                    <a:pt x="1098804" y="1327404"/>
                  </a:moveTo>
                  <a:lnTo>
                    <a:pt x="0" y="1327404"/>
                  </a:lnTo>
                  <a:lnTo>
                    <a:pt x="0" y="1484376"/>
                  </a:lnTo>
                  <a:lnTo>
                    <a:pt x="1098804" y="1484376"/>
                  </a:lnTo>
                  <a:lnTo>
                    <a:pt x="1098804" y="1327404"/>
                  </a:lnTo>
                  <a:close/>
                </a:path>
              </a:pathLst>
            </a:custGeom>
            <a:solidFill>
              <a:srgbClr val="0D020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3907535" y="3706367"/>
              <a:ext cx="1099185" cy="1484630"/>
            </a:xfrm>
            <a:custGeom>
              <a:avLst/>
              <a:gdLst/>
              <a:ahLst/>
              <a:cxnLst/>
              <a:rect l="l" t="t" r="r" b="b"/>
              <a:pathLst>
                <a:path w="1099185" h="1484629">
                  <a:moveTo>
                    <a:pt x="1098803" y="0"/>
                  </a:moveTo>
                  <a:lnTo>
                    <a:pt x="0" y="0"/>
                  </a:lnTo>
                  <a:lnTo>
                    <a:pt x="0" y="156972"/>
                  </a:lnTo>
                  <a:lnTo>
                    <a:pt x="1098803" y="156972"/>
                  </a:lnTo>
                  <a:lnTo>
                    <a:pt x="1098803" y="0"/>
                  </a:lnTo>
                  <a:close/>
                </a:path>
                <a:path w="1099185" h="1484629">
                  <a:moveTo>
                    <a:pt x="947927" y="441960"/>
                  </a:moveTo>
                  <a:lnTo>
                    <a:pt x="0" y="441960"/>
                  </a:lnTo>
                  <a:lnTo>
                    <a:pt x="0" y="600456"/>
                  </a:lnTo>
                  <a:lnTo>
                    <a:pt x="947927" y="600456"/>
                  </a:lnTo>
                  <a:lnTo>
                    <a:pt x="947927" y="441960"/>
                  </a:lnTo>
                  <a:close/>
                </a:path>
                <a:path w="1099185" h="1484629">
                  <a:moveTo>
                    <a:pt x="1098803" y="883920"/>
                  </a:moveTo>
                  <a:lnTo>
                    <a:pt x="0" y="883920"/>
                  </a:lnTo>
                  <a:lnTo>
                    <a:pt x="0" y="1042416"/>
                  </a:lnTo>
                  <a:lnTo>
                    <a:pt x="1098803" y="1042416"/>
                  </a:lnTo>
                  <a:lnTo>
                    <a:pt x="1098803" y="883920"/>
                  </a:lnTo>
                  <a:close/>
                </a:path>
                <a:path w="1099185" h="1484629">
                  <a:moveTo>
                    <a:pt x="947927" y="1325880"/>
                  </a:moveTo>
                  <a:lnTo>
                    <a:pt x="0" y="1325880"/>
                  </a:lnTo>
                  <a:lnTo>
                    <a:pt x="0" y="1484376"/>
                  </a:lnTo>
                  <a:lnTo>
                    <a:pt x="947927" y="1484376"/>
                  </a:lnTo>
                  <a:lnTo>
                    <a:pt x="947927" y="132588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3907536" y="2537459"/>
              <a:ext cx="889000" cy="2811780"/>
            </a:xfrm>
            <a:custGeom>
              <a:avLst/>
              <a:gdLst/>
              <a:ahLst/>
              <a:cxnLst/>
              <a:rect l="l" t="t" r="r" b="b"/>
              <a:pathLst>
                <a:path w="889000" h="2811779">
                  <a:moveTo>
                    <a:pt x="455676" y="1769364"/>
                  </a:moveTo>
                  <a:lnTo>
                    <a:pt x="0" y="1769364"/>
                  </a:lnTo>
                  <a:lnTo>
                    <a:pt x="0" y="1926336"/>
                  </a:lnTo>
                  <a:lnTo>
                    <a:pt x="455676" y="1926336"/>
                  </a:lnTo>
                  <a:lnTo>
                    <a:pt x="455676" y="1769364"/>
                  </a:lnTo>
                  <a:close/>
                </a:path>
                <a:path w="889000" h="2811779">
                  <a:moveTo>
                    <a:pt x="608076" y="1325880"/>
                  </a:moveTo>
                  <a:lnTo>
                    <a:pt x="0" y="1325880"/>
                  </a:lnTo>
                  <a:lnTo>
                    <a:pt x="0" y="1484376"/>
                  </a:lnTo>
                  <a:lnTo>
                    <a:pt x="608076" y="1484376"/>
                  </a:lnTo>
                  <a:lnTo>
                    <a:pt x="608076" y="1325880"/>
                  </a:lnTo>
                  <a:close/>
                </a:path>
                <a:path w="889000" h="2811779">
                  <a:moveTo>
                    <a:pt x="620268" y="883920"/>
                  </a:moveTo>
                  <a:lnTo>
                    <a:pt x="0" y="883920"/>
                  </a:lnTo>
                  <a:lnTo>
                    <a:pt x="0" y="1042416"/>
                  </a:lnTo>
                  <a:lnTo>
                    <a:pt x="620268" y="1042416"/>
                  </a:lnTo>
                  <a:lnTo>
                    <a:pt x="620268" y="883920"/>
                  </a:lnTo>
                  <a:close/>
                </a:path>
                <a:path w="889000" h="2811779">
                  <a:moveTo>
                    <a:pt x="678180" y="2653284"/>
                  </a:moveTo>
                  <a:lnTo>
                    <a:pt x="0" y="2653284"/>
                  </a:lnTo>
                  <a:lnTo>
                    <a:pt x="0" y="2811780"/>
                  </a:lnTo>
                  <a:lnTo>
                    <a:pt x="678180" y="2811780"/>
                  </a:lnTo>
                  <a:lnTo>
                    <a:pt x="678180" y="2653284"/>
                  </a:lnTo>
                  <a:close/>
                </a:path>
                <a:path w="889000" h="2811779">
                  <a:moveTo>
                    <a:pt x="713232" y="441960"/>
                  </a:moveTo>
                  <a:lnTo>
                    <a:pt x="0" y="441960"/>
                  </a:lnTo>
                  <a:lnTo>
                    <a:pt x="0" y="600456"/>
                  </a:lnTo>
                  <a:lnTo>
                    <a:pt x="713232" y="600456"/>
                  </a:lnTo>
                  <a:lnTo>
                    <a:pt x="713232" y="441960"/>
                  </a:lnTo>
                  <a:close/>
                </a:path>
                <a:path w="889000" h="2811779">
                  <a:moveTo>
                    <a:pt x="748284" y="2211324"/>
                  </a:moveTo>
                  <a:lnTo>
                    <a:pt x="0" y="2211324"/>
                  </a:lnTo>
                  <a:lnTo>
                    <a:pt x="0" y="2368296"/>
                  </a:lnTo>
                  <a:lnTo>
                    <a:pt x="748284" y="2368296"/>
                  </a:lnTo>
                  <a:lnTo>
                    <a:pt x="748284" y="2211324"/>
                  </a:lnTo>
                  <a:close/>
                </a:path>
                <a:path w="889000" h="2811779">
                  <a:moveTo>
                    <a:pt x="888492" y="0"/>
                  </a:moveTo>
                  <a:lnTo>
                    <a:pt x="0" y="0"/>
                  </a:lnTo>
                  <a:lnTo>
                    <a:pt x="0" y="158496"/>
                  </a:lnTo>
                  <a:lnTo>
                    <a:pt x="888492" y="158496"/>
                  </a:lnTo>
                  <a:lnTo>
                    <a:pt x="888492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3907535" y="2537459"/>
              <a:ext cx="889000" cy="2811780"/>
            </a:xfrm>
            <a:custGeom>
              <a:avLst/>
              <a:gdLst/>
              <a:ahLst/>
              <a:cxnLst/>
              <a:rect l="l" t="t" r="r" b="b"/>
              <a:pathLst>
                <a:path w="889000" h="2811779">
                  <a:moveTo>
                    <a:pt x="888491" y="0"/>
                  </a:moveTo>
                  <a:lnTo>
                    <a:pt x="0" y="0"/>
                  </a:lnTo>
                  <a:lnTo>
                    <a:pt x="0" y="158496"/>
                  </a:lnTo>
                  <a:lnTo>
                    <a:pt x="888491" y="158496"/>
                  </a:lnTo>
                  <a:lnTo>
                    <a:pt x="888491" y="0"/>
                  </a:lnTo>
                  <a:close/>
                </a:path>
                <a:path w="889000" h="2811779">
                  <a:moveTo>
                    <a:pt x="713231" y="441959"/>
                  </a:moveTo>
                  <a:lnTo>
                    <a:pt x="0" y="441959"/>
                  </a:lnTo>
                  <a:lnTo>
                    <a:pt x="0" y="600456"/>
                  </a:lnTo>
                  <a:lnTo>
                    <a:pt x="713231" y="600456"/>
                  </a:lnTo>
                  <a:lnTo>
                    <a:pt x="713231" y="441959"/>
                  </a:lnTo>
                  <a:close/>
                </a:path>
                <a:path w="889000" h="2811779">
                  <a:moveTo>
                    <a:pt x="620267" y="883919"/>
                  </a:moveTo>
                  <a:lnTo>
                    <a:pt x="0" y="883919"/>
                  </a:lnTo>
                  <a:lnTo>
                    <a:pt x="0" y="1042416"/>
                  </a:lnTo>
                  <a:lnTo>
                    <a:pt x="620267" y="1042416"/>
                  </a:lnTo>
                  <a:lnTo>
                    <a:pt x="620267" y="883919"/>
                  </a:lnTo>
                  <a:close/>
                </a:path>
                <a:path w="889000" h="2811779">
                  <a:moveTo>
                    <a:pt x="608075" y="1325880"/>
                  </a:moveTo>
                  <a:lnTo>
                    <a:pt x="0" y="1325880"/>
                  </a:lnTo>
                  <a:lnTo>
                    <a:pt x="0" y="1484376"/>
                  </a:lnTo>
                  <a:lnTo>
                    <a:pt x="608075" y="1484376"/>
                  </a:lnTo>
                  <a:lnTo>
                    <a:pt x="608075" y="1325880"/>
                  </a:lnTo>
                  <a:close/>
                </a:path>
                <a:path w="889000" h="2811779">
                  <a:moveTo>
                    <a:pt x="455675" y="1769364"/>
                  </a:moveTo>
                  <a:lnTo>
                    <a:pt x="0" y="1769364"/>
                  </a:lnTo>
                  <a:lnTo>
                    <a:pt x="0" y="1926336"/>
                  </a:lnTo>
                  <a:lnTo>
                    <a:pt x="455675" y="1926336"/>
                  </a:lnTo>
                  <a:lnTo>
                    <a:pt x="455675" y="1769364"/>
                  </a:lnTo>
                  <a:close/>
                </a:path>
                <a:path w="889000" h="2811779">
                  <a:moveTo>
                    <a:pt x="748283" y="2211324"/>
                  </a:moveTo>
                  <a:lnTo>
                    <a:pt x="0" y="2211324"/>
                  </a:lnTo>
                  <a:lnTo>
                    <a:pt x="0" y="2368296"/>
                  </a:lnTo>
                  <a:lnTo>
                    <a:pt x="748283" y="2368296"/>
                  </a:lnTo>
                  <a:lnTo>
                    <a:pt x="748283" y="2211324"/>
                  </a:lnTo>
                  <a:close/>
                </a:path>
                <a:path w="889000" h="2811779">
                  <a:moveTo>
                    <a:pt x="678179" y="2653284"/>
                  </a:moveTo>
                  <a:lnTo>
                    <a:pt x="0" y="2653284"/>
                  </a:lnTo>
                  <a:lnTo>
                    <a:pt x="0" y="2811780"/>
                  </a:lnTo>
                  <a:lnTo>
                    <a:pt x="678179" y="2811780"/>
                  </a:lnTo>
                  <a:lnTo>
                    <a:pt x="678179" y="2653284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3907535" y="2316479"/>
              <a:ext cx="0" cy="3095625"/>
            </a:xfrm>
            <a:custGeom>
              <a:avLst/>
              <a:gdLst/>
              <a:ahLst/>
              <a:cxnLst/>
              <a:rect l="l" t="t" r="r" b="b"/>
              <a:pathLst>
                <a:path w="0" h="3095625">
                  <a:moveTo>
                    <a:pt x="0" y="0"/>
                  </a:moveTo>
                  <a:lnTo>
                    <a:pt x="0" y="3095244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5475731" y="3784091"/>
              <a:ext cx="0" cy="157480"/>
            </a:xfrm>
            <a:custGeom>
              <a:avLst/>
              <a:gdLst/>
              <a:ahLst/>
              <a:cxnLst/>
              <a:rect l="l" t="t" r="r" b="b"/>
              <a:pathLst>
                <a:path w="0" h="157479">
                  <a:moveTo>
                    <a:pt x="0" y="15722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4552187" y="3941063"/>
              <a:ext cx="922655" cy="0"/>
            </a:xfrm>
            <a:custGeom>
              <a:avLst/>
              <a:gdLst/>
              <a:ahLst/>
              <a:cxnLst/>
              <a:rect l="l" t="t" r="r" b="b"/>
              <a:pathLst>
                <a:path w="922654" h="0">
                  <a:moveTo>
                    <a:pt x="0" y="0"/>
                  </a:moveTo>
                  <a:lnTo>
                    <a:pt x="922401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5044439" y="3745991"/>
              <a:ext cx="430530" cy="76200"/>
            </a:xfrm>
            <a:custGeom>
              <a:avLst/>
              <a:gdLst/>
              <a:ahLst/>
              <a:cxnLst/>
              <a:rect l="l" t="t" r="r" b="b"/>
              <a:pathLst>
                <a:path w="430529" h="76200">
                  <a:moveTo>
                    <a:pt x="76199" y="0"/>
                  </a:moveTo>
                  <a:lnTo>
                    <a:pt x="0" y="38099"/>
                  </a:lnTo>
                  <a:lnTo>
                    <a:pt x="76199" y="76199"/>
                  </a:lnTo>
                  <a:lnTo>
                    <a:pt x="76199" y="44449"/>
                  </a:lnTo>
                  <a:lnTo>
                    <a:pt x="63499" y="44449"/>
                  </a:lnTo>
                  <a:lnTo>
                    <a:pt x="63499" y="31749"/>
                  </a:lnTo>
                  <a:lnTo>
                    <a:pt x="76199" y="31749"/>
                  </a:lnTo>
                  <a:lnTo>
                    <a:pt x="76199" y="0"/>
                  </a:lnTo>
                  <a:close/>
                </a:path>
                <a:path w="430529" h="76200">
                  <a:moveTo>
                    <a:pt x="76199" y="31749"/>
                  </a:moveTo>
                  <a:lnTo>
                    <a:pt x="63499" y="31749"/>
                  </a:lnTo>
                  <a:lnTo>
                    <a:pt x="63499" y="44449"/>
                  </a:lnTo>
                  <a:lnTo>
                    <a:pt x="76199" y="44449"/>
                  </a:lnTo>
                  <a:lnTo>
                    <a:pt x="76199" y="31749"/>
                  </a:lnTo>
                  <a:close/>
                </a:path>
                <a:path w="430529" h="76200">
                  <a:moveTo>
                    <a:pt x="430275" y="31749"/>
                  </a:moveTo>
                  <a:lnTo>
                    <a:pt x="76199" y="31749"/>
                  </a:lnTo>
                  <a:lnTo>
                    <a:pt x="76199" y="44449"/>
                  </a:lnTo>
                  <a:lnTo>
                    <a:pt x="430275" y="44449"/>
                  </a:lnTo>
                  <a:lnTo>
                    <a:pt x="430275" y="317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5381243" y="4226051"/>
              <a:ext cx="0" cy="158750"/>
            </a:xfrm>
            <a:custGeom>
              <a:avLst/>
              <a:gdLst/>
              <a:ahLst/>
              <a:cxnLst/>
              <a:rect l="l" t="t" r="r" b="b"/>
              <a:pathLst>
                <a:path w="0" h="158750">
                  <a:moveTo>
                    <a:pt x="0" y="15875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4402835" y="4384547"/>
              <a:ext cx="979805" cy="0"/>
            </a:xfrm>
            <a:custGeom>
              <a:avLst/>
              <a:gdLst/>
              <a:ahLst/>
              <a:cxnLst/>
              <a:rect l="l" t="t" r="r" b="b"/>
              <a:pathLst>
                <a:path w="979804" h="0">
                  <a:moveTo>
                    <a:pt x="0" y="0"/>
                  </a:moveTo>
                  <a:lnTo>
                    <a:pt x="979424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4892039" y="4187951"/>
              <a:ext cx="488950" cy="76200"/>
            </a:xfrm>
            <a:custGeom>
              <a:avLst/>
              <a:gdLst/>
              <a:ahLst/>
              <a:cxnLst/>
              <a:rect l="l" t="t" r="r" b="b"/>
              <a:pathLst>
                <a:path w="48895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4450"/>
                  </a:lnTo>
                  <a:lnTo>
                    <a:pt x="63500" y="44450"/>
                  </a:lnTo>
                  <a:lnTo>
                    <a:pt x="63500" y="31750"/>
                  </a:lnTo>
                  <a:lnTo>
                    <a:pt x="76200" y="31750"/>
                  </a:lnTo>
                  <a:lnTo>
                    <a:pt x="76200" y="0"/>
                  </a:lnTo>
                  <a:close/>
                </a:path>
                <a:path w="488950" h="76200">
                  <a:moveTo>
                    <a:pt x="76200" y="31750"/>
                  </a:moveTo>
                  <a:lnTo>
                    <a:pt x="63500" y="31750"/>
                  </a:lnTo>
                  <a:lnTo>
                    <a:pt x="63500" y="44450"/>
                  </a:lnTo>
                  <a:lnTo>
                    <a:pt x="76200" y="44450"/>
                  </a:lnTo>
                  <a:lnTo>
                    <a:pt x="76200" y="31750"/>
                  </a:lnTo>
                  <a:close/>
                </a:path>
                <a:path w="488950" h="76200">
                  <a:moveTo>
                    <a:pt x="488950" y="31750"/>
                  </a:moveTo>
                  <a:lnTo>
                    <a:pt x="76200" y="31750"/>
                  </a:lnTo>
                  <a:lnTo>
                    <a:pt x="76200" y="44450"/>
                  </a:lnTo>
                  <a:lnTo>
                    <a:pt x="488950" y="44450"/>
                  </a:lnTo>
                  <a:lnTo>
                    <a:pt x="488950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3" name="object 63"/>
          <p:cNvSpPr txBox="1"/>
          <p:nvPr/>
        </p:nvSpPr>
        <p:spPr>
          <a:xfrm>
            <a:off x="4291710" y="3667505"/>
            <a:ext cx="3327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94%</a:t>
            </a:r>
            <a:endParaRPr sz="12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4110609" y="2340102"/>
            <a:ext cx="3327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63%</a:t>
            </a:r>
            <a:endParaRPr sz="12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4145407" y="2783204"/>
            <a:ext cx="3327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69%</a:t>
            </a:r>
            <a:endParaRPr sz="120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215510" y="4109084"/>
            <a:ext cx="3327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81%</a:t>
            </a:r>
            <a:endParaRPr sz="12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4215510" y="3224529"/>
            <a:ext cx="3327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81%</a:t>
            </a:r>
            <a:endParaRPr sz="1200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4291710" y="4551933"/>
            <a:ext cx="3327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94%</a:t>
            </a:r>
            <a:endParaRPr sz="120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4215510" y="4993385"/>
            <a:ext cx="3327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81%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5192077" y="3729037"/>
            <a:ext cx="565785" cy="268605"/>
            <a:chOff x="5192077" y="3729037"/>
            <a:chExt cx="565785" cy="268605"/>
          </a:xfrm>
        </p:grpSpPr>
        <p:sp>
          <p:nvSpPr>
            <p:cNvPr id="71" name="object 71"/>
            <p:cNvSpPr/>
            <p:nvPr/>
          </p:nvSpPr>
          <p:spPr>
            <a:xfrm>
              <a:off x="5196840" y="3733800"/>
              <a:ext cx="556260" cy="259079"/>
            </a:xfrm>
            <a:custGeom>
              <a:avLst/>
              <a:gdLst/>
              <a:ahLst/>
              <a:cxnLst/>
              <a:rect l="l" t="t" r="r" b="b"/>
              <a:pathLst>
                <a:path w="556260" h="259079">
                  <a:moveTo>
                    <a:pt x="278130" y="0"/>
                  </a:moveTo>
                  <a:lnTo>
                    <a:pt x="214337" y="3423"/>
                  </a:lnTo>
                  <a:lnTo>
                    <a:pt x="155787" y="13173"/>
                  </a:lnTo>
                  <a:lnTo>
                    <a:pt x="104147" y="28471"/>
                  </a:lnTo>
                  <a:lnTo>
                    <a:pt x="61082" y="48536"/>
                  </a:lnTo>
                  <a:lnTo>
                    <a:pt x="28258" y="72589"/>
                  </a:lnTo>
                  <a:lnTo>
                    <a:pt x="0" y="129539"/>
                  </a:lnTo>
                  <a:lnTo>
                    <a:pt x="7342" y="159229"/>
                  </a:lnTo>
                  <a:lnTo>
                    <a:pt x="61082" y="210543"/>
                  </a:lnTo>
                  <a:lnTo>
                    <a:pt x="104147" y="230608"/>
                  </a:lnTo>
                  <a:lnTo>
                    <a:pt x="155787" y="245906"/>
                  </a:lnTo>
                  <a:lnTo>
                    <a:pt x="214337" y="255656"/>
                  </a:lnTo>
                  <a:lnTo>
                    <a:pt x="278130" y="259079"/>
                  </a:lnTo>
                  <a:lnTo>
                    <a:pt x="341922" y="255656"/>
                  </a:lnTo>
                  <a:lnTo>
                    <a:pt x="400472" y="245906"/>
                  </a:lnTo>
                  <a:lnTo>
                    <a:pt x="452112" y="230608"/>
                  </a:lnTo>
                  <a:lnTo>
                    <a:pt x="495177" y="210543"/>
                  </a:lnTo>
                  <a:lnTo>
                    <a:pt x="528001" y="186490"/>
                  </a:lnTo>
                  <a:lnTo>
                    <a:pt x="556260" y="129539"/>
                  </a:lnTo>
                  <a:lnTo>
                    <a:pt x="548917" y="99850"/>
                  </a:lnTo>
                  <a:lnTo>
                    <a:pt x="495177" y="48536"/>
                  </a:lnTo>
                  <a:lnTo>
                    <a:pt x="452112" y="28471"/>
                  </a:lnTo>
                  <a:lnTo>
                    <a:pt x="400472" y="13173"/>
                  </a:lnTo>
                  <a:lnTo>
                    <a:pt x="341922" y="3423"/>
                  </a:lnTo>
                  <a:lnTo>
                    <a:pt x="2781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5196840" y="3733800"/>
              <a:ext cx="556260" cy="259079"/>
            </a:xfrm>
            <a:custGeom>
              <a:avLst/>
              <a:gdLst/>
              <a:ahLst/>
              <a:cxnLst/>
              <a:rect l="l" t="t" r="r" b="b"/>
              <a:pathLst>
                <a:path w="556260" h="259079">
                  <a:moveTo>
                    <a:pt x="0" y="129539"/>
                  </a:moveTo>
                  <a:lnTo>
                    <a:pt x="28258" y="72589"/>
                  </a:lnTo>
                  <a:lnTo>
                    <a:pt x="61082" y="48536"/>
                  </a:lnTo>
                  <a:lnTo>
                    <a:pt x="104147" y="28471"/>
                  </a:lnTo>
                  <a:lnTo>
                    <a:pt x="155787" y="13173"/>
                  </a:lnTo>
                  <a:lnTo>
                    <a:pt x="214337" y="3423"/>
                  </a:lnTo>
                  <a:lnTo>
                    <a:pt x="278130" y="0"/>
                  </a:lnTo>
                  <a:lnTo>
                    <a:pt x="341922" y="3423"/>
                  </a:lnTo>
                  <a:lnTo>
                    <a:pt x="400472" y="13173"/>
                  </a:lnTo>
                  <a:lnTo>
                    <a:pt x="452112" y="28471"/>
                  </a:lnTo>
                  <a:lnTo>
                    <a:pt x="495177" y="48536"/>
                  </a:lnTo>
                  <a:lnTo>
                    <a:pt x="528001" y="72589"/>
                  </a:lnTo>
                  <a:lnTo>
                    <a:pt x="556260" y="129539"/>
                  </a:lnTo>
                  <a:lnTo>
                    <a:pt x="548917" y="159229"/>
                  </a:lnTo>
                  <a:lnTo>
                    <a:pt x="495177" y="210543"/>
                  </a:lnTo>
                  <a:lnTo>
                    <a:pt x="452112" y="230608"/>
                  </a:lnTo>
                  <a:lnTo>
                    <a:pt x="400472" y="245906"/>
                  </a:lnTo>
                  <a:lnTo>
                    <a:pt x="341922" y="255656"/>
                  </a:lnTo>
                  <a:lnTo>
                    <a:pt x="278130" y="259079"/>
                  </a:lnTo>
                  <a:lnTo>
                    <a:pt x="214337" y="255656"/>
                  </a:lnTo>
                  <a:lnTo>
                    <a:pt x="155787" y="245906"/>
                  </a:lnTo>
                  <a:lnTo>
                    <a:pt x="104147" y="230608"/>
                  </a:lnTo>
                  <a:lnTo>
                    <a:pt x="61082" y="210543"/>
                  </a:lnTo>
                  <a:lnTo>
                    <a:pt x="28258" y="186490"/>
                  </a:lnTo>
                  <a:lnTo>
                    <a:pt x="0" y="12953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3" name="object 73"/>
          <p:cNvSpPr txBox="1"/>
          <p:nvPr/>
        </p:nvSpPr>
        <p:spPr>
          <a:xfrm>
            <a:off x="5267071" y="3755263"/>
            <a:ext cx="41973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latin typeface="Arial"/>
                <a:cs typeface="Arial"/>
              </a:rPr>
              <a:t>+81%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5039677" y="4172521"/>
            <a:ext cx="685165" cy="267335"/>
            <a:chOff x="5039677" y="4172521"/>
            <a:chExt cx="685165" cy="267335"/>
          </a:xfrm>
        </p:grpSpPr>
        <p:sp>
          <p:nvSpPr>
            <p:cNvPr id="75" name="object 75"/>
            <p:cNvSpPr/>
            <p:nvPr/>
          </p:nvSpPr>
          <p:spPr>
            <a:xfrm>
              <a:off x="5044440" y="4177284"/>
              <a:ext cx="675640" cy="257810"/>
            </a:xfrm>
            <a:custGeom>
              <a:avLst/>
              <a:gdLst/>
              <a:ahLst/>
              <a:cxnLst/>
              <a:rect l="l" t="t" r="r" b="b"/>
              <a:pathLst>
                <a:path w="675639" h="257810">
                  <a:moveTo>
                    <a:pt x="337566" y="0"/>
                  </a:moveTo>
                  <a:lnTo>
                    <a:pt x="269533" y="2616"/>
                  </a:lnTo>
                  <a:lnTo>
                    <a:pt x="206168" y="10120"/>
                  </a:lnTo>
                  <a:lnTo>
                    <a:pt x="148828" y="21993"/>
                  </a:lnTo>
                  <a:lnTo>
                    <a:pt x="98869" y="37718"/>
                  </a:lnTo>
                  <a:lnTo>
                    <a:pt x="57650" y="56777"/>
                  </a:lnTo>
                  <a:lnTo>
                    <a:pt x="6858" y="102825"/>
                  </a:lnTo>
                  <a:lnTo>
                    <a:pt x="0" y="128777"/>
                  </a:lnTo>
                  <a:lnTo>
                    <a:pt x="6857" y="154730"/>
                  </a:lnTo>
                  <a:lnTo>
                    <a:pt x="57650" y="200778"/>
                  </a:lnTo>
                  <a:lnTo>
                    <a:pt x="98869" y="219836"/>
                  </a:lnTo>
                  <a:lnTo>
                    <a:pt x="148828" y="235562"/>
                  </a:lnTo>
                  <a:lnTo>
                    <a:pt x="206168" y="247435"/>
                  </a:lnTo>
                  <a:lnTo>
                    <a:pt x="269533" y="254939"/>
                  </a:lnTo>
                  <a:lnTo>
                    <a:pt x="337566" y="257555"/>
                  </a:lnTo>
                  <a:lnTo>
                    <a:pt x="405598" y="254939"/>
                  </a:lnTo>
                  <a:lnTo>
                    <a:pt x="468963" y="247435"/>
                  </a:lnTo>
                  <a:lnTo>
                    <a:pt x="526303" y="235562"/>
                  </a:lnTo>
                  <a:lnTo>
                    <a:pt x="576262" y="219836"/>
                  </a:lnTo>
                  <a:lnTo>
                    <a:pt x="617481" y="200778"/>
                  </a:lnTo>
                  <a:lnTo>
                    <a:pt x="668274" y="154730"/>
                  </a:lnTo>
                  <a:lnTo>
                    <a:pt x="675132" y="128777"/>
                  </a:lnTo>
                  <a:lnTo>
                    <a:pt x="668274" y="102825"/>
                  </a:lnTo>
                  <a:lnTo>
                    <a:pt x="617481" y="56777"/>
                  </a:lnTo>
                  <a:lnTo>
                    <a:pt x="576262" y="37718"/>
                  </a:lnTo>
                  <a:lnTo>
                    <a:pt x="526303" y="21993"/>
                  </a:lnTo>
                  <a:lnTo>
                    <a:pt x="468963" y="10120"/>
                  </a:lnTo>
                  <a:lnTo>
                    <a:pt x="405598" y="2616"/>
                  </a:lnTo>
                  <a:lnTo>
                    <a:pt x="3375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5044440" y="4177284"/>
              <a:ext cx="675640" cy="257810"/>
            </a:xfrm>
            <a:custGeom>
              <a:avLst/>
              <a:gdLst/>
              <a:ahLst/>
              <a:cxnLst/>
              <a:rect l="l" t="t" r="r" b="b"/>
              <a:pathLst>
                <a:path w="675639" h="257810">
                  <a:moveTo>
                    <a:pt x="0" y="128777"/>
                  </a:moveTo>
                  <a:lnTo>
                    <a:pt x="26527" y="78652"/>
                  </a:lnTo>
                  <a:lnTo>
                    <a:pt x="98869" y="37718"/>
                  </a:lnTo>
                  <a:lnTo>
                    <a:pt x="148828" y="21993"/>
                  </a:lnTo>
                  <a:lnTo>
                    <a:pt x="206168" y="10120"/>
                  </a:lnTo>
                  <a:lnTo>
                    <a:pt x="269533" y="2616"/>
                  </a:lnTo>
                  <a:lnTo>
                    <a:pt x="337566" y="0"/>
                  </a:lnTo>
                  <a:lnTo>
                    <a:pt x="405598" y="2616"/>
                  </a:lnTo>
                  <a:lnTo>
                    <a:pt x="468963" y="10120"/>
                  </a:lnTo>
                  <a:lnTo>
                    <a:pt x="526303" y="21993"/>
                  </a:lnTo>
                  <a:lnTo>
                    <a:pt x="576262" y="37718"/>
                  </a:lnTo>
                  <a:lnTo>
                    <a:pt x="617481" y="56777"/>
                  </a:lnTo>
                  <a:lnTo>
                    <a:pt x="668274" y="102825"/>
                  </a:lnTo>
                  <a:lnTo>
                    <a:pt x="675132" y="128777"/>
                  </a:lnTo>
                  <a:lnTo>
                    <a:pt x="668274" y="154730"/>
                  </a:lnTo>
                  <a:lnTo>
                    <a:pt x="617481" y="200778"/>
                  </a:lnTo>
                  <a:lnTo>
                    <a:pt x="576262" y="219836"/>
                  </a:lnTo>
                  <a:lnTo>
                    <a:pt x="526303" y="235562"/>
                  </a:lnTo>
                  <a:lnTo>
                    <a:pt x="468963" y="247435"/>
                  </a:lnTo>
                  <a:lnTo>
                    <a:pt x="405598" y="254939"/>
                  </a:lnTo>
                  <a:lnTo>
                    <a:pt x="337566" y="257555"/>
                  </a:lnTo>
                  <a:lnTo>
                    <a:pt x="269533" y="254939"/>
                  </a:lnTo>
                  <a:lnTo>
                    <a:pt x="206168" y="247435"/>
                  </a:lnTo>
                  <a:lnTo>
                    <a:pt x="148828" y="235562"/>
                  </a:lnTo>
                  <a:lnTo>
                    <a:pt x="98869" y="219836"/>
                  </a:lnTo>
                  <a:lnTo>
                    <a:pt x="57650" y="200778"/>
                  </a:lnTo>
                  <a:lnTo>
                    <a:pt x="6857" y="154730"/>
                  </a:lnTo>
                  <a:lnTo>
                    <a:pt x="0" y="12877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7" name="object 77"/>
          <p:cNvSpPr txBox="1"/>
          <p:nvPr/>
        </p:nvSpPr>
        <p:spPr>
          <a:xfrm>
            <a:off x="5132323" y="4198366"/>
            <a:ext cx="50545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Arial"/>
                <a:cs typeface="Arial"/>
              </a:rPr>
              <a:t>+108%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5955601" y="2316479"/>
            <a:ext cx="1233805" cy="3095625"/>
            <a:chOff x="5955601" y="2316479"/>
            <a:chExt cx="1233805" cy="3095625"/>
          </a:xfrm>
        </p:grpSpPr>
        <p:sp>
          <p:nvSpPr>
            <p:cNvPr id="79" name="object 79"/>
            <p:cNvSpPr/>
            <p:nvPr/>
          </p:nvSpPr>
          <p:spPr>
            <a:xfrm>
              <a:off x="5960364" y="2378963"/>
              <a:ext cx="1123315" cy="2811780"/>
            </a:xfrm>
            <a:custGeom>
              <a:avLst/>
              <a:gdLst/>
              <a:ahLst/>
              <a:cxnLst/>
              <a:rect l="l" t="t" r="r" b="b"/>
              <a:pathLst>
                <a:path w="1123315" h="2811779">
                  <a:moveTo>
                    <a:pt x="943356" y="1769364"/>
                  </a:moveTo>
                  <a:lnTo>
                    <a:pt x="0" y="1769364"/>
                  </a:lnTo>
                  <a:lnTo>
                    <a:pt x="0" y="1927860"/>
                  </a:lnTo>
                  <a:lnTo>
                    <a:pt x="943356" y="1927860"/>
                  </a:lnTo>
                  <a:lnTo>
                    <a:pt x="943356" y="1769364"/>
                  </a:lnTo>
                  <a:close/>
                </a:path>
                <a:path w="1123315" h="2811779">
                  <a:moveTo>
                    <a:pt x="943356" y="885444"/>
                  </a:moveTo>
                  <a:lnTo>
                    <a:pt x="0" y="885444"/>
                  </a:lnTo>
                  <a:lnTo>
                    <a:pt x="0" y="1042416"/>
                  </a:lnTo>
                  <a:lnTo>
                    <a:pt x="943356" y="1042416"/>
                  </a:lnTo>
                  <a:lnTo>
                    <a:pt x="943356" y="885444"/>
                  </a:lnTo>
                  <a:close/>
                </a:path>
                <a:path w="1123315" h="2811779">
                  <a:moveTo>
                    <a:pt x="943356" y="0"/>
                  </a:moveTo>
                  <a:lnTo>
                    <a:pt x="0" y="0"/>
                  </a:lnTo>
                  <a:lnTo>
                    <a:pt x="0" y="158496"/>
                  </a:lnTo>
                  <a:lnTo>
                    <a:pt x="943356" y="158496"/>
                  </a:lnTo>
                  <a:lnTo>
                    <a:pt x="943356" y="0"/>
                  </a:lnTo>
                  <a:close/>
                </a:path>
                <a:path w="1123315" h="2811779">
                  <a:moveTo>
                    <a:pt x="1033272" y="441960"/>
                  </a:moveTo>
                  <a:lnTo>
                    <a:pt x="0" y="441960"/>
                  </a:lnTo>
                  <a:lnTo>
                    <a:pt x="0" y="600456"/>
                  </a:lnTo>
                  <a:lnTo>
                    <a:pt x="1033272" y="600456"/>
                  </a:lnTo>
                  <a:lnTo>
                    <a:pt x="1033272" y="441960"/>
                  </a:lnTo>
                  <a:close/>
                </a:path>
                <a:path w="1123315" h="2811779">
                  <a:moveTo>
                    <a:pt x="1123188" y="2653284"/>
                  </a:moveTo>
                  <a:lnTo>
                    <a:pt x="0" y="2653284"/>
                  </a:lnTo>
                  <a:lnTo>
                    <a:pt x="0" y="2811780"/>
                  </a:lnTo>
                  <a:lnTo>
                    <a:pt x="1123188" y="2811780"/>
                  </a:lnTo>
                  <a:lnTo>
                    <a:pt x="1123188" y="2653284"/>
                  </a:lnTo>
                  <a:close/>
                </a:path>
                <a:path w="1123315" h="2811779">
                  <a:moveTo>
                    <a:pt x="1123188" y="2211324"/>
                  </a:moveTo>
                  <a:lnTo>
                    <a:pt x="0" y="2211324"/>
                  </a:lnTo>
                  <a:lnTo>
                    <a:pt x="0" y="2369820"/>
                  </a:lnTo>
                  <a:lnTo>
                    <a:pt x="1123188" y="2369820"/>
                  </a:lnTo>
                  <a:lnTo>
                    <a:pt x="1123188" y="2211324"/>
                  </a:lnTo>
                  <a:close/>
                </a:path>
                <a:path w="1123315" h="2811779">
                  <a:moveTo>
                    <a:pt x="1123188" y="1327404"/>
                  </a:moveTo>
                  <a:lnTo>
                    <a:pt x="0" y="1327404"/>
                  </a:lnTo>
                  <a:lnTo>
                    <a:pt x="0" y="1484376"/>
                  </a:lnTo>
                  <a:lnTo>
                    <a:pt x="1123188" y="1484376"/>
                  </a:lnTo>
                  <a:lnTo>
                    <a:pt x="1123188" y="1327404"/>
                  </a:lnTo>
                  <a:close/>
                </a:path>
              </a:pathLst>
            </a:custGeom>
            <a:solidFill>
              <a:srgbClr val="0D020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5960364" y="2537459"/>
              <a:ext cx="1224280" cy="2811780"/>
            </a:xfrm>
            <a:custGeom>
              <a:avLst/>
              <a:gdLst/>
              <a:ahLst/>
              <a:cxnLst/>
              <a:rect l="l" t="t" r="r" b="b"/>
              <a:pathLst>
                <a:path w="1224279" h="2811779">
                  <a:moveTo>
                    <a:pt x="1005840" y="883920"/>
                  </a:moveTo>
                  <a:lnTo>
                    <a:pt x="0" y="883920"/>
                  </a:lnTo>
                  <a:lnTo>
                    <a:pt x="0" y="1042416"/>
                  </a:lnTo>
                  <a:lnTo>
                    <a:pt x="1005840" y="1042416"/>
                  </a:lnTo>
                  <a:lnTo>
                    <a:pt x="1005840" y="883920"/>
                  </a:lnTo>
                  <a:close/>
                </a:path>
                <a:path w="1224279" h="2811779">
                  <a:moveTo>
                    <a:pt x="1100328" y="0"/>
                  </a:moveTo>
                  <a:lnTo>
                    <a:pt x="0" y="0"/>
                  </a:lnTo>
                  <a:lnTo>
                    <a:pt x="0" y="158496"/>
                  </a:lnTo>
                  <a:lnTo>
                    <a:pt x="1100328" y="158496"/>
                  </a:lnTo>
                  <a:lnTo>
                    <a:pt x="1100328" y="0"/>
                  </a:lnTo>
                  <a:close/>
                </a:path>
                <a:path w="1224279" h="2811779">
                  <a:moveTo>
                    <a:pt x="1110996" y="2653284"/>
                  </a:moveTo>
                  <a:lnTo>
                    <a:pt x="0" y="2653284"/>
                  </a:lnTo>
                  <a:lnTo>
                    <a:pt x="0" y="2811780"/>
                  </a:lnTo>
                  <a:lnTo>
                    <a:pt x="1110996" y="2811780"/>
                  </a:lnTo>
                  <a:lnTo>
                    <a:pt x="1110996" y="2653284"/>
                  </a:lnTo>
                  <a:close/>
                </a:path>
                <a:path w="1224279" h="2811779">
                  <a:moveTo>
                    <a:pt x="1118616" y="441960"/>
                  </a:moveTo>
                  <a:lnTo>
                    <a:pt x="0" y="441960"/>
                  </a:lnTo>
                  <a:lnTo>
                    <a:pt x="0" y="600456"/>
                  </a:lnTo>
                  <a:lnTo>
                    <a:pt x="1118616" y="600456"/>
                  </a:lnTo>
                  <a:lnTo>
                    <a:pt x="1118616" y="441960"/>
                  </a:lnTo>
                  <a:close/>
                </a:path>
                <a:path w="1224279" h="2811779">
                  <a:moveTo>
                    <a:pt x="1123188" y="1769364"/>
                  </a:moveTo>
                  <a:lnTo>
                    <a:pt x="0" y="1769364"/>
                  </a:lnTo>
                  <a:lnTo>
                    <a:pt x="0" y="1926336"/>
                  </a:lnTo>
                  <a:lnTo>
                    <a:pt x="1123188" y="1926336"/>
                  </a:lnTo>
                  <a:lnTo>
                    <a:pt x="1123188" y="1769364"/>
                  </a:lnTo>
                  <a:close/>
                </a:path>
                <a:path w="1224279" h="2811779">
                  <a:moveTo>
                    <a:pt x="1161288" y="1325880"/>
                  </a:moveTo>
                  <a:lnTo>
                    <a:pt x="0" y="1325880"/>
                  </a:lnTo>
                  <a:lnTo>
                    <a:pt x="0" y="1484376"/>
                  </a:lnTo>
                  <a:lnTo>
                    <a:pt x="1161288" y="1484376"/>
                  </a:lnTo>
                  <a:lnTo>
                    <a:pt x="1161288" y="1325880"/>
                  </a:lnTo>
                  <a:close/>
                </a:path>
                <a:path w="1224279" h="2811779">
                  <a:moveTo>
                    <a:pt x="1223772" y="2211324"/>
                  </a:moveTo>
                  <a:lnTo>
                    <a:pt x="0" y="2211324"/>
                  </a:lnTo>
                  <a:lnTo>
                    <a:pt x="0" y="2368296"/>
                  </a:lnTo>
                  <a:lnTo>
                    <a:pt x="1223772" y="2368296"/>
                  </a:lnTo>
                  <a:lnTo>
                    <a:pt x="1223772" y="2211324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5960364" y="2537459"/>
              <a:ext cx="1224280" cy="2811780"/>
            </a:xfrm>
            <a:custGeom>
              <a:avLst/>
              <a:gdLst/>
              <a:ahLst/>
              <a:cxnLst/>
              <a:rect l="l" t="t" r="r" b="b"/>
              <a:pathLst>
                <a:path w="1224279" h="2811779">
                  <a:moveTo>
                    <a:pt x="1100327" y="0"/>
                  </a:moveTo>
                  <a:lnTo>
                    <a:pt x="0" y="0"/>
                  </a:lnTo>
                  <a:lnTo>
                    <a:pt x="0" y="158496"/>
                  </a:lnTo>
                  <a:lnTo>
                    <a:pt x="1100327" y="158496"/>
                  </a:lnTo>
                  <a:lnTo>
                    <a:pt x="1100327" y="0"/>
                  </a:lnTo>
                  <a:close/>
                </a:path>
                <a:path w="1224279" h="2811779">
                  <a:moveTo>
                    <a:pt x="1118615" y="441959"/>
                  </a:moveTo>
                  <a:lnTo>
                    <a:pt x="0" y="441959"/>
                  </a:lnTo>
                  <a:lnTo>
                    <a:pt x="0" y="600456"/>
                  </a:lnTo>
                  <a:lnTo>
                    <a:pt x="1118615" y="600456"/>
                  </a:lnTo>
                  <a:lnTo>
                    <a:pt x="1118615" y="441959"/>
                  </a:lnTo>
                  <a:close/>
                </a:path>
                <a:path w="1224279" h="2811779">
                  <a:moveTo>
                    <a:pt x="1005839" y="883919"/>
                  </a:moveTo>
                  <a:lnTo>
                    <a:pt x="0" y="883919"/>
                  </a:lnTo>
                  <a:lnTo>
                    <a:pt x="0" y="1042416"/>
                  </a:lnTo>
                  <a:lnTo>
                    <a:pt x="1005839" y="1042416"/>
                  </a:lnTo>
                  <a:lnTo>
                    <a:pt x="1005839" y="883919"/>
                  </a:lnTo>
                  <a:close/>
                </a:path>
                <a:path w="1224279" h="2811779">
                  <a:moveTo>
                    <a:pt x="1161287" y="1325880"/>
                  </a:moveTo>
                  <a:lnTo>
                    <a:pt x="0" y="1325880"/>
                  </a:lnTo>
                  <a:lnTo>
                    <a:pt x="0" y="1484376"/>
                  </a:lnTo>
                  <a:lnTo>
                    <a:pt x="1161287" y="1484376"/>
                  </a:lnTo>
                  <a:lnTo>
                    <a:pt x="1161287" y="1325880"/>
                  </a:lnTo>
                  <a:close/>
                </a:path>
                <a:path w="1224279" h="2811779">
                  <a:moveTo>
                    <a:pt x="1123187" y="1769364"/>
                  </a:moveTo>
                  <a:lnTo>
                    <a:pt x="0" y="1769364"/>
                  </a:lnTo>
                  <a:lnTo>
                    <a:pt x="0" y="1926336"/>
                  </a:lnTo>
                  <a:lnTo>
                    <a:pt x="1123187" y="1926336"/>
                  </a:lnTo>
                  <a:lnTo>
                    <a:pt x="1123187" y="1769364"/>
                  </a:lnTo>
                  <a:close/>
                </a:path>
                <a:path w="1224279" h="2811779">
                  <a:moveTo>
                    <a:pt x="1223771" y="2211324"/>
                  </a:moveTo>
                  <a:lnTo>
                    <a:pt x="0" y="2211324"/>
                  </a:lnTo>
                  <a:lnTo>
                    <a:pt x="0" y="2368296"/>
                  </a:lnTo>
                  <a:lnTo>
                    <a:pt x="1223771" y="2368296"/>
                  </a:lnTo>
                  <a:lnTo>
                    <a:pt x="1223771" y="2211324"/>
                  </a:lnTo>
                  <a:close/>
                </a:path>
                <a:path w="1224279" h="2811779">
                  <a:moveTo>
                    <a:pt x="1110995" y="2653284"/>
                  </a:moveTo>
                  <a:lnTo>
                    <a:pt x="0" y="2653284"/>
                  </a:lnTo>
                  <a:lnTo>
                    <a:pt x="0" y="2811780"/>
                  </a:lnTo>
                  <a:lnTo>
                    <a:pt x="1110995" y="2811780"/>
                  </a:lnTo>
                  <a:lnTo>
                    <a:pt x="1110995" y="2653284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5960364" y="2316479"/>
              <a:ext cx="0" cy="3095625"/>
            </a:xfrm>
            <a:custGeom>
              <a:avLst/>
              <a:gdLst/>
              <a:ahLst/>
              <a:cxnLst/>
              <a:rect l="l" t="t" r="r" b="b"/>
              <a:pathLst>
                <a:path w="0" h="3095625">
                  <a:moveTo>
                    <a:pt x="0" y="0"/>
                  </a:moveTo>
                  <a:lnTo>
                    <a:pt x="0" y="3095244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3" name="object 83"/>
          <p:cNvSpPr txBox="1"/>
          <p:nvPr/>
        </p:nvSpPr>
        <p:spPr>
          <a:xfrm>
            <a:off x="6356984" y="3667505"/>
            <a:ext cx="3333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87%</a:t>
            </a:r>
            <a:endParaRPr sz="1200">
              <a:latin typeface="Arial"/>
              <a:cs typeface="Aria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6268339" y="2340102"/>
            <a:ext cx="3327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73%</a:t>
            </a:r>
            <a:endParaRPr sz="1200">
              <a:latin typeface="Arial"/>
              <a:cs typeface="Arial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6268339" y="3224529"/>
            <a:ext cx="3327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73%</a:t>
            </a:r>
            <a:endParaRPr sz="1200">
              <a:latin typeface="Arial"/>
              <a:cs typeface="Arial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6312789" y="2783204"/>
            <a:ext cx="3327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80%</a:t>
            </a:r>
            <a:endParaRPr sz="1200">
              <a:latin typeface="Arial"/>
              <a:cs typeface="Arial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6356984" y="4551933"/>
            <a:ext cx="3333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87%</a:t>
            </a:r>
            <a:endParaRPr sz="1200">
              <a:latin typeface="Arial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6268339" y="4109084"/>
            <a:ext cx="3327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73%</a:t>
            </a:r>
            <a:endParaRPr sz="1200">
              <a:latin typeface="Arial"/>
              <a:cs typeface="Arial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6356984" y="4993385"/>
            <a:ext cx="3333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87%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90" name="object 90" descr="China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90132" y="1837944"/>
            <a:ext cx="454152" cy="286512"/>
          </a:xfrm>
          <a:prstGeom prst="rect">
            <a:avLst/>
          </a:prstGeom>
        </p:spPr>
      </p:pic>
      <p:pic>
        <p:nvPicPr>
          <p:cNvPr id="91" name="object 91" descr="USA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01084" y="1840992"/>
            <a:ext cx="454151" cy="286512"/>
          </a:xfrm>
          <a:prstGeom prst="rect">
            <a:avLst/>
          </a:prstGeom>
        </p:spPr>
      </p:pic>
      <p:sp>
        <p:nvSpPr>
          <p:cNvPr id="92" name="object 92"/>
          <p:cNvSpPr/>
          <p:nvPr/>
        </p:nvSpPr>
        <p:spPr>
          <a:xfrm>
            <a:off x="1868423" y="5836920"/>
            <a:ext cx="180340" cy="134620"/>
          </a:xfrm>
          <a:custGeom>
            <a:avLst/>
            <a:gdLst/>
            <a:ahLst/>
            <a:cxnLst/>
            <a:rect l="l" t="t" r="r" b="b"/>
            <a:pathLst>
              <a:path w="180339" h="134620">
                <a:moveTo>
                  <a:pt x="179831" y="0"/>
                </a:moveTo>
                <a:lnTo>
                  <a:pt x="0" y="0"/>
                </a:lnTo>
                <a:lnTo>
                  <a:pt x="0" y="134111"/>
                </a:lnTo>
                <a:lnTo>
                  <a:pt x="179831" y="134111"/>
                </a:lnTo>
                <a:lnTo>
                  <a:pt x="179831" y="0"/>
                </a:lnTo>
                <a:close/>
              </a:path>
            </a:pathLst>
          </a:custGeom>
          <a:solidFill>
            <a:srgbClr val="0D020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3048000" y="5836920"/>
            <a:ext cx="180340" cy="134620"/>
          </a:xfrm>
          <a:custGeom>
            <a:avLst/>
            <a:gdLst/>
            <a:ahLst/>
            <a:cxnLst/>
            <a:rect l="l" t="t" r="r" b="b"/>
            <a:pathLst>
              <a:path w="180339" h="134620">
                <a:moveTo>
                  <a:pt x="179831" y="0"/>
                </a:moveTo>
                <a:lnTo>
                  <a:pt x="0" y="0"/>
                </a:lnTo>
                <a:lnTo>
                  <a:pt x="0" y="134111"/>
                </a:lnTo>
                <a:lnTo>
                  <a:pt x="179831" y="134111"/>
                </a:lnTo>
                <a:lnTo>
                  <a:pt x="179831" y="0"/>
                </a:lnTo>
                <a:close/>
              </a:path>
            </a:pathLst>
          </a:custGeom>
          <a:solidFill>
            <a:srgbClr val="DB52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 txBox="1"/>
          <p:nvPr/>
        </p:nvSpPr>
        <p:spPr>
          <a:xfrm>
            <a:off x="2086101" y="5817514"/>
            <a:ext cx="8737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Arial"/>
                <a:cs typeface="Arial"/>
              </a:rPr>
              <a:t>2023</a:t>
            </a:r>
            <a:r>
              <a:rPr dirty="0" sz="1000" spc="-3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–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Experts</a:t>
            </a:r>
            <a:endParaRPr sz="1000">
              <a:latin typeface="Arial"/>
              <a:cs typeface="Arial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3265678" y="5817514"/>
            <a:ext cx="103124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Arial"/>
                <a:cs typeface="Arial"/>
              </a:rPr>
              <a:t>2023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–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Consumer</a:t>
            </a:r>
            <a:endParaRPr sz="1000">
              <a:latin typeface="Arial"/>
              <a:cs typeface="Arial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11612626" y="6500876"/>
            <a:ext cx="132080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 spc="-25">
                <a:latin typeface="Arial"/>
                <a:cs typeface="Arial"/>
              </a:rPr>
              <a:t>11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10978690" y="1896651"/>
            <a:ext cx="937894" cy="1368425"/>
            <a:chOff x="10978690" y="1896651"/>
            <a:chExt cx="937894" cy="1368425"/>
          </a:xfrm>
        </p:grpSpPr>
        <p:sp>
          <p:nvSpPr>
            <p:cNvPr id="98" name="object 98"/>
            <p:cNvSpPr/>
            <p:nvPr/>
          </p:nvSpPr>
          <p:spPr>
            <a:xfrm>
              <a:off x="11127264" y="2355261"/>
              <a:ext cx="337820" cy="909955"/>
            </a:xfrm>
            <a:custGeom>
              <a:avLst/>
              <a:gdLst/>
              <a:ahLst/>
              <a:cxnLst/>
              <a:rect l="l" t="t" r="r" b="b"/>
              <a:pathLst>
                <a:path w="337820" h="909954">
                  <a:moveTo>
                    <a:pt x="265150" y="0"/>
                  </a:moveTo>
                  <a:lnTo>
                    <a:pt x="204118" y="44481"/>
                  </a:lnTo>
                  <a:lnTo>
                    <a:pt x="188380" y="80457"/>
                  </a:lnTo>
                  <a:lnTo>
                    <a:pt x="174751" y="124843"/>
                  </a:lnTo>
                  <a:lnTo>
                    <a:pt x="163096" y="175677"/>
                  </a:lnTo>
                  <a:lnTo>
                    <a:pt x="153282" y="230995"/>
                  </a:lnTo>
                  <a:lnTo>
                    <a:pt x="145177" y="288836"/>
                  </a:lnTo>
                  <a:lnTo>
                    <a:pt x="138645" y="347237"/>
                  </a:lnTo>
                  <a:lnTo>
                    <a:pt x="129771" y="457871"/>
                  </a:lnTo>
                  <a:lnTo>
                    <a:pt x="125591" y="547197"/>
                  </a:lnTo>
                  <a:lnTo>
                    <a:pt x="0" y="909400"/>
                  </a:lnTo>
                  <a:lnTo>
                    <a:pt x="110331" y="909400"/>
                  </a:lnTo>
                  <a:lnTo>
                    <a:pt x="252276" y="578921"/>
                  </a:lnTo>
                  <a:lnTo>
                    <a:pt x="266354" y="517537"/>
                  </a:lnTo>
                  <a:lnTo>
                    <a:pt x="296899" y="372075"/>
                  </a:lnTo>
                  <a:lnTo>
                    <a:pt x="326384" y="200570"/>
                  </a:lnTo>
                  <a:lnTo>
                    <a:pt x="337279" y="61056"/>
                  </a:lnTo>
                  <a:lnTo>
                    <a:pt x="325553" y="23239"/>
                  </a:lnTo>
                  <a:lnTo>
                    <a:pt x="299078" y="2994"/>
                  </a:lnTo>
                  <a:lnTo>
                    <a:pt x="2651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11127264" y="2355261"/>
              <a:ext cx="337820" cy="909955"/>
            </a:xfrm>
            <a:custGeom>
              <a:avLst/>
              <a:gdLst/>
              <a:ahLst/>
              <a:cxnLst/>
              <a:rect l="l" t="t" r="r" b="b"/>
              <a:pathLst>
                <a:path w="337820" h="909954">
                  <a:moveTo>
                    <a:pt x="265150" y="0"/>
                  </a:moveTo>
                  <a:lnTo>
                    <a:pt x="204118" y="44481"/>
                  </a:lnTo>
                  <a:lnTo>
                    <a:pt x="188380" y="80457"/>
                  </a:lnTo>
                  <a:lnTo>
                    <a:pt x="174751" y="124843"/>
                  </a:lnTo>
                  <a:lnTo>
                    <a:pt x="163096" y="175677"/>
                  </a:lnTo>
                  <a:lnTo>
                    <a:pt x="153282" y="230995"/>
                  </a:lnTo>
                  <a:lnTo>
                    <a:pt x="145177" y="288836"/>
                  </a:lnTo>
                  <a:lnTo>
                    <a:pt x="138645" y="347237"/>
                  </a:lnTo>
                  <a:lnTo>
                    <a:pt x="129771" y="457871"/>
                  </a:lnTo>
                  <a:lnTo>
                    <a:pt x="125591" y="547197"/>
                  </a:lnTo>
                  <a:lnTo>
                    <a:pt x="0" y="909400"/>
                  </a:lnTo>
                  <a:lnTo>
                    <a:pt x="110331" y="909400"/>
                  </a:lnTo>
                  <a:lnTo>
                    <a:pt x="252276" y="578921"/>
                  </a:lnTo>
                  <a:lnTo>
                    <a:pt x="266354" y="517537"/>
                  </a:lnTo>
                  <a:lnTo>
                    <a:pt x="296899" y="372075"/>
                  </a:lnTo>
                  <a:lnTo>
                    <a:pt x="326384" y="200570"/>
                  </a:lnTo>
                  <a:lnTo>
                    <a:pt x="337279" y="61056"/>
                  </a:lnTo>
                  <a:lnTo>
                    <a:pt x="325553" y="23239"/>
                  </a:lnTo>
                  <a:lnTo>
                    <a:pt x="299078" y="2994"/>
                  </a:lnTo>
                  <a:lnTo>
                    <a:pt x="265150" y="0"/>
                  </a:lnTo>
                  <a:close/>
                </a:path>
              </a:pathLst>
            </a:custGeom>
            <a:solidFill>
              <a:srgbClr val="000000">
                <a:alpha val="9803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11675651" y="3251652"/>
              <a:ext cx="82550" cy="13335"/>
            </a:xfrm>
            <a:custGeom>
              <a:avLst/>
              <a:gdLst/>
              <a:ahLst/>
              <a:cxnLst/>
              <a:rect l="l" t="t" r="r" b="b"/>
              <a:pathLst>
                <a:path w="82550" h="13335">
                  <a:moveTo>
                    <a:pt x="78140" y="0"/>
                  </a:moveTo>
                  <a:lnTo>
                    <a:pt x="0" y="13009"/>
                  </a:lnTo>
                  <a:lnTo>
                    <a:pt x="82256" y="13009"/>
                  </a:lnTo>
                  <a:lnTo>
                    <a:pt x="78140" y="0"/>
                  </a:lnTo>
                  <a:close/>
                </a:path>
              </a:pathLst>
            </a:custGeom>
            <a:solidFill>
              <a:srgbClr val="6263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11675710" y="3251652"/>
              <a:ext cx="82550" cy="13335"/>
            </a:xfrm>
            <a:custGeom>
              <a:avLst/>
              <a:gdLst/>
              <a:ahLst/>
              <a:cxnLst/>
              <a:rect l="l" t="t" r="r" b="b"/>
              <a:pathLst>
                <a:path w="82550" h="13335">
                  <a:moveTo>
                    <a:pt x="78140" y="0"/>
                  </a:moveTo>
                  <a:lnTo>
                    <a:pt x="0" y="13009"/>
                  </a:lnTo>
                  <a:lnTo>
                    <a:pt x="82260" y="13009"/>
                  </a:lnTo>
                  <a:lnTo>
                    <a:pt x="78140" y="0"/>
                  </a:lnTo>
                  <a:close/>
                </a:path>
              </a:pathLst>
            </a:custGeom>
            <a:solidFill>
              <a:srgbClr val="000000">
                <a:alpha val="14901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11266214" y="2330847"/>
              <a:ext cx="597535" cy="934085"/>
            </a:xfrm>
            <a:custGeom>
              <a:avLst/>
              <a:gdLst/>
              <a:ahLst/>
              <a:cxnLst/>
              <a:rect l="l" t="t" r="r" b="b"/>
              <a:pathLst>
                <a:path w="597534" h="934085">
                  <a:moveTo>
                    <a:pt x="318520" y="0"/>
                  </a:moveTo>
                  <a:lnTo>
                    <a:pt x="129204" y="33721"/>
                  </a:lnTo>
                  <a:lnTo>
                    <a:pt x="85519" y="74758"/>
                  </a:lnTo>
                  <a:lnTo>
                    <a:pt x="60242" y="136009"/>
                  </a:lnTo>
                  <a:lnTo>
                    <a:pt x="48586" y="191678"/>
                  </a:lnTo>
                  <a:lnTo>
                    <a:pt x="18820" y="558579"/>
                  </a:lnTo>
                  <a:lnTo>
                    <a:pt x="2493" y="807699"/>
                  </a:lnTo>
                  <a:lnTo>
                    <a:pt x="0" y="933814"/>
                  </a:lnTo>
                  <a:lnTo>
                    <a:pt x="476336" y="933814"/>
                  </a:lnTo>
                  <a:lnTo>
                    <a:pt x="444539" y="837621"/>
                  </a:lnTo>
                  <a:lnTo>
                    <a:pt x="412075" y="724602"/>
                  </a:lnTo>
                  <a:lnTo>
                    <a:pt x="396791" y="636634"/>
                  </a:lnTo>
                  <a:lnTo>
                    <a:pt x="401715" y="592668"/>
                  </a:lnTo>
                  <a:lnTo>
                    <a:pt x="415867" y="541145"/>
                  </a:lnTo>
                  <a:lnTo>
                    <a:pt x="436473" y="485181"/>
                  </a:lnTo>
                  <a:lnTo>
                    <a:pt x="460756" y="427894"/>
                  </a:lnTo>
                  <a:lnTo>
                    <a:pt x="527931" y="279258"/>
                  </a:lnTo>
                  <a:lnTo>
                    <a:pt x="555632" y="200471"/>
                  </a:lnTo>
                  <a:lnTo>
                    <a:pt x="574769" y="160750"/>
                  </a:lnTo>
                  <a:lnTo>
                    <a:pt x="597239" y="123269"/>
                  </a:lnTo>
                  <a:lnTo>
                    <a:pt x="562837" y="93373"/>
                  </a:lnTo>
                  <a:lnTo>
                    <a:pt x="466497" y="36083"/>
                  </a:lnTo>
                  <a:lnTo>
                    <a:pt x="318520" y="0"/>
                  </a:lnTo>
                  <a:close/>
                </a:path>
              </a:pathLst>
            </a:custGeom>
            <a:solidFill>
              <a:srgbClr val="F4F4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11223346" y="2331122"/>
              <a:ext cx="640715" cy="934085"/>
            </a:xfrm>
            <a:custGeom>
              <a:avLst/>
              <a:gdLst/>
              <a:ahLst/>
              <a:cxnLst/>
              <a:rect l="l" t="t" r="r" b="b"/>
              <a:pathLst>
                <a:path w="640715" h="934085">
                  <a:moveTo>
                    <a:pt x="270992" y="0"/>
                  </a:moveTo>
                  <a:lnTo>
                    <a:pt x="213982" y="9575"/>
                  </a:lnTo>
                  <a:lnTo>
                    <a:pt x="154952" y="27978"/>
                  </a:lnTo>
                  <a:lnTo>
                    <a:pt x="111887" y="93332"/>
                  </a:lnTo>
                  <a:lnTo>
                    <a:pt x="95338" y="143484"/>
                  </a:lnTo>
                  <a:lnTo>
                    <a:pt x="72263" y="229793"/>
                  </a:lnTo>
                  <a:lnTo>
                    <a:pt x="46139" y="381292"/>
                  </a:lnTo>
                  <a:lnTo>
                    <a:pt x="31381" y="594982"/>
                  </a:lnTo>
                  <a:lnTo>
                    <a:pt x="16370" y="778814"/>
                  </a:lnTo>
                  <a:lnTo>
                    <a:pt x="0" y="933551"/>
                  </a:lnTo>
                  <a:lnTo>
                    <a:pt x="111798" y="933551"/>
                  </a:lnTo>
                  <a:lnTo>
                    <a:pt x="100926" y="781164"/>
                  </a:lnTo>
                  <a:lnTo>
                    <a:pt x="96380" y="684364"/>
                  </a:lnTo>
                  <a:lnTo>
                    <a:pt x="94767" y="519671"/>
                  </a:lnTo>
                  <a:lnTo>
                    <a:pt x="97637" y="464756"/>
                  </a:lnTo>
                  <a:lnTo>
                    <a:pt x="104114" y="411073"/>
                  </a:lnTo>
                  <a:lnTo>
                    <a:pt x="115531" y="359714"/>
                  </a:lnTo>
                  <a:lnTo>
                    <a:pt x="131622" y="309562"/>
                  </a:lnTo>
                  <a:lnTo>
                    <a:pt x="150749" y="260286"/>
                  </a:lnTo>
                  <a:lnTo>
                    <a:pt x="227114" y="78968"/>
                  </a:lnTo>
                  <a:lnTo>
                    <a:pt x="247434" y="38646"/>
                  </a:lnTo>
                  <a:lnTo>
                    <a:pt x="270992" y="0"/>
                  </a:lnTo>
                  <a:close/>
                </a:path>
                <a:path w="640715" h="934085">
                  <a:moveTo>
                    <a:pt x="640105" y="123075"/>
                  </a:moveTo>
                  <a:lnTo>
                    <a:pt x="625436" y="109639"/>
                  </a:lnTo>
                  <a:lnTo>
                    <a:pt x="583501" y="77685"/>
                  </a:lnTo>
                  <a:lnTo>
                    <a:pt x="517321" y="39738"/>
                  </a:lnTo>
                  <a:lnTo>
                    <a:pt x="429971" y="8331"/>
                  </a:lnTo>
                  <a:lnTo>
                    <a:pt x="403072" y="55245"/>
                  </a:lnTo>
                  <a:lnTo>
                    <a:pt x="317601" y="174891"/>
                  </a:lnTo>
                  <a:lnTo>
                    <a:pt x="255320" y="273240"/>
                  </a:lnTo>
                  <a:lnTo>
                    <a:pt x="227876" y="341934"/>
                  </a:lnTo>
                  <a:lnTo>
                    <a:pt x="216357" y="392303"/>
                  </a:lnTo>
                  <a:lnTo>
                    <a:pt x="209270" y="444525"/>
                  </a:lnTo>
                  <a:lnTo>
                    <a:pt x="205473" y="498297"/>
                  </a:lnTo>
                  <a:lnTo>
                    <a:pt x="203771" y="553339"/>
                  </a:lnTo>
                  <a:lnTo>
                    <a:pt x="203720" y="600430"/>
                  </a:lnTo>
                  <a:lnTo>
                    <a:pt x="207924" y="702310"/>
                  </a:lnTo>
                  <a:lnTo>
                    <a:pt x="226275" y="933538"/>
                  </a:lnTo>
                  <a:lnTo>
                    <a:pt x="551421" y="933538"/>
                  </a:lnTo>
                  <a:lnTo>
                    <a:pt x="540499" y="900010"/>
                  </a:lnTo>
                  <a:lnTo>
                    <a:pt x="494995" y="745566"/>
                  </a:lnTo>
                  <a:lnTo>
                    <a:pt x="473748" y="638771"/>
                  </a:lnTo>
                  <a:lnTo>
                    <a:pt x="477202" y="594677"/>
                  </a:lnTo>
                  <a:lnTo>
                    <a:pt x="487489" y="542886"/>
                  </a:lnTo>
                  <a:lnTo>
                    <a:pt x="502640" y="486549"/>
                  </a:lnTo>
                  <a:lnTo>
                    <a:pt x="520661" y="428840"/>
                  </a:lnTo>
                  <a:lnTo>
                    <a:pt x="598500" y="200279"/>
                  </a:lnTo>
                  <a:lnTo>
                    <a:pt x="617626" y="160553"/>
                  </a:lnTo>
                  <a:lnTo>
                    <a:pt x="640105" y="1230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11554410" y="2697787"/>
              <a:ext cx="220345" cy="567055"/>
            </a:xfrm>
            <a:custGeom>
              <a:avLst/>
              <a:gdLst/>
              <a:ahLst/>
              <a:cxnLst/>
              <a:rect l="l" t="t" r="r" b="b"/>
              <a:pathLst>
                <a:path w="220345" h="567054">
                  <a:moveTo>
                    <a:pt x="210685" y="0"/>
                  </a:moveTo>
                  <a:lnTo>
                    <a:pt x="165488" y="28011"/>
                  </a:lnTo>
                  <a:lnTo>
                    <a:pt x="94123" y="90673"/>
                  </a:lnTo>
                  <a:lnTo>
                    <a:pt x="65094" y="134547"/>
                  </a:lnTo>
                  <a:lnTo>
                    <a:pt x="33674" y="196074"/>
                  </a:lnTo>
                  <a:lnTo>
                    <a:pt x="15150" y="264294"/>
                  </a:lnTo>
                  <a:lnTo>
                    <a:pt x="6469" y="312926"/>
                  </a:lnTo>
                  <a:lnTo>
                    <a:pt x="1507" y="363880"/>
                  </a:lnTo>
                  <a:lnTo>
                    <a:pt x="0" y="415950"/>
                  </a:lnTo>
                  <a:lnTo>
                    <a:pt x="1683" y="467930"/>
                  </a:lnTo>
                  <a:lnTo>
                    <a:pt x="6292" y="518614"/>
                  </a:lnTo>
                  <a:lnTo>
                    <a:pt x="18281" y="566874"/>
                  </a:lnTo>
                  <a:lnTo>
                    <a:pt x="220344" y="566874"/>
                  </a:lnTo>
                  <a:lnTo>
                    <a:pt x="209374" y="533211"/>
                  </a:lnTo>
                  <a:lnTo>
                    <a:pt x="163838" y="378755"/>
                  </a:lnTo>
                  <a:lnTo>
                    <a:pt x="142579" y="272019"/>
                  </a:lnTo>
                  <a:lnTo>
                    <a:pt x="145060" y="235011"/>
                  </a:lnTo>
                  <a:lnTo>
                    <a:pt x="152727" y="192046"/>
                  </a:lnTo>
                  <a:lnTo>
                    <a:pt x="164351" y="145094"/>
                  </a:lnTo>
                  <a:lnTo>
                    <a:pt x="178704" y="96123"/>
                  </a:lnTo>
                  <a:lnTo>
                    <a:pt x="210685" y="0"/>
                  </a:lnTo>
                  <a:close/>
                </a:path>
              </a:pathLst>
            </a:custGeom>
            <a:solidFill>
              <a:srgbClr val="000000">
                <a:alpha val="9803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11449591" y="2904108"/>
              <a:ext cx="429895" cy="144780"/>
            </a:xfrm>
            <a:custGeom>
              <a:avLst/>
              <a:gdLst/>
              <a:ahLst/>
              <a:cxnLst/>
              <a:rect l="l" t="t" r="r" b="b"/>
              <a:pathLst>
                <a:path w="429895" h="144780">
                  <a:moveTo>
                    <a:pt x="5210" y="0"/>
                  </a:moveTo>
                  <a:lnTo>
                    <a:pt x="0" y="66673"/>
                  </a:lnTo>
                  <a:lnTo>
                    <a:pt x="163516" y="118790"/>
                  </a:lnTo>
                  <a:lnTo>
                    <a:pt x="300383" y="140434"/>
                  </a:lnTo>
                  <a:lnTo>
                    <a:pt x="394391" y="144191"/>
                  </a:lnTo>
                  <a:lnTo>
                    <a:pt x="429329" y="142647"/>
                  </a:lnTo>
                  <a:lnTo>
                    <a:pt x="410274" y="5325"/>
                  </a:lnTo>
                  <a:lnTo>
                    <a:pt x="298580" y="14057"/>
                  </a:lnTo>
                  <a:lnTo>
                    <a:pt x="248383" y="19274"/>
                  </a:lnTo>
                  <a:lnTo>
                    <a:pt x="200441" y="20006"/>
                  </a:lnTo>
                  <a:lnTo>
                    <a:pt x="137330" y="15567"/>
                  </a:lnTo>
                  <a:lnTo>
                    <a:pt x="73872" y="8836"/>
                  </a:lnTo>
                  <a:lnTo>
                    <a:pt x="5210" y="0"/>
                  </a:lnTo>
                  <a:close/>
                </a:path>
              </a:pathLst>
            </a:custGeom>
            <a:solidFill>
              <a:srgbClr val="F8BE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11524202" y="2428043"/>
              <a:ext cx="392430" cy="626745"/>
            </a:xfrm>
            <a:custGeom>
              <a:avLst/>
              <a:gdLst/>
              <a:ahLst/>
              <a:cxnLst/>
              <a:rect l="l" t="t" r="r" b="b"/>
              <a:pathLst>
                <a:path w="392429" h="626744">
                  <a:moveTo>
                    <a:pt x="270922" y="0"/>
                  </a:moveTo>
                  <a:lnTo>
                    <a:pt x="236064" y="53935"/>
                  </a:lnTo>
                  <a:lnTo>
                    <a:pt x="221024" y="125308"/>
                  </a:lnTo>
                  <a:lnTo>
                    <a:pt x="217791" y="160921"/>
                  </a:lnTo>
                  <a:lnTo>
                    <a:pt x="223717" y="269312"/>
                  </a:lnTo>
                  <a:lnTo>
                    <a:pt x="231953" y="372149"/>
                  </a:lnTo>
                  <a:lnTo>
                    <a:pt x="244438" y="478389"/>
                  </a:lnTo>
                  <a:lnTo>
                    <a:pt x="89354" y="485361"/>
                  </a:lnTo>
                  <a:lnTo>
                    <a:pt x="11164" y="485964"/>
                  </a:lnTo>
                  <a:lnTo>
                    <a:pt x="0" y="586387"/>
                  </a:lnTo>
                  <a:lnTo>
                    <a:pt x="67017" y="605102"/>
                  </a:lnTo>
                  <a:lnTo>
                    <a:pt x="129758" y="617209"/>
                  </a:lnTo>
                  <a:lnTo>
                    <a:pt x="187087" y="623924"/>
                  </a:lnTo>
                  <a:lnTo>
                    <a:pt x="237865" y="626464"/>
                  </a:lnTo>
                  <a:lnTo>
                    <a:pt x="280957" y="626046"/>
                  </a:lnTo>
                  <a:lnTo>
                    <a:pt x="315223" y="623887"/>
                  </a:lnTo>
                  <a:lnTo>
                    <a:pt x="327121" y="625854"/>
                  </a:lnTo>
                  <a:lnTo>
                    <a:pt x="375305" y="600213"/>
                  </a:lnTo>
                  <a:lnTo>
                    <a:pt x="389917" y="541406"/>
                  </a:lnTo>
                  <a:lnTo>
                    <a:pt x="392203" y="496802"/>
                  </a:lnTo>
                  <a:lnTo>
                    <a:pt x="392311" y="441351"/>
                  </a:lnTo>
                  <a:lnTo>
                    <a:pt x="389508" y="295768"/>
                  </a:lnTo>
                  <a:lnTo>
                    <a:pt x="379266" y="168602"/>
                  </a:lnTo>
                  <a:lnTo>
                    <a:pt x="360218" y="81957"/>
                  </a:lnTo>
                  <a:lnTo>
                    <a:pt x="341840" y="32449"/>
                  </a:lnTo>
                  <a:lnTo>
                    <a:pt x="333608" y="16698"/>
                  </a:lnTo>
                  <a:lnTo>
                    <a:pt x="2709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11524202" y="2428993"/>
              <a:ext cx="392430" cy="626110"/>
            </a:xfrm>
            <a:custGeom>
              <a:avLst/>
              <a:gdLst/>
              <a:ahLst/>
              <a:cxnLst/>
              <a:rect l="l" t="t" r="r" b="b"/>
              <a:pathLst>
                <a:path w="392429" h="626110">
                  <a:moveTo>
                    <a:pt x="310683" y="0"/>
                  </a:moveTo>
                  <a:lnTo>
                    <a:pt x="329306" y="103878"/>
                  </a:lnTo>
                  <a:lnTo>
                    <a:pt x="345074" y="206017"/>
                  </a:lnTo>
                  <a:lnTo>
                    <a:pt x="350538" y="257299"/>
                  </a:lnTo>
                  <a:lnTo>
                    <a:pt x="353550" y="308644"/>
                  </a:lnTo>
                  <a:lnTo>
                    <a:pt x="353482" y="359993"/>
                  </a:lnTo>
                  <a:lnTo>
                    <a:pt x="347389" y="403288"/>
                  </a:lnTo>
                  <a:lnTo>
                    <a:pt x="332503" y="446683"/>
                  </a:lnTo>
                  <a:lnTo>
                    <a:pt x="309557" y="487228"/>
                  </a:lnTo>
                  <a:lnTo>
                    <a:pt x="279286" y="521973"/>
                  </a:lnTo>
                  <a:lnTo>
                    <a:pt x="242423" y="547968"/>
                  </a:lnTo>
                  <a:lnTo>
                    <a:pt x="199703" y="562264"/>
                  </a:lnTo>
                  <a:lnTo>
                    <a:pt x="149585" y="569105"/>
                  </a:lnTo>
                  <a:lnTo>
                    <a:pt x="99879" y="573457"/>
                  </a:lnTo>
                  <a:lnTo>
                    <a:pt x="50494" y="575700"/>
                  </a:lnTo>
                  <a:lnTo>
                    <a:pt x="1339" y="576213"/>
                  </a:lnTo>
                  <a:lnTo>
                    <a:pt x="0" y="585513"/>
                  </a:lnTo>
                  <a:lnTo>
                    <a:pt x="67017" y="604228"/>
                  </a:lnTo>
                  <a:lnTo>
                    <a:pt x="129758" y="616335"/>
                  </a:lnTo>
                  <a:lnTo>
                    <a:pt x="187087" y="623050"/>
                  </a:lnTo>
                  <a:lnTo>
                    <a:pt x="237865" y="625590"/>
                  </a:lnTo>
                  <a:lnTo>
                    <a:pt x="280957" y="625172"/>
                  </a:lnTo>
                  <a:lnTo>
                    <a:pt x="315223" y="623012"/>
                  </a:lnTo>
                  <a:lnTo>
                    <a:pt x="327121" y="624992"/>
                  </a:lnTo>
                  <a:lnTo>
                    <a:pt x="375305" y="599386"/>
                  </a:lnTo>
                  <a:lnTo>
                    <a:pt x="389917" y="540545"/>
                  </a:lnTo>
                  <a:lnTo>
                    <a:pt x="392203" y="495934"/>
                  </a:lnTo>
                  <a:lnTo>
                    <a:pt x="392311" y="440479"/>
                  </a:lnTo>
                  <a:lnTo>
                    <a:pt x="389508" y="294894"/>
                  </a:lnTo>
                  <a:lnTo>
                    <a:pt x="379266" y="167728"/>
                  </a:lnTo>
                  <a:lnTo>
                    <a:pt x="360218" y="81082"/>
                  </a:lnTo>
                  <a:lnTo>
                    <a:pt x="341840" y="31575"/>
                  </a:lnTo>
                  <a:lnTo>
                    <a:pt x="327546" y="10778"/>
                  </a:lnTo>
                  <a:lnTo>
                    <a:pt x="310683" y="0"/>
                  </a:lnTo>
                  <a:close/>
                </a:path>
              </a:pathLst>
            </a:custGeom>
            <a:solidFill>
              <a:srgbClr val="000000">
                <a:alpha val="9803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10978690" y="2685412"/>
              <a:ext cx="397510" cy="358140"/>
            </a:xfrm>
            <a:custGeom>
              <a:avLst/>
              <a:gdLst/>
              <a:ahLst/>
              <a:cxnLst/>
              <a:rect l="l" t="t" r="r" b="b"/>
              <a:pathLst>
                <a:path w="397509" h="358139">
                  <a:moveTo>
                    <a:pt x="199570" y="0"/>
                  </a:moveTo>
                  <a:lnTo>
                    <a:pt x="34552" y="224"/>
                  </a:lnTo>
                  <a:lnTo>
                    <a:pt x="16875" y="5098"/>
                  </a:lnTo>
                  <a:lnTo>
                    <a:pt x="4732" y="17558"/>
                  </a:lnTo>
                  <a:lnTo>
                    <a:pt x="0" y="34364"/>
                  </a:lnTo>
                  <a:lnTo>
                    <a:pt x="4555" y="52273"/>
                  </a:lnTo>
                  <a:lnTo>
                    <a:pt x="167415" y="340193"/>
                  </a:lnTo>
                  <a:lnTo>
                    <a:pt x="197485" y="357818"/>
                  </a:lnTo>
                  <a:lnTo>
                    <a:pt x="362504" y="357518"/>
                  </a:lnTo>
                  <a:lnTo>
                    <a:pt x="380169" y="352612"/>
                  </a:lnTo>
                  <a:lnTo>
                    <a:pt x="392286" y="340156"/>
                  </a:lnTo>
                  <a:lnTo>
                    <a:pt x="396993" y="323368"/>
                  </a:lnTo>
                  <a:lnTo>
                    <a:pt x="392426" y="305469"/>
                  </a:lnTo>
                  <a:lnTo>
                    <a:pt x="229715" y="17549"/>
                  </a:lnTo>
                  <a:lnTo>
                    <a:pt x="199570" y="0"/>
                  </a:lnTo>
                  <a:close/>
                </a:path>
              </a:pathLst>
            </a:custGeom>
            <a:solidFill>
              <a:srgbClr val="6263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11167743" y="2873059"/>
              <a:ext cx="307975" cy="119380"/>
            </a:xfrm>
            <a:custGeom>
              <a:avLst/>
              <a:gdLst/>
              <a:ahLst/>
              <a:cxnLst/>
              <a:rect l="l" t="t" r="r" b="b"/>
              <a:pathLst>
                <a:path w="307975" h="119380">
                  <a:moveTo>
                    <a:pt x="203872" y="0"/>
                  </a:moveTo>
                  <a:lnTo>
                    <a:pt x="137626" y="3224"/>
                  </a:lnTo>
                  <a:lnTo>
                    <a:pt x="141084" y="11076"/>
                  </a:lnTo>
                  <a:lnTo>
                    <a:pt x="151247" y="29849"/>
                  </a:lnTo>
                  <a:lnTo>
                    <a:pt x="165762" y="32399"/>
                  </a:lnTo>
                  <a:lnTo>
                    <a:pt x="166429" y="34777"/>
                  </a:lnTo>
                  <a:lnTo>
                    <a:pt x="166022" y="39833"/>
                  </a:lnTo>
                  <a:lnTo>
                    <a:pt x="160926" y="44454"/>
                  </a:lnTo>
                  <a:lnTo>
                    <a:pt x="147526" y="45524"/>
                  </a:lnTo>
                  <a:lnTo>
                    <a:pt x="118716" y="39824"/>
                  </a:lnTo>
                  <a:lnTo>
                    <a:pt x="79717" y="29624"/>
                  </a:lnTo>
                  <a:lnTo>
                    <a:pt x="30666" y="15524"/>
                  </a:lnTo>
                  <a:lnTo>
                    <a:pt x="19408" y="12543"/>
                  </a:lnTo>
                  <a:lnTo>
                    <a:pt x="9376" y="12740"/>
                  </a:lnTo>
                  <a:lnTo>
                    <a:pt x="0" y="17549"/>
                  </a:lnTo>
                  <a:lnTo>
                    <a:pt x="41905" y="42599"/>
                  </a:lnTo>
                  <a:lnTo>
                    <a:pt x="83216" y="87073"/>
                  </a:lnTo>
                  <a:lnTo>
                    <a:pt x="146260" y="115122"/>
                  </a:lnTo>
                  <a:lnTo>
                    <a:pt x="160821" y="117869"/>
                  </a:lnTo>
                  <a:lnTo>
                    <a:pt x="175621" y="119014"/>
                  </a:lnTo>
                  <a:lnTo>
                    <a:pt x="192409" y="117972"/>
                  </a:lnTo>
                  <a:lnTo>
                    <a:pt x="307631" y="97423"/>
                  </a:lnTo>
                  <a:lnTo>
                    <a:pt x="306738" y="34874"/>
                  </a:lnTo>
                  <a:lnTo>
                    <a:pt x="203872" y="0"/>
                  </a:lnTo>
                  <a:close/>
                </a:path>
              </a:pathLst>
            </a:custGeom>
            <a:solidFill>
              <a:srgbClr val="F8BEA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0" name="object 1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90804" y="2216971"/>
              <a:ext cx="156755" cy="186821"/>
            </a:xfrm>
            <a:prstGeom prst="rect">
              <a:avLst/>
            </a:prstGeom>
          </p:spPr>
        </p:pic>
        <p:sp>
          <p:nvSpPr>
            <p:cNvPr id="111" name="object 111"/>
            <p:cNvSpPr/>
            <p:nvPr/>
          </p:nvSpPr>
          <p:spPr>
            <a:xfrm>
              <a:off x="11388575" y="1950594"/>
              <a:ext cx="285750" cy="365760"/>
            </a:xfrm>
            <a:custGeom>
              <a:avLst/>
              <a:gdLst/>
              <a:ahLst/>
              <a:cxnLst/>
              <a:rect l="l" t="t" r="r" b="b"/>
              <a:pathLst>
                <a:path w="285750" h="365760">
                  <a:moveTo>
                    <a:pt x="134840" y="0"/>
                  </a:moveTo>
                  <a:lnTo>
                    <a:pt x="79080" y="6582"/>
                  </a:lnTo>
                  <a:lnTo>
                    <a:pt x="40835" y="30516"/>
                  </a:lnTo>
                  <a:lnTo>
                    <a:pt x="16540" y="69356"/>
                  </a:lnTo>
                  <a:lnTo>
                    <a:pt x="3745" y="116970"/>
                  </a:lnTo>
                  <a:lnTo>
                    <a:pt x="0" y="167229"/>
                  </a:lnTo>
                  <a:lnTo>
                    <a:pt x="2854" y="214000"/>
                  </a:lnTo>
                  <a:lnTo>
                    <a:pt x="23592" y="291759"/>
                  </a:lnTo>
                  <a:lnTo>
                    <a:pt x="62895" y="347633"/>
                  </a:lnTo>
                  <a:lnTo>
                    <a:pt x="90990" y="365375"/>
                  </a:lnTo>
                  <a:lnTo>
                    <a:pt x="131492" y="364807"/>
                  </a:lnTo>
                  <a:lnTo>
                    <a:pt x="179593" y="344179"/>
                  </a:lnTo>
                  <a:lnTo>
                    <a:pt x="219809" y="319824"/>
                  </a:lnTo>
                  <a:lnTo>
                    <a:pt x="259198" y="250414"/>
                  </a:lnTo>
                  <a:lnTo>
                    <a:pt x="276151" y="191753"/>
                  </a:lnTo>
                  <a:lnTo>
                    <a:pt x="285191" y="137874"/>
                  </a:lnTo>
                  <a:lnTo>
                    <a:pt x="283995" y="94555"/>
                  </a:lnTo>
                  <a:lnTo>
                    <a:pt x="267893" y="64167"/>
                  </a:lnTo>
                  <a:lnTo>
                    <a:pt x="234298" y="34483"/>
                  </a:lnTo>
                  <a:lnTo>
                    <a:pt x="188264" y="11197"/>
                  </a:lnTo>
                  <a:lnTo>
                    <a:pt x="134840" y="0"/>
                  </a:lnTo>
                  <a:close/>
                </a:path>
              </a:pathLst>
            </a:custGeom>
            <a:solidFill>
              <a:srgbClr val="F8BE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11373139" y="1896651"/>
              <a:ext cx="334010" cy="362585"/>
            </a:xfrm>
            <a:custGeom>
              <a:avLst/>
              <a:gdLst/>
              <a:ahLst/>
              <a:cxnLst/>
              <a:rect l="l" t="t" r="r" b="b"/>
              <a:pathLst>
                <a:path w="334009" h="362585">
                  <a:moveTo>
                    <a:pt x="135706" y="0"/>
                  </a:moveTo>
                  <a:lnTo>
                    <a:pt x="97030" y="11653"/>
                  </a:lnTo>
                  <a:lnTo>
                    <a:pt x="58178" y="37350"/>
                  </a:lnTo>
                  <a:lnTo>
                    <a:pt x="9721" y="95515"/>
                  </a:lnTo>
                  <a:lnTo>
                    <a:pt x="0" y="141214"/>
                  </a:lnTo>
                  <a:lnTo>
                    <a:pt x="8909" y="171092"/>
                  </a:lnTo>
                  <a:lnTo>
                    <a:pt x="16347" y="181797"/>
                  </a:lnTo>
                  <a:lnTo>
                    <a:pt x="17719" y="169788"/>
                  </a:lnTo>
                  <a:lnTo>
                    <a:pt x="24367" y="143379"/>
                  </a:lnTo>
                  <a:lnTo>
                    <a:pt x="40086" y="116998"/>
                  </a:lnTo>
                  <a:lnTo>
                    <a:pt x="68673" y="105074"/>
                  </a:lnTo>
                  <a:lnTo>
                    <a:pt x="119399" y="120996"/>
                  </a:lnTo>
                  <a:lnTo>
                    <a:pt x="152373" y="155220"/>
                  </a:lnTo>
                  <a:lnTo>
                    <a:pt x="177364" y="188108"/>
                  </a:lnTo>
                  <a:lnTo>
                    <a:pt x="204141" y="200022"/>
                  </a:lnTo>
                  <a:lnTo>
                    <a:pt x="210961" y="205269"/>
                  </a:lnTo>
                  <a:lnTo>
                    <a:pt x="214208" y="218715"/>
                  </a:lnTo>
                  <a:lnTo>
                    <a:pt x="215232" y="238871"/>
                  </a:lnTo>
                  <a:lnTo>
                    <a:pt x="221954" y="229747"/>
                  </a:lnTo>
                  <a:lnTo>
                    <a:pt x="237692" y="212903"/>
                  </a:lnTo>
                  <a:lnTo>
                    <a:pt x="255803" y="204130"/>
                  </a:lnTo>
                  <a:lnTo>
                    <a:pt x="269642" y="219222"/>
                  </a:lnTo>
                  <a:lnTo>
                    <a:pt x="273971" y="248116"/>
                  </a:lnTo>
                  <a:lnTo>
                    <a:pt x="269884" y="269311"/>
                  </a:lnTo>
                  <a:lnTo>
                    <a:pt x="260243" y="281605"/>
                  </a:lnTo>
                  <a:lnTo>
                    <a:pt x="247908" y="283795"/>
                  </a:lnTo>
                  <a:lnTo>
                    <a:pt x="252076" y="362019"/>
                  </a:lnTo>
                  <a:lnTo>
                    <a:pt x="288973" y="319210"/>
                  </a:lnTo>
                  <a:lnTo>
                    <a:pt x="315121" y="270521"/>
                  </a:lnTo>
                  <a:lnTo>
                    <a:pt x="329317" y="227716"/>
                  </a:lnTo>
                  <a:lnTo>
                    <a:pt x="333465" y="182700"/>
                  </a:lnTo>
                  <a:lnTo>
                    <a:pt x="327961" y="138176"/>
                  </a:lnTo>
                  <a:lnTo>
                    <a:pt x="313202" y="96846"/>
                  </a:lnTo>
                  <a:lnTo>
                    <a:pt x="289586" y="61412"/>
                  </a:lnTo>
                  <a:lnTo>
                    <a:pt x="257510" y="34575"/>
                  </a:lnTo>
                  <a:lnTo>
                    <a:pt x="215264" y="12933"/>
                  </a:lnTo>
                  <a:lnTo>
                    <a:pt x="174890" y="917"/>
                  </a:lnTo>
                  <a:lnTo>
                    <a:pt x="135706" y="0"/>
                  </a:lnTo>
                  <a:close/>
                </a:path>
              </a:pathLst>
            </a:custGeom>
            <a:solidFill>
              <a:srgbClr val="62636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3" name="object 1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634284" y="1909200"/>
              <a:ext cx="139073" cy="228545"/>
            </a:xfrm>
            <a:prstGeom prst="rect">
              <a:avLst/>
            </a:prstGeom>
          </p:spPr>
        </p:pic>
        <p:sp>
          <p:nvSpPr>
            <p:cNvPr id="114" name="object 114"/>
            <p:cNvSpPr/>
            <p:nvPr/>
          </p:nvSpPr>
          <p:spPr>
            <a:xfrm>
              <a:off x="11320082" y="2294381"/>
              <a:ext cx="389890" cy="527050"/>
            </a:xfrm>
            <a:custGeom>
              <a:avLst/>
              <a:gdLst/>
              <a:ahLst/>
              <a:cxnLst/>
              <a:rect l="l" t="t" r="r" b="b"/>
              <a:pathLst>
                <a:path w="389890" h="527050">
                  <a:moveTo>
                    <a:pt x="180873" y="57518"/>
                  </a:moveTo>
                  <a:lnTo>
                    <a:pt x="179387" y="23698"/>
                  </a:lnTo>
                  <a:lnTo>
                    <a:pt x="152146" y="38163"/>
                  </a:lnTo>
                  <a:lnTo>
                    <a:pt x="128130" y="56642"/>
                  </a:lnTo>
                  <a:lnTo>
                    <a:pt x="59105" y="113093"/>
                  </a:lnTo>
                  <a:lnTo>
                    <a:pt x="82550" y="126136"/>
                  </a:lnTo>
                  <a:lnTo>
                    <a:pt x="39827" y="170992"/>
                  </a:lnTo>
                  <a:lnTo>
                    <a:pt x="29019" y="247446"/>
                  </a:lnTo>
                  <a:lnTo>
                    <a:pt x="0" y="486130"/>
                  </a:lnTo>
                  <a:lnTo>
                    <a:pt x="46139" y="317855"/>
                  </a:lnTo>
                  <a:lnTo>
                    <a:pt x="106324" y="181775"/>
                  </a:lnTo>
                  <a:lnTo>
                    <a:pt x="158572" y="90716"/>
                  </a:lnTo>
                  <a:lnTo>
                    <a:pt x="180873" y="57518"/>
                  </a:lnTo>
                  <a:close/>
                </a:path>
                <a:path w="389890" h="527050">
                  <a:moveTo>
                    <a:pt x="389763" y="62699"/>
                  </a:moveTo>
                  <a:lnTo>
                    <a:pt x="311086" y="0"/>
                  </a:lnTo>
                  <a:lnTo>
                    <a:pt x="311746" y="6197"/>
                  </a:lnTo>
                  <a:lnTo>
                    <a:pt x="310527" y="23863"/>
                  </a:lnTo>
                  <a:lnTo>
                    <a:pt x="302577" y="51625"/>
                  </a:lnTo>
                  <a:lnTo>
                    <a:pt x="283108" y="88112"/>
                  </a:lnTo>
                  <a:lnTo>
                    <a:pt x="259588" y="123317"/>
                  </a:lnTo>
                  <a:lnTo>
                    <a:pt x="212204" y="197332"/>
                  </a:lnTo>
                  <a:lnTo>
                    <a:pt x="189598" y="236778"/>
                  </a:lnTo>
                  <a:lnTo>
                    <a:pt x="168554" y="278244"/>
                  </a:lnTo>
                  <a:lnTo>
                    <a:pt x="149707" y="322033"/>
                  </a:lnTo>
                  <a:lnTo>
                    <a:pt x="133680" y="368465"/>
                  </a:lnTo>
                  <a:lnTo>
                    <a:pt x="121132" y="417842"/>
                  </a:lnTo>
                  <a:lnTo>
                    <a:pt x="112661" y="470458"/>
                  </a:lnTo>
                  <a:lnTo>
                    <a:pt x="108927" y="526630"/>
                  </a:lnTo>
                  <a:lnTo>
                    <a:pt x="123609" y="486765"/>
                  </a:lnTo>
                  <a:lnTo>
                    <a:pt x="164858" y="393255"/>
                  </a:lnTo>
                  <a:lnTo>
                    <a:pt x="228536" y="285318"/>
                  </a:lnTo>
                  <a:lnTo>
                    <a:pt x="310489" y="202120"/>
                  </a:lnTo>
                  <a:lnTo>
                    <a:pt x="280720" y="163347"/>
                  </a:lnTo>
                  <a:lnTo>
                    <a:pt x="366026" y="135737"/>
                  </a:lnTo>
                  <a:lnTo>
                    <a:pt x="389763" y="62699"/>
                  </a:lnTo>
                  <a:close/>
                </a:path>
              </a:pathLst>
            </a:custGeom>
            <a:solidFill>
              <a:srgbClr val="6263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5" name="object 115"/>
          <p:cNvSpPr txBox="1"/>
          <p:nvPr/>
        </p:nvSpPr>
        <p:spPr>
          <a:xfrm>
            <a:off x="8496427" y="5345988"/>
            <a:ext cx="29273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0">
                <a:solidFill>
                  <a:srgbClr val="B5B5B5"/>
                </a:solidFill>
                <a:latin typeface="Arial"/>
                <a:cs typeface="Arial"/>
              </a:rPr>
              <a:t>+</a:t>
            </a:r>
            <a:endParaRPr sz="3600">
              <a:latin typeface="Arial"/>
              <a:cs typeface="Arial"/>
            </a:endParaRPr>
          </a:p>
        </p:txBody>
      </p:sp>
      <p:grpSp>
        <p:nvGrpSpPr>
          <p:cNvPr id="116" name="object 116"/>
          <p:cNvGrpSpPr/>
          <p:nvPr/>
        </p:nvGrpSpPr>
        <p:grpSpPr>
          <a:xfrm>
            <a:off x="8738616" y="5689091"/>
            <a:ext cx="391795" cy="388620"/>
            <a:chOff x="8738616" y="5689091"/>
            <a:chExt cx="391795" cy="388620"/>
          </a:xfrm>
        </p:grpSpPr>
        <p:pic>
          <p:nvPicPr>
            <p:cNvPr id="117" name="object 1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44712" y="5689091"/>
              <a:ext cx="379476" cy="176784"/>
            </a:xfrm>
            <a:prstGeom prst="rect">
              <a:avLst/>
            </a:prstGeom>
          </p:spPr>
        </p:pic>
        <p:sp>
          <p:nvSpPr>
            <p:cNvPr id="118" name="object 118"/>
            <p:cNvSpPr/>
            <p:nvPr/>
          </p:nvSpPr>
          <p:spPr>
            <a:xfrm>
              <a:off x="8738616" y="5870447"/>
              <a:ext cx="391795" cy="207645"/>
            </a:xfrm>
            <a:custGeom>
              <a:avLst/>
              <a:gdLst/>
              <a:ahLst/>
              <a:cxnLst/>
              <a:rect l="l" t="t" r="r" b="b"/>
              <a:pathLst>
                <a:path w="391795" h="207645">
                  <a:moveTo>
                    <a:pt x="83502" y="26893"/>
                  </a:moveTo>
                  <a:lnTo>
                    <a:pt x="76442" y="26893"/>
                  </a:lnTo>
                  <a:lnTo>
                    <a:pt x="57911" y="27830"/>
                  </a:lnTo>
                  <a:lnTo>
                    <a:pt x="39846" y="30705"/>
                  </a:lnTo>
                  <a:lnTo>
                    <a:pt x="22971" y="35499"/>
                  </a:lnTo>
                  <a:lnTo>
                    <a:pt x="7619" y="42214"/>
                  </a:lnTo>
                  <a:lnTo>
                    <a:pt x="0" y="46062"/>
                  </a:lnTo>
                  <a:lnTo>
                    <a:pt x="0" y="207263"/>
                  </a:lnTo>
                  <a:lnTo>
                    <a:pt x="391667" y="207263"/>
                  </a:lnTo>
                  <a:lnTo>
                    <a:pt x="391667" y="181673"/>
                  </a:lnTo>
                  <a:lnTo>
                    <a:pt x="25653" y="181673"/>
                  </a:lnTo>
                  <a:lnTo>
                    <a:pt x="25653" y="61404"/>
                  </a:lnTo>
                  <a:lnTo>
                    <a:pt x="43211" y="55909"/>
                  </a:lnTo>
                  <a:lnTo>
                    <a:pt x="62579" y="52933"/>
                  </a:lnTo>
                  <a:lnTo>
                    <a:pt x="82661" y="52596"/>
                  </a:lnTo>
                  <a:lnTo>
                    <a:pt x="128015" y="52596"/>
                  </a:lnTo>
                  <a:lnTo>
                    <a:pt x="128015" y="38379"/>
                  </a:lnTo>
                  <a:lnTo>
                    <a:pt x="143291" y="33145"/>
                  </a:lnTo>
                  <a:lnTo>
                    <a:pt x="160019" y="29108"/>
                  </a:lnTo>
                  <a:lnTo>
                    <a:pt x="166587" y="28143"/>
                  </a:lnTo>
                  <a:lnTo>
                    <a:pt x="102361" y="28143"/>
                  </a:lnTo>
                  <a:lnTo>
                    <a:pt x="96408" y="27408"/>
                  </a:lnTo>
                  <a:lnTo>
                    <a:pt x="90074" y="27031"/>
                  </a:lnTo>
                  <a:lnTo>
                    <a:pt x="83502" y="26893"/>
                  </a:lnTo>
                  <a:close/>
                </a:path>
                <a:path w="391795" h="207645">
                  <a:moveTo>
                    <a:pt x="128015" y="52596"/>
                  </a:moveTo>
                  <a:lnTo>
                    <a:pt x="82661" y="52596"/>
                  </a:lnTo>
                  <a:lnTo>
                    <a:pt x="102361" y="55016"/>
                  </a:lnTo>
                  <a:lnTo>
                    <a:pt x="102361" y="181673"/>
                  </a:lnTo>
                  <a:lnTo>
                    <a:pt x="128015" y="181673"/>
                  </a:lnTo>
                  <a:lnTo>
                    <a:pt x="128015" y="52596"/>
                  </a:lnTo>
                  <a:close/>
                </a:path>
                <a:path w="391795" h="207645">
                  <a:moveTo>
                    <a:pt x="289305" y="25590"/>
                  </a:moveTo>
                  <a:lnTo>
                    <a:pt x="195833" y="25590"/>
                  </a:lnTo>
                  <a:lnTo>
                    <a:pt x="213967" y="26530"/>
                  </a:lnTo>
                  <a:lnTo>
                    <a:pt x="231647" y="29268"/>
                  </a:lnTo>
                  <a:lnTo>
                    <a:pt x="248376" y="33686"/>
                  </a:lnTo>
                  <a:lnTo>
                    <a:pt x="263651" y="39662"/>
                  </a:lnTo>
                  <a:lnTo>
                    <a:pt x="263651" y="181673"/>
                  </a:lnTo>
                  <a:lnTo>
                    <a:pt x="289305" y="181673"/>
                  </a:lnTo>
                  <a:lnTo>
                    <a:pt x="289305" y="55016"/>
                  </a:lnTo>
                  <a:lnTo>
                    <a:pt x="309006" y="52596"/>
                  </a:lnTo>
                  <a:lnTo>
                    <a:pt x="391667" y="52596"/>
                  </a:lnTo>
                  <a:lnTo>
                    <a:pt x="391667" y="46062"/>
                  </a:lnTo>
                  <a:lnTo>
                    <a:pt x="385317" y="42214"/>
                  </a:lnTo>
                  <a:lnTo>
                    <a:pt x="369232" y="35499"/>
                  </a:lnTo>
                  <a:lnTo>
                    <a:pt x="351980" y="30705"/>
                  </a:lnTo>
                  <a:lnTo>
                    <a:pt x="335753" y="28143"/>
                  </a:lnTo>
                  <a:lnTo>
                    <a:pt x="289305" y="28143"/>
                  </a:lnTo>
                  <a:lnTo>
                    <a:pt x="289305" y="25590"/>
                  </a:lnTo>
                  <a:close/>
                </a:path>
                <a:path w="391795" h="207645">
                  <a:moveTo>
                    <a:pt x="391667" y="52596"/>
                  </a:moveTo>
                  <a:lnTo>
                    <a:pt x="309006" y="52596"/>
                  </a:lnTo>
                  <a:lnTo>
                    <a:pt x="329088" y="52933"/>
                  </a:lnTo>
                  <a:lnTo>
                    <a:pt x="348456" y="55909"/>
                  </a:lnTo>
                  <a:lnTo>
                    <a:pt x="366013" y="61404"/>
                  </a:lnTo>
                  <a:lnTo>
                    <a:pt x="366013" y="181673"/>
                  </a:lnTo>
                  <a:lnTo>
                    <a:pt x="391667" y="181673"/>
                  </a:lnTo>
                  <a:lnTo>
                    <a:pt x="391667" y="52596"/>
                  </a:lnTo>
                  <a:close/>
                </a:path>
                <a:path w="391795" h="207645">
                  <a:moveTo>
                    <a:pt x="195833" y="0"/>
                  </a:moveTo>
                  <a:lnTo>
                    <a:pt x="172007" y="1398"/>
                  </a:lnTo>
                  <a:lnTo>
                    <a:pt x="172234" y="1398"/>
                  </a:lnTo>
                  <a:lnTo>
                    <a:pt x="150066" y="5275"/>
                  </a:lnTo>
                  <a:lnTo>
                    <a:pt x="129236" y="11331"/>
                  </a:lnTo>
                  <a:lnTo>
                    <a:pt x="110108" y="19189"/>
                  </a:lnTo>
                  <a:lnTo>
                    <a:pt x="102361" y="23025"/>
                  </a:lnTo>
                  <a:lnTo>
                    <a:pt x="102361" y="28143"/>
                  </a:lnTo>
                  <a:lnTo>
                    <a:pt x="166587" y="28143"/>
                  </a:lnTo>
                  <a:lnTo>
                    <a:pt x="177564" y="26530"/>
                  </a:lnTo>
                  <a:lnTo>
                    <a:pt x="177305" y="26530"/>
                  </a:lnTo>
                  <a:lnTo>
                    <a:pt x="195833" y="25590"/>
                  </a:lnTo>
                  <a:lnTo>
                    <a:pt x="289305" y="25590"/>
                  </a:lnTo>
                  <a:lnTo>
                    <a:pt x="289305" y="23025"/>
                  </a:lnTo>
                  <a:lnTo>
                    <a:pt x="282828" y="20472"/>
                  </a:lnTo>
                  <a:lnTo>
                    <a:pt x="263324" y="11872"/>
                  </a:lnTo>
                  <a:lnTo>
                    <a:pt x="241760" y="5435"/>
                  </a:lnTo>
                  <a:lnTo>
                    <a:pt x="218981" y="1398"/>
                  </a:lnTo>
                  <a:lnTo>
                    <a:pt x="195833" y="0"/>
                  </a:lnTo>
                  <a:close/>
                </a:path>
                <a:path w="391795" h="207645">
                  <a:moveTo>
                    <a:pt x="315225" y="26893"/>
                  </a:moveTo>
                  <a:lnTo>
                    <a:pt x="308344" y="26893"/>
                  </a:lnTo>
                  <a:lnTo>
                    <a:pt x="302069" y="27031"/>
                  </a:lnTo>
                  <a:lnTo>
                    <a:pt x="295794" y="27408"/>
                  </a:lnTo>
                  <a:lnTo>
                    <a:pt x="289305" y="28143"/>
                  </a:lnTo>
                  <a:lnTo>
                    <a:pt x="335753" y="28143"/>
                  </a:lnTo>
                  <a:lnTo>
                    <a:pt x="333775" y="27830"/>
                  </a:lnTo>
                  <a:lnTo>
                    <a:pt x="315225" y="26893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9" name="object 119"/>
          <p:cNvSpPr txBox="1"/>
          <p:nvPr/>
        </p:nvSpPr>
        <p:spPr>
          <a:xfrm>
            <a:off x="8584438" y="4438015"/>
            <a:ext cx="3228340" cy="1025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953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"/>
                <a:cs typeface="Arial"/>
              </a:rPr>
              <a:t>When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compared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with</a:t>
            </a:r>
            <a:r>
              <a:rPr dirty="0" sz="1400" spc="-10">
                <a:latin typeface="Arial"/>
                <a:cs typeface="Arial"/>
              </a:rPr>
              <a:t> consumers, </a:t>
            </a:r>
            <a:r>
              <a:rPr dirty="0" sz="1400">
                <a:latin typeface="Arial"/>
                <a:cs typeface="Arial"/>
              </a:rPr>
              <a:t>experts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are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particularly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bullish </a:t>
            </a:r>
            <a:r>
              <a:rPr dirty="0" sz="1400">
                <a:latin typeface="Arial"/>
                <a:cs typeface="Arial"/>
              </a:rPr>
              <a:t>about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on-</a:t>
            </a:r>
            <a:r>
              <a:rPr dirty="0" sz="1400">
                <a:latin typeface="Arial"/>
                <a:cs typeface="Arial"/>
              </a:rPr>
              <a:t>demand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engine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power.”</a:t>
            </a:r>
            <a:endParaRPr sz="1400">
              <a:latin typeface="Arial"/>
              <a:cs typeface="Arial"/>
            </a:endParaRPr>
          </a:p>
          <a:p>
            <a:pPr marL="688340">
              <a:lnSpc>
                <a:spcPct val="100000"/>
              </a:lnSpc>
              <a:spcBef>
                <a:spcPts val="1150"/>
              </a:spcBef>
            </a:pPr>
            <a:r>
              <a:rPr dirty="0" sz="1400">
                <a:solidFill>
                  <a:srgbClr val="9F9F9F"/>
                </a:solidFill>
                <a:latin typeface="Arial"/>
                <a:cs typeface="Arial"/>
              </a:rPr>
              <a:t>Experts</a:t>
            </a:r>
            <a:r>
              <a:rPr dirty="0" sz="1400" spc="-30">
                <a:solidFill>
                  <a:srgbClr val="9F9F9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9F9F9F"/>
                </a:solidFill>
                <a:latin typeface="Arial"/>
                <a:cs typeface="Arial"/>
              </a:rPr>
              <a:t>in</a:t>
            </a:r>
            <a:r>
              <a:rPr dirty="0" sz="1400" spc="-25">
                <a:solidFill>
                  <a:srgbClr val="9F9F9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9F9F9F"/>
                </a:solidFill>
                <a:latin typeface="Arial"/>
                <a:cs typeface="Arial"/>
              </a:rPr>
              <a:t>US</a:t>
            </a:r>
            <a:r>
              <a:rPr dirty="0" sz="1400" spc="-10">
                <a:solidFill>
                  <a:srgbClr val="9F9F9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9F9F9F"/>
                </a:solidFill>
                <a:latin typeface="Arial"/>
                <a:cs typeface="Arial"/>
              </a:rPr>
              <a:t>&amp;</a:t>
            </a:r>
            <a:r>
              <a:rPr dirty="0" sz="1400" spc="-25">
                <a:solidFill>
                  <a:srgbClr val="9F9F9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9F9F9F"/>
                </a:solidFill>
                <a:latin typeface="Arial"/>
                <a:cs typeface="Arial"/>
              </a:rPr>
              <a:t>China</a:t>
            </a:r>
            <a:r>
              <a:rPr dirty="0" sz="1400" spc="-25">
                <a:solidFill>
                  <a:srgbClr val="9F9F9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9F9F9F"/>
                </a:solidFill>
                <a:latin typeface="Arial"/>
                <a:cs typeface="Arial"/>
              </a:rPr>
              <a:t>are</a:t>
            </a:r>
            <a:r>
              <a:rPr dirty="0" sz="1400" spc="-35">
                <a:solidFill>
                  <a:srgbClr val="9F9F9F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9F9F9F"/>
                </a:solidFill>
                <a:latin typeface="Arial"/>
                <a:cs typeface="Arial"/>
              </a:rPr>
              <a:t>more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9260585" y="5437123"/>
            <a:ext cx="2344420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9F9F9F"/>
                </a:solidFill>
                <a:latin typeface="Arial"/>
                <a:cs typeface="Arial"/>
              </a:rPr>
              <a:t>conservative</a:t>
            </a:r>
            <a:r>
              <a:rPr dirty="0" sz="1400" spc="-55">
                <a:solidFill>
                  <a:srgbClr val="9F9F9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9F9F9F"/>
                </a:solidFill>
                <a:latin typeface="Arial"/>
                <a:cs typeface="Arial"/>
              </a:rPr>
              <a:t>in</a:t>
            </a:r>
            <a:r>
              <a:rPr dirty="0" sz="1400" spc="-35">
                <a:solidFill>
                  <a:srgbClr val="9F9F9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9F9F9F"/>
                </a:solidFill>
                <a:latin typeface="Arial"/>
                <a:cs typeface="Arial"/>
              </a:rPr>
              <a:t>assessing</a:t>
            </a:r>
            <a:r>
              <a:rPr dirty="0" sz="1400" spc="-60">
                <a:solidFill>
                  <a:srgbClr val="9F9F9F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9F9F9F"/>
                </a:solidFill>
                <a:latin typeface="Arial"/>
                <a:cs typeface="Arial"/>
              </a:rPr>
              <a:t>the </a:t>
            </a:r>
            <a:r>
              <a:rPr dirty="0" sz="1400">
                <a:solidFill>
                  <a:srgbClr val="9F9F9F"/>
                </a:solidFill>
                <a:latin typeface="Arial"/>
                <a:cs typeface="Arial"/>
              </a:rPr>
              <a:t>importance</a:t>
            </a:r>
            <a:r>
              <a:rPr dirty="0" sz="1400" spc="-65">
                <a:solidFill>
                  <a:srgbClr val="9F9F9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9F9F9F"/>
                </a:solidFill>
                <a:latin typeface="Arial"/>
                <a:cs typeface="Arial"/>
              </a:rPr>
              <a:t>of</a:t>
            </a:r>
            <a:r>
              <a:rPr dirty="0" sz="1400" spc="-20">
                <a:solidFill>
                  <a:srgbClr val="9F9F9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9F9F9F"/>
                </a:solidFill>
                <a:latin typeface="Arial"/>
                <a:cs typeface="Arial"/>
              </a:rPr>
              <a:t>air</a:t>
            </a:r>
            <a:r>
              <a:rPr dirty="0" sz="1400" spc="-10">
                <a:solidFill>
                  <a:srgbClr val="9F9F9F"/>
                </a:solidFill>
                <a:latin typeface="Arial"/>
                <a:cs typeface="Arial"/>
              </a:rPr>
              <a:t> conditioning activation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6341160"/>
            <a:ext cx="1062355" cy="3003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300"/>
              </a:lnSpc>
              <a:spcBef>
                <a:spcPts val="95"/>
              </a:spcBef>
            </a:pPr>
            <a:r>
              <a:rPr dirty="0" sz="750">
                <a:latin typeface="Arial"/>
                <a:cs typeface="Arial"/>
              </a:rPr>
              <a:t>Digital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Auto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Report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-20">
                <a:latin typeface="Arial"/>
                <a:cs typeface="Arial"/>
              </a:rPr>
              <a:t>2023</a:t>
            </a:r>
            <a:r>
              <a:rPr dirty="0" sz="750" spc="-10">
                <a:latin typeface="Arial"/>
                <a:cs typeface="Arial"/>
              </a:rPr>
              <a:t> Strategy&amp;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49389" y="1885056"/>
            <a:ext cx="7696200" cy="3979545"/>
            <a:chOff x="449389" y="1885056"/>
            <a:chExt cx="7696200" cy="3979545"/>
          </a:xfrm>
        </p:grpSpPr>
        <p:sp>
          <p:nvSpPr>
            <p:cNvPr id="4" name="object 4"/>
            <p:cNvSpPr/>
            <p:nvPr/>
          </p:nvSpPr>
          <p:spPr>
            <a:xfrm>
              <a:off x="7696307" y="2600765"/>
              <a:ext cx="413384" cy="737870"/>
            </a:xfrm>
            <a:custGeom>
              <a:avLst/>
              <a:gdLst/>
              <a:ahLst/>
              <a:cxnLst/>
              <a:rect l="l" t="t" r="r" b="b"/>
              <a:pathLst>
                <a:path w="413384" h="737870">
                  <a:moveTo>
                    <a:pt x="57492" y="0"/>
                  </a:moveTo>
                  <a:lnTo>
                    <a:pt x="46192" y="72152"/>
                  </a:lnTo>
                  <a:lnTo>
                    <a:pt x="41595" y="89631"/>
                  </a:lnTo>
                  <a:lnTo>
                    <a:pt x="35744" y="96924"/>
                  </a:lnTo>
                  <a:lnTo>
                    <a:pt x="25665" y="95235"/>
                  </a:lnTo>
                  <a:lnTo>
                    <a:pt x="8386" y="85765"/>
                  </a:lnTo>
                  <a:lnTo>
                    <a:pt x="2234" y="227962"/>
                  </a:lnTo>
                  <a:lnTo>
                    <a:pt x="0" y="322789"/>
                  </a:lnTo>
                  <a:lnTo>
                    <a:pt x="1037" y="411268"/>
                  </a:lnTo>
                  <a:lnTo>
                    <a:pt x="3277" y="431697"/>
                  </a:lnTo>
                  <a:lnTo>
                    <a:pt x="8021" y="452024"/>
                  </a:lnTo>
                  <a:lnTo>
                    <a:pt x="24637" y="503080"/>
                  </a:lnTo>
                  <a:lnTo>
                    <a:pt x="60632" y="604295"/>
                  </a:lnTo>
                  <a:lnTo>
                    <a:pt x="99047" y="704766"/>
                  </a:lnTo>
                  <a:lnTo>
                    <a:pt x="108837" y="704347"/>
                  </a:lnTo>
                  <a:lnTo>
                    <a:pt x="112118" y="711677"/>
                  </a:lnTo>
                  <a:lnTo>
                    <a:pt x="128924" y="731774"/>
                  </a:lnTo>
                  <a:lnTo>
                    <a:pt x="140401" y="737275"/>
                  </a:lnTo>
                  <a:lnTo>
                    <a:pt x="153372" y="734479"/>
                  </a:lnTo>
                  <a:lnTo>
                    <a:pt x="170233" y="723668"/>
                  </a:lnTo>
                  <a:lnTo>
                    <a:pt x="170233" y="471135"/>
                  </a:lnTo>
                  <a:lnTo>
                    <a:pt x="234125" y="553830"/>
                  </a:lnTo>
                  <a:lnTo>
                    <a:pt x="267664" y="594725"/>
                  </a:lnTo>
                  <a:lnTo>
                    <a:pt x="302706" y="634785"/>
                  </a:lnTo>
                  <a:lnTo>
                    <a:pt x="339579" y="673612"/>
                  </a:lnTo>
                  <a:lnTo>
                    <a:pt x="347146" y="669995"/>
                  </a:lnTo>
                  <a:lnTo>
                    <a:pt x="353249" y="671072"/>
                  </a:lnTo>
                  <a:lnTo>
                    <a:pt x="363638" y="680157"/>
                  </a:lnTo>
                  <a:lnTo>
                    <a:pt x="377814" y="690980"/>
                  </a:lnTo>
                  <a:lnTo>
                    <a:pt x="390072" y="693698"/>
                  </a:lnTo>
                  <a:lnTo>
                    <a:pt x="401519" y="688219"/>
                  </a:lnTo>
                  <a:lnTo>
                    <a:pt x="413265" y="674449"/>
                  </a:lnTo>
                  <a:lnTo>
                    <a:pt x="398248" y="639370"/>
                  </a:lnTo>
                  <a:lnTo>
                    <a:pt x="386635" y="603436"/>
                  </a:lnTo>
                  <a:lnTo>
                    <a:pt x="378546" y="566697"/>
                  </a:lnTo>
                  <a:lnTo>
                    <a:pt x="374105" y="529203"/>
                  </a:lnTo>
                  <a:lnTo>
                    <a:pt x="368345" y="495798"/>
                  </a:lnTo>
                  <a:lnTo>
                    <a:pt x="355403" y="466835"/>
                  </a:lnTo>
                  <a:lnTo>
                    <a:pt x="334641" y="442458"/>
                  </a:lnTo>
                  <a:lnTo>
                    <a:pt x="290770" y="413241"/>
                  </a:lnTo>
                  <a:lnTo>
                    <a:pt x="279934" y="401339"/>
                  </a:lnTo>
                  <a:lnTo>
                    <a:pt x="273249" y="386963"/>
                  </a:lnTo>
                  <a:lnTo>
                    <a:pt x="271049" y="369976"/>
                  </a:lnTo>
                  <a:lnTo>
                    <a:pt x="271101" y="318925"/>
                  </a:lnTo>
                  <a:lnTo>
                    <a:pt x="291671" y="95138"/>
                  </a:lnTo>
                  <a:lnTo>
                    <a:pt x="266558" y="107856"/>
                  </a:lnTo>
                  <a:lnTo>
                    <a:pt x="240787" y="119125"/>
                  </a:lnTo>
                  <a:lnTo>
                    <a:pt x="214303" y="128677"/>
                  </a:lnTo>
                  <a:lnTo>
                    <a:pt x="187053" y="136240"/>
                  </a:lnTo>
                  <a:lnTo>
                    <a:pt x="166591" y="139229"/>
                  </a:lnTo>
                  <a:lnTo>
                    <a:pt x="153843" y="135723"/>
                  </a:lnTo>
                  <a:lnTo>
                    <a:pt x="147245" y="124688"/>
                  </a:lnTo>
                  <a:lnTo>
                    <a:pt x="145237" y="105086"/>
                  </a:lnTo>
                  <a:lnTo>
                    <a:pt x="145654" y="6283"/>
                  </a:lnTo>
                  <a:lnTo>
                    <a:pt x="57492" y="0"/>
                  </a:lnTo>
                  <a:close/>
                </a:path>
              </a:pathLst>
            </a:custGeom>
            <a:solidFill>
              <a:srgbClr val="DC5A6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660615" y="2097341"/>
              <a:ext cx="454025" cy="643255"/>
            </a:xfrm>
            <a:custGeom>
              <a:avLst/>
              <a:gdLst/>
              <a:ahLst/>
              <a:cxnLst/>
              <a:rect l="l" t="t" r="r" b="b"/>
              <a:pathLst>
                <a:path w="454025" h="643255">
                  <a:moveTo>
                    <a:pt x="133718" y="12915"/>
                  </a:moveTo>
                  <a:lnTo>
                    <a:pt x="133350" y="13601"/>
                  </a:lnTo>
                  <a:lnTo>
                    <a:pt x="133489" y="13804"/>
                  </a:lnTo>
                  <a:lnTo>
                    <a:pt x="133718" y="12915"/>
                  </a:lnTo>
                  <a:close/>
                </a:path>
                <a:path w="454025" h="643255">
                  <a:moveTo>
                    <a:pt x="142430" y="27025"/>
                  </a:moveTo>
                  <a:lnTo>
                    <a:pt x="133489" y="13804"/>
                  </a:lnTo>
                  <a:lnTo>
                    <a:pt x="132092" y="19100"/>
                  </a:lnTo>
                  <a:lnTo>
                    <a:pt x="132600" y="25171"/>
                  </a:lnTo>
                  <a:lnTo>
                    <a:pt x="132651" y="25806"/>
                  </a:lnTo>
                  <a:lnTo>
                    <a:pt x="132778" y="27266"/>
                  </a:lnTo>
                  <a:lnTo>
                    <a:pt x="121742" y="25171"/>
                  </a:lnTo>
                  <a:lnTo>
                    <a:pt x="122516" y="25806"/>
                  </a:lnTo>
                  <a:lnTo>
                    <a:pt x="125666" y="33007"/>
                  </a:lnTo>
                  <a:lnTo>
                    <a:pt x="123990" y="39179"/>
                  </a:lnTo>
                  <a:lnTo>
                    <a:pt x="120091" y="44843"/>
                  </a:lnTo>
                  <a:lnTo>
                    <a:pt x="116522" y="50520"/>
                  </a:lnTo>
                  <a:lnTo>
                    <a:pt x="98945" y="87934"/>
                  </a:lnTo>
                  <a:lnTo>
                    <a:pt x="81267" y="125285"/>
                  </a:lnTo>
                  <a:lnTo>
                    <a:pt x="67132" y="163868"/>
                  </a:lnTo>
                  <a:lnTo>
                    <a:pt x="60185" y="205028"/>
                  </a:lnTo>
                  <a:lnTo>
                    <a:pt x="58000" y="228981"/>
                  </a:lnTo>
                  <a:lnTo>
                    <a:pt x="52501" y="240385"/>
                  </a:lnTo>
                  <a:lnTo>
                    <a:pt x="40424" y="242328"/>
                  </a:lnTo>
                  <a:lnTo>
                    <a:pt x="18529" y="237909"/>
                  </a:lnTo>
                  <a:lnTo>
                    <a:pt x="5918" y="275145"/>
                  </a:lnTo>
                  <a:lnTo>
                    <a:pt x="1752" y="287553"/>
                  </a:lnTo>
                  <a:lnTo>
                    <a:pt x="279" y="296748"/>
                  </a:lnTo>
                  <a:lnTo>
                    <a:pt x="0" y="305752"/>
                  </a:lnTo>
                  <a:lnTo>
                    <a:pt x="2425" y="314159"/>
                  </a:lnTo>
                  <a:lnTo>
                    <a:pt x="9093" y="321525"/>
                  </a:lnTo>
                  <a:lnTo>
                    <a:pt x="26060" y="338201"/>
                  </a:lnTo>
                  <a:lnTo>
                    <a:pt x="34632" y="356920"/>
                  </a:lnTo>
                  <a:lnTo>
                    <a:pt x="36169" y="377507"/>
                  </a:lnTo>
                  <a:lnTo>
                    <a:pt x="32016" y="399808"/>
                  </a:lnTo>
                  <a:lnTo>
                    <a:pt x="29679" y="410857"/>
                  </a:lnTo>
                  <a:lnTo>
                    <a:pt x="28295" y="422148"/>
                  </a:lnTo>
                  <a:lnTo>
                    <a:pt x="27101" y="433476"/>
                  </a:lnTo>
                  <a:lnTo>
                    <a:pt x="25298" y="444677"/>
                  </a:lnTo>
                  <a:lnTo>
                    <a:pt x="19392" y="482130"/>
                  </a:lnTo>
                  <a:lnTo>
                    <a:pt x="19240" y="503529"/>
                  </a:lnTo>
                  <a:lnTo>
                    <a:pt x="19126" y="518858"/>
                  </a:lnTo>
                  <a:lnTo>
                    <a:pt x="26644" y="554672"/>
                  </a:lnTo>
                  <a:lnTo>
                    <a:pt x="44094" y="589356"/>
                  </a:lnTo>
                  <a:lnTo>
                    <a:pt x="61366" y="598805"/>
                  </a:lnTo>
                  <a:lnTo>
                    <a:pt x="71450" y="600481"/>
                  </a:lnTo>
                  <a:lnTo>
                    <a:pt x="77279" y="593191"/>
                  </a:lnTo>
                  <a:lnTo>
                    <a:pt x="81851" y="575691"/>
                  </a:lnTo>
                  <a:lnTo>
                    <a:pt x="85280" y="557771"/>
                  </a:lnTo>
                  <a:lnTo>
                    <a:pt x="88074" y="539724"/>
                  </a:lnTo>
                  <a:lnTo>
                    <a:pt x="90589" y="521627"/>
                  </a:lnTo>
                  <a:lnTo>
                    <a:pt x="93205" y="503529"/>
                  </a:lnTo>
                  <a:lnTo>
                    <a:pt x="121564" y="242328"/>
                  </a:lnTo>
                  <a:lnTo>
                    <a:pt x="140220" y="70408"/>
                  </a:lnTo>
                  <a:lnTo>
                    <a:pt x="139204" y="56134"/>
                  </a:lnTo>
                  <a:lnTo>
                    <a:pt x="142151" y="41440"/>
                  </a:lnTo>
                  <a:lnTo>
                    <a:pt x="142201" y="39179"/>
                  </a:lnTo>
                  <a:lnTo>
                    <a:pt x="142316" y="33007"/>
                  </a:lnTo>
                  <a:lnTo>
                    <a:pt x="142417" y="27266"/>
                  </a:lnTo>
                  <a:lnTo>
                    <a:pt x="142430" y="27025"/>
                  </a:lnTo>
                  <a:close/>
                </a:path>
                <a:path w="454025" h="643255">
                  <a:moveTo>
                    <a:pt x="453605" y="358825"/>
                  </a:moveTo>
                  <a:lnTo>
                    <a:pt x="439293" y="293712"/>
                  </a:lnTo>
                  <a:lnTo>
                    <a:pt x="424281" y="248945"/>
                  </a:lnTo>
                  <a:lnTo>
                    <a:pt x="406146" y="205714"/>
                  </a:lnTo>
                  <a:lnTo>
                    <a:pt x="385038" y="163906"/>
                  </a:lnTo>
                  <a:lnTo>
                    <a:pt x="361111" y="123456"/>
                  </a:lnTo>
                  <a:lnTo>
                    <a:pt x="334492" y="84277"/>
                  </a:lnTo>
                  <a:lnTo>
                    <a:pt x="305346" y="46291"/>
                  </a:lnTo>
                  <a:lnTo>
                    <a:pt x="273824" y="9410"/>
                  </a:lnTo>
                  <a:lnTo>
                    <a:pt x="255930" y="0"/>
                  </a:lnTo>
                  <a:lnTo>
                    <a:pt x="248678" y="1143"/>
                  </a:lnTo>
                  <a:lnTo>
                    <a:pt x="222300" y="13563"/>
                  </a:lnTo>
                  <a:lnTo>
                    <a:pt x="210439" y="20485"/>
                  </a:lnTo>
                  <a:lnTo>
                    <a:pt x="202069" y="29260"/>
                  </a:lnTo>
                  <a:lnTo>
                    <a:pt x="201053" y="39725"/>
                  </a:lnTo>
                  <a:lnTo>
                    <a:pt x="206908" y="50825"/>
                  </a:lnTo>
                  <a:lnTo>
                    <a:pt x="214490" y="62636"/>
                  </a:lnTo>
                  <a:lnTo>
                    <a:pt x="218732" y="75234"/>
                  </a:lnTo>
                  <a:lnTo>
                    <a:pt x="225183" y="81673"/>
                  </a:lnTo>
                  <a:lnTo>
                    <a:pt x="227838" y="88582"/>
                  </a:lnTo>
                  <a:lnTo>
                    <a:pt x="183794" y="502589"/>
                  </a:lnTo>
                  <a:lnTo>
                    <a:pt x="181343" y="509816"/>
                  </a:lnTo>
                  <a:lnTo>
                    <a:pt x="180924" y="608672"/>
                  </a:lnTo>
                  <a:lnTo>
                    <a:pt x="182956" y="628256"/>
                  </a:lnTo>
                  <a:lnTo>
                    <a:pt x="189547" y="639279"/>
                  </a:lnTo>
                  <a:lnTo>
                    <a:pt x="202285" y="642785"/>
                  </a:lnTo>
                  <a:lnTo>
                    <a:pt x="222745" y="639775"/>
                  </a:lnTo>
                  <a:lnTo>
                    <a:pt x="276491" y="622566"/>
                  </a:lnTo>
                  <a:lnTo>
                    <a:pt x="327355" y="598563"/>
                  </a:lnTo>
                  <a:lnTo>
                    <a:pt x="358432" y="569531"/>
                  </a:lnTo>
                  <a:lnTo>
                    <a:pt x="362864" y="534606"/>
                  </a:lnTo>
                  <a:lnTo>
                    <a:pt x="369430" y="516242"/>
                  </a:lnTo>
                  <a:lnTo>
                    <a:pt x="379107" y="499021"/>
                  </a:lnTo>
                  <a:lnTo>
                    <a:pt x="438124" y="409968"/>
                  </a:lnTo>
                  <a:lnTo>
                    <a:pt x="447738" y="393407"/>
                  </a:lnTo>
                  <a:lnTo>
                    <a:pt x="452704" y="376491"/>
                  </a:lnTo>
                  <a:lnTo>
                    <a:pt x="453605" y="358825"/>
                  </a:lnTo>
                  <a:close/>
                </a:path>
              </a:pathLst>
            </a:custGeom>
            <a:solidFill>
              <a:srgbClr val="12100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71840" y="1885056"/>
              <a:ext cx="237390" cy="2951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700239" y="3270808"/>
              <a:ext cx="438784" cy="122555"/>
            </a:xfrm>
            <a:custGeom>
              <a:avLst/>
              <a:gdLst/>
              <a:ahLst/>
              <a:cxnLst/>
              <a:rect l="l" t="t" r="r" b="b"/>
              <a:pathLst>
                <a:path w="438784" h="122554">
                  <a:moveTo>
                    <a:pt x="184429" y="95084"/>
                  </a:moveTo>
                  <a:lnTo>
                    <a:pt x="183743" y="83261"/>
                  </a:lnTo>
                  <a:lnTo>
                    <a:pt x="180543" y="72402"/>
                  </a:lnTo>
                  <a:lnTo>
                    <a:pt x="177546" y="67310"/>
                  </a:lnTo>
                  <a:lnTo>
                    <a:pt x="174752" y="62547"/>
                  </a:lnTo>
                  <a:lnTo>
                    <a:pt x="166306" y="53721"/>
                  </a:lnTo>
                  <a:lnTo>
                    <a:pt x="149440" y="64528"/>
                  </a:lnTo>
                  <a:lnTo>
                    <a:pt x="136474" y="67310"/>
                  </a:lnTo>
                  <a:lnTo>
                    <a:pt x="124993" y="61810"/>
                  </a:lnTo>
                  <a:lnTo>
                    <a:pt x="112610" y="47752"/>
                  </a:lnTo>
                  <a:lnTo>
                    <a:pt x="108140" y="41681"/>
                  </a:lnTo>
                  <a:lnTo>
                    <a:pt x="104851" y="34404"/>
                  </a:lnTo>
                  <a:lnTo>
                    <a:pt x="95110" y="34772"/>
                  </a:lnTo>
                  <a:lnTo>
                    <a:pt x="78295" y="57073"/>
                  </a:lnTo>
                  <a:lnTo>
                    <a:pt x="58102" y="75399"/>
                  </a:lnTo>
                  <a:lnTo>
                    <a:pt x="34658" y="89852"/>
                  </a:lnTo>
                  <a:lnTo>
                    <a:pt x="8051" y="100584"/>
                  </a:lnTo>
                  <a:lnTo>
                    <a:pt x="2578" y="105295"/>
                  </a:lnTo>
                  <a:lnTo>
                    <a:pt x="1803" y="106032"/>
                  </a:lnTo>
                  <a:lnTo>
                    <a:pt x="0" y="112585"/>
                  </a:lnTo>
                  <a:lnTo>
                    <a:pt x="25" y="118186"/>
                  </a:lnTo>
                  <a:lnTo>
                    <a:pt x="3429" y="121729"/>
                  </a:lnTo>
                  <a:lnTo>
                    <a:pt x="11798" y="122161"/>
                  </a:lnTo>
                  <a:lnTo>
                    <a:pt x="55346" y="117475"/>
                  </a:lnTo>
                  <a:lnTo>
                    <a:pt x="98945" y="113220"/>
                  </a:lnTo>
                  <a:lnTo>
                    <a:pt x="142138" y="106667"/>
                  </a:lnTo>
                  <a:lnTo>
                    <a:pt x="184429" y="95084"/>
                  </a:lnTo>
                  <a:close/>
                </a:path>
                <a:path w="438784" h="122554">
                  <a:moveTo>
                    <a:pt x="438353" y="43688"/>
                  </a:moveTo>
                  <a:lnTo>
                    <a:pt x="435838" y="30759"/>
                  </a:lnTo>
                  <a:lnTo>
                    <a:pt x="429920" y="20078"/>
                  </a:lnTo>
                  <a:lnTo>
                    <a:pt x="420954" y="11404"/>
                  </a:lnTo>
                  <a:lnTo>
                    <a:pt x="409295" y="4470"/>
                  </a:lnTo>
                  <a:lnTo>
                    <a:pt x="397510" y="18249"/>
                  </a:lnTo>
                  <a:lnTo>
                    <a:pt x="386041" y="23723"/>
                  </a:lnTo>
                  <a:lnTo>
                    <a:pt x="373799" y="21005"/>
                  </a:lnTo>
                  <a:lnTo>
                    <a:pt x="359664" y="10185"/>
                  </a:lnTo>
                  <a:lnTo>
                    <a:pt x="354584" y="5080"/>
                  </a:lnTo>
                  <a:lnTo>
                    <a:pt x="349300" y="1079"/>
                  </a:lnTo>
                  <a:lnTo>
                    <a:pt x="343179" y="0"/>
                  </a:lnTo>
                  <a:lnTo>
                    <a:pt x="335610" y="3632"/>
                  </a:lnTo>
                  <a:lnTo>
                    <a:pt x="323748" y="30099"/>
                  </a:lnTo>
                  <a:lnTo>
                    <a:pt x="305485" y="51638"/>
                  </a:lnTo>
                  <a:lnTo>
                    <a:pt x="283806" y="70573"/>
                  </a:lnTo>
                  <a:lnTo>
                    <a:pt x="261721" y="89192"/>
                  </a:lnTo>
                  <a:lnTo>
                    <a:pt x="261556" y="101650"/>
                  </a:lnTo>
                  <a:lnTo>
                    <a:pt x="269481" y="102806"/>
                  </a:lnTo>
                  <a:lnTo>
                    <a:pt x="320217" y="88519"/>
                  </a:lnTo>
                  <a:lnTo>
                    <a:pt x="360540" y="75933"/>
                  </a:lnTo>
                  <a:lnTo>
                    <a:pt x="400050" y="61328"/>
                  </a:lnTo>
                  <a:lnTo>
                    <a:pt x="438353" y="43688"/>
                  </a:lnTo>
                  <a:close/>
                </a:path>
              </a:pathLst>
            </a:custGeom>
            <a:solidFill>
              <a:srgbClr val="1210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548287" y="2278123"/>
              <a:ext cx="131445" cy="107314"/>
            </a:xfrm>
            <a:custGeom>
              <a:avLst/>
              <a:gdLst/>
              <a:ahLst/>
              <a:cxnLst/>
              <a:rect l="l" t="t" r="r" b="b"/>
              <a:pathLst>
                <a:path w="131445" h="107314">
                  <a:moveTo>
                    <a:pt x="72721" y="0"/>
                  </a:moveTo>
                  <a:lnTo>
                    <a:pt x="64544" y="4894"/>
                  </a:lnTo>
                  <a:lnTo>
                    <a:pt x="63504" y="14255"/>
                  </a:lnTo>
                  <a:lnTo>
                    <a:pt x="63714" y="24931"/>
                  </a:lnTo>
                  <a:lnTo>
                    <a:pt x="59286" y="33772"/>
                  </a:lnTo>
                  <a:lnTo>
                    <a:pt x="70997" y="44163"/>
                  </a:lnTo>
                  <a:lnTo>
                    <a:pt x="84783" y="53714"/>
                  </a:lnTo>
                  <a:lnTo>
                    <a:pt x="96392" y="66398"/>
                  </a:lnTo>
                  <a:lnTo>
                    <a:pt x="101571" y="86184"/>
                  </a:lnTo>
                  <a:lnTo>
                    <a:pt x="79752" y="68260"/>
                  </a:lnTo>
                  <a:lnTo>
                    <a:pt x="58010" y="52903"/>
                  </a:lnTo>
                  <a:lnTo>
                    <a:pt x="35488" y="40599"/>
                  </a:lnTo>
                  <a:lnTo>
                    <a:pt x="11326" y="31834"/>
                  </a:lnTo>
                  <a:lnTo>
                    <a:pt x="2724" y="36690"/>
                  </a:lnTo>
                  <a:lnTo>
                    <a:pt x="0" y="42483"/>
                  </a:lnTo>
                  <a:lnTo>
                    <a:pt x="1923" y="48895"/>
                  </a:lnTo>
                  <a:lnTo>
                    <a:pt x="7264" y="55606"/>
                  </a:lnTo>
                  <a:lnTo>
                    <a:pt x="25045" y="75152"/>
                  </a:lnTo>
                  <a:lnTo>
                    <a:pt x="43827" y="93024"/>
                  </a:lnTo>
                  <a:lnTo>
                    <a:pt x="66836" y="103680"/>
                  </a:lnTo>
                  <a:lnTo>
                    <a:pt x="97301" y="101578"/>
                  </a:lnTo>
                  <a:lnTo>
                    <a:pt x="101883" y="100269"/>
                  </a:lnTo>
                  <a:lnTo>
                    <a:pt x="108445" y="104929"/>
                  </a:lnTo>
                  <a:lnTo>
                    <a:pt x="114069" y="106814"/>
                  </a:lnTo>
                  <a:lnTo>
                    <a:pt x="130837" y="57177"/>
                  </a:lnTo>
                  <a:lnTo>
                    <a:pt x="119176" y="53476"/>
                  </a:lnTo>
                  <a:lnTo>
                    <a:pt x="109453" y="47523"/>
                  </a:lnTo>
                  <a:lnTo>
                    <a:pt x="101244" y="39616"/>
                  </a:lnTo>
                  <a:lnTo>
                    <a:pt x="94124" y="30054"/>
                  </a:lnTo>
                  <a:lnTo>
                    <a:pt x="90509" y="20616"/>
                  </a:lnTo>
                  <a:lnTo>
                    <a:pt x="87817" y="10275"/>
                  </a:lnTo>
                  <a:lnTo>
                    <a:pt x="82927" y="2310"/>
                  </a:lnTo>
                  <a:lnTo>
                    <a:pt x="72721" y="0"/>
                  </a:lnTo>
                  <a:close/>
                </a:path>
              </a:pathLst>
            </a:custGeom>
            <a:solidFill>
              <a:srgbClr val="E3A77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662748" y="3314496"/>
              <a:ext cx="482600" cy="97155"/>
            </a:xfrm>
            <a:custGeom>
              <a:avLst/>
              <a:gdLst/>
              <a:ahLst/>
              <a:cxnLst/>
              <a:rect l="l" t="t" r="r" b="b"/>
              <a:pathLst>
                <a:path w="482600" h="97154">
                  <a:moveTo>
                    <a:pt x="227647" y="61874"/>
                  </a:moveTo>
                  <a:lnTo>
                    <a:pt x="221945" y="51409"/>
                  </a:lnTo>
                  <a:lnTo>
                    <a:pt x="179628" y="63017"/>
                  </a:lnTo>
                  <a:lnTo>
                    <a:pt x="136423" y="69583"/>
                  </a:lnTo>
                  <a:lnTo>
                    <a:pt x="49263" y="78486"/>
                  </a:lnTo>
                  <a:lnTo>
                    <a:pt x="40906" y="78041"/>
                  </a:lnTo>
                  <a:lnTo>
                    <a:pt x="37515" y="74460"/>
                  </a:lnTo>
                  <a:lnTo>
                    <a:pt x="37490" y="68872"/>
                  </a:lnTo>
                  <a:lnTo>
                    <a:pt x="39268" y="62357"/>
                  </a:lnTo>
                  <a:lnTo>
                    <a:pt x="35306" y="62928"/>
                  </a:lnTo>
                  <a:lnTo>
                    <a:pt x="30784" y="62458"/>
                  </a:lnTo>
                  <a:lnTo>
                    <a:pt x="27546" y="64236"/>
                  </a:lnTo>
                  <a:lnTo>
                    <a:pt x="18542" y="67259"/>
                  </a:lnTo>
                  <a:lnTo>
                    <a:pt x="8940" y="69761"/>
                  </a:lnTo>
                  <a:lnTo>
                    <a:pt x="1739" y="74523"/>
                  </a:lnTo>
                  <a:lnTo>
                    <a:pt x="0" y="84340"/>
                  </a:lnTo>
                  <a:lnTo>
                    <a:pt x="4406" y="93497"/>
                  </a:lnTo>
                  <a:lnTo>
                    <a:pt x="12446" y="96837"/>
                  </a:lnTo>
                  <a:lnTo>
                    <a:pt x="22301" y="97066"/>
                  </a:lnTo>
                  <a:lnTo>
                    <a:pt x="77025" y="96532"/>
                  </a:lnTo>
                  <a:lnTo>
                    <a:pt x="121513" y="91833"/>
                  </a:lnTo>
                  <a:lnTo>
                    <a:pt x="165811" y="85267"/>
                  </a:lnTo>
                  <a:lnTo>
                    <a:pt x="210172" y="79324"/>
                  </a:lnTo>
                  <a:lnTo>
                    <a:pt x="221500" y="76250"/>
                  </a:lnTo>
                  <a:lnTo>
                    <a:pt x="227406" y="70294"/>
                  </a:lnTo>
                  <a:lnTo>
                    <a:pt x="227647" y="61874"/>
                  </a:lnTo>
                  <a:close/>
                </a:path>
                <a:path w="482600" h="97154">
                  <a:moveTo>
                    <a:pt x="482269" y="15798"/>
                  </a:moveTo>
                  <a:lnTo>
                    <a:pt x="481342" y="8229"/>
                  </a:lnTo>
                  <a:lnTo>
                    <a:pt x="475945" y="0"/>
                  </a:lnTo>
                  <a:lnTo>
                    <a:pt x="437616" y="17653"/>
                  </a:lnTo>
                  <a:lnTo>
                    <a:pt x="398081" y="32258"/>
                  </a:lnTo>
                  <a:lnTo>
                    <a:pt x="357759" y="44831"/>
                  </a:lnTo>
                  <a:lnTo>
                    <a:pt x="306971" y="59156"/>
                  </a:lnTo>
                  <a:lnTo>
                    <a:pt x="299161" y="57899"/>
                  </a:lnTo>
                  <a:lnTo>
                    <a:pt x="299262" y="45491"/>
                  </a:lnTo>
                  <a:lnTo>
                    <a:pt x="287210" y="49428"/>
                  </a:lnTo>
                  <a:lnTo>
                    <a:pt x="275818" y="54533"/>
                  </a:lnTo>
                  <a:lnTo>
                    <a:pt x="268224" y="61925"/>
                  </a:lnTo>
                  <a:lnTo>
                    <a:pt x="267601" y="72720"/>
                  </a:lnTo>
                  <a:lnTo>
                    <a:pt x="274015" y="80365"/>
                  </a:lnTo>
                  <a:lnTo>
                    <a:pt x="284708" y="82334"/>
                  </a:lnTo>
                  <a:lnTo>
                    <a:pt x="296989" y="81000"/>
                  </a:lnTo>
                  <a:lnTo>
                    <a:pt x="349796" y="69011"/>
                  </a:lnTo>
                  <a:lnTo>
                    <a:pt x="390537" y="56642"/>
                  </a:lnTo>
                  <a:lnTo>
                    <a:pt x="430669" y="42456"/>
                  </a:lnTo>
                  <a:lnTo>
                    <a:pt x="470433" y="27279"/>
                  </a:lnTo>
                  <a:lnTo>
                    <a:pt x="478650" y="22275"/>
                  </a:lnTo>
                  <a:lnTo>
                    <a:pt x="482269" y="15798"/>
                  </a:lnTo>
                  <a:close/>
                </a:path>
              </a:pathLst>
            </a:custGeom>
            <a:solidFill>
              <a:srgbClr val="DDDC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509315" y="2251408"/>
              <a:ext cx="140970" cy="113030"/>
            </a:xfrm>
            <a:custGeom>
              <a:avLst/>
              <a:gdLst/>
              <a:ahLst/>
              <a:cxnLst/>
              <a:rect l="l" t="t" r="r" b="b"/>
              <a:pathLst>
                <a:path w="140970" h="113030">
                  <a:moveTo>
                    <a:pt x="9912" y="0"/>
                  </a:moveTo>
                  <a:lnTo>
                    <a:pt x="3827" y="3832"/>
                  </a:lnTo>
                  <a:lnTo>
                    <a:pt x="0" y="11014"/>
                  </a:lnTo>
                  <a:lnTo>
                    <a:pt x="1913" y="16713"/>
                  </a:lnTo>
                  <a:lnTo>
                    <a:pt x="7049" y="21548"/>
                  </a:lnTo>
                  <a:lnTo>
                    <a:pt x="22656" y="33822"/>
                  </a:lnTo>
                  <a:lnTo>
                    <a:pt x="32761" y="41159"/>
                  </a:lnTo>
                  <a:lnTo>
                    <a:pt x="42290" y="49074"/>
                  </a:lnTo>
                  <a:lnTo>
                    <a:pt x="50329" y="58496"/>
                  </a:lnTo>
                  <a:lnTo>
                    <a:pt x="74462" y="67268"/>
                  </a:lnTo>
                  <a:lnTo>
                    <a:pt x="96969" y="79584"/>
                  </a:lnTo>
                  <a:lnTo>
                    <a:pt x="118704" y="94944"/>
                  </a:lnTo>
                  <a:lnTo>
                    <a:pt x="140522" y="112846"/>
                  </a:lnTo>
                  <a:lnTo>
                    <a:pt x="135402" y="93067"/>
                  </a:lnTo>
                  <a:lnTo>
                    <a:pt x="123813" y="80396"/>
                  </a:lnTo>
                  <a:lnTo>
                    <a:pt x="110008" y="70847"/>
                  </a:lnTo>
                  <a:lnTo>
                    <a:pt x="98238" y="60434"/>
                  </a:lnTo>
                  <a:lnTo>
                    <a:pt x="21732" y="3722"/>
                  </a:lnTo>
                  <a:lnTo>
                    <a:pt x="15915" y="540"/>
                  </a:lnTo>
                  <a:lnTo>
                    <a:pt x="9912" y="0"/>
                  </a:lnTo>
                  <a:close/>
                </a:path>
              </a:pathLst>
            </a:custGeom>
            <a:solidFill>
              <a:srgbClr val="4948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7753744" y="2110320"/>
              <a:ext cx="134620" cy="497205"/>
            </a:xfrm>
            <a:custGeom>
              <a:avLst/>
              <a:gdLst/>
              <a:ahLst/>
              <a:cxnLst/>
              <a:rect l="l" t="t" r="r" b="b"/>
              <a:pathLst>
                <a:path w="134620" h="497205">
                  <a:moveTo>
                    <a:pt x="40690" y="0"/>
                  </a:moveTo>
                  <a:lnTo>
                    <a:pt x="35839" y="3403"/>
                  </a:lnTo>
                  <a:lnTo>
                    <a:pt x="26530" y="2819"/>
                  </a:lnTo>
                  <a:lnTo>
                    <a:pt x="28663" y="12242"/>
                  </a:lnTo>
                  <a:lnTo>
                    <a:pt x="39751" y="14338"/>
                  </a:lnTo>
                  <a:lnTo>
                    <a:pt x="39128" y="6223"/>
                  </a:lnTo>
                  <a:lnTo>
                    <a:pt x="40690" y="0"/>
                  </a:lnTo>
                  <a:close/>
                </a:path>
                <a:path w="134620" h="497205">
                  <a:moveTo>
                    <a:pt x="134607" y="75603"/>
                  </a:moveTo>
                  <a:lnTo>
                    <a:pt x="132003" y="68745"/>
                  </a:lnTo>
                  <a:lnTo>
                    <a:pt x="125552" y="62357"/>
                  </a:lnTo>
                  <a:lnTo>
                    <a:pt x="105498" y="68249"/>
                  </a:lnTo>
                  <a:lnTo>
                    <a:pt x="85712" y="69900"/>
                  </a:lnTo>
                  <a:lnTo>
                    <a:pt x="66255" y="66573"/>
                  </a:lnTo>
                  <a:lnTo>
                    <a:pt x="47180" y="57543"/>
                  </a:lnTo>
                  <a:lnTo>
                    <a:pt x="0" y="490613"/>
                  </a:lnTo>
                  <a:lnTo>
                    <a:pt x="88163" y="496938"/>
                  </a:lnTo>
                  <a:lnTo>
                    <a:pt x="90665" y="489661"/>
                  </a:lnTo>
                  <a:lnTo>
                    <a:pt x="134607" y="75603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282184" y="4765547"/>
              <a:ext cx="2016760" cy="1079500"/>
            </a:xfrm>
            <a:custGeom>
              <a:avLst/>
              <a:gdLst/>
              <a:ahLst/>
              <a:cxnLst/>
              <a:rect l="l" t="t" r="r" b="b"/>
              <a:pathLst>
                <a:path w="2016759" h="1079500">
                  <a:moveTo>
                    <a:pt x="2016252" y="0"/>
                  </a:moveTo>
                  <a:lnTo>
                    <a:pt x="0" y="0"/>
                  </a:lnTo>
                  <a:lnTo>
                    <a:pt x="0" y="1078992"/>
                  </a:lnTo>
                  <a:lnTo>
                    <a:pt x="2016252" y="1078992"/>
                  </a:lnTo>
                  <a:lnTo>
                    <a:pt x="2016252" y="0"/>
                  </a:lnTo>
                  <a:close/>
                </a:path>
              </a:pathLst>
            </a:custGeom>
            <a:solidFill>
              <a:srgbClr val="F8DD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282184" y="4765547"/>
              <a:ext cx="2016760" cy="1079500"/>
            </a:xfrm>
            <a:custGeom>
              <a:avLst/>
              <a:gdLst/>
              <a:ahLst/>
              <a:cxnLst/>
              <a:rect l="l" t="t" r="r" b="b"/>
              <a:pathLst>
                <a:path w="2016759" h="1079500">
                  <a:moveTo>
                    <a:pt x="0" y="1078992"/>
                  </a:moveTo>
                  <a:lnTo>
                    <a:pt x="2016252" y="1078992"/>
                  </a:lnTo>
                  <a:lnTo>
                    <a:pt x="2016252" y="0"/>
                  </a:lnTo>
                  <a:lnTo>
                    <a:pt x="0" y="0"/>
                  </a:lnTo>
                  <a:lnTo>
                    <a:pt x="0" y="1078992"/>
                  </a:lnTo>
                  <a:close/>
                </a:path>
              </a:pathLst>
            </a:custGeom>
            <a:ln w="9525">
              <a:solidFill>
                <a:srgbClr val="DB526A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4151" y="2382011"/>
              <a:ext cx="4823460" cy="1150620"/>
            </a:xfrm>
            <a:custGeom>
              <a:avLst/>
              <a:gdLst/>
              <a:ahLst/>
              <a:cxnLst/>
              <a:rect l="l" t="t" r="r" b="b"/>
              <a:pathLst>
                <a:path w="4823460" h="1150620">
                  <a:moveTo>
                    <a:pt x="4823460" y="0"/>
                  </a:moveTo>
                  <a:lnTo>
                    <a:pt x="0" y="0"/>
                  </a:lnTo>
                  <a:lnTo>
                    <a:pt x="0" y="1150619"/>
                  </a:lnTo>
                  <a:lnTo>
                    <a:pt x="4823460" y="1150619"/>
                  </a:lnTo>
                  <a:lnTo>
                    <a:pt x="4823460" y="0"/>
                  </a:lnTo>
                  <a:close/>
                </a:path>
              </a:pathLst>
            </a:custGeom>
            <a:solidFill>
              <a:srgbClr val="F8DD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54151" y="2382011"/>
              <a:ext cx="4823460" cy="1150620"/>
            </a:xfrm>
            <a:custGeom>
              <a:avLst/>
              <a:gdLst/>
              <a:ahLst/>
              <a:cxnLst/>
              <a:rect l="l" t="t" r="r" b="b"/>
              <a:pathLst>
                <a:path w="4823460" h="1150620">
                  <a:moveTo>
                    <a:pt x="0" y="1150619"/>
                  </a:moveTo>
                  <a:lnTo>
                    <a:pt x="4823460" y="1150619"/>
                  </a:lnTo>
                  <a:lnTo>
                    <a:pt x="4823460" y="0"/>
                  </a:lnTo>
                  <a:lnTo>
                    <a:pt x="0" y="0"/>
                  </a:lnTo>
                  <a:lnTo>
                    <a:pt x="0" y="1150619"/>
                  </a:lnTo>
                  <a:close/>
                </a:path>
              </a:pathLst>
            </a:custGeom>
            <a:ln w="9525">
              <a:solidFill>
                <a:srgbClr val="DB526A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596128" y="2570987"/>
              <a:ext cx="1066800" cy="1419225"/>
            </a:xfrm>
            <a:custGeom>
              <a:avLst/>
              <a:gdLst/>
              <a:ahLst/>
              <a:cxnLst/>
              <a:rect l="l" t="t" r="r" b="b"/>
              <a:pathLst>
                <a:path w="1066800" h="1419225">
                  <a:moveTo>
                    <a:pt x="1010412" y="0"/>
                  </a:moveTo>
                  <a:lnTo>
                    <a:pt x="0" y="0"/>
                  </a:lnTo>
                  <a:lnTo>
                    <a:pt x="0" y="259080"/>
                  </a:lnTo>
                  <a:lnTo>
                    <a:pt x="1010412" y="259080"/>
                  </a:lnTo>
                  <a:lnTo>
                    <a:pt x="1010412" y="0"/>
                  </a:lnTo>
                  <a:close/>
                </a:path>
                <a:path w="1066800" h="1419225">
                  <a:moveTo>
                    <a:pt x="1066800" y="1161288"/>
                  </a:moveTo>
                  <a:lnTo>
                    <a:pt x="0" y="1161288"/>
                  </a:lnTo>
                  <a:lnTo>
                    <a:pt x="0" y="1418844"/>
                  </a:lnTo>
                  <a:lnTo>
                    <a:pt x="1066800" y="1418844"/>
                  </a:lnTo>
                  <a:lnTo>
                    <a:pt x="1066800" y="1161288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596128" y="2830067"/>
              <a:ext cx="1104900" cy="1417320"/>
            </a:xfrm>
            <a:custGeom>
              <a:avLst/>
              <a:gdLst/>
              <a:ahLst/>
              <a:cxnLst/>
              <a:rect l="l" t="t" r="r" b="b"/>
              <a:pathLst>
                <a:path w="1104900" h="1417320">
                  <a:moveTo>
                    <a:pt x="995172" y="0"/>
                  </a:moveTo>
                  <a:lnTo>
                    <a:pt x="0" y="0"/>
                  </a:lnTo>
                  <a:lnTo>
                    <a:pt x="0" y="257556"/>
                  </a:lnTo>
                  <a:lnTo>
                    <a:pt x="995172" y="257556"/>
                  </a:lnTo>
                  <a:lnTo>
                    <a:pt x="995172" y="0"/>
                  </a:lnTo>
                  <a:close/>
                </a:path>
                <a:path w="1104900" h="1417320">
                  <a:moveTo>
                    <a:pt x="1104900" y="1159764"/>
                  </a:moveTo>
                  <a:lnTo>
                    <a:pt x="0" y="1159764"/>
                  </a:lnTo>
                  <a:lnTo>
                    <a:pt x="0" y="1417320"/>
                  </a:lnTo>
                  <a:lnTo>
                    <a:pt x="1104900" y="1417320"/>
                  </a:lnTo>
                  <a:lnTo>
                    <a:pt x="1104900" y="1159764"/>
                  </a:lnTo>
                  <a:close/>
                </a:path>
              </a:pathLst>
            </a:custGeom>
            <a:solidFill>
              <a:srgbClr val="F5C9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596128" y="2830067"/>
              <a:ext cx="1104900" cy="1417320"/>
            </a:xfrm>
            <a:custGeom>
              <a:avLst/>
              <a:gdLst/>
              <a:ahLst/>
              <a:cxnLst/>
              <a:rect l="l" t="t" r="r" b="b"/>
              <a:pathLst>
                <a:path w="1104900" h="1417320">
                  <a:moveTo>
                    <a:pt x="995172" y="0"/>
                  </a:moveTo>
                  <a:lnTo>
                    <a:pt x="0" y="0"/>
                  </a:lnTo>
                  <a:lnTo>
                    <a:pt x="0" y="257556"/>
                  </a:lnTo>
                  <a:lnTo>
                    <a:pt x="995172" y="257556"/>
                  </a:lnTo>
                  <a:lnTo>
                    <a:pt x="995172" y="0"/>
                  </a:lnTo>
                  <a:close/>
                </a:path>
                <a:path w="1104900" h="1417320">
                  <a:moveTo>
                    <a:pt x="1104900" y="1159764"/>
                  </a:moveTo>
                  <a:lnTo>
                    <a:pt x="0" y="1159764"/>
                  </a:lnTo>
                  <a:lnTo>
                    <a:pt x="0" y="1417320"/>
                  </a:lnTo>
                  <a:lnTo>
                    <a:pt x="1104900" y="1417320"/>
                  </a:lnTo>
                  <a:lnTo>
                    <a:pt x="1104900" y="1159764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5596128" y="3087623"/>
              <a:ext cx="974090" cy="2578735"/>
            </a:xfrm>
            <a:custGeom>
              <a:avLst/>
              <a:gdLst/>
              <a:ahLst/>
              <a:cxnLst/>
              <a:rect l="l" t="t" r="r" b="b"/>
              <a:pathLst>
                <a:path w="974090" h="2578735">
                  <a:moveTo>
                    <a:pt x="920496" y="0"/>
                  </a:moveTo>
                  <a:lnTo>
                    <a:pt x="0" y="0"/>
                  </a:lnTo>
                  <a:lnTo>
                    <a:pt x="0" y="257556"/>
                  </a:lnTo>
                  <a:lnTo>
                    <a:pt x="920496" y="257556"/>
                  </a:lnTo>
                  <a:lnTo>
                    <a:pt x="920496" y="0"/>
                  </a:lnTo>
                  <a:close/>
                </a:path>
                <a:path w="974090" h="2578735">
                  <a:moveTo>
                    <a:pt x="967740" y="2321052"/>
                  </a:moveTo>
                  <a:lnTo>
                    <a:pt x="0" y="2321052"/>
                  </a:lnTo>
                  <a:lnTo>
                    <a:pt x="0" y="2578608"/>
                  </a:lnTo>
                  <a:lnTo>
                    <a:pt x="967740" y="2578608"/>
                  </a:lnTo>
                  <a:lnTo>
                    <a:pt x="967740" y="2321052"/>
                  </a:lnTo>
                  <a:close/>
                </a:path>
                <a:path w="974090" h="2578735">
                  <a:moveTo>
                    <a:pt x="973836" y="1159764"/>
                  </a:moveTo>
                  <a:lnTo>
                    <a:pt x="0" y="1159764"/>
                  </a:lnTo>
                  <a:lnTo>
                    <a:pt x="0" y="1417320"/>
                  </a:lnTo>
                  <a:lnTo>
                    <a:pt x="973836" y="1417320"/>
                  </a:lnTo>
                  <a:lnTo>
                    <a:pt x="973836" y="1159764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596128" y="3087623"/>
              <a:ext cx="974090" cy="2578735"/>
            </a:xfrm>
            <a:custGeom>
              <a:avLst/>
              <a:gdLst/>
              <a:ahLst/>
              <a:cxnLst/>
              <a:rect l="l" t="t" r="r" b="b"/>
              <a:pathLst>
                <a:path w="974090" h="2578735">
                  <a:moveTo>
                    <a:pt x="920496" y="0"/>
                  </a:moveTo>
                  <a:lnTo>
                    <a:pt x="0" y="0"/>
                  </a:lnTo>
                  <a:lnTo>
                    <a:pt x="0" y="257556"/>
                  </a:lnTo>
                  <a:lnTo>
                    <a:pt x="920496" y="257556"/>
                  </a:lnTo>
                  <a:lnTo>
                    <a:pt x="920496" y="0"/>
                  </a:lnTo>
                  <a:close/>
                </a:path>
                <a:path w="974090" h="2578735">
                  <a:moveTo>
                    <a:pt x="973836" y="1159764"/>
                  </a:moveTo>
                  <a:lnTo>
                    <a:pt x="0" y="1159764"/>
                  </a:lnTo>
                  <a:lnTo>
                    <a:pt x="0" y="1417320"/>
                  </a:lnTo>
                  <a:lnTo>
                    <a:pt x="973836" y="1417320"/>
                  </a:lnTo>
                  <a:lnTo>
                    <a:pt x="973836" y="1159764"/>
                  </a:lnTo>
                  <a:close/>
                </a:path>
                <a:path w="974090" h="2578735">
                  <a:moveTo>
                    <a:pt x="967740" y="2321052"/>
                  </a:moveTo>
                  <a:lnTo>
                    <a:pt x="0" y="2321052"/>
                  </a:lnTo>
                  <a:lnTo>
                    <a:pt x="0" y="2578608"/>
                  </a:lnTo>
                  <a:lnTo>
                    <a:pt x="967740" y="2578608"/>
                  </a:lnTo>
                  <a:lnTo>
                    <a:pt x="967740" y="2321052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5596128" y="2377439"/>
              <a:ext cx="0" cy="3482340"/>
            </a:xfrm>
            <a:custGeom>
              <a:avLst/>
              <a:gdLst/>
              <a:ahLst/>
              <a:cxnLst/>
              <a:rect l="l" t="t" r="r" b="b"/>
              <a:pathLst>
                <a:path w="0" h="3482340">
                  <a:moveTo>
                    <a:pt x="0" y="0"/>
                  </a:moveTo>
                  <a:lnTo>
                    <a:pt x="0" y="348234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" name="object 22"/>
          <p:cNvGrpSpPr/>
          <p:nvPr/>
        </p:nvGrpSpPr>
        <p:grpSpPr>
          <a:xfrm>
            <a:off x="484631" y="5129784"/>
            <a:ext cx="325120" cy="325120"/>
            <a:chOff x="484631" y="5129784"/>
            <a:chExt cx="325120" cy="325120"/>
          </a:xfrm>
        </p:grpSpPr>
        <p:sp>
          <p:nvSpPr>
            <p:cNvPr id="23" name="object 23"/>
            <p:cNvSpPr/>
            <p:nvPr/>
          </p:nvSpPr>
          <p:spPr>
            <a:xfrm>
              <a:off x="484631" y="5129784"/>
              <a:ext cx="325120" cy="325120"/>
            </a:xfrm>
            <a:custGeom>
              <a:avLst/>
              <a:gdLst/>
              <a:ahLst/>
              <a:cxnLst/>
              <a:rect l="l" t="t" r="r" b="b"/>
              <a:pathLst>
                <a:path w="325120" h="325120">
                  <a:moveTo>
                    <a:pt x="162306" y="0"/>
                  </a:moveTo>
                  <a:lnTo>
                    <a:pt x="119159" y="5796"/>
                  </a:lnTo>
                  <a:lnTo>
                    <a:pt x="80388" y="22154"/>
                  </a:lnTo>
                  <a:lnTo>
                    <a:pt x="47539" y="47529"/>
                  </a:lnTo>
                  <a:lnTo>
                    <a:pt x="22160" y="80376"/>
                  </a:lnTo>
                  <a:lnTo>
                    <a:pt x="5797" y="119150"/>
                  </a:lnTo>
                  <a:lnTo>
                    <a:pt x="0" y="162305"/>
                  </a:lnTo>
                  <a:lnTo>
                    <a:pt x="5797" y="205461"/>
                  </a:lnTo>
                  <a:lnTo>
                    <a:pt x="22160" y="244235"/>
                  </a:lnTo>
                  <a:lnTo>
                    <a:pt x="47539" y="277082"/>
                  </a:lnTo>
                  <a:lnTo>
                    <a:pt x="80388" y="302457"/>
                  </a:lnTo>
                  <a:lnTo>
                    <a:pt x="119159" y="318815"/>
                  </a:lnTo>
                  <a:lnTo>
                    <a:pt x="162306" y="324611"/>
                  </a:lnTo>
                  <a:lnTo>
                    <a:pt x="205452" y="318815"/>
                  </a:lnTo>
                  <a:lnTo>
                    <a:pt x="244223" y="302457"/>
                  </a:lnTo>
                  <a:lnTo>
                    <a:pt x="277072" y="277082"/>
                  </a:lnTo>
                  <a:lnTo>
                    <a:pt x="302451" y="244235"/>
                  </a:lnTo>
                  <a:lnTo>
                    <a:pt x="318814" y="205461"/>
                  </a:lnTo>
                  <a:lnTo>
                    <a:pt x="324612" y="162305"/>
                  </a:lnTo>
                  <a:lnTo>
                    <a:pt x="318814" y="119150"/>
                  </a:lnTo>
                  <a:lnTo>
                    <a:pt x="302451" y="80376"/>
                  </a:lnTo>
                  <a:lnTo>
                    <a:pt x="277072" y="47529"/>
                  </a:lnTo>
                  <a:lnTo>
                    <a:pt x="244223" y="22154"/>
                  </a:lnTo>
                  <a:lnTo>
                    <a:pt x="205452" y="5796"/>
                  </a:lnTo>
                  <a:lnTo>
                    <a:pt x="162306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23316" y="5196459"/>
              <a:ext cx="35560" cy="210820"/>
            </a:xfrm>
            <a:custGeom>
              <a:avLst/>
              <a:gdLst/>
              <a:ahLst/>
              <a:cxnLst/>
              <a:rect l="l" t="t" r="r" b="b"/>
              <a:pathLst>
                <a:path w="35559" h="210820">
                  <a:moveTo>
                    <a:pt x="35052" y="5080"/>
                  </a:moveTo>
                  <a:lnTo>
                    <a:pt x="34607" y="5080"/>
                  </a:lnTo>
                  <a:lnTo>
                    <a:pt x="34607" y="0"/>
                  </a:lnTo>
                  <a:lnTo>
                    <a:pt x="431" y="0"/>
                  </a:lnTo>
                  <a:lnTo>
                    <a:pt x="431" y="5080"/>
                  </a:lnTo>
                  <a:lnTo>
                    <a:pt x="0" y="5080"/>
                  </a:lnTo>
                  <a:lnTo>
                    <a:pt x="0" y="200660"/>
                  </a:lnTo>
                  <a:lnTo>
                    <a:pt x="0" y="205740"/>
                  </a:lnTo>
                  <a:lnTo>
                    <a:pt x="393" y="205740"/>
                  </a:lnTo>
                  <a:lnTo>
                    <a:pt x="393" y="210820"/>
                  </a:lnTo>
                  <a:lnTo>
                    <a:pt x="34645" y="210820"/>
                  </a:lnTo>
                  <a:lnTo>
                    <a:pt x="34645" y="205740"/>
                  </a:lnTo>
                  <a:lnTo>
                    <a:pt x="35052" y="205740"/>
                  </a:lnTo>
                  <a:lnTo>
                    <a:pt x="35052" y="200660"/>
                  </a:lnTo>
                  <a:lnTo>
                    <a:pt x="35052" y="50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580644" y="5222748"/>
              <a:ext cx="121920" cy="158750"/>
            </a:xfrm>
            <a:custGeom>
              <a:avLst/>
              <a:gdLst/>
              <a:ahLst/>
              <a:cxnLst/>
              <a:rect l="l" t="t" r="r" b="b"/>
              <a:pathLst>
                <a:path w="121920" h="158750">
                  <a:moveTo>
                    <a:pt x="30480" y="12"/>
                  </a:moveTo>
                  <a:lnTo>
                    <a:pt x="850" y="12"/>
                  </a:lnTo>
                  <a:lnTo>
                    <a:pt x="0" y="3695"/>
                  </a:lnTo>
                  <a:lnTo>
                    <a:pt x="0" y="52590"/>
                  </a:lnTo>
                  <a:lnTo>
                    <a:pt x="7543" y="55524"/>
                  </a:lnTo>
                  <a:lnTo>
                    <a:pt x="13436" y="61163"/>
                  </a:lnTo>
                  <a:lnTo>
                    <a:pt x="17259" y="68694"/>
                  </a:lnTo>
                  <a:lnTo>
                    <a:pt x="18630" y="77355"/>
                  </a:lnTo>
                  <a:lnTo>
                    <a:pt x="17259" y="86474"/>
                  </a:lnTo>
                  <a:lnTo>
                    <a:pt x="13436" y="94119"/>
                  </a:lnTo>
                  <a:lnTo>
                    <a:pt x="7543" y="99847"/>
                  </a:lnTo>
                  <a:lnTo>
                    <a:pt x="0" y="103263"/>
                  </a:lnTo>
                  <a:lnTo>
                    <a:pt x="0" y="154825"/>
                  </a:lnTo>
                  <a:lnTo>
                    <a:pt x="850" y="158508"/>
                  </a:lnTo>
                  <a:lnTo>
                    <a:pt x="30480" y="158508"/>
                  </a:lnTo>
                  <a:lnTo>
                    <a:pt x="30480" y="12"/>
                  </a:lnTo>
                  <a:close/>
                </a:path>
                <a:path w="121920" h="158750">
                  <a:moveTo>
                    <a:pt x="121920" y="3683"/>
                  </a:moveTo>
                  <a:lnTo>
                    <a:pt x="121056" y="0"/>
                  </a:lnTo>
                  <a:lnTo>
                    <a:pt x="90779" y="0"/>
                  </a:lnTo>
                  <a:lnTo>
                    <a:pt x="89916" y="3683"/>
                  </a:lnTo>
                  <a:lnTo>
                    <a:pt x="89916" y="154813"/>
                  </a:lnTo>
                  <a:lnTo>
                    <a:pt x="90779" y="158496"/>
                  </a:lnTo>
                  <a:lnTo>
                    <a:pt x="121056" y="158496"/>
                  </a:lnTo>
                  <a:lnTo>
                    <a:pt x="121920" y="154813"/>
                  </a:lnTo>
                  <a:lnTo>
                    <a:pt x="121920" y="103251"/>
                  </a:lnTo>
                  <a:lnTo>
                    <a:pt x="113563" y="100228"/>
                  </a:lnTo>
                  <a:lnTo>
                    <a:pt x="106984" y="94449"/>
                  </a:lnTo>
                  <a:lnTo>
                    <a:pt x="102692" y="86588"/>
                  </a:lnTo>
                  <a:lnTo>
                    <a:pt x="101155" y="77343"/>
                  </a:lnTo>
                  <a:lnTo>
                    <a:pt x="102692" y="68173"/>
                  </a:lnTo>
                  <a:lnTo>
                    <a:pt x="106984" y="60363"/>
                  </a:lnTo>
                  <a:lnTo>
                    <a:pt x="113563" y="54597"/>
                  </a:lnTo>
                  <a:lnTo>
                    <a:pt x="121920" y="51562"/>
                  </a:lnTo>
                  <a:lnTo>
                    <a:pt x="121920" y="3683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516636" y="5253228"/>
              <a:ext cx="248920" cy="90170"/>
            </a:xfrm>
            <a:custGeom>
              <a:avLst/>
              <a:gdLst/>
              <a:ahLst/>
              <a:cxnLst/>
              <a:rect l="l" t="t" r="r" b="b"/>
              <a:pathLst>
                <a:path w="248920" h="90170">
                  <a:moveTo>
                    <a:pt x="86868" y="44196"/>
                  </a:moveTo>
                  <a:lnTo>
                    <a:pt x="83451" y="27012"/>
                  </a:lnTo>
                  <a:lnTo>
                    <a:pt x="74142" y="12954"/>
                  </a:lnTo>
                  <a:lnTo>
                    <a:pt x="60337" y="3479"/>
                  </a:lnTo>
                  <a:lnTo>
                    <a:pt x="43434" y="0"/>
                  </a:lnTo>
                  <a:lnTo>
                    <a:pt x="26517" y="3479"/>
                  </a:lnTo>
                  <a:lnTo>
                    <a:pt x="12712" y="12954"/>
                  </a:lnTo>
                  <a:lnTo>
                    <a:pt x="3403" y="27012"/>
                  </a:lnTo>
                  <a:lnTo>
                    <a:pt x="0" y="44196"/>
                  </a:lnTo>
                  <a:lnTo>
                    <a:pt x="3403" y="61391"/>
                  </a:lnTo>
                  <a:lnTo>
                    <a:pt x="12712" y="75438"/>
                  </a:lnTo>
                  <a:lnTo>
                    <a:pt x="26517" y="84924"/>
                  </a:lnTo>
                  <a:lnTo>
                    <a:pt x="43434" y="88392"/>
                  </a:lnTo>
                  <a:lnTo>
                    <a:pt x="60337" y="84924"/>
                  </a:lnTo>
                  <a:lnTo>
                    <a:pt x="74142" y="75438"/>
                  </a:lnTo>
                  <a:lnTo>
                    <a:pt x="83451" y="61391"/>
                  </a:lnTo>
                  <a:lnTo>
                    <a:pt x="86868" y="44196"/>
                  </a:lnTo>
                  <a:close/>
                </a:path>
                <a:path w="248920" h="90170">
                  <a:moveTo>
                    <a:pt x="248412" y="44958"/>
                  </a:moveTo>
                  <a:lnTo>
                    <a:pt x="244995" y="27432"/>
                  </a:lnTo>
                  <a:lnTo>
                    <a:pt x="235686" y="13144"/>
                  </a:lnTo>
                  <a:lnTo>
                    <a:pt x="221881" y="3530"/>
                  </a:lnTo>
                  <a:lnTo>
                    <a:pt x="204978" y="0"/>
                  </a:lnTo>
                  <a:lnTo>
                    <a:pt x="188061" y="3530"/>
                  </a:lnTo>
                  <a:lnTo>
                    <a:pt x="174256" y="13144"/>
                  </a:lnTo>
                  <a:lnTo>
                    <a:pt x="164947" y="27432"/>
                  </a:lnTo>
                  <a:lnTo>
                    <a:pt x="161544" y="44958"/>
                  </a:lnTo>
                  <a:lnTo>
                    <a:pt x="164947" y="62484"/>
                  </a:lnTo>
                  <a:lnTo>
                    <a:pt x="174256" y="76771"/>
                  </a:lnTo>
                  <a:lnTo>
                    <a:pt x="188061" y="86398"/>
                  </a:lnTo>
                  <a:lnTo>
                    <a:pt x="204978" y="89916"/>
                  </a:lnTo>
                  <a:lnTo>
                    <a:pt x="221881" y="86398"/>
                  </a:lnTo>
                  <a:lnTo>
                    <a:pt x="235686" y="76771"/>
                  </a:lnTo>
                  <a:lnTo>
                    <a:pt x="244995" y="62484"/>
                  </a:lnTo>
                  <a:lnTo>
                    <a:pt x="248412" y="449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702563" y="5192268"/>
              <a:ext cx="24765" cy="26034"/>
            </a:xfrm>
            <a:custGeom>
              <a:avLst/>
              <a:gdLst/>
              <a:ahLst/>
              <a:cxnLst/>
              <a:rect l="l" t="t" r="r" b="b"/>
              <a:pathLst>
                <a:path w="24765" h="26035">
                  <a:moveTo>
                    <a:pt x="18923" y="0"/>
                  </a:moveTo>
                  <a:lnTo>
                    <a:pt x="5461" y="0"/>
                  </a:lnTo>
                  <a:lnTo>
                    <a:pt x="0" y="5841"/>
                  </a:lnTo>
                  <a:lnTo>
                    <a:pt x="0" y="12953"/>
                  </a:lnTo>
                  <a:lnTo>
                    <a:pt x="0" y="20065"/>
                  </a:lnTo>
                  <a:lnTo>
                    <a:pt x="5461" y="25907"/>
                  </a:lnTo>
                  <a:lnTo>
                    <a:pt x="18923" y="25907"/>
                  </a:lnTo>
                  <a:lnTo>
                    <a:pt x="24384" y="20065"/>
                  </a:lnTo>
                  <a:lnTo>
                    <a:pt x="24384" y="5841"/>
                  </a:lnTo>
                  <a:lnTo>
                    <a:pt x="18923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494080" y="5163388"/>
            <a:ext cx="307975" cy="18796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r" marR="64769">
              <a:lnSpc>
                <a:spcPct val="100000"/>
              </a:lnSpc>
              <a:spcBef>
                <a:spcPts val="125"/>
              </a:spcBef>
            </a:pPr>
            <a:r>
              <a:rPr dirty="0" sz="350" spc="-50">
                <a:solidFill>
                  <a:srgbClr val="FFFFFF"/>
                </a:solidFill>
                <a:latin typeface="Arial"/>
                <a:cs typeface="Arial"/>
              </a:rPr>
              <a:t>+</a:t>
            </a:r>
            <a:endParaRPr sz="3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55"/>
              </a:spcBef>
            </a:pPr>
            <a:r>
              <a:rPr dirty="0" baseline="13888" sz="600">
                <a:latin typeface="Arial"/>
                <a:cs typeface="Arial"/>
              </a:rPr>
              <a:t>H</a:t>
            </a:r>
            <a:r>
              <a:rPr dirty="0" sz="250">
                <a:latin typeface="Arial"/>
                <a:cs typeface="Arial"/>
              </a:rPr>
              <a:t>2</a:t>
            </a:r>
            <a:r>
              <a:rPr dirty="0" sz="250" spc="375">
                <a:latin typeface="Arial"/>
                <a:cs typeface="Arial"/>
              </a:rPr>
              <a:t>  </a:t>
            </a:r>
            <a:r>
              <a:rPr dirty="0" baseline="13888" sz="600" spc="-37">
                <a:latin typeface="Arial"/>
                <a:cs typeface="Arial"/>
              </a:rPr>
              <a:t>O</a:t>
            </a:r>
            <a:r>
              <a:rPr dirty="0" sz="250" spc="-25">
                <a:latin typeface="Arial"/>
                <a:cs typeface="Arial"/>
              </a:rPr>
              <a:t>2</a:t>
            </a:r>
            <a:endParaRPr sz="25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54736" y="5186171"/>
            <a:ext cx="24765" cy="26034"/>
          </a:xfrm>
          <a:custGeom>
            <a:avLst/>
            <a:gdLst/>
            <a:ahLst/>
            <a:cxnLst/>
            <a:rect l="l" t="t" r="r" b="b"/>
            <a:pathLst>
              <a:path w="24765" h="26035">
                <a:moveTo>
                  <a:pt x="18923" y="0"/>
                </a:moveTo>
                <a:lnTo>
                  <a:pt x="5461" y="0"/>
                </a:lnTo>
                <a:lnTo>
                  <a:pt x="0" y="5841"/>
                </a:lnTo>
                <a:lnTo>
                  <a:pt x="0" y="12953"/>
                </a:lnTo>
                <a:lnTo>
                  <a:pt x="0" y="20065"/>
                </a:lnTo>
                <a:lnTo>
                  <a:pt x="5461" y="25907"/>
                </a:lnTo>
                <a:lnTo>
                  <a:pt x="18923" y="25907"/>
                </a:lnTo>
                <a:lnTo>
                  <a:pt x="24384" y="20065"/>
                </a:lnTo>
                <a:lnTo>
                  <a:pt x="24384" y="5841"/>
                </a:lnTo>
                <a:lnTo>
                  <a:pt x="18923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555345" y="5157292"/>
            <a:ext cx="26670" cy="825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350" spc="-5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endParaRPr sz="35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84631" y="3941064"/>
            <a:ext cx="325120" cy="325120"/>
            <a:chOff x="484631" y="3941064"/>
            <a:chExt cx="325120" cy="325120"/>
          </a:xfrm>
        </p:grpSpPr>
        <p:sp>
          <p:nvSpPr>
            <p:cNvPr id="32" name="object 32"/>
            <p:cNvSpPr/>
            <p:nvPr/>
          </p:nvSpPr>
          <p:spPr>
            <a:xfrm>
              <a:off x="484631" y="3941064"/>
              <a:ext cx="325120" cy="325120"/>
            </a:xfrm>
            <a:custGeom>
              <a:avLst/>
              <a:gdLst/>
              <a:ahLst/>
              <a:cxnLst/>
              <a:rect l="l" t="t" r="r" b="b"/>
              <a:pathLst>
                <a:path w="325120" h="325120">
                  <a:moveTo>
                    <a:pt x="162306" y="0"/>
                  </a:moveTo>
                  <a:lnTo>
                    <a:pt x="119159" y="5796"/>
                  </a:lnTo>
                  <a:lnTo>
                    <a:pt x="80388" y="22154"/>
                  </a:lnTo>
                  <a:lnTo>
                    <a:pt x="47539" y="47529"/>
                  </a:lnTo>
                  <a:lnTo>
                    <a:pt x="22160" y="80376"/>
                  </a:lnTo>
                  <a:lnTo>
                    <a:pt x="5797" y="119150"/>
                  </a:lnTo>
                  <a:lnTo>
                    <a:pt x="0" y="162306"/>
                  </a:lnTo>
                  <a:lnTo>
                    <a:pt x="5797" y="205461"/>
                  </a:lnTo>
                  <a:lnTo>
                    <a:pt x="22160" y="244235"/>
                  </a:lnTo>
                  <a:lnTo>
                    <a:pt x="47539" y="277082"/>
                  </a:lnTo>
                  <a:lnTo>
                    <a:pt x="80388" y="302457"/>
                  </a:lnTo>
                  <a:lnTo>
                    <a:pt x="119159" y="318815"/>
                  </a:lnTo>
                  <a:lnTo>
                    <a:pt x="162306" y="324612"/>
                  </a:lnTo>
                  <a:lnTo>
                    <a:pt x="205452" y="318815"/>
                  </a:lnTo>
                  <a:lnTo>
                    <a:pt x="244223" y="302457"/>
                  </a:lnTo>
                  <a:lnTo>
                    <a:pt x="277072" y="277082"/>
                  </a:lnTo>
                  <a:lnTo>
                    <a:pt x="302451" y="244235"/>
                  </a:lnTo>
                  <a:lnTo>
                    <a:pt x="318814" y="205461"/>
                  </a:lnTo>
                  <a:lnTo>
                    <a:pt x="324612" y="162306"/>
                  </a:lnTo>
                  <a:lnTo>
                    <a:pt x="318814" y="119150"/>
                  </a:lnTo>
                  <a:lnTo>
                    <a:pt x="302451" y="80376"/>
                  </a:lnTo>
                  <a:lnTo>
                    <a:pt x="277072" y="47529"/>
                  </a:lnTo>
                  <a:lnTo>
                    <a:pt x="244223" y="22154"/>
                  </a:lnTo>
                  <a:lnTo>
                    <a:pt x="205452" y="5796"/>
                  </a:lnTo>
                  <a:lnTo>
                    <a:pt x="162306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9683" y="4009644"/>
              <a:ext cx="129540" cy="187451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3607" y="4012692"/>
              <a:ext cx="80772" cy="181356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6555485" y="3107563"/>
            <a:ext cx="3327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77%</a:t>
            </a:r>
            <a:endParaRPr sz="12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630161" y="2515742"/>
            <a:ext cx="347980" cy="54292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27940">
              <a:lnSpc>
                <a:spcPct val="100000"/>
              </a:lnSpc>
              <a:spcBef>
                <a:spcPts val="695"/>
              </a:spcBef>
            </a:pPr>
            <a:r>
              <a:rPr dirty="0" sz="1200" spc="-25" b="1">
                <a:latin typeface="Arial"/>
                <a:cs typeface="Arial"/>
              </a:rPr>
              <a:t>85%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dirty="0" sz="1200" spc="-25" b="1">
                <a:latin typeface="Arial"/>
                <a:cs typeface="Arial"/>
              </a:rPr>
              <a:t>84%</a:t>
            </a:r>
            <a:endParaRPr sz="12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701790" y="3752215"/>
            <a:ext cx="3327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90%</a:t>
            </a:r>
            <a:endParaRPr sz="12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609333" y="4268216"/>
            <a:ext cx="3333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82%</a:t>
            </a:r>
            <a:endParaRPr sz="12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739890" y="4010914"/>
            <a:ext cx="3327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93%</a:t>
            </a:r>
            <a:endParaRPr sz="12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603238" y="5428894"/>
            <a:ext cx="3327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81%</a:t>
            </a:r>
            <a:endParaRPr sz="120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0975847" y="97535"/>
            <a:ext cx="1158240" cy="1158240"/>
          </a:xfrm>
          <a:custGeom>
            <a:avLst/>
            <a:gdLst/>
            <a:ahLst/>
            <a:cxnLst/>
            <a:rect l="l" t="t" r="r" b="b"/>
            <a:pathLst>
              <a:path w="1158240" h="1158240">
                <a:moveTo>
                  <a:pt x="785621" y="1051433"/>
                </a:moveTo>
                <a:lnTo>
                  <a:pt x="56641" y="1051433"/>
                </a:lnTo>
                <a:lnTo>
                  <a:pt x="34129" y="1055796"/>
                </a:lnTo>
                <a:lnTo>
                  <a:pt x="16176" y="1067863"/>
                </a:lnTo>
                <a:lnTo>
                  <a:pt x="4296" y="1086098"/>
                </a:lnTo>
                <a:lnTo>
                  <a:pt x="0" y="1108964"/>
                </a:lnTo>
                <a:lnTo>
                  <a:pt x="4296" y="1127057"/>
                </a:lnTo>
                <a:lnTo>
                  <a:pt x="16176" y="1142841"/>
                </a:lnTo>
                <a:lnTo>
                  <a:pt x="34129" y="1154005"/>
                </a:lnTo>
                <a:lnTo>
                  <a:pt x="56641" y="1158240"/>
                </a:lnTo>
                <a:lnTo>
                  <a:pt x="785621" y="1158240"/>
                </a:lnTo>
                <a:lnTo>
                  <a:pt x="808154" y="1154005"/>
                </a:lnTo>
                <a:lnTo>
                  <a:pt x="826150" y="1142841"/>
                </a:lnTo>
                <a:lnTo>
                  <a:pt x="838074" y="1127057"/>
                </a:lnTo>
                <a:lnTo>
                  <a:pt x="842390" y="1108964"/>
                </a:lnTo>
                <a:lnTo>
                  <a:pt x="838074" y="1086098"/>
                </a:lnTo>
                <a:lnTo>
                  <a:pt x="826150" y="1067863"/>
                </a:lnTo>
                <a:lnTo>
                  <a:pt x="808154" y="1055796"/>
                </a:lnTo>
                <a:lnTo>
                  <a:pt x="785621" y="1051433"/>
                </a:lnTo>
                <a:close/>
              </a:path>
              <a:path w="1158240" h="1158240">
                <a:moveTo>
                  <a:pt x="672210" y="0"/>
                </a:moveTo>
                <a:lnTo>
                  <a:pt x="170052" y="0"/>
                </a:lnTo>
                <a:lnTo>
                  <a:pt x="147540" y="4363"/>
                </a:lnTo>
                <a:lnTo>
                  <a:pt x="129587" y="16430"/>
                </a:lnTo>
                <a:lnTo>
                  <a:pt x="117707" y="34665"/>
                </a:lnTo>
                <a:lnTo>
                  <a:pt x="113410" y="57531"/>
                </a:lnTo>
                <a:lnTo>
                  <a:pt x="113410" y="1051433"/>
                </a:lnTo>
                <a:lnTo>
                  <a:pt x="728979" y="1051433"/>
                </a:lnTo>
                <a:lnTo>
                  <a:pt x="728979" y="1018540"/>
                </a:lnTo>
                <a:lnTo>
                  <a:pt x="291591" y="1018540"/>
                </a:lnTo>
                <a:lnTo>
                  <a:pt x="405002" y="796798"/>
                </a:lnTo>
                <a:lnTo>
                  <a:pt x="299719" y="796798"/>
                </a:lnTo>
                <a:lnTo>
                  <a:pt x="550798" y="533908"/>
                </a:lnTo>
                <a:lnTo>
                  <a:pt x="728979" y="533908"/>
                </a:lnTo>
                <a:lnTo>
                  <a:pt x="728979" y="492887"/>
                </a:lnTo>
                <a:lnTo>
                  <a:pt x="275335" y="492887"/>
                </a:lnTo>
                <a:lnTo>
                  <a:pt x="237849" y="461704"/>
                </a:lnTo>
                <a:lnTo>
                  <a:pt x="234949" y="443611"/>
                </a:lnTo>
                <a:lnTo>
                  <a:pt x="234949" y="164338"/>
                </a:lnTo>
                <a:lnTo>
                  <a:pt x="258792" y="126154"/>
                </a:lnTo>
                <a:lnTo>
                  <a:pt x="728979" y="123190"/>
                </a:lnTo>
                <a:lnTo>
                  <a:pt x="728979" y="57531"/>
                </a:lnTo>
                <a:lnTo>
                  <a:pt x="724681" y="34665"/>
                </a:lnTo>
                <a:lnTo>
                  <a:pt x="712787" y="16430"/>
                </a:lnTo>
                <a:lnTo>
                  <a:pt x="694797" y="4363"/>
                </a:lnTo>
                <a:lnTo>
                  <a:pt x="672210" y="0"/>
                </a:lnTo>
                <a:close/>
              </a:path>
              <a:path w="1158240" h="1158240">
                <a:moveTo>
                  <a:pt x="728979" y="533908"/>
                </a:moveTo>
                <a:lnTo>
                  <a:pt x="550798" y="533908"/>
                </a:lnTo>
                <a:lnTo>
                  <a:pt x="437387" y="747522"/>
                </a:lnTo>
                <a:lnTo>
                  <a:pt x="542670" y="747522"/>
                </a:lnTo>
                <a:lnTo>
                  <a:pt x="291591" y="1018540"/>
                </a:lnTo>
                <a:lnTo>
                  <a:pt x="728979" y="1018540"/>
                </a:lnTo>
                <a:lnTo>
                  <a:pt x="728979" y="533908"/>
                </a:lnTo>
                <a:close/>
              </a:path>
              <a:path w="1158240" h="1158240">
                <a:moveTo>
                  <a:pt x="874776" y="459994"/>
                </a:moveTo>
                <a:lnTo>
                  <a:pt x="810005" y="459994"/>
                </a:lnTo>
                <a:lnTo>
                  <a:pt x="810005" y="788543"/>
                </a:lnTo>
                <a:lnTo>
                  <a:pt x="828785" y="851237"/>
                </a:lnTo>
                <a:lnTo>
                  <a:pt x="874916" y="895429"/>
                </a:lnTo>
                <a:lnTo>
                  <a:pt x="922603" y="911602"/>
                </a:lnTo>
                <a:lnTo>
                  <a:pt x="939545" y="911860"/>
                </a:lnTo>
                <a:lnTo>
                  <a:pt x="974248" y="907496"/>
                </a:lnTo>
                <a:lnTo>
                  <a:pt x="1004379" y="895429"/>
                </a:lnTo>
                <a:lnTo>
                  <a:pt x="1028414" y="877194"/>
                </a:lnTo>
                <a:lnTo>
                  <a:pt x="1044829" y="854329"/>
                </a:lnTo>
                <a:lnTo>
                  <a:pt x="939545" y="854329"/>
                </a:lnTo>
                <a:lnTo>
                  <a:pt x="916906" y="851237"/>
                </a:lnTo>
                <a:lnTo>
                  <a:pt x="898064" y="841978"/>
                </a:lnTo>
                <a:lnTo>
                  <a:pt x="883771" y="826575"/>
                </a:lnTo>
                <a:lnTo>
                  <a:pt x="874776" y="805053"/>
                </a:lnTo>
                <a:lnTo>
                  <a:pt x="874776" y="459994"/>
                </a:lnTo>
                <a:close/>
              </a:path>
              <a:path w="1158240" h="1158240">
                <a:moveTo>
                  <a:pt x="1158239" y="123190"/>
                </a:moveTo>
                <a:lnTo>
                  <a:pt x="915288" y="123190"/>
                </a:lnTo>
                <a:lnTo>
                  <a:pt x="915288" y="197104"/>
                </a:lnTo>
                <a:lnTo>
                  <a:pt x="921234" y="238321"/>
                </a:lnTo>
                <a:lnTo>
                  <a:pt x="938561" y="274145"/>
                </a:lnTo>
                <a:lnTo>
                  <a:pt x="966509" y="302277"/>
                </a:lnTo>
                <a:lnTo>
                  <a:pt x="1004315" y="320421"/>
                </a:lnTo>
                <a:lnTo>
                  <a:pt x="1004315" y="796798"/>
                </a:lnTo>
                <a:lnTo>
                  <a:pt x="995320" y="819663"/>
                </a:lnTo>
                <a:lnTo>
                  <a:pt x="981027" y="837898"/>
                </a:lnTo>
                <a:lnTo>
                  <a:pt x="962185" y="849965"/>
                </a:lnTo>
                <a:lnTo>
                  <a:pt x="939545" y="854329"/>
                </a:lnTo>
                <a:lnTo>
                  <a:pt x="1044829" y="854329"/>
                </a:lnTo>
                <a:lnTo>
                  <a:pt x="1050793" y="841978"/>
                </a:lnTo>
                <a:lnTo>
                  <a:pt x="1056005" y="829643"/>
                </a:lnTo>
                <a:lnTo>
                  <a:pt x="1059688" y="817342"/>
                </a:lnTo>
                <a:lnTo>
                  <a:pt x="1061085" y="805053"/>
                </a:lnTo>
                <a:lnTo>
                  <a:pt x="1061085" y="320421"/>
                </a:lnTo>
                <a:lnTo>
                  <a:pt x="1100161" y="302277"/>
                </a:lnTo>
                <a:lnTo>
                  <a:pt x="1130903" y="274145"/>
                </a:lnTo>
                <a:lnTo>
                  <a:pt x="1151024" y="238321"/>
                </a:lnTo>
                <a:lnTo>
                  <a:pt x="1158239" y="197104"/>
                </a:lnTo>
                <a:lnTo>
                  <a:pt x="1158239" y="123190"/>
                </a:lnTo>
                <a:close/>
              </a:path>
              <a:path w="1158240" h="1158240">
                <a:moveTo>
                  <a:pt x="728979" y="123190"/>
                </a:moveTo>
                <a:lnTo>
                  <a:pt x="566927" y="123190"/>
                </a:lnTo>
                <a:lnTo>
                  <a:pt x="583545" y="126154"/>
                </a:lnTo>
                <a:lnTo>
                  <a:pt x="596328" y="134524"/>
                </a:lnTo>
                <a:lnTo>
                  <a:pt x="604539" y="147514"/>
                </a:lnTo>
                <a:lnTo>
                  <a:pt x="607440" y="164338"/>
                </a:lnTo>
                <a:lnTo>
                  <a:pt x="607440" y="443611"/>
                </a:lnTo>
                <a:lnTo>
                  <a:pt x="604539" y="461704"/>
                </a:lnTo>
                <a:lnTo>
                  <a:pt x="596328" y="477488"/>
                </a:lnTo>
                <a:lnTo>
                  <a:pt x="583545" y="488652"/>
                </a:lnTo>
                <a:lnTo>
                  <a:pt x="566927" y="492887"/>
                </a:lnTo>
                <a:lnTo>
                  <a:pt x="728979" y="492887"/>
                </a:lnTo>
                <a:lnTo>
                  <a:pt x="728979" y="459994"/>
                </a:lnTo>
                <a:lnTo>
                  <a:pt x="874776" y="459994"/>
                </a:lnTo>
                <a:lnTo>
                  <a:pt x="874648" y="453822"/>
                </a:lnTo>
                <a:lnTo>
                  <a:pt x="873759" y="447675"/>
                </a:lnTo>
                <a:lnTo>
                  <a:pt x="871346" y="441527"/>
                </a:lnTo>
                <a:lnTo>
                  <a:pt x="866647" y="435356"/>
                </a:lnTo>
                <a:lnTo>
                  <a:pt x="866647" y="418973"/>
                </a:lnTo>
                <a:lnTo>
                  <a:pt x="854350" y="408158"/>
                </a:lnTo>
                <a:lnTo>
                  <a:pt x="841327" y="400462"/>
                </a:lnTo>
                <a:lnTo>
                  <a:pt x="826803" y="395862"/>
                </a:lnTo>
                <a:lnTo>
                  <a:pt x="810005" y="394335"/>
                </a:lnTo>
                <a:lnTo>
                  <a:pt x="728979" y="394335"/>
                </a:lnTo>
                <a:lnTo>
                  <a:pt x="728979" y="123190"/>
                </a:lnTo>
                <a:close/>
              </a:path>
              <a:path w="1158240" h="1158240">
                <a:moveTo>
                  <a:pt x="980058" y="0"/>
                </a:moveTo>
                <a:lnTo>
                  <a:pt x="969410" y="1545"/>
                </a:lnTo>
                <a:lnTo>
                  <a:pt x="961834" y="6175"/>
                </a:lnTo>
                <a:lnTo>
                  <a:pt x="957306" y="13876"/>
                </a:lnTo>
                <a:lnTo>
                  <a:pt x="955801" y="24638"/>
                </a:lnTo>
                <a:lnTo>
                  <a:pt x="955801" y="123190"/>
                </a:lnTo>
                <a:lnTo>
                  <a:pt x="1004315" y="123190"/>
                </a:lnTo>
                <a:lnTo>
                  <a:pt x="1004315" y="24638"/>
                </a:lnTo>
                <a:lnTo>
                  <a:pt x="1001668" y="13876"/>
                </a:lnTo>
                <a:lnTo>
                  <a:pt x="995235" y="6175"/>
                </a:lnTo>
                <a:lnTo>
                  <a:pt x="987278" y="1545"/>
                </a:lnTo>
                <a:lnTo>
                  <a:pt x="980058" y="0"/>
                </a:lnTo>
                <a:close/>
              </a:path>
              <a:path w="1158240" h="1158240">
                <a:moveTo>
                  <a:pt x="1093470" y="0"/>
                </a:moveTo>
                <a:lnTo>
                  <a:pt x="1082802" y="1545"/>
                </a:lnTo>
                <a:lnTo>
                  <a:pt x="1075182" y="6175"/>
                </a:lnTo>
                <a:lnTo>
                  <a:pt x="1070610" y="13876"/>
                </a:lnTo>
                <a:lnTo>
                  <a:pt x="1069086" y="24638"/>
                </a:lnTo>
                <a:lnTo>
                  <a:pt x="1069086" y="123190"/>
                </a:lnTo>
                <a:lnTo>
                  <a:pt x="1117727" y="123190"/>
                </a:lnTo>
                <a:lnTo>
                  <a:pt x="1117727" y="24638"/>
                </a:lnTo>
                <a:lnTo>
                  <a:pt x="1115079" y="13876"/>
                </a:lnTo>
                <a:lnTo>
                  <a:pt x="1108646" y="6175"/>
                </a:lnTo>
                <a:lnTo>
                  <a:pt x="1100689" y="1545"/>
                </a:lnTo>
                <a:lnTo>
                  <a:pt x="109347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2578354" y="6500876"/>
            <a:ext cx="1867535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>
                <a:latin typeface="Arial"/>
                <a:cs typeface="Arial"/>
              </a:rPr>
              <a:t>Source:</a:t>
            </a:r>
            <a:r>
              <a:rPr dirty="0" sz="750" spc="-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PwC</a:t>
            </a:r>
            <a:r>
              <a:rPr dirty="0" sz="750" spc="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Strategy&amp;</a:t>
            </a:r>
            <a:r>
              <a:rPr dirty="0" sz="750" spc="-2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consumer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research</a:t>
            </a:r>
            <a:endParaRPr sz="75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8609076" y="3067811"/>
            <a:ext cx="182880" cy="413384"/>
          </a:xfrm>
          <a:custGeom>
            <a:avLst/>
            <a:gdLst/>
            <a:ahLst/>
            <a:cxnLst/>
            <a:rect l="l" t="t" r="r" b="b"/>
            <a:pathLst>
              <a:path w="182879" h="413385">
                <a:moveTo>
                  <a:pt x="182879" y="0"/>
                </a:moveTo>
                <a:lnTo>
                  <a:pt x="0" y="0"/>
                </a:lnTo>
                <a:lnTo>
                  <a:pt x="0" y="198120"/>
                </a:lnTo>
                <a:lnTo>
                  <a:pt x="84962" y="198120"/>
                </a:lnTo>
                <a:lnTo>
                  <a:pt x="80898" y="241935"/>
                </a:lnTo>
                <a:lnTo>
                  <a:pt x="67055" y="278511"/>
                </a:lnTo>
                <a:lnTo>
                  <a:pt x="41020" y="307340"/>
                </a:lnTo>
                <a:lnTo>
                  <a:pt x="0" y="328041"/>
                </a:lnTo>
                <a:lnTo>
                  <a:pt x="0" y="412877"/>
                </a:lnTo>
                <a:lnTo>
                  <a:pt x="43941" y="402463"/>
                </a:lnTo>
                <a:lnTo>
                  <a:pt x="83692" y="383921"/>
                </a:lnTo>
                <a:lnTo>
                  <a:pt x="117982" y="358013"/>
                </a:lnTo>
                <a:lnTo>
                  <a:pt x="146176" y="325501"/>
                </a:lnTo>
                <a:lnTo>
                  <a:pt x="167004" y="287274"/>
                </a:lnTo>
                <a:lnTo>
                  <a:pt x="179577" y="244094"/>
                </a:lnTo>
                <a:lnTo>
                  <a:pt x="182752" y="198120"/>
                </a:lnTo>
                <a:lnTo>
                  <a:pt x="1828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8883268" y="3067811"/>
            <a:ext cx="182880" cy="413384"/>
          </a:xfrm>
          <a:custGeom>
            <a:avLst/>
            <a:gdLst/>
            <a:ahLst/>
            <a:cxnLst/>
            <a:rect l="l" t="t" r="r" b="b"/>
            <a:pathLst>
              <a:path w="182879" h="413385">
                <a:moveTo>
                  <a:pt x="182879" y="0"/>
                </a:moveTo>
                <a:lnTo>
                  <a:pt x="0" y="0"/>
                </a:lnTo>
                <a:lnTo>
                  <a:pt x="0" y="198120"/>
                </a:lnTo>
                <a:lnTo>
                  <a:pt x="84962" y="198120"/>
                </a:lnTo>
                <a:lnTo>
                  <a:pt x="81025" y="241935"/>
                </a:lnTo>
                <a:lnTo>
                  <a:pt x="67182" y="278511"/>
                </a:lnTo>
                <a:lnTo>
                  <a:pt x="41020" y="307340"/>
                </a:lnTo>
                <a:lnTo>
                  <a:pt x="0" y="328041"/>
                </a:lnTo>
                <a:lnTo>
                  <a:pt x="0" y="412877"/>
                </a:lnTo>
                <a:lnTo>
                  <a:pt x="44068" y="402463"/>
                </a:lnTo>
                <a:lnTo>
                  <a:pt x="83692" y="383921"/>
                </a:lnTo>
                <a:lnTo>
                  <a:pt x="118109" y="358013"/>
                </a:lnTo>
                <a:lnTo>
                  <a:pt x="146176" y="325501"/>
                </a:lnTo>
                <a:lnTo>
                  <a:pt x="167004" y="287274"/>
                </a:lnTo>
                <a:lnTo>
                  <a:pt x="179577" y="244094"/>
                </a:lnTo>
                <a:lnTo>
                  <a:pt x="182752" y="198120"/>
                </a:lnTo>
                <a:lnTo>
                  <a:pt x="1828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8572500" y="1734311"/>
            <a:ext cx="3619500" cy="124523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12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212090" marR="533400">
              <a:lnSpc>
                <a:spcPct val="100000"/>
              </a:lnSpc>
              <a:spcBef>
                <a:spcPts val="5"/>
              </a:spcBef>
            </a:pPr>
            <a:r>
              <a:rPr dirty="0" sz="1400" b="1" i="1">
                <a:solidFill>
                  <a:srgbClr val="A21F1F"/>
                </a:solidFill>
                <a:latin typeface="Arial"/>
                <a:cs typeface="Arial"/>
              </a:rPr>
              <a:t>Question:</a:t>
            </a:r>
            <a:r>
              <a:rPr dirty="0" sz="1400" spc="-65" b="1" i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“Assuming</a:t>
            </a:r>
            <a:r>
              <a:rPr dirty="0" sz="1400" spc="-6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you</a:t>
            </a:r>
            <a:r>
              <a:rPr dirty="0" sz="1400" spc="-3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wanted</a:t>
            </a:r>
            <a:r>
              <a:rPr dirty="0" sz="1400" spc="-50" i="1">
                <a:latin typeface="Arial"/>
                <a:cs typeface="Arial"/>
              </a:rPr>
              <a:t> </a:t>
            </a:r>
            <a:r>
              <a:rPr dirty="0" sz="1400" spc="-25" i="1">
                <a:latin typeface="Arial"/>
                <a:cs typeface="Arial"/>
              </a:rPr>
              <a:t>to</a:t>
            </a:r>
            <a:r>
              <a:rPr dirty="0" sz="1400" spc="-25" i="1">
                <a:latin typeface="Arial"/>
                <a:cs typeface="Arial"/>
              </a:rPr>
              <a:t> </a:t>
            </a:r>
            <a:r>
              <a:rPr dirty="0" sz="1400" spc="-10" i="1">
                <a:latin typeface="Arial"/>
                <a:cs typeface="Arial"/>
              </a:rPr>
              <a:t>buy/lease/subscribe</a:t>
            </a:r>
            <a:r>
              <a:rPr dirty="0" sz="1400" spc="-2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to</a:t>
            </a:r>
            <a:r>
              <a:rPr dirty="0" sz="1400" spc="3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a</a:t>
            </a:r>
            <a:r>
              <a:rPr dirty="0" sz="1400" spc="25" i="1">
                <a:latin typeface="Arial"/>
                <a:cs typeface="Arial"/>
              </a:rPr>
              <a:t> </a:t>
            </a:r>
            <a:r>
              <a:rPr dirty="0" sz="1400" spc="-10" i="1">
                <a:latin typeface="Arial"/>
                <a:cs typeface="Arial"/>
              </a:rPr>
              <a:t>passenger car,</a:t>
            </a:r>
            <a:r>
              <a:rPr dirty="0" sz="1400" spc="-4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how</a:t>
            </a:r>
            <a:r>
              <a:rPr dirty="0" sz="1400" spc="-3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likely</a:t>
            </a:r>
            <a:r>
              <a:rPr dirty="0" sz="1400" spc="-2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are</a:t>
            </a:r>
            <a:r>
              <a:rPr dirty="0" sz="1400" spc="-3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you</a:t>
            </a:r>
            <a:r>
              <a:rPr dirty="0" sz="1400" spc="-3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to</a:t>
            </a:r>
            <a:r>
              <a:rPr dirty="0" sz="1400" spc="-25" i="1">
                <a:latin typeface="Arial"/>
                <a:cs typeface="Arial"/>
              </a:rPr>
              <a:t> </a:t>
            </a:r>
            <a:r>
              <a:rPr dirty="0" sz="1400" spc="-10" i="1">
                <a:latin typeface="Arial"/>
                <a:cs typeface="Arial"/>
              </a:rPr>
              <a:t>consider </a:t>
            </a:r>
            <a:r>
              <a:rPr dirty="0" sz="1400" i="1">
                <a:latin typeface="Arial"/>
                <a:cs typeface="Arial"/>
              </a:rPr>
              <a:t>the</a:t>
            </a:r>
            <a:r>
              <a:rPr dirty="0" sz="1400" spc="-3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following</a:t>
            </a:r>
            <a:r>
              <a:rPr dirty="0" sz="1400" spc="-4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types</a:t>
            </a:r>
            <a:r>
              <a:rPr dirty="0" sz="1400" spc="-4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of</a:t>
            </a:r>
            <a:r>
              <a:rPr dirty="0" sz="1400" spc="-25" i="1">
                <a:latin typeface="Arial"/>
                <a:cs typeface="Arial"/>
              </a:rPr>
              <a:t> </a:t>
            </a:r>
            <a:r>
              <a:rPr dirty="0" sz="1400" spc="-10" i="1">
                <a:latin typeface="Arial"/>
                <a:cs typeface="Arial"/>
              </a:rPr>
              <a:t>engines?”</a:t>
            </a:r>
            <a:endParaRPr sz="14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30174" y="80518"/>
            <a:ext cx="16268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"/>
                <a:cs typeface="Arial"/>
              </a:rPr>
              <a:t>Consumer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–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Electric</a:t>
            </a:r>
            <a:endParaRPr sz="1400">
              <a:latin typeface="Arial"/>
              <a:cs typeface="Arial"/>
            </a:endParaRPr>
          </a:p>
        </p:txBody>
      </p:sp>
      <p:sp>
        <p:nvSpPr>
          <p:cNvPr id="47" name="object 47" descr="$PPTXTitle"/>
          <p:cNvSpPr txBox="1">
            <a:spLocks noGrp="1"/>
          </p:cNvSpPr>
          <p:nvPr>
            <p:ph type="title"/>
          </p:nvPr>
        </p:nvSpPr>
        <p:spPr>
          <a:xfrm>
            <a:off x="430174" y="296926"/>
            <a:ext cx="10173335" cy="1260475"/>
          </a:xfrm>
          <a:prstGeom prst="rect"/>
        </p:spPr>
        <p:txBody>
          <a:bodyPr wrap="square" lIns="0" tIns="88265" rIns="0" bIns="0" rtlCol="0" vert="horz">
            <a:spAutoFit/>
          </a:bodyPr>
          <a:lstStyle/>
          <a:p>
            <a:pPr marL="12700" marR="5080">
              <a:lnSpc>
                <a:spcPts val="3260"/>
              </a:lnSpc>
              <a:spcBef>
                <a:spcPts val="695"/>
              </a:spcBef>
            </a:pPr>
            <a:r>
              <a:rPr dirty="0">
                <a:solidFill>
                  <a:srgbClr val="000000"/>
                </a:solidFill>
              </a:rPr>
              <a:t>Looking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at powertrain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preferences, German and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 spc="-25">
                <a:solidFill>
                  <a:srgbClr val="000000"/>
                </a:solidFill>
              </a:rPr>
              <a:t>US </a:t>
            </a:r>
            <a:r>
              <a:rPr dirty="0">
                <a:solidFill>
                  <a:srgbClr val="000000"/>
                </a:solidFill>
              </a:rPr>
              <a:t>consumers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stick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with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gasoline,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while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Chinese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prefer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 spc="-25">
                <a:solidFill>
                  <a:srgbClr val="000000"/>
                </a:solidFill>
              </a:rPr>
              <a:t>BEV</a:t>
            </a: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Share</a:t>
            </a:r>
            <a:r>
              <a:rPr dirty="0" sz="1800" spc="-3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of</a:t>
            </a:r>
            <a:r>
              <a:rPr dirty="0" sz="1800" spc="-2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participants</a:t>
            </a:r>
            <a:r>
              <a:rPr dirty="0" sz="1800" spc="-4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rating</a:t>
            </a:r>
            <a:r>
              <a:rPr dirty="0" sz="1800" spc="-2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engine</a:t>
            </a:r>
            <a:r>
              <a:rPr dirty="0" sz="1800" spc="-3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types</a:t>
            </a:r>
            <a:r>
              <a:rPr dirty="0" sz="1800" spc="-2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as</a:t>
            </a:r>
            <a:r>
              <a:rPr dirty="0" sz="1800" spc="-3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likely</a:t>
            </a:r>
            <a:r>
              <a:rPr dirty="0" sz="1800" spc="-2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for</a:t>
            </a:r>
            <a:r>
              <a:rPr dirty="0" sz="1800" spc="-3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next</a:t>
            </a:r>
            <a:r>
              <a:rPr dirty="0" sz="1800" spc="-2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purchase</a:t>
            </a:r>
            <a:r>
              <a:rPr dirty="0" sz="1800" spc="-4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spc="-25" b="1">
                <a:solidFill>
                  <a:srgbClr val="A21F1F"/>
                </a:solidFill>
                <a:latin typeface="Arial"/>
                <a:cs typeface="Arial"/>
              </a:rPr>
              <a:t>(%)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3652837" y="2372677"/>
            <a:ext cx="1087120" cy="3491865"/>
            <a:chOff x="3652837" y="2372677"/>
            <a:chExt cx="1087120" cy="3491865"/>
          </a:xfrm>
        </p:grpSpPr>
        <p:sp>
          <p:nvSpPr>
            <p:cNvPr id="49" name="object 49"/>
            <p:cNvSpPr/>
            <p:nvPr/>
          </p:nvSpPr>
          <p:spPr>
            <a:xfrm>
              <a:off x="3657600" y="2570987"/>
              <a:ext cx="1056640" cy="1419225"/>
            </a:xfrm>
            <a:custGeom>
              <a:avLst/>
              <a:gdLst/>
              <a:ahLst/>
              <a:cxnLst/>
              <a:rect l="l" t="t" r="r" b="b"/>
              <a:pathLst>
                <a:path w="1056639" h="1419225">
                  <a:moveTo>
                    <a:pt x="682752" y="1161288"/>
                  </a:moveTo>
                  <a:lnTo>
                    <a:pt x="0" y="1161288"/>
                  </a:lnTo>
                  <a:lnTo>
                    <a:pt x="0" y="1418844"/>
                  </a:lnTo>
                  <a:lnTo>
                    <a:pt x="682752" y="1418844"/>
                  </a:lnTo>
                  <a:lnTo>
                    <a:pt x="682752" y="1161288"/>
                  </a:lnTo>
                  <a:close/>
                </a:path>
                <a:path w="1056639" h="1419225">
                  <a:moveTo>
                    <a:pt x="1056132" y="0"/>
                  </a:moveTo>
                  <a:lnTo>
                    <a:pt x="0" y="0"/>
                  </a:lnTo>
                  <a:lnTo>
                    <a:pt x="0" y="259080"/>
                  </a:lnTo>
                  <a:lnTo>
                    <a:pt x="1056132" y="259080"/>
                  </a:lnTo>
                  <a:lnTo>
                    <a:pt x="1056132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3657600" y="2570987"/>
              <a:ext cx="1056640" cy="259079"/>
            </a:xfrm>
            <a:custGeom>
              <a:avLst/>
              <a:gdLst/>
              <a:ahLst/>
              <a:cxnLst/>
              <a:rect l="l" t="t" r="r" b="b"/>
              <a:pathLst>
                <a:path w="1056639" h="259080">
                  <a:moveTo>
                    <a:pt x="1056132" y="0"/>
                  </a:moveTo>
                  <a:lnTo>
                    <a:pt x="0" y="0"/>
                  </a:lnTo>
                  <a:lnTo>
                    <a:pt x="0" y="259079"/>
                  </a:lnTo>
                  <a:lnTo>
                    <a:pt x="1056132" y="259079"/>
                  </a:lnTo>
                  <a:lnTo>
                    <a:pt x="1056132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3657600" y="2830067"/>
              <a:ext cx="1077595" cy="1417320"/>
            </a:xfrm>
            <a:custGeom>
              <a:avLst/>
              <a:gdLst/>
              <a:ahLst/>
              <a:cxnLst/>
              <a:rect l="l" t="t" r="r" b="b"/>
              <a:pathLst>
                <a:path w="1077595" h="1417320">
                  <a:moveTo>
                    <a:pt x="620268" y="1159764"/>
                  </a:moveTo>
                  <a:lnTo>
                    <a:pt x="0" y="1159764"/>
                  </a:lnTo>
                  <a:lnTo>
                    <a:pt x="0" y="1417320"/>
                  </a:lnTo>
                  <a:lnTo>
                    <a:pt x="620268" y="1417320"/>
                  </a:lnTo>
                  <a:lnTo>
                    <a:pt x="620268" y="1159764"/>
                  </a:lnTo>
                  <a:close/>
                </a:path>
                <a:path w="1077595" h="1417320">
                  <a:moveTo>
                    <a:pt x="1077468" y="0"/>
                  </a:moveTo>
                  <a:lnTo>
                    <a:pt x="0" y="0"/>
                  </a:lnTo>
                  <a:lnTo>
                    <a:pt x="0" y="257556"/>
                  </a:lnTo>
                  <a:lnTo>
                    <a:pt x="1077468" y="257556"/>
                  </a:lnTo>
                  <a:lnTo>
                    <a:pt x="1077468" y="0"/>
                  </a:lnTo>
                  <a:close/>
                </a:path>
              </a:pathLst>
            </a:custGeom>
            <a:solidFill>
              <a:srgbClr val="F5C9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3657600" y="2830067"/>
              <a:ext cx="1077595" cy="1417320"/>
            </a:xfrm>
            <a:custGeom>
              <a:avLst/>
              <a:gdLst/>
              <a:ahLst/>
              <a:cxnLst/>
              <a:rect l="l" t="t" r="r" b="b"/>
              <a:pathLst>
                <a:path w="1077595" h="1417320">
                  <a:moveTo>
                    <a:pt x="1077467" y="0"/>
                  </a:moveTo>
                  <a:lnTo>
                    <a:pt x="0" y="0"/>
                  </a:lnTo>
                  <a:lnTo>
                    <a:pt x="0" y="257556"/>
                  </a:lnTo>
                  <a:lnTo>
                    <a:pt x="1077467" y="257556"/>
                  </a:lnTo>
                  <a:lnTo>
                    <a:pt x="1077467" y="0"/>
                  </a:lnTo>
                  <a:close/>
                </a:path>
                <a:path w="1077595" h="1417320">
                  <a:moveTo>
                    <a:pt x="620267" y="1159764"/>
                  </a:moveTo>
                  <a:lnTo>
                    <a:pt x="0" y="1159764"/>
                  </a:lnTo>
                  <a:lnTo>
                    <a:pt x="0" y="1417320"/>
                  </a:lnTo>
                  <a:lnTo>
                    <a:pt x="620267" y="1417320"/>
                  </a:lnTo>
                  <a:lnTo>
                    <a:pt x="620267" y="1159764"/>
                  </a:lnTo>
                  <a:close/>
                </a:path>
              </a:pathLst>
            </a:custGeom>
            <a:ln w="9525">
              <a:solidFill>
                <a:srgbClr val="F5C9C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3657600" y="3087623"/>
              <a:ext cx="955675" cy="2578735"/>
            </a:xfrm>
            <a:custGeom>
              <a:avLst/>
              <a:gdLst/>
              <a:ahLst/>
              <a:cxnLst/>
              <a:rect l="l" t="t" r="r" b="b"/>
              <a:pathLst>
                <a:path w="955675" h="2578735">
                  <a:moveTo>
                    <a:pt x="496824" y="1159764"/>
                  </a:moveTo>
                  <a:lnTo>
                    <a:pt x="0" y="1159764"/>
                  </a:lnTo>
                  <a:lnTo>
                    <a:pt x="0" y="1417320"/>
                  </a:lnTo>
                  <a:lnTo>
                    <a:pt x="496824" y="1417320"/>
                  </a:lnTo>
                  <a:lnTo>
                    <a:pt x="496824" y="1159764"/>
                  </a:lnTo>
                  <a:close/>
                </a:path>
                <a:path w="955675" h="2578735">
                  <a:moveTo>
                    <a:pt x="505968" y="2321052"/>
                  </a:moveTo>
                  <a:lnTo>
                    <a:pt x="0" y="2321052"/>
                  </a:lnTo>
                  <a:lnTo>
                    <a:pt x="0" y="2578608"/>
                  </a:lnTo>
                  <a:lnTo>
                    <a:pt x="505968" y="2578608"/>
                  </a:lnTo>
                  <a:lnTo>
                    <a:pt x="505968" y="2321052"/>
                  </a:lnTo>
                  <a:close/>
                </a:path>
                <a:path w="955675" h="2578735">
                  <a:moveTo>
                    <a:pt x="955548" y="0"/>
                  </a:moveTo>
                  <a:lnTo>
                    <a:pt x="0" y="0"/>
                  </a:lnTo>
                  <a:lnTo>
                    <a:pt x="0" y="257556"/>
                  </a:lnTo>
                  <a:lnTo>
                    <a:pt x="955548" y="257556"/>
                  </a:lnTo>
                  <a:lnTo>
                    <a:pt x="955548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3657600" y="3087623"/>
              <a:ext cx="955675" cy="2578735"/>
            </a:xfrm>
            <a:custGeom>
              <a:avLst/>
              <a:gdLst/>
              <a:ahLst/>
              <a:cxnLst/>
              <a:rect l="l" t="t" r="r" b="b"/>
              <a:pathLst>
                <a:path w="955675" h="2578735">
                  <a:moveTo>
                    <a:pt x="955548" y="0"/>
                  </a:moveTo>
                  <a:lnTo>
                    <a:pt x="0" y="0"/>
                  </a:lnTo>
                  <a:lnTo>
                    <a:pt x="0" y="257556"/>
                  </a:lnTo>
                  <a:lnTo>
                    <a:pt x="955548" y="257556"/>
                  </a:lnTo>
                  <a:lnTo>
                    <a:pt x="955548" y="0"/>
                  </a:lnTo>
                  <a:close/>
                </a:path>
                <a:path w="955675" h="2578735">
                  <a:moveTo>
                    <a:pt x="496824" y="1159764"/>
                  </a:moveTo>
                  <a:lnTo>
                    <a:pt x="0" y="1159764"/>
                  </a:lnTo>
                  <a:lnTo>
                    <a:pt x="0" y="1417320"/>
                  </a:lnTo>
                  <a:lnTo>
                    <a:pt x="496824" y="1417320"/>
                  </a:lnTo>
                  <a:lnTo>
                    <a:pt x="496824" y="1159764"/>
                  </a:lnTo>
                  <a:close/>
                </a:path>
                <a:path w="955675" h="2578735">
                  <a:moveTo>
                    <a:pt x="505968" y="2321052"/>
                  </a:moveTo>
                  <a:lnTo>
                    <a:pt x="0" y="2321052"/>
                  </a:lnTo>
                  <a:lnTo>
                    <a:pt x="0" y="2578608"/>
                  </a:lnTo>
                  <a:lnTo>
                    <a:pt x="505968" y="2578608"/>
                  </a:lnTo>
                  <a:lnTo>
                    <a:pt x="505968" y="2321052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3657600" y="2377439"/>
              <a:ext cx="0" cy="3482340"/>
            </a:xfrm>
            <a:custGeom>
              <a:avLst/>
              <a:gdLst/>
              <a:ahLst/>
              <a:cxnLst/>
              <a:rect l="l" t="t" r="r" b="b"/>
              <a:pathLst>
                <a:path w="0" h="3482340">
                  <a:moveTo>
                    <a:pt x="0" y="0"/>
                  </a:moveTo>
                  <a:lnTo>
                    <a:pt x="0" y="348234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/>
          <p:cNvSpPr txBox="1"/>
          <p:nvPr/>
        </p:nvSpPr>
        <p:spPr>
          <a:xfrm>
            <a:off x="4751959" y="2515742"/>
            <a:ext cx="354965" cy="54292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200" spc="-25" b="1">
                <a:latin typeface="Arial"/>
                <a:cs typeface="Arial"/>
              </a:rPr>
              <a:t>87%</a:t>
            </a:r>
            <a:endParaRPr sz="1200">
              <a:latin typeface="Arial"/>
              <a:cs typeface="Arial"/>
            </a:endParaRPr>
          </a:p>
          <a:p>
            <a:pPr marL="34925">
              <a:lnSpc>
                <a:spcPct val="100000"/>
              </a:lnSpc>
              <a:spcBef>
                <a:spcPts val="595"/>
              </a:spcBef>
            </a:pPr>
            <a:r>
              <a:rPr dirty="0" sz="1200" spc="-25" b="1">
                <a:latin typeface="Arial"/>
                <a:cs typeface="Arial"/>
              </a:rPr>
              <a:t>89%</a:t>
            </a:r>
            <a:endParaRPr sz="12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652009" y="3107563"/>
            <a:ext cx="3327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79%</a:t>
            </a:r>
            <a:endParaRPr sz="12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378833" y="3752215"/>
            <a:ext cx="3327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57%</a:t>
            </a:r>
            <a:endParaRPr sz="12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316984" y="4010914"/>
            <a:ext cx="3327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51%</a:t>
            </a:r>
            <a:endParaRPr sz="12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192904" y="4268216"/>
            <a:ext cx="3333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41%</a:t>
            </a:r>
            <a:endParaRPr sz="12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202684" y="5428894"/>
            <a:ext cx="3327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42%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1519237" y="2372677"/>
            <a:ext cx="1002030" cy="3491865"/>
            <a:chOff x="1519237" y="2372677"/>
            <a:chExt cx="1002030" cy="3491865"/>
          </a:xfrm>
        </p:grpSpPr>
        <p:sp>
          <p:nvSpPr>
            <p:cNvPr id="63" name="object 63"/>
            <p:cNvSpPr/>
            <p:nvPr/>
          </p:nvSpPr>
          <p:spPr>
            <a:xfrm>
              <a:off x="1524000" y="2570987"/>
              <a:ext cx="992505" cy="1419225"/>
            </a:xfrm>
            <a:custGeom>
              <a:avLst/>
              <a:gdLst/>
              <a:ahLst/>
              <a:cxnLst/>
              <a:rect l="l" t="t" r="r" b="b"/>
              <a:pathLst>
                <a:path w="992505" h="1419225">
                  <a:moveTo>
                    <a:pt x="542544" y="1161288"/>
                  </a:moveTo>
                  <a:lnTo>
                    <a:pt x="0" y="1161288"/>
                  </a:lnTo>
                  <a:lnTo>
                    <a:pt x="0" y="1418844"/>
                  </a:lnTo>
                  <a:lnTo>
                    <a:pt x="542544" y="1418844"/>
                  </a:lnTo>
                  <a:lnTo>
                    <a:pt x="542544" y="1161288"/>
                  </a:lnTo>
                  <a:close/>
                </a:path>
                <a:path w="992505" h="1419225">
                  <a:moveTo>
                    <a:pt x="992124" y="0"/>
                  </a:moveTo>
                  <a:lnTo>
                    <a:pt x="0" y="0"/>
                  </a:lnTo>
                  <a:lnTo>
                    <a:pt x="0" y="259080"/>
                  </a:lnTo>
                  <a:lnTo>
                    <a:pt x="992124" y="259080"/>
                  </a:lnTo>
                  <a:lnTo>
                    <a:pt x="992124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1524000" y="2570987"/>
              <a:ext cx="992505" cy="259079"/>
            </a:xfrm>
            <a:custGeom>
              <a:avLst/>
              <a:gdLst/>
              <a:ahLst/>
              <a:cxnLst/>
              <a:rect l="l" t="t" r="r" b="b"/>
              <a:pathLst>
                <a:path w="992505" h="259080">
                  <a:moveTo>
                    <a:pt x="992124" y="0"/>
                  </a:moveTo>
                  <a:lnTo>
                    <a:pt x="0" y="0"/>
                  </a:lnTo>
                  <a:lnTo>
                    <a:pt x="0" y="259079"/>
                  </a:lnTo>
                  <a:lnTo>
                    <a:pt x="992124" y="259079"/>
                  </a:lnTo>
                  <a:lnTo>
                    <a:pt x="992124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1524000" y="2830067"/>
              <a:ext cx="899160" cy="1417320"/>
            </a:xfrm>
            <a:custGeom>
              <a:avLst/>
              <a:gdLst/>
              <a:ahLst/>
              <a:cxnLst/>
              <a:rect l="l" t="t" r="r" b="b"/>
              <a:pathLst>
                <a:path w="899160" h="1417320">
                  <a:moveTo>
                    <a:pt x="544068" y="1159764"/>
                  </a:moveTo>
                  <a:lnTo>
                    <a:pt x="0" y="1159764"/>
                  </a:lnTo>
                  <a:lnTo>
                    <a:pt x="0" y="1417320"/>
                  </a:lnTo>
                  <a:lnTo>
                    <a:pt x="544068" y="1417320"/>
                  </a:lnTo>
                  <a:lnTo>
                    <a:pt x="544068" y="1159764"/>
                  </a:lnTo>
                  <a:close/>
                </a:path>
                <a:path w="899160" h="1417320">
                  <a:moveTo>
                    <a:pt x="899160" y="0"/>
                  </a:moveTo>
                  <a:lnTo>
                    <a:pt x="0" y="0"/>
                  </a:lnTo>
                  <a:lnTo>
                    <a:pt x="0" y="257556"/>
                  </a:lnTo>
                  <a:lnTo>
                    <a:pt x="899160" y="257556"/>
                  </a:lnTo>
                  <a:lnTo>
                    <a:pt x="899160" y="0"/>
                  </a:lnTo>
                  <a:close/>
                </a:path>
              </a:pathLst>
            </a:custGeom>
            <a:solidFill>
              <a:srgbClr val="F5C9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1524000" y="2830067"/>
              <a:ext cx="899160" cy="2578735"/>
            </a:xfrm>
            <a:custGeom>
              <a:avLst/>
              <a:gdLst/>
              <a:ahLst/>
              <a:cxnLst/>
              <a:rect l="l" t="t" r="r" b="b"/>
              <a:pathLst>
                <a:path w="899160" h="2578735">
                  <a:moveTo>
                    <a:pt x="899160" y="0"/>
                  </a:moveTo>
                  <a:lnTo>
                    <a:pt x="0" y="0"/>
                  </a:lnTo>
                  <a:lnTo>
                    <a:pt x="0" y="257556"/>
                  </a:lnTo>
                  <a:lnTo>
                    <a:pt x="899160" y="257556"/>
                  </a:lnTo>
                  <a:lnTo>
                    <a:pt x="899160" y="0"/>
                  </a:lnTo>
                  <a:close/>
                </a:path>
                <a:path w="899160" h="2578735">
                  <a:moveTo>
                    <a:pt x="544068" y="1159764"/>
                  </a:moveTo>
                  <a:lnTo>
                    <a:pt x="0" y="1159764"/>
                  </a:lnTo>
                  <a:lnTo>
                    <a:pt x="0" y="1417320"/>
                  </a:lnTo>
                  <a:lnTo>
                    <a:pt x="544068" y="1417320"/>
                  </a:lnTo>
                  <a:lnTo>
                    <a:pt x="544068" y="1159764"/>
                  </a:lnTo>
                  <a:close/>
                </a:path>
                <a:path w="899160" h="2578735">
                  <a:moveTo>
                    <a:pt x="432816" y="2319528"/>
                  </a:moveTo>
                  <a:lnTo>
                    <a:pt x="0" y="2319528"/>
                  </a:lnTo>
                  <a:lnTo>
                    <a:pt x="0" y="2578608"/>
                  </a:lnTo>
                  <a:lnTo>
                    <a:pt x="432816" y="2578608"/>
                  </a:lnTo>
                  <a:lnTo>
                    <a:pt x="432816" y="2319528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1524000" y="3087623"/>
              <a:ext cx="847725" cy="2578735"/>
            </a:xfrm>
            <a:custGeom>
              <a:avLst/>
              <a:gdLst/>
              <a:ahLst/>
              <a:cxnLst/>
              <a:rect l="l" t="t" r="r" b="b"/>
              <a:pathLst>
                <a:path w="847725" h="2578735">
                  <a:moveTo>
                    <a:pt x="431292" y="2321052"/>
                  </a:moveTo>
                  <a:lnTo>
                    <a:pt x="0" y="2321052"/>
                  </a:lnTo>
                  <a:lnTo>
                    <a:pt x="0" y="2578608"/>
                  </a:lnTo>
                  <a:lnTo>
                    <a:pt x="431292" y="2578608"/>
                  </a:lnTo>
                  <a:lnTo>
                    <a:pt x="431292" y="2321052"/>
                  </a:lnTo>
                  <a:close/>
                </a:path>
                <a:path w="847725" h="2578735">
                  <a:moveTo>
                    <a:pt x="480060" y="1159764"/>
                  </a:moveTo>
                  <a:lnTo>
                    <a:pt x="0" y="1159764"/>
                  </a:lnTo>
                  <a:lnTo>
                    <a:pt x="0" y="1417320"/>
                  </a:lnTo>
                  <a:lnTo>
                    <a:pt x="480060" y="1417320"/>
                  </a:lnTo>
                  <a:lnTo>
                    <a:pt x="480060" y="1159764"/>
                  </a:lnTo>
                  <a:close/>
                </a:path>
                <a:path w="847725" h="2578735">
                  <a:moveTo>
                    <a:pt x="847344" y="0"/>
                  </a:moveTo>
                  <a:lnTo>
                    <a:pt x="0" y="0"/>
                  </a:lnTo>
                  <a:lnTo>
                    <a:pt x="0" y="257556"/>
                  </a:lnTo>
                  <a:lnTo>
                    <a:pt x="847344" y="257556"/>
                  </a:lnTo>
                  <a:lnTo>
                    <a:pt x="847344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1524000" y="3087623"/>
              <a:ext cx="847725" cy="2578735"/>
            </a:xfrm>
            <a:custGeom>
              <a:avLst/>
              <a:gdLst/>
              <a:ahLst/>
              <a:cxnLst/>
              <a:rect l="l" t="t" r="r" b="b"/>
              <a:pathLst>
                <a:path w="847725" h="2578735">
                  <a:moveTo>
                    <a:pt x="847344" y="0"/>
                  </a:moveTo>
                  <a:lnTo>
                    <a:pt x="0" y="0"/>
                  </a:lnTo>
                  <a:lnTo>
                    <a:pt x="0" y="257556"/>
                  </a:lnTo>
                  <a:lnTo>
                    <a:pt x="847344" y="257556"/>
                  </a:lnTo>
                  <a:lnTo>
                    <a:pt x="847344" y="0"/>
                  </a:lnTo>
                  <a:close/>
                </a:path>
                <a:path w="847725" h="2578735">
                  <a:moveTo>
                    <a:pt x="480059" y="1159764"/>
                  </a:moveTo>
                  <a:lnTo>
                    <a:pt x="0" y="1159764"/>
                  </a:lnTo>
                  <a:lnTo>
                    <a:pt x="0" y="1417320"/>
                  </a:lnTo>
                  <a:lnTo>
                    <a:pt x="480059" y="1417320"/>
                  </a:lnTo>
                  <a:lnTo>
                    <a:pt x="480059" y="1159764"/>
                  </a:lnTo>
                  <a:close/>
                </a:path>
                <a:path w="847725" h="2578735">
                  <a:moveTo>
                    <a:pt x="431292" y="2321052"/>
                  </a:moveTo>
                  <a:lnTo>
                    <a:pt x="0" y="2321052"/>
                  </a:lnTo>
                  <a:lnTo>
                    <a:pt x="0" y="2578608"/>
                  </a:lnTo>
                  <a:lnTo>
                    <a:pt x="431292" y="2578608"/>
                  </a:lnTo>
                  <a:lnTo>
                    <a:pt x="431292" y="2321052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1524000" y="2377439"/>
              <a:ext cx="0" cy="3482340"/>
            </a:xfrm>
            <a:custGeom>
              <a:avLst/>
              <a:gdLst/>
              <a:ahLst/>
              <a:cxnLst/>
              <a:rect l="l" t="t" r="r" b="b"/>
              <a:pathLst>
                <a:path w="0" h="3482340">
                  <a:moveTo>
                    <a:pt x="0" y="0"/>
                  </a:moveTo>
                  <a:lnTo>
                    <a:pt x="0" y="348234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0" name="object 70"/>
          <p:cNvSpPr txBox="1"/>
          <p:nvPr/>
        </p:nvSpPr>
        <p:spPr>
          <a:xfrm>
            <a:off x="806602" y="2850260"/>
            <a:ext cx="6292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Arial"/>
                <a:cs typeface="Arial"/>
              </a:rPr>
              <a:t>Gasoline</a:t>
            </a:r>
            <a:endParaRPr sz="120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2408682" y="3107563"/>
            <a:ext cx="3327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69%</a:t>
            </a:r>
            <a:endParaRPr sz="12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2554604" y="2591561"/>
            <a:ext cx="3327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80%</a:t>
            </a:r>
            <a:endParaRPr sz="120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994054" y="4010914"/>
            <a:ext cx="4413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latin typeface="Arial"/>
                <a:cs typeface="Arial"/>
              </a:rPr>
              <a:t>PHEV</a:t>
            </a:r>
            <a:endParaRPr sz="120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2461005" y="2850260"/>
            <a:ext cx="3327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73%</a:t>
            </a:r>
            <a:endParaRPr sz="120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2103882" y="3676395"/>
            <a:ext cx="334010" cy="54292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200" spc="-25" b="1">
                <a:latin typeface="Arial"/>
                <a:cs typeface="Arial"/>
              </a:rPr>
              <a:t>44%</a:t>
            </a:r>
            <a:endParaRPr sz="120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600"/>
              </a:spcBef>
            </a:pPr>
            <a:r>
              <a:rPr dirty="0" sz="1200" spc="-25" b="1">
                <a:latin typeface="Arial"/>
                <a:cs typeface="Arial"/>
              </a:rPr>
              <a:t>44%</a:t>
            </a:r>
            <a:endParaRPr sz="120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2041651" y="4268216"/>
            <a:ext cx="3327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39%</a:t>
            </a:r>
            <a:endParaRPr sz="1200">
              <a:latin typeface="Arial"/>
              <a:cs typeface="Arial"/>
            </a:endParaRPr>
          </a:p>
        </p:txBody>
      </p:sp>
      <p:graphicFrame>
        <p:nvGraphicFramePr>
          <p:cNvPr id="77" name="object 77"/>
          <p:cNvGraphicFramePr>
            <a:graphicFrameLocks noGrp="1"/>
          </p:cNvGraphicFramePr>
          <p:nvPr/>
        </p:nvGraphicFramePr>
        <p:xfrm>
          <a:off x="1084427" y="4892040"/>
          <a:ext cx="6113145" cy="516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9420"/>
                <a:gridCol w="455295"/>
                <a:gridCol w="1675130"/>
                <a:gridCol w="629919"/>
                <a:gridCol w="993775"/>
                <a:gridCol w="315595"/>
                <a:gridCol w="1122045"/>
                <a:gridCol w="402589"/>
              </a:tblGrid>
              <a:tr h="2571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A21F1F"/>
                    </a:solidFill>
                  </a:tcPr>
                </a:tc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200" spc="-25" b="1">
                          <a:latin typeface="Arial"/>
                          <a:cs typeface="Arial"/>
                        </a:rPr>
                        <a:t>35%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30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3175">
                      <a:solidFill>
                        <a:srgbClr val="F5C9C9"/>
                      </a:solidFill>
                      <a:prstDash val="solid"/>
                    </a:lnB>
                    <a:solidFill>
                      <a:srgbClr val="A21F1F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200" spc="-25" b="1">
                          <a:latin typeface="Arial"/>
                          <a:cs typeface="Arial"/>
                        </a:rPr>
                        <a:t>53%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30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8DD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A21F1F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079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200" spc="-25" b="1">
                          <a:latin typeface="Arial"/>
                          <a:cs typeface="Arial"/>
                        </a:rPr>
                        <a:t>93%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3020">
                    <a:lnL w="9525">
                      <a:solidFill>
                        <a:srgbClr val="FFFFFF"/>
                      </a:solidFill>
                      <a:prstDash val="solid"/>
                    </a:lnL>
                    <a:solidFill>
                      <a:srgbClr val="F8DDE0"/>
                    </a:solidFill>
                  </a:tcPr>
                </a:tc>
              </a:tr>
              <a:tr h="25907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200" spc="-25">
                          <a:latin typeface="Arial"/>
                          <a:cs typeface="Arial"/>
                        </a:rPr>
                        <a:t>BEV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49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5C9C9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200" spc="-25" b="1">
                          <a:latin typeface="Arial"/>
                          <a:cs typeface="Arial"/>
                        </a:rPr>
                        <a:t>35%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49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175">
                      <a:solidFill>
                        <a:srgbClr val="F5C9C9"/>
                      </a:solidFill>
                      <a:prstDash val="solid"/>
                    </a:lnR>
                    <a:lnT w="3175">
                      <a:solidFill>
                        <a:srgbClr val="F5C9C9"/>
                      </a:solidFill>
                      <a:prstDash val="solid"/>
                    </a:lnT>
                    <a:solidFill>
                      <a:srgbClr val="F5C9C9"/>
                    </a:solidFill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200" spc="-25" b="1">
                          <a:latin typeface="Arial"/>
                          <a:cs typeface="Arial"/>
                        </a:rPr>
                        <a:t>52%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4925">
                    <a:lnL w="3175">
                      <a:solidFill>
                        <a:srgbClr val="F5C9C9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8DD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5C9C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2384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200" spc="-25" b="1">
                          <a:latin typeface="Arial"/>
                          <a:cs typeface="Arial"/>
                        </a:rPr>
                        <a:t>95%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4925">
                    <a:lnL w="9525">
                      <a:solidFill>
                        <a:srgbClr val="FFFFFF"/>
                      </a:solidFill>
                      <a:prstDash val="solid"/>
                    </a:lnL>
                    <a:solidFill>
                      <a:srgbClr val="F8DDE0"/>
                    </a:solidFill>
                  </a:tcPr>
                </a:tc>
              </a:tr>
            </a:tbl>
          </a:graphicData>
        </a:graphic>
      </p:graphicFrame>
      <p:sp>
        <p:nvSpPr>
          <p:cNvPr id="78" name="object 78"/>
          <p:cNvSpPr txBox="1"/>
          <p:nvPr/>
        </p:nvSpPr>
        <p:spPr>
          <a:xfrm>
            <a:off x="1992629" y="5428894"/>
            <a:ext cx="3327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35%</a:t>
            </a:r>
            <a:endParaRPr sz="1200">
              <a:latin typeface="Arial"/>
              <a:cs typeface="Arial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2363723" y="6053328"/>
            <a:ext cx="180340" cy="132715"/>
          </a:xfrm>
          <a:custGeom>
            <a:avLst/>
            <a:gdLst/>
            <a:ahLst/>
            <a:cxnLst/>
            <a:rect l="l" t="t" r="r" b="b"/>
            <a:pathLst>
              <a:path w="180339" h="132714">
                <a:moveTo>
                  <a:pt x="179831" y="0"/>
                </a:moveTo>
                <a:lnTo>
                  <a:pt x="0" y="0"/>
                </a:lnTo>
                <a:lnTo>
                  <a:pt x="0" y="132588"/>
                </a:lnTo>
                <a:lnTo>
                  <a:pt x="179831" y="132588"/>
                </a:lnTo>
                <a:lnTo>
                  <a:pt x="179831" y="0"/>
                </a:lnTo>
                <a:close/>
              </a:path>
            </a:pathLst>
          </a:custGeom>
          <a:solidFill>
            <a:srgbClr val="A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3151632" y="6053328"/>
            <a:ext cx="178435" cy="132715"/>
          </a:xfrm>
          <a:custGeom>
            <a:avLst/>
            <a:gdLst/>
            <a:ahLst/>
            <a:cxnLst/>
            <a:rect l="l" t="t" r="r" b="b"/>
            <a:pathLst>
              <a:path w="178435" h="132714">
                <a:moveTo>
                  <a:pt x="178307" y="0"/>
                </a:moveTo>
                <a:lnTo>
                  <a:pt x="0" y="0"/>
                </a:lnTo>
                <a:lnTo>
                  <a:pt x="0" y="132588"/>
                </a:lnTo>
                <a:lnTo>
                  <a:pt x="178307" y="132588"/>
                </a:lnTo>
                <a:lnTo>
                  <a:pt x="178307" y="0"/>
                </a:lnTo>
                <a:close/>
              </a:path>
            </a:pathLst>
          </a:custGeom>
          <a:solidFill>
            <a:srgbClr val="F5C9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3938015" y="6053328"/>
            <a:ext cx="180340" cy="132715"/>
          </a:xfrm>
          <a:custGeom>
            <a:avLst/>
            <a:gdLst/>
            <a:ahLst/>
            <a:cxnLst/>
            <a:rect l="l" t="t" r="r" b="b"/>
            <a:pathLst>
              <a:path w="180339" h="132714">
                <a:moveTo>
                  <a:pt x="179832" y="0"/>
                </a:moveTo>
                <a:lnTo>
                  <a:pt x="0" y="0"/>
                </a:lnTo>
                <a:lnTo>
                  <a:pt x="0" y="132588"/>
                </a:lnTo>
                <a:lnTo>
                  <a:pt x="179832" y="132588"/>
                </a:lnTo>
                <a:lnTo>
                  <a:pt x="179832" y="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 txBox="1"/>
          <p:nvPr/>
        </p:nvSpPr>
        <p:spPr>
          <a:xfrm>
            <a:off x="2581401" y="6033922"/>
            <a:ext cx="47879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Arial"/>
                <a:cs typeface="Arial"/>
              </a:rPr>
              <a:t>18-</a:t>
            </a:r>
            <a:r>
              <a:rPr dirty="0" sz="1000" spc="-20">
                <a:latin typeface="Arial"/>
                <a:cs typeface="Arial"/>
              </a:rPr>
              <a:t>34yo</a:t>
            </a:r>
            <a:endParaRPr sz="1000">
              <a:latin typeface="Arial"/>
              <a:cs typeface="Arial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4156709" y="6033922"/>
            <a:ext cx="3689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Arial"/>
                <a:cs typeface="Arial"/>
              </a:rPr>
              <a:t>55+yo</a:t>
            </a:r>
            <a:endParaRPr sz="1000">
              <a:latin typeface="Arial"/>
              <a:cs typeface="Aria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3369055" y="6033922"/>
            <a:ext cx="47879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Arial"/>
                <a:cs typeface="Arial"/>
              </a:rPr>
              <a:t>35-</a:t>
            </a:r>
            <a:r>
              <a:rPr dirty="0" sz="1000" spc="-20">
                <a:latin typeface="Arial"/>
                <a:cs typeface="Arial"/>
              </a:rPr>
              <a:t>54yo</a:t>
            </a:r>
            <a:endParaRPr sz="1000">
              <a:latin typeface="Arial"/>
              <a:cs typeface="Arial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1503680" y="6040932"/>
            <a:ext cx="7023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Arial"/>
                <a:cs typeface="Arial"/>
              </a:rPr>
              <a:t>Age</a:t>
            </a:r>
            <a:r>
              <a:rPr dirty="0" sz="1000" spc="-3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bracket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86" name="object 86" descr="deutschland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74520" y="1840992"/>
            <a:ext cx="454151" cy="286512"/>
          </a:xfrm>
          <a:prstGeom prst="rect">
            <a:avLst/>
          </a:prstGeom>
        </p:spPr>
      </p:pic>
      <p:pic>
        <p:nvPicPr>
          <p:cNvPr id="87" name="object 87" descr="China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390132" y="1837944"/>
            <a:ext cx="431291" cy="272796"/>
          </a:xfrm>
          <a:prstGeom prst="rect">
            <a:avLst/>
          </a:prstGeom>
        </p:spPr>
      </p:pic>
      <p:pic>
        <p:nvPicPr>
          <p:cNvPr id="88" name="object 88" descr="USA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101084" y="1840992"/>
            <a:ext cx="449579" cy="283463"/>
          </a:xfrm>
          <a:prstGeom prst="rect">
            <a:avLst/>
          </a:prstGeom>
        </p:spPr>
      </p:pic>
      <p:grpSp>
        <p:nvGrpSpPr>
          <p:cNvPr id="89" name="object 89"/>
          <p:cNvGrpSpPr/>
          <p:nvPr/>
        </p:nvGrpSpPr>
        <p:grpSpPr>
          <a:xfrm>
            <a:off x="484631" y="2795889"/>
            <a:ext cx="7768590" cy="2285365"/>
            <a:chOff x="484631" y="2795889"/>
            <a:chExt cx="7768590" cy="2285365"/>
          </a:xfrm>
        </p:grpSpPr>
        <p:sp>
          <p:nvSpPr>
            <p:cNvPr id="90" name="object 90"/>
            <p:cNvSpPr/>
            <p:nvPr/>
          </p:nvSpPr>
          <p:spPr>
            <a:xfrm>
              <a:off x="484631" y="2820924"/>
              <a:ext cx="325120" cy="323215"/>
            </a:xfrm>
            <a:custGeom>
              <a:avLst/>
              <a:gdLst/>
              <a:ahLst/>
              <a:cxnLst/>
              <a:rect l="l" t="t" r="r" b="b"/>
              <a:pathLst>
                <a:path w="325120" h="323214">
                  <a:moveTo>
                    <a:pt x="162306" y="0"/>
                  </a:moveTo>
                  <a:lnTo>
                    <a:pt x="119159" y="5766"/>
                  </a:lnTo>
                  <a:lnTo>
                    <a:pt x="80388" y="22041"/>
                  </a:lnTo>
                  <a:lnTo>
                    <a:pt x="47539" y="47291"/>
                  </a:lnTo>
                  <a:lnTo>
                    <a:pt x="22160" y="79981"/>
                  </a:lnTo>
                  <a:lnTo>
                    <a:pt x="5797" y="118577"/>
                  </a:lnTo>
                  <a:lnTo>
                    <a:pt x="0" y="161544"/>
                  </a:lnTo>
                  <a:lnTo>
                    <a:pt x="5797" y="204510"/>
                  </a:lnTo>
                  <a:lnTo>
                    <a:pt x="22160" y="243106"/>
                  </a:lnTo>
                  <a:lnTo>
                    <a:pt x="47539" y="275796"/>
                  </a:lnTo>
                  <a:lnTo>
                    <a:pt x="80388" y="301046"/>
                  </a:lnTo>
                  <a:lnTo>
                    <a:pt x="119159" y="317321"/>
                  </a:lnTo>
                  <a:lnTo>
                    <a:pt x="162306" y="323088"/>
                  </a:lnTo>
                  <a:lnTo>
                    <a:pt x="205452" y="317321"/>
                  </a:lnTo>
                  <a:lnTo>
                    <a:pt x="244223" y="301046"/>
                  </a:lnTo>
                  <a:lnTo>
                    <a:pt x="277072" y="275796"/>
                  </a:lnTo>
                  <a:lnTo>
                    <a:pt x="302451" y="243106"/>
                  </a:lnTo>
                  <a:lnTo>
                    <a:pt x="318814" y="204510"/>
                  </a:lnTo>
                  <a:lnTo>
                    <a:pt x="324612" y="161544"/>
                  </a:lnTo>
                  <a:lnTo>
                    <a:pt x="318814" y="118577"/>
                  </a:lnTo>
                  <a:lnTo>
                    <a:pt x="302451" y="79981"/>
                  </a:lnTo>
                  <a:lnTo>
                    <a:pt x="277072" y="47291"/>
                  </a:lnTo>
                  <a:lnTo>
                    <a:pt x="244223" y="22041"/>
                  </a:lnTo>
                  <a:lnTo>
                    <a:pt x="205452" y="5766"/>
                  </a:lnTo>
                  <a:lnTo>
                    <a:pt x="162306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1" name="object 9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1688" y="2845308"/>
              <a:ext cx="190500" cy="272796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36323" y="3417103"/>
              <a:ext cx="516758" cy="1664102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526874" y="3609298"/>
              <a:ext cx="65457" cy="168128"/>
            </a:xfrm>
            <a:prstGeom prst="rect">
              <a:avLst/>
            </a:prstGeom>
          </p:spPr>
        </p:pic>
        <p:sp>
          <p:nvSpPr>
            <p:cNvPr id="94" name="object 94"/>
            <p:cNvSpPr/>
            <p:nvPr/>
          </p:nvSpPr>
          <p:spPr>
            <a:xfrm>
              <a:off x="7370804" y="3055981"/>
              <a:ext cx="205104" cy="568325"/>
            </a:xfrm>
            <a:custGeom>
              <a:avLst/>
              <a:gdLst/>
              <a:ahLst/>
              <a:cxnLst/>
              <a:rect l="l" t="t" r="r" b="b"/>
              <a:pathLst>
                <a:path w="205104" h="568325">
                  <a:moveTo>
                    <a:pt x="31076" y="0"/>
                  </a:moveTo>
                  <a:lnTo>
                    <a:pt x="75666" y="25600"/>
                  </a:lnTo>
                  <a:lnTo>
                    <a:pt x="89901" y="62294"/>
                  </a:lnTo>
                  <a:lnTo>
                    <a:pt x="100948" y="110166"/>
                  </a:lnTo>
                  <a:lnTo>
                    <a:pt x="109159" y="164069"/>
                  </a:lnTo>
                  <a:lnTo>
                    <a:pt x="114885" y="218853"/>
                  </a:lnTo>
                  <a:lnTo>
                    <a:pt x="118478" y="269371"/>
                  </a:lnTo>
                  <a:lnTo>
                    <a:pt x="120288" y="310474"/>
                  </a:lnTo>
                  <a:lnTo>
                    <a:pt x="204710" y="553231"/>
                  </a:lnTo>
                  <a:lnTo>
                    <a:pt x="151502" y="568064"/>
                  </a:lnTo>
                  <a:lnTo>
                    <a:pt x="48301" y="328409"/>
                  </a:lnTo>
                  <a:lnTo>
                    <a:pt x="22945" y="211201"/>
                  </a:lnTo>
                  <a:lnTo>
                    <a:pt x="6191" y="114026"/>
                  </a:lnTo>
                  <a:lnTo>
                    <a:pt x="0" y="34993"/>
                  </a:lnTo>
                  <a:lnTo>
                    <a:pt x="9800" y="9745"/>
                  </a:lnTo>
                  <a:lnTo>
                    <a:pt x="310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7370804" y="3055981"/>
              <a:ext cx="205104" cy="568325"/>
            </a:xfrm>
            <a:custGeom>
              <a:avLst/>
              <a:gdLst/>
              <a:ahLst/>
              <a:cxnLst/>
              <a:rect l="l" t="t" r="r" b="b"/>
              <a:pathLst>
                <a:path w="205104" h="568325">
                  <a:moveTo>
                    <a:pt x="31076" y="0"/>
                  </a:moveTo>
                  <a:lnTo>
                    <a:pt x="75666" y="25600"/>
                  </a:lnTo>
                  <a:lnTo>
                    <a:pt x="89901" y="62294"/>
                  </a:lnTo>
                  <a:lnTo>
                    <a:pt x="100948" y="110166"/>
                  </a:lnTo>
                  <a:lnTo>
                    <a:pt x="109159" y="164069"/>
                  </a:lnTo>
                  <a:lnTo>
                    <a:pt x="114885" y="218853"/>
                  </a:lnTo>
                  <a:lnTo>
                    <a:pt x="118478" y="269371"/>
                  </a:lnTo>
                  <a:lnTo>
                    <a:pt x="120288" y="310474"/>
                  </a:lnTo>
                  <a:lnTo>
                    <a:pt x="204710" y="553231"/>
                  </a:lnTo>
                  <a:lnTo>
                    <a:pt x="151502" y="568064"/>
                  </a:lnTo>
                  <a:lnTo>
                    <a:pt x="48301" y="328409"/>
                  </a:lnTo>
                  <a:lnTo>
                    <a:pt x="22945" y="211201"/>
                  </a:lnTo>
                  <a:lnTo>
                    <a:pt x="6191" y="114026"/>
                  </a:lnTo>
                  <a:lnTo>
                    <a:pt x="0" y="34993"/>
                  </a:lnTo>
                  <a:lnTo>
                    <a:pt x="9800" y="9745"/>
                  </a:lnTo>
                  <a:lnTo>
                    <a:pt x="31076" y="0"/>
                  </a:lnTo>
                  <a:close/>
                </a:path>
              </a:pathLst>
            </a:custGeom>
            <a:solidFill>
              <a:srgbClr val="000000">
                <a:alpha val="9803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7176763" y="3564333"/>
              <a:ext cx="177800" cy="882650"/>
            </a:xfrm>
            <a:custGeom>
              <a:avLst/>
              <a:gdLst/>
              <a:ahLst/>
              <a:cxnLst/>
              <a:rect l="l" t="t" r="r" b="b"/>
              <a:pathLst>
                <a:path w="177800" h="882650">
                  <a:moveTo>
                    <a:pt x="29637" y="0"/>
                  </a:moveTo>
                  <a:lnTo>
                    <a:pt x="163038" y="22099"/>
                  </a:lnTo>
                  <a:lnTo>
                    <a:pt x="177291" y="200300"/>
                  </a:lnTo>
                  <a:lnTo>
                    <a:pt x="134573" y="506381"/>
                  </a:lnTo>
                  <a:lnTo>
                    <a:pt x="136955" y="571736"/>
                  </a:lnTo>
                  <a:lnTo>
                    <a:pt x="154156" y="874852"/>
                  </a:lnTo>
                  <a:lnTo>
                    <a:pt x="103063" y="882374"/>
                  </a:lnTo>
                  <a:lnTo>
                    <a:pt x="96608" y="858541"/>
                  </a:lnTo>
                  <a:lnTo>
                    <a:pt x="82576" y="816978"/>
                  </a:lnTo>
                  <a:lnTo>
                    <a:pt x="64967" y="757167"/>
                  </a:lnTo>
                  <a:lnTo>
                    <a:pt x="47782" y="678589"/>
                  </a:lnTo>
                  <a:lnTo>
                    <a:pt x="38204" y="616927"/>
                  </a:lnTo>
                  <a:lnTo>
                    <a:pt x="32572" y="564919"/>
                  </a:lnTo>
                  <a:lnTo>
                    <a:pt x="30325" y="523708"/>
                  </a:lnTo>
                  <a:lnTo>
                    <a:pt x="31480" y="446180"/>
                  </a:lnTo>
                  <a:lnTo>
                    <a:pt x="27460" y="391289"/>
                  </a:lnTo>
                  <a:lnTo>
                    <a:pt x="20576" y="334545"/>
                  </a:lnTo>
                  <a:lnTo>
                    <a:pt x="31" y="200980"/>
                  </a:lnTo>
                  <a:lnTo>
                    <a:pt x="0" y="133789"/>
                  </a:lnTo>
                  <a:lnTo>
                    <a:pt x="10694" y="68679"/>
                  </a:lnTo>
                  <a:lnTo>
                    <a:pt x="23459" y="19474"/>
                  </a:lnTo>
                  <a:lnTo>
                    <a:pt x="29637" y="0"/>
                  </a:lnTo>
                  <a:close/>
                </a:path>
              </a:pathLst>
            </a:custGeom>
            <a:solidFill>
              <a:srgbClr val="6263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7176754" y="3564333"/>
              <a:ext cx="168910" cy="882650"/>
            </a:xfrm>
            <a:custGeom>
              <a:avLst/>
              <a:gdLst/>
              <a:ahLst/>
              <a:cxnLst/>
              <a:rect l="l" t="t" r="r" b="b"/>
              <a:pathLst>
                <a:path w="168909" h="882650">
                  <a:moveTo>
                    <a:pt x="29655" y="0"/>
                  </a:moveTo>
                  <a:lnTo>
                    <a:pt x="163013" y="22099"/>
                  </a:lnTo>
                  <a:lnTo>
                    <a:pt x="168596" y="91416"/>
                  </a:lnTo>
                  <a:lnTo>
                    <a:pt x="153027" y="99866"/>
                  </a:lnTo>
                  <a:lnTo>
                    <a:pt x="139016" y="110663"/>
                  </a:lnTo>
                  <a:lnTo>
                    <a:pt x="96933" y="184202"/>
                  </a:lnTo>
                  <a:lnTo>
                    <a:pt x="80590" y="230132"/>
                  </a:lnTo>
                  <a:lnTo>
                    <a:pt x="68119" y="276832"/>
                  </a:lnTo>
                  <a:lnTo>
                    <a:pt x="59333" y="324164"/>
                  </a:lnTo>
                  <a:lnTo>
                    <a:pt x="54044" y="371987"/>
                  </a:lnTo>
                  <a:lnTo>
                    <a:pt x="52067" y="420159"/>
                  </a:lnTo>
                  <a:lnTo>
                    <a:pt x="53214" y="468540"/>
                  </a:lnTo>
                  <a:lnTo>
                    <a:pt x="57298" y="516990"/>
                  </a:lnTo>
                  <a:lnTo>
                    <a:pt x="64133" y="565368"/>
                  </a:lnTo>
                  <a:lnTo>
                    <a:pt x="73531" y="613533"/>
                  </a:lnTo>
                  <a:lnTo>
                    <a:pt x="85307" y="661345"/>
                  </a:lnTo>
                  <a:lnTo>
                    <a:pt x="99272" y="708664"/>
                  </a:lnTo>
                  <a:lnTo>
                    <a:pt x="115241" y="755348"/>
                  </a:lnTo>
                  <a:lnTo>
                    <a:pt x="133025" y="801256"/>
                  </a:lnTo>
                  <a:lnTo>
                    <a:pt x="152439" y="846250"/>
                  </a:lnTo>
                  <a:lnTo>
                    <a:pt x="154173" y="874894"/>
                  </a:lnTo>
                  <a:lnTo>
                    <a:pt x="103080" y="882417"/>
                  </a:lnTo>
                  <a:lnTo>
                    <a:pt x="96626" y="858590"/>
                  </a:lnTo>
                  <a:lnTo>
                    <a:pt x="82593" y="817036"/>
                  </a:lnTo>
                  <a:lnTo>
                    <a:pt x="64985" y="757227"/>
                  </a:lnTo>
                  <a:lnTo>
                    <a:pt x="47800" y="678632"/>
                  </a:lnTo>
                  <a:lnTo>
                    <a:pt x="38222" y="616945"/>
                  </a:lnTo>
                  <a:lnTo>
                    <a:pt x="32590" y="564924"/>
                  </a:lnTo>
                  <a:lnTo>
                    <a:pt x="30343" y="523709"/>
                  </a:lnTo>
                  <a:lnTo>
                    <a:pt x="31498" y="446180"/>
                  </a:lnTo>
                  <a:lnTo>
                    <a:pt x="27478" y="391289"/>
                  </a:lnTo>
                  <a:lnTo>
                    <a:pt x="20593" y="334545"/>
                  </a:lnTo>
                  <a:lnTo>
                    <a:pt x="48" y="200980"/>
                  </a:lnTo>
                  <a:lnTo>
                    <a:pt x="0" y="133789"/>
                  </a:lnTo>
                  <a:lnTo>
                    <a:pt x="10696" y="68679"/>
                  </a:lnTo>
                  <a:lnTo>
                    <a:pt x="23471" y="19474"/>
                  </a:lnTo>
                  <a:lnTo>
                    <a:pt x="29655" y="0"/>
                  </a:lnTo>
                  <a:close/>
                </a:path>
              </a:pathLst>
            </a:custGeom>
            <a:solidFill>
              <a:srgbClr val="000000">
                <a:alpha val="14901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7242166" y="3593828"/>
              <a:ext cx="278130" cy="831215"/>
            </a:xfrm>
            <a:custGeom>
              <a:avLst/>
              <a:gdLst/>
              <a:ahLst/>
              <a:cxnLst/>
              <a:rect l="l" t="t" r="r" b="b"/>
              <a:pathLst>
                <a:path w="278129" h="831214">
                  <a:moveTo>
                    <a:pt x="89116" y="0"/>
                  </a:moveTo>
                  <a:lnTo>
                    <a:pt x="230553" y="19634"/>
                  </a:lnTo>
                  <a:lnTo>
                    <a:pt x="269790" y="329617"/>
                  </a:lnTo>
                  <a:lnTo>
                    <a:pt x="278008" y="410885"/>
                  </a:lnTo>
                  <a:lnTo>
                    <a:pt x="273255" y="446563"/>
                  </a:lnTo>
                  <a:lnTo>
                    <a:pt x="260984" y="478480"/>
                  </a:lnTo>
                  <a:lnTo>
                    <a:pt x="248364" y="501440"/>
                  </a:lnTo>
                  <a:lnTo>
                    <a:pt x="242565" y="510249"/>
                  </a:lnTo>
                  <a:lnTo>
                    <a:pt x="51177" y="830737"/>
                  </a:lnTo>
                  <a:lnTo>
                    <a:pt x="0" y="816245"/>
                  </a:lnTo>
                  <a:lnTo>
                    <a:pt x="79304" y="593633"/>
                  </a:lnTo>
                  <a:lnTo>
                    <a:pt x="100951" y="542127"/>
                  </a:lnTo>
                  <a:lnTo>
                    <a:pt x="127214" y="486247"/>
                  </a:lnTo>
                  <a:lnTo>
                    <a:pt x="158692" y="423040"/>
                  </a:lnTo>
                  <a:lnTo>
                    <a:pt x="100113" y="211307"/>
                  </a:lnTo>
                  <a:lnTo>
                    <a:pt x="89116" y="0"/>
                  </a:lnTo>
                  <a:close/>
                </a:path>
              </a:pathLst>
            </a:custGeom>
            <a:solidFill>
              <a:srgbClr val="6263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7242154" y="3697527"/>
              <a:ext cx="230504" cy="723265"/>
            </a:xfrm>
            <a:custGeom>
              <a:avLst/>
              <a:gdLst/>
              <a:ahLst/>
              <a:cxnLst/>
              <a:rect l="l" t="t" r="r" b="b"/>
              <a:pathLst>
                <a:path w="230504" h="723264">
                  <a:moveTo>
                    <a:pt x="94488" y="0"/>
                  </a:moveTo>
                  <a:lnTo>
                    <a:pt x="117444" y="45065"/>
                  </a:lnTo>
                  <a:lnTo>
                    <a:pt x="166259" y="134754"/>
                  </a:lnTo>
                  <a:lnTo>
                    <a:pt x="189015" y="179158"/>
                  </a:lnTo>
                  <a:lnTo>
                    <a:pt x="208601" y="223122"/>
                  </a:lnTo>
                  <a:lnTo>
                    <a:pt x="214437" y="238569"/>
                  </a:lnTo>
                  <a:lnTo>
                    <a:pt x="229622" y="285341"/>
                  </a:lnTo>
                  <a:lnTo>
                    <a:pt x="227634" y="279136"/>
                  </a:lnTo>
                  <a:lnTo>
                    <a:pt x="230130" y="291844"/>
                  </a:lnTo>
                  <a:lnTo>
                    <a:pt x="228057" y="305528"/>
                  </a:lnTo>
                  <a:lnTo>
                    <a:pt x="218475" y="331158"/>
                  </a:lnTo>
                  <a:lnTo>
                    <a:pt x="206555" y="355285"/>
                  </a:lnTo>
                  <a:lnTo>
                    <a:pt x="178952" y="406295"/>
                  </a:lnTo>
                  <a:lnTo>
                    <a:pt x="156287" y="452991"/>
                  </a:lnTo>
                  <a:lnTo>
                    <a:pt x="135738" y="500270"/>
                  </a:lnTo>
                  <a:lnTo>
                    <a:pt x="96049" y="595387"/>
                  </a:lnTo>
                  <a:lnTo>
                    <a:pt x="74440" y="642634"/>
                  </a:lnTo>
                  <a:lnTo>
                    <a:pt x="36247" y="722831"/>
                  </a:lnTo>
                  <a:lnTo>
                    <a:pt x="0" y="712546"/>
                  </a:lnTo>
                  <a:lnTo>
                    <a:pt x="79304" y="489934"/>
                  </a:lnTo>
                  <a:lnTo>
                    <a:pt x="100958" y="438428"/>
                  </a:lnTo>
                  <a:lnTo>
                    <a:pt x="127235" y="382548"/>
                  </a:lnTo>
                  <a:lnTo>
                    <a:pt x="158735" y="319341"/>
                  </a:lnTo>
                  <a:lnTo>
                    <a:pt x="100071" y="107523"/>
                  </a:lnTo>
                  <a:lnTo>
                    <a:pt x="94488" y="0"/>
                  </a:lnTo>
                  <a:close/>
                </a:path>
              </a:pathLst>
            </a:custGeom>
            <a:solidFill>
              <a:srgbClr val="000000">
                <a:alpha val="14901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0" name="object 10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216840" y="4410112"/>
              <a:ext cx="185335" cy="102763"/>
            </a:xfrm>
            <a:prstGeom prst="rect">
              <a:avLst/>
            </a:prstGeom>
          </p:spPr>
        </p:pic>
        <p:sp>
          <p:nvSpPr>
            <p:cNvPr id="101" name="object 101"/>
            <p:cNvSpPr/>
            <p:nvPr/>
          </p:nvSpPr>
          <p:spPr>
            <a:xfrm>
              <a:off x="7144130" y="3042540"/>
              <a:ext cx="339725" cy="582295"/>
            </a:xfrm>
            <a:custGeom>
              <a:avLst/>
              <a:gdLst/>
              <a:ahLst/>
              <a:cxnLst/>
              <a:rect l="l" t="t" r="r" b="b"/>
              <a:pathLst>
                <a:path w="339725" h="582295">
                  <a:moveTo>
                    <a:pt x="158378" y="0"/>
                  </a:moveTo>
                  <a:lnTo>
                    <a:pt x="265954" y="19108"/>
                  </a:lnTo>
                  <a:lnTo>
                    <a:pt x="305141" y="77072"/>
                  </a:lnTo>
                  <a:lnTo>
                    <a:pt x="313367" y="122382"/>
                  </a:lnTo>
                  <a:lnTo>
                    <a:pt x="328678" y="316530"/>
                  </a:lnTo>
                  <a:lnTo>
                    <a:pt x="337956" y="457699"/>
                  </a:lnTo>
                  <a:lnTo>
                    <a:pt x="339548" y="538027"/>
                  </a:lnTo>
                  <a:lnTo>
                    <a:pt x="336700" y="560215"/>
                  </a:lnTo>
                  <a:lnTo>
                    <a:pt x="336207" y="573557"/>
                  </a:lnTo>
                  <a:lnTo>
                    <a:pt x="337307" y="581802"/>
                  </a:lnTo>
                  <a:lnTo>
                    <a:pt x="60144" y="553412"/>
                  </a:lnTo>
                  <a:lnTo>
                    <a:pt x="86769" y="474613"/>
                  </a:lnTo>
                  <a:lnTo>
                    <a:pt x="105216" y="410568"/>
                  </a:lnTo>
                  <a:lnTo>
                    <a:pt x="113901" y="360719"/>
                  </a:lnTo>
                  <a:lnTo>
                    <a:pt x="106806" y="318708"/>
                  </a:lnTo>
                  <a:lnTo>
                    <a:pt x="88710" y="268440"/>
                  </a:lnTo>
                  <a:lnTo>
                    <a:pt x="45343" y="172072"/>
                  </a:lnTo>
                  <a:lnTo>
                    <a:pt x="32990" y="140444"/>
                  </a:lnTo>
                  <a:lnTo>
                    <a:pt x="23642" y="113601"/>
                  </a:lnTo>
                  <a:lnTo>
                    <a:pt x="12767" y="91092"/>
                  </a:lnTo>
                  <a:lnTo>
                    <a:pt x="0" y="69853"/>
                  </a:lnTo>
                  <a:lnTo>
                    <a:pt x="19548" y="52911"/>
                  </a:lnTo>
                  <a:lnTo>
                    <a:pt x="74292" y="20447"/>
                  </a:lnTo>
                  <a:lnTo>
                    <a:pt x="158378" y="0"/>
                  </a:lnTo>
                  <a:close/>
                </a:path>
              </a:pathLst>
            </a:custGeom>
            <a:solidFill>
              <a:srgbClr val="F4F4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7144118" y="3042653"/>
              <a:ext cx="367030" cy="624205"/>
            </a:xfrm>
            <a:custGeom>
              <a:avLst/>
              <a:gdLst/>
              <a:ahLst/>
              <a:cxnLst/>
              <a:rect l="l" t="t" r="r" b="b"/>
              <a:pathLst>
                <a:path w="367029" h="624204">
                  <a:moveTo>
                    <a:pt x="247942" y="313563"/>
                  </a:moveTo>
                  <a:lnTo>
                    <a:pt x="246570" y="274713"/>
                  </a:lnTo>
                  <a:lnTo>
                    <a:pt x="236156" y="200837"/>
                  </a:lnTo>
                  <a:lnTo>
                    <a:pt x="218655" y="154876"/>
                  </a:lnTo>
                  <a:lnTo>
                    <a:pt x="179298" y="93421"/>
                  </a:lnTo>
                  <a:lnTo>
                    <a:pt x="138557" y="37134"/>
                  </a:lnTo>
                  <a:lnTo>
                    <a:pt x="119405" y="4762"/>
                  </a:lnTo>
                  <a:lnTo>
                    <a:pt x="69773" y="22567"/>
                  </a:lnTo>
                  <a:lnTo>
                    <a:pt x="32169" y="44069"/>
                  </a:lnTo>
                  <a:lnTo>
                    <a:pt x="8331" y="62179"/>
                  </a:lnTo>
                  <a:lnTo>
                    <a:pt x="0" y="69786"/>
                  </a:lnTo>
                  <a:lnTo>
                    <a:pt x="12776" y="91033"/>
                  </a:lnTo>
                  <a:lnTo>
                    <a:pt x="23647" y="113538"/>
                  </a:lnTo>
                  <a:lnTo>
                    <a:pt x="59258" y="217538"/>
                  </a:lnTo>
                  <a:lnTo>
                    <a:pt x="76161" y="269227"/>
                  </a:lnTo>
                  <a:lnTo>
                    <a:pt x="89458" y="319836"/>
                  </a:lnTo>
                  <a:lnTo>
                    <a:pt x="94538" y="362013"/>
                  </a:lnTo>
                  <a:lnTo>
                    <a:pt x="82461" y="422516"/>
                  </a:lnTo>
                  <a:lnTo>
                    <a:pt x="56603" y="510019"/>
                  </a:lnTo>
                  <a:lnTo>
                    <a:pt x="19202" y="622960"/>
                  </a:lnTo>
                  <a:lnTo>
                    <a:pt x="56743" y="623595"/>
                  </a:lnTo>
                  <a:lnTo>
                    <a:pt x="98894" y="623214"/>
                  </a:lnTo>
                  <a:lnTo>
                    <a:pt x="152400" y="621309"/>
                  </a:lnTo>
                  <a:lnTo>
                    <a:pt x="229844" y="603961"/>
                  </a:lnTo>
                  <a:lnTo>
                    <a:pt x="244944" y="408000"/>
                  </a:lnTo>
                  <a:lnTo>
                    <a:pt x="247497" y="358940"/>
                  </a:lnTo>
                  <a:lnTo>
                    <a:pt x="247942" y="313563"/>
                  </a:lnTo>
                  <a:close/>
                </a:path>
                <a:path w="367029" h="624204">
                  <a:moveTo>
                    <a:pt x="366649" y="578688"/>
                  </a:moveTo>
                  <a:lnTo>
                    <a:pt x="366382" y="558203"/>
                  </a:lnTo>
                  <a:lnTo>
                    <a:pt x="354431" y="441363"/>
                  </a:lnTo>
                  <a:lnTo>
                    <a:pt x="345909" y="337197"/>
                  </a:lnTo>
                  <a:lnTo>
                    <a:pt x="337515" y="216115"/>
                  </a:lnTo>
                  <a:lnTo>
                    <a:pt x="327101" y="151015"/>
                  </a:lnTo>
                  <a:lnTo>
                    <a:pt x="305092" y="66903"/>
                  </a:lnTo>
                  <a:lnTo>
                    <a:pt x="275678" y="15900"/>
                  </a:lnTo>
                  <a:lnTo>
                    <a:pt x="209740" y="0"/>
                  </a:lnTo>
                  <a:lnTo>
                    <a:pt x="223126" y="21907"/>
                  </a:lnTo>
                  <a:lnTo>
                    <a:pt x="234683" y="44767"/>
                  </a:lnTo>
                  <a:lnTo>
                    <a:pt x="283667" y="161455"/>
                  </a:lnTo>
                  <a:lnTo>
                    <a:pt x="304571" y="232981"/>
                  </a:lnTo>
                  <a:lnTo>
                    <a:pt x="308825" y="271132"/>
                  </a:lnTo>
                  <a:lnTo>
                    <a:pt x="310134" y="310197"/>
                  </a:lnTo>
                  <a:lnTo>
                    <a:pt x="308965" y="387807"/>
                  </a:lnTo>
                  <a:lnTo>
                    <a:pt x="306387" y="442696"/>
                  </a:lnTo>
                  <a:lnTo>
                    <a:pt x="294170" y="607275"/>
                  </a:lnTo>
                  <a:lnTo>
                    <a:pt x="365556" y="597255"/>
                  </a:lnTo>
                  <a:lnTo>
                    <a:pt x="366649" y="5786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7163349" y="3250474"/>
              <a:ext cx="156210" cy="415925"/>
            </a:xfrm>
            <a:custGeom>
              <a:avLst/>
              <a:gdLst/>
              <a:ahLst/>
              <a:cxnLst/>
              <a:rect l="l" t="t" r="r" b="b"/>
              <a:pathLst>
                <a:path w="156209" h="415925">
                  <a:moveTo>
                    <a:pt x="36670" y="0"/>
                  </a:moveTo>
                  <a:lnTo>
                    <a:pt x="70549" y="21632"/>
                  </a:lnTo>
                  <a:lnTo>
                    <a:pt x="102905" y="51339"/>
                  </a:lnTo>
                  <a:lnTo>
                    <a:pt x="129645" y="93093"/>
                  </a:lnTo>
                  <a:lnTo>
                    <a:pt x="143031" y="130031"/>
                  </a:lnTo>
                  <a:lnTo>
                    <a:pt x="153610" y="184424"/>
                  </a:lnTo>
                  <a:lnTo>
                    <a:pt x="156197" y="220885"/>
                  </a:lnTo>
                  <a:lnTo>
                    <a:pt x="155834" y="257817"/>
                  </a:lnTo>
                  <a:lnTo>
                    <a:pt x="152813" y="293884"/>
                  </a:lnTo>
                  <a:lnTo>
                    <a:pt x="143904" y="330287"/>
                  </a:lnTo>
                  <a:lnTo>
                    <a:pt x="128874" y="413647"/>
                  </a:lnTo>
                  <a:lnTo>
                    <a:pt x="76994" y="415397"/>
                  </a:lnTo>
                  <a:lnTo>
                    <a:pt x="36220" y="415724"/>
                  </a:lnTo>
                  <a:lnTo>
                    <a:pt x="0" y="415092"/>
                  </a:lnTo>
                  <a:lnTo>
                    <a:pt x="37415" y="302128"/>
                  </a:lnTo>
                  <a:lnTo>
                    <a:pt x="63290" y="214605"/>
                  </a:lnTo>
                  <a:lnTo>
                    <a:pt x="75370" y="154103"/>
                  </a:lnTo>
                  <a:lnTo>
                    <a:pt x="72107" y="121316"/>
                  </a:lnTo>
                  <a:lnTo>
                    <a:pt x="62999" y="82199"/>
                  </a:lnTo>
                  <a:lnTo>
                    <a:pt x="50401" y="40508"/>
                  </a:lnTo>
                  <a:lnTo>
                    <a:pt x="36670" y="0"/>
                  </a:lnTo>
                  <a:close/>
                </a:path>
              </a:pathLst>
            </a:custGeom>
            <a:solidFill>
              <a:srgbClr val="000000">
                <a:alpha val="9803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4" name="object 10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135298" y="3367391"/>
              <a:ext cx="244003" cy="81709"/>
            </a:xfrm>
            <a:prstGeom prst="rect">
              <a:avLst/>
            </a:prstGeom>
          </p:spPr>
        </p:pic>
        <p:sp>
          <p:nvSpPr>
            <p:cNvPr id="105" name="object 105"/>
            <p:cNvSpPr/>
            <p:nvPr/>
          </p:nvSpPr>
          <p:spPr>
            <a:xfrm>
              <a:off x="7114094" y="3097594"/>
              <a:ext cx="222885" cy="355600"/>
            </a:xfrm>
            <a:custGeom>
              <a:avLst/>
              <a:gdLst/>
              <a:ahLst/>
              <a:cxnLst/>
              <a:rect l="l" t="t" r="r" b="b"/>
              <a:pathLst>
                <a:path w="222884" h="355600">
                  <a:moveTo>
                    <a:pt x="68858" y="0"/>
                  </a:moveTo>
                  <a:lnTo>
                    <a:pt x="88666" y="30561"/>
                  </a:lnTo>
                  <a:lnTo>
                    <a:pt x="97212" y="70996"/>
                  </a:lnTo>
                  <a:lnTo>
                    <a:pt x="99049" y="91171"/>
                  </a:lnTo>
                  <a:lnTo>
                    <a:pt x="95687" y="152615"/>
                  </a:lnTo>
                  <a:lnTo>
                    <a:pt x="91020" y="210904"/>
                  </a:lnTo>
                  <a:lnTo>
                    <a:pt x="83950" y="271114"/>
                  </a:lnTo>
                  <a:lnTo>
                    <a:pt x="120850" y="273015"/>
                  </a:lnTo>
                  <a:lnTo>
                    <a:pt x="191290" y="275495"/>
                  </a:lnTo>
                  <a:lnTo>
                    <a:pt x="216462" y="275364"/>
                  </a:lnTo>
                  <a:lnTo>
                    <a:pt x="222806" y="332271"/>
                  </a:lnTo>
                  <a:lnTo>
                    <a:pt x="166554" y="346737"/>
                  </a:lnTo>
                  <a:lnTo>
                    <a:pt x="116496" y="353557"/>
                  </a:lnTo>
                  <a:lnTo>
                    <a:pt x="74812" y="355047"/>
                  </a:lnTo>
                  <a:lnTo>
                    <a:pt x="43684" y="353520"/>
                  </a:lnTo>
                  <a:lnTo>
                    <a:pt x="36924" y="354660"/>
                  </a:lnTo>
                  <a:lnTo>
                    <a:pt x="5363" y="330230"/>
                  </a:lnTo>
                  <a:lnTo>
                    <a:pt x="0" y="241256"/>
                  </a:lnTo>
                  <a:lnTo>
                    <a:pt x="1473" y="167627"/>
                  </a:lnTo>
                  <a:lnTo>
                    <a:pt x="7293" y="95560"/>
                  </a:lnTo>
                  <a:lnTo>
                    <a:pt x="18117" y="46445"/>
                  </a:lnTo>
                  <a:lnTo>
                    <a:pt x="28560" y="18377"/>
                  </a:lnTo>
                  <a:lnTo>
                    <a:pt x="33237" y="9444"/>
                  </a:lnTo>
                  <a:lnTo>
                    <a:pt x="688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7114094" y="3098156"/>
              <a:ext cx="222885" cy="354965"/>
            </a:xfrm>
            <a:custGeom>
              <a:avLst/>
              <a:gdLst/>
              <a:ahLst/>
              <a:cxnLst/>
              <a:rect l="l" t="t" r="r" b="b"/>
              <a:pathLst>
                <a:path w="222884" h="354964">
                  <a:moveTo>
                    <a:pt x="46264" y="0"/>
                  </a:moveTo>
                  <a:lnTo>
                    <a:pt x="36957" y="51662"/>
                  </a:lnTo>
                  <a:lnTo>
                    <a:pt x="28701" y="102232"/>
                  </a:lnTo>
                  <a:lnTo>
                    <a:pt x="23062" y="153057"/>
                  </a:lnTo>
                  <a:lnTo>
                    <a:pt x="21944" y="203955"/>
                  </a:lnTo>
                  <a:lnTo>
                    <a:pt x="29037" y="240887"/>
                  </a:lnTo>
                  <a:lnTo>
                    <a:pt x="46904" y="276071"/>
                  </a:lnTo>
                  <a:lnTo>
                    <a:pt x="74136" y="303852"/>
                  </a:lnTo>
                  <a:lnTo>
                    <a:pt x="109327" y="318576"/>
                  </a:lnTo>
                  <a:lnTo>
                    <a:pt x="166066" y="324940"/>
                  </a:lnTo>
                  <a:lnTo>
                    <a:pt x="222045" y="326523"/>
                  </a:lnTo>
                  <a:lnTo>
                    <a:pt x="222806" y="331751"/>
                  </a:lnTo>
                  <a:lnTo>
                    <a:pt x="166554" y="346235"/>
                  </a:lnTo>
                  <a:lnTo>
                    <a:pt x="116496" y="353053"/>
                  </a:lnTo>
                  <a:lnTo>
                    <a:pt x="74812" y="354533"/>
                  </a:lnTo>
                  <a:lnTo>
                    <a:pt x="43684" y="353000"/>
                  </a:lnTo>
                  <a:lnTo>
                    <a:pt x="36924" y="354140"/>
                  </a:lnTo>
                  <a:lnTo>
                    <a:pt x="5363" y="329716"/>
                  </a:lnTo>
                  <a:lnTo>
                    <a:pt x="0" y="240754"/>
                  </a:lnTo>
                  <a:lnTo>
                    <a:pt x="1473" y="167108"/>
                  </a:lnTo>
                  <a:lnTo>
                    <a:pt x="7293" y="95040"/>
                  </a:lnTo>
                  <a:lnTo>
                    <a:pt x="18117" y="45926"/>
                  </a:lnTo>
                  <a:lnTo>
                    <a:pt x="33237" y="8924"/>
                  </a:lnTo>
                  <a:lnTo>
                    <a:pt x="37932" y="4802"/>
                  </a:lnTo>
                  <a:lnTo>
                    <a:pt x="46264" y="0"/>
                  </a:lnTo>
                  <a:close/>
                </a:path>
              </a:pathLst>
            </a:custGeom>
            <a:solidFill>
              <a:srgbClr val="000000">
                <a:alpha val="9803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7" name="object 10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364650" y="3243420"/>
              <a:ext cx="282234" cy="202765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195789" y="2795889"/>
              <a:ext cx="226955" cy="287987"/>
            </a:xfrm>
            <a:prstGeom prst="rect">
              <a:avLst/>
            </a:prstGeom>
          </p:spPr>
        </p:pic>
        <p:sp>
          <p:nvSpPr>
            <p:cNvPr id="109" name="object 109"/>
            <p:cNvSpPr/>
            <p:nvPr/>
          </p:nvSpPr>
          <p:spPr>
            <a:xfrm>
              <a:off x="7231405" y="3021875"/>
              <a:ext cx="221615" cy="298450"/>
            </a:xfrm>
            <a:custGeom>
              <a:avLst/>
              <a:gdLst/>
              <a:ahLst/>
              <a:cxnLst/>
              <a:rect l="l" t="t" r="r" b="b"/>
              <a:pathLst>
                <a:path w="221615" h="298450">
                  <a:moveTo>
                    <a:pt x="159575" y="298386"/>
                  </a:moveTo>
                  <a:lnTo>
                    <a:pt x="152654" y="236766"/>
                  </a:lnTo>
                  <a:lnTo>
                    <a:pt x="136410" y="182486"/>
                  </a:lnTo>
                  <a:lnTo>
                    <a:pt x="113741" y="134175"/>
                  </a:lnTo>
                  <a:lnTo>
                    <a:pt x="87515" y="90449"/>
                  </a:lnTo>
                  <a:lnTo>
                    <a:pt x="60604" y="49936"/>
                  </a:lnTo>
                  <a:lnTo>
                    <a:pt x="49542" y="29260"/>
                  </a:lnTo>
                  <a:lnTo>
                    <a:pt x="45034" y="13525"/>
                  </a:lnTo>
                  <a:lnTo>
                    <a:pt x="44335" y="3517"/>
                  </a:lnTo>
                  <a:lnTo>
                    <a:pt x="44704" y="0"/>
                  </a:lnTo>
                  <a:lnTo>
                    <a:pt x="0" y="35483"/>
                  </a:lnTo>
                  <a:lnTo>
                    <a:pt x="13487" y="76885"/>
                  </a:lnTo>
                  <a:lnTo>
                    <a:pt x="61963" y="92570"/>
                  </a:lnTo>
                  <a:lnTo>
                    <a:pt x="45046" y="114541"/>
                  </a:lnTo>
                  <a:lnTo>
                    <a:pt x="91617" y="161658"/>
                  </a:lnTo>
                  <a:lnTo>
                    <a:pt x="127800" y="222808"/>
                  </a:lnTo>
                  <a:lnTo>
                    <a:pt x="151244" y="275793"/>
                  </a:lnTo>
                  <a:lnTo>
                    <a:pt x="159575" y="298386"/>
                  </a:lnTo>
                  <a:close/>
                </a:path>
                <a:path w="221615" h="298450">
                  <a:moveTo>
                    <a:pt x="221475" y="275488"/>
                  </a:moveTo>
                  <a:lnTo>
                    <a:pt x="204990" y="140208"/>
                  </a:lnTo>
                  <a:lnTo>
                    <a:pt x="198843" y="96862"/>
                  </a:lnTo>
                  <a:lnTo>
                    <a:pt x="174574" y="71437"/>
                  </a:lnTo>
                  <a:lnTo>
                    <a:pt x="187896" y="64084"/>
                  </a:lnTo>
                  <a:lnTo>
                    <a:pt x="148691" y="32105"/>
                  </a:lnTo>
                  <a:lnTo>
                    <a:pt x="135064" y="21628"/>
                  </a:lnTo>
                  <a:lnTo>
                    <a:pt x="119545" y="13423"/>
                  </a:lnTo>
                  <a:lnTo>
                    <a:pt x="118694" y="32600"/>
                  </a:lnTo>
                  <a:lnTo>
                    <a:pt x="131368" y="51409"/>
                  </a:lnTo>
                  <a:lnTo>
                    <a:pt x="161061" y="103009"/>
                  </a:lnTo>
                  <a:lnTo>
                    <a:pt x="195262" y="180124"/>
                  </a:lnTo>
                  <a:lnTo>
                    <a:pt x="221475" y="275488"/>
                  </a:lnTo>
                  <a:close/>
                </a:path>
              </a:pathLst>
            </a:custGeom>
            <a:solidFill>
              <a:srgbClr val="6263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0" name="object 110"/>
          <p:cNvSpPr txBox="1"/>
          <p:nvPr/>
        </p:nvSpPr>
        <p:spPr>
          <a:xfrm>
            <a:off x="11612626" y="6500876"/>
            <a:ext cx="132080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 spc="-25">
                <a:latin typeface="Arial"/>
                <a:cs typeface="Arial"/>
              </a:rPr>
              <a:t>12</a:t>
            </a:r>
            <a:endParaRPr sz="750">
              <a:latin typeface="Arial"/>
              <a:cs typeface="Arial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8496427" y="5443220"/>
            <a:ext cx="29273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0">
                <a:solidFill>
                  <a:srgbClr val="B5B5B5"/>
                </a:solidFill>
                <a:latin typeface="Arial"/>
                <a:cs typeface="Arial"/>
              </a:rPr>
              <a:t>+</a:t>
            </a:r>
            <a:endParaRPr sz="3600">
              <a:latin typeface="Arial"/>
              <a:cs typeface="Arial"/>
            </a:endParaRPr>
          </a:p>
        </p:txBody>
      </p:sp>
      <p:grpSp>
        <p:nvGrpSpPr>
          <p:cNvPr id="112" name="object 112"/>
          <p:cNvGrpSpPr/>
          <p:nvPr/>
        </p:nvGrpSpPr>
        <p:grpSpPr>
          <a:xfrm>
            <a:off x="8738616" y="5785103"/>
            <a:ext cx="391795" cy="388620"/>
            <a:chOff x="8738616" y="5785103"/>
            <a:chExt cx="391795" cy="388620"/>
          </a:xfrm>
        </p:grpSpPr>
        <p:pic>
          <p:nvPicPr>
            <p:cNvPr id="113" name="object 11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744712" y="5785103"/>
              <a:ext cx="379476" cy="178308"/>
            </a:xfrm>
            <a:prstGeom prst="rect">
              <a:avLst/>
            </a:prstGeom>
          </p:spPr>
        </p:pic>
        <p:sp>
          <p:nvSpPr>
            <p:cNvPr id="114" name="object 114"/>
            <p:cNvSpPr/>
            <p:nvPr/>
          </p:nvSpPr>
          <p:spPr>
            <a:xfrm>
              <a:off x="8738616" y="5966459"/>
              <a:ext cx="391795" cy="207645"/>
            </a:xfrm>
            <a:custGeom>
              <a:avLst/>
              <a:gdLst/>
              <a:ahLst/>
              <a:cxnLst/>
              <a:rect l="l" t="t" r="r" b="b"/>
              <a:pathLst>
                <a:path w="391795" h="207645">
                  <a:moveTo>
                    <a:pt x="83502" y="26893"/>
                  </a:moveTo>
                  <a:lnTo>
                    <a:pt x="76443" y="26893"/>
                  </a:lnTo>
                  <a:lnTo>
                    <a:pt x="57911" y="27832"/>
                  </a:lnTo>
                  <a:lnTo>
                    <a:pt x="39846" y="30710"/>
                  </a:lnTo>
                  <a:lnTo>
                    <a:pt x="22971" y="35504"/>
                  </a:lnTo>
                  <a:lnTo>
                    <a:pt x="7619" y="42214"/>
                  </a:lnTo>
                  <a:lnTo>
                    <a:pt x="0" y="46062"/>
                  </a:lnTo>
                  <a:lnTo>
                    <a:pt x="0" y="207263"/>
                  </a:lnTo>
                  <a:lnTo>
                    <a:pt x="391667" y="207263"/>
                  </a:lnTo>
                  <a:lnTo>
                    <a:pt x="391667" y="181673"/>
                  </a:lnTo>
                  <a:lnTo>
                    <a:pt x="25653" y="181673"/>
                  </a:lnTo>
                  <a:lnTo>
                    <a:pt x="25653" y="61417"/>
                  </a:lnTo>
                  <a:lnTo>
                    <a:pt x="43211" y="55914"/>
                  </a:lnTo>
                  <a:lnTo>
                    <a:pt x="62579" y="52935"/>
                  </a:lnTo>
                  <a:lnTo>
                    <a:pt x="82661" y="52596"/>
                  </a:lnTo>
                  <a:lnTo>
                    <a:pt x="128015" y="52596"/>
                  </a:lnTo>
                  <a:lnTo>
                    <a:pt x="128015" y="38379"/>
                  </a:lnTo>
                  <a:lnTo>
                    <a:pt x="143291" y="33145"/>
                  </a:lnTo>
                  <a:lnTo>
                    <a:pt x="160019" y="29108"/>
                  </a:lnTo>
                  <a:lnTo>
                    <a:pt x="166587" y="28143"/>
                  </a:lnTo>
                  <a:lnTo>
                    <a:pt x="102361" y="28143"/>
                  </a:lnTo>
                  <a:lnTo>
                    <a:pt x="96408" y="27408"/>
                  </a:lnTo>
                  <a:lnTo>
                    <a:pt x="90074" y="27031"/>
                  </a:lnTo>
                  <a:lnTo>
                    <a:pt x="83502" y="26893"/>
                  </a:lnTo>
                  <a:close/>
                </a:path>
                <a:path w="391795" h="207645">
                  <a:moveTo>
                    <a:pt x="128015" y="52596"/>
                  </a:moveTo>
                  <a:lnTo>
                    <a:pt x="82661" y="52596"/>
                  </a:lnTo>
                  <a:lnTo>
                    <a:pt x="102361" y="55016"/>
                  </a:lnTo>
                  <a:lnTo>
                    <a:pt x="102361" y="181673"/>
                  </a:lnTo>
                  <a:lnTo>
                    <a:pt x="128015" y="181673"/>
                  </a:lnTo>
                  <a:lnTo>
                    <a:pt x="128015" y="52596"/>
                  </a:lnTo>
                  <a:close/>
                </a:path>
                <a:path w="391795" h="207645">
                  <a:moveTo>
                    <a:pt x="289305" y="25590"/>
                  </a:moveTo>
                  <a:lnTo>
                    <a:pt x="195833" y="25590"/>
                  </a:lnTo>
                  <a:lnTo>
                    <a:pt x="213967" y="26530"/>
                  </a:lnTo>
                  <a:lnTo>
                    <a:pt x="231647" y="29268"/>
                  </a:lnTo>
                  <a:lnTo>
                    <a:pt x="248376" y="33686"/>
                  </a:lnTo>
                  <a:lnTo>
                    <a:pt x="263651" y="39662"/>
                  </a:lnTo>
                  <a:lnTo>
                    <a:pt x="263651" y="181673"/>
                  </a:lnTo>
                  <a:lnTo>
                    <a:pt x="289305" y="181673"/>
                  </a:lnTo>
                  <a:lnTo>
                    <a:pt x="289305" y="55016"/>
                  </a:lnTo>
                  <a:lnTo>
                    <a:pt x="309006" y="52596"/>
                  </a:lnTo>
                  <a:lnTo>
                    <a:pt x="391667" y="52596"/>
                  </a:lnTo>
                  <a:lnTo>
                    <a:pt x="391667" y="46062"/>
                  </a:lnTo>
                  <a:lnTo>
                    <a:pt x="385317" y="42214"/>
                  </a:lnTo>
                  <a:lnTo>
                    <a:pt x="369232" y="35504"/>
                  </a:lnTo>
                  <a:lnTo>
                    <a:pt x="351980" y="30710"/>
                  </a:lnTo>
                  <a:lnTo>
                    <a:pt x="335740" y="28143"/>
                  </a:lnTo>
                  <a:lnTo>
                    <a:pt x="289305" y="28143"/>
                  </a:lnTo>
                  <a:lnTo>
                    <a:pt x="289305" y="25590"/>
                  </a:lnTo>
                  <a:close/>
                </a:path>
                <a:path w="391795" h="207645">
                  <a:moveTo>
                    <a:pt x="391667" y="52596"/>
                  </a:moveTo>
                  <a:lnTo>
                    <a:pt x="309006" y="52596"/>
                  </a:lnTo>
                  <a:lnTo>
                    <a:pt x="329088" y="52935"/>
                  </a:lnTo>
                  <a:lnTo>
                    <a:pt x="348456" y="55914"/>
                  </a:lnTo>
                  <a:lnTo>
                    <a:pt x="366013" y="61417"/>
                  </a:lnTo>
                  <a:lnTo>
                    <a:pt x="366013" y="181673"/>
                  </a:lnTo>
                  <a:lnTo>
                    <a:pt x="391667" y="181673"/>
                  </a:lnTo>
                  <a:lnTo>
                    <a:pt x="391667" y="52596"/>
                  </a:lnTo>
                  <a:close/>
                </a:path>
                <a:path w="391795" h="207645">
                  <a:moveTo>
                    <a:pt x="195833" y="0"/>
                  </a:moveTo>
                  <a:lnTo>
                    <a:pt x="172007" y="1398"/>
                  </a:lnTo>
                  <a:lnTo>
                    <a:pt x="172234" y="1398"/>
                  </a:lnTo>
                  <a:lnTo>
                    <a:pt x="150066" y="5275"/>
                  </a:lnTo>
                  <a:lnTo>
                    <a:pt x="129236" y="11331"/>
                  </a:lnTo>
                  <a:lnTo>
                    <a:pt x="110108" y="19189"/>
                  </a:lnTo>
                  <a:lnTo>
                    <a:pt x="102361" y="23025"/>
                  </a:lnTo>
                  <a:lnTo>
                    <a:pt x="102361" y="28143"/>
                  </a:lnTo>
                  <a:lnTo>
                    <a:pt x="166587" y="28143"/>
                  </a:lnTo>
                  <a:lnTo>
                    <a:pt x="177564" y="26530"/>
                  </a:lnTo>
                  <a:lnTo>
                    <a:pt x="177305" y="26530"/>
                  </a:lnTo>
                  <a:lnTo>
                    <a:pt x="195833" y="25590"/>
                  </a:lnTo>
                  <a:lnTo>
                    <a:pt x="289305" y="25590"/>
                  </a:lnTo>
                  <a:lnTo>
                    <a:pt x="289305" y="23025"/>
                  </a:lnTo>
                  <a:lnTo>
                    <a:pt x="282828" y="20472"/>
                  </a:lnTo>
                  <a:lnTo>
                    <a:pt x="263324" y="11872"/>
                  </a:lnTo>
                  <a:lnTo>
                    <a:pt x="241760" y="5435"/>
                  </a:lnTo>
                  <a:lnTo>
                    <a:pt x="218981" y="1398"/>
                  </a:lnTo>
                  <a:lnTo>
                    <a:pt x="195833" y="0"/>
                  </a:lnTo>
                  <a:close/>
                </a:path>
                <a:path w="391795" h="207645">
                  <a:moveTo>
                    <a:pt x="315224" y="26893"/>
                  </a:moveTo>
                  <a:lnTo>
                    <a:pt x="308344" y="26893"/>
                  </a:lnTo>
                  <a:lnTo>
                    <a:pt x="302069" y="27031"/>
                  </a:lnTo>
                  <a:lnTo>
                    <a:pt x="295794" y="27408"/>
                  </a:lnTo>
                  <a:lnTo>
                    <a:pt x="289305" y="28143"/>
                  </a:lnTo>
                  <a:lnTo>
                    <a:pt x="335740" y="28143"/>
                  </a:lnTo>
                  <a:lnTo>
                    <a:pt x="333775" y="27832"/>
                  </a:lnTo>
                  <a:lnTo>
                    <a:pt x="315224" y="26893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5" name="object 115"/>
          <p:cNvSpPr txBox="1"/>
          <p:nvPr/>
        </p:nvSpPr>
        <p:spPr>
          <a:xfrm>
            <a:off x="9260585" y="5558434"/>
            <a:ext cx="2257425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7C7C7C"/>
                </a:solidFill>
                <a:latin typeface="Arial"/>
                <a:cs typeface="Arial"/>
              </a:rPr>
              <a:t>Gasoline</a:t>
            </a:r>
            <a:r>
              <a:rPr dirty="0" sz="1400" spc="-55">
                <a:solidFill>
                  <a:srgbClr val="7C7C7C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7C7C7C"/>
                </a:solidFill>
                <a:latin typeface="Arial"/>
                <a:cs typeface="Arial"/>
              </a:rPr>
              <a:t>engine</a:t>
            </a:r>
            <a:r>
              <a:rPr dirty="0" sz="1400" spc="-55">
                <a:solidFill>
                  <a:srgbClr val="7C7C7C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7C7C7C"/>
                </a:solidFill>
                <a:latin typeface="Arial"/>
                <a:cs typeface="Arial"/>
              </a:rPr>
              <a:t>surprisingly </a:t>
            </a:r>
            <a:r>
              <a:rPr dirty="0" sz="1400">
                <a:solidFill>
                  <a:srgbClr val="7C7C7C"/>
                </a:solidFill>
                <a:latin typeface="Arial"/>
                <a:cs typeface="Arial"/>
              </a:rPr>
              <a:t>more</a:t>
            </a:r>
            <a:r>
              <a:rPr dirty="0" sz="1400" spc="-40">
                <a:solidFill>
                  <a:srgbClr val="7C7C7C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7C7C7C"/>
                </a:solidFill>
                <a:latin typeface="Arial"/>
                <a:cs typeface="Arial"/>
              </a:rPr>
              <a:t>attractive</a:t>
            </a:r>
            <a:r>
              <a:rPr dirty="0" sz="1400" spc="-45">
                <a:solidFill>
                  <a:srgbClr val="7C7C7C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7C7C7C"/>
                </a:solidFill>
                <a:latin typeface="Arial"/>
                <a:cs typeface="Arial"/>
              </a:rPr>
              <a:t>for</a:t>
            </a:r>
            <a:r>
              <a:rPr dirty="0" sz="1400" spc="-35">
                <a:solidFill>
                  <a:srgbClr val="7C7C7C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7C7C7C"/>
                </a:solidFill>
                <a:latin typeface="Arial"/>
                <a:cs typeface="Arial"/>
              </a:rPr>
              <a:t>younger consumers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8584438" y="3505580"/>
            <a:ext cx="3169920" cy="8801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Arial"/>
                <a:cs typeface="Arial"/>
              </a:rPr>
              <a:t>Gasoline</a:t>
            </a:r>
            <a:r>
              <a:rPr dirty="0" sz="1400" spc="-7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is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most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popular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engine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 spc="-20" b="1">
                <a:latin typeface="Arial"/>
                <a:cs typeface="Arial"/>
              </a:rPr>
              <a:t>type </a:t>
            </a:r>
            <a:r>
              <a:rPr dirty="0" sz="1400">
                <a:latin typeface="Arial"/>
                <a:cs typeface="Arial"/>
              </a:rPr>
              <a:t>in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USA</a:t>
            </a:r>
            <a:r>
              <a:rPr dirty="0" sz="1400" spc="-7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and</a:t>
            </a:r>
            <a:r>
              <a:rPr dirty="0" sz="1400" spc="-5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Germany</a:t>
            </a:r>
            <a:r>
              <a:rPr dirty="0" sz="1400">
                <a:latin typeface="Arial"/>
                <a:cs typeface="Arial"/>
              </a:rPr>
              <a:t>,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followed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by </a:t>
            </a:r>
            <a:r>
              <a:rPr dirty="0" sz="1400">
                <a:latin typeface="Arial"/>
                <a:cs typeface="Arial"/>
              </a:rPr>
              <a:t>PHEV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engines,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which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are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slightly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more </a:t>
            </a:r>
            <a:r>
              <a:rPr dirty="0" sz="1400">
                <a:latin typeface="Arial"/>
                <a:cs typeface="Arial"/>
              </a:rPr>
              <a:t>popular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than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BEVs.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8584438" y="4572761"/>
            <a:ext cx="2996565" cy="880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Arial"/>
                <a:cs typeface="Arial"/>
              </a:rPr>
              <a:t>Chinese</a:t>
            </a:r>
            <a:r>
              <a:rPr dirty="0" sz="1400" spc="-7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consumers</a:t>
            </a:r>
            <a:r>
              <a:rPr dirty="0" sz="1400" spc="-50" b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exhibit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opposite </a:t>
            </a:r>
            <a:r>
              <a:rPr dirty="0" sz="1400">
                <a:latin typeface="Arial"/>
                <a:cs typeface="Arial"/>
              </a:rPr>
              <a:t>preferences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with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BEVs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being</a:t>
            </a:r>
            <a:r>
              <a:rPr dirty="0" sz="1400" spc="-50" b="1">
                <a:latin typeface="Arial"/>
                <a:cs typeface="Arial"/>
              </a:rPr>
              <a:t> </a:t>
            </a:r>
            <a:r>
              <a:rPr dirty="0" sz="1400" spc="-20" b="1">
                <a:latin typeface="Arial"/>
                <a:cs typeface="Arial"/>
              </a:rPr>
              <a:t>most </a:t>
            </a:r>
            <a:r>
              <a:rPr dirty="0" sz="1400" spc="-10" b="1">
                <a:latin typeface="Arial"/>
                <a:cs typeface="Arial"/>
              </a:rPr>
              <a:t>popular,</a:t>
            </a:r>
            <a:r>
              <a:rPr dirty="0" sz="1400" spc="-55" b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ahead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of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hybrid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and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ICE </a:t>
            </a:r>
            <a:r>
              <a:rPr dirty="0" sz="1400" spc="-10">
                <a:latin typeface="Arial"/>
                <a:cs typeface="Arial"/>
              </a:rPr>
              <a:t>engines.”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6341160"/>
            <a:ext cx="1062355" cy="3003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300"/>
              </a:lnSpc>
              <a:spcBef>
                <a:spcPts val="95"/>
              </a:spcBef>
            </a:pPr>
            <a:r>
              <a:rPr dirty="0" sz="750">
                <a:latin typeface="Arial"/>
                <a:cs typeface="Arial"/>
              </a:rPr>
              <a:t>Digital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Auto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Report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-20">
                <a:latin typeface="Arial"/>
                <a:cs typeface="Arial"/>
              </a:rPr>
              <a:t>2023</a:t>
            </a:r>
            <a:r>
              <a:rPr dirty="0" sz="750" spc="-10">
                <a:latin typeface="Arial"/>
                <a:cs typeface="Arial"/>
              </a:rPr>
              <a:t> Strategy&amp;</a:t>
            </a:r>
            <a:endParaRPr sz="7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0" y="4962144"/>
            <a:ext cx="3599815" cy="1262380"/>
          </a:xfrm>
          <a:prstGeom prst="rect">
            <a:avLst/>
          </a:prstGeom>
          <a:solidFill>
            <a:srgbClr val="F1F1F1"/>
          </a:solidFill>
        </p:spPr>
        <p:txBody>
          <a:bodyPr wrap="square" lIns="0" tIns="1016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800"/>
              </a:spcBef>
            </a:pPr>
            <a:endParaRPr sz="1400">
              <a:latin typeface="Times New Roman"/>
              <a:cs typeface="Times New Roman"/>
            </a:endParaRPr>
          </a:p>
          <a:p>
            <a:pPr marL="462280" marR="648970">
              <a:lnSpc>
                <a:spcPct val="100000"/>
              </a:lnSpc>
              <a:spcBef>
                <a:spcPts val="5"/>
              </a:spcBef>
            </a:pPr>
            <a:r>
              <a:rPr dirty="0" sz="1400" b="1" i="1">
                <a:solidFill>
                  <a:srgbClr val="A21F1F"/>
                </a:solidFill>
                <a:latin typeface="Arial"/>
                <a:cs typeface="Arial"/>
              </a:rPr>
              <a:t>Question:</a:t>
            </a:r>
            <a:r>
              <a:rPr dirty="0" sz="1400" spc="-65" b="1" i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“How</a:t>
            </a:r>
            <a:r>
              <a:rPr dirty="0" sz="1400" spc="-30" i="1">
                <a:latin typeface="Arial"/>
                <a:cs typeface="Arial"/>
              </a:rPr>
              <a:t> </a:t>
            </a:r>
            <a:r>
              <a:rPr dirty="0" sz="1400" spc="-10" i="1">
                <a:latin typeface="Arial"/>
                <a:cs typeface="Arial"/>
              </a:rPr>
              <a:t>comfortable</a:t>
            </a:r>
            <a:r>
              <a:rPr dirty="0" sz="1400" spc="-1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would</a:t>
            </a:r>
            <a:r>
              <a:rPr dirty="0" sz="1400" spc="-3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you</a:t>
            </a:r>
            <a:r>
              <a:rPr dirty="0" sz="1400" spc="-3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feel</a:t>
            </a:r>
            <a:r>
              <a:rPr dirty="0" sz="1400" spc="-3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using</a:t>
            </a:r>
            <a:r>
              <a:rPr dirty="0" sz="1400" spc="-35" i="1">
                <a:latin typeface="Arial"/>
                <a:cs typeface="Arial"/>
              </a:rPr>
              <a:t> </a:t>
            </a:r>
            <a:r>
              <a:rPr dirty="0" sz="1400" spc="-25" i="1">
                <a:latin typeface="Arial"/>
                <a:cs typeface="Arial"/>
              </a:rPr>
              <a:t>an </a:t>
            </a:r>
            <a:r>
              <a:rPr dirty="0" sz="1400" i="1">
                <a:latin typeface="Arial"/>
                <a:cs typeface="Arial"/>
              </a:rPr>
              <a:t>autonomous</a:t>
            </a:r>
            <a:r>
              <a:rPr dirty="0" sz="1400" spc="-4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vehicle</a:t>
            </a:r>
            <a:r>
              <a:rPr dirty="0" sz="1400" spc="-3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(Level</a:t>
            </a:r>
            <a:r>
              <a:rPr dirty="0" sz="1400" spc="-35" i="1">
                <a:latin typeface="Arial"/>
                <a:cs typeface="Arial"/>
              </a:rPr>
              <a:t> </a:t>
            </a:r>
            <a:r>
              <a:rPr dirty="0" sz="1400" spc="-20" i="1">
                <a:latin typeface="Arial"/>
                <a:cs typeface="Arial"/>
              </a:rPr>
              <a:t>4</a:t>
            </a:r>
            <a:r>
              <a:rPr dirty="0" baseline="24691" sz="1350" spc="-30" i="1">
                <a:latin typeface="Arial"/>
                <a:cs typeface="Arial"/>
              </a:rPr>
              <a:t>1)</a:t>
            </a:r>
            <a:r>
              <a:rPr dirty="0" sz="1400" spc="-20" i="1">
                <a:latin typeface="Arial"/>
                <a:cs typeface="Arial"/>
              </a:rPr>
              <a:t>)”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78354" y="6271971"/>
            <a:ext cx="8253730" cy="3695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3825" indent="-111125">
              <a:lnSpc>
                <a:spcPct val="100000"/>
              </a:lnSpc>
              <a:spcBef>
                <a:spcPts val="105"/>
              </a:spcBef>
              <a:buAutoNum type="arabicParenR"/>
              <a:tabLst>
                <a:tab pos="123825" algn="l"/>
              </a:tabLst>
            </a:pPr>
            <a:r>
              <a:rPr dirty="0" sz="750">
                <a:latin typeface="Arial"/>
                <a:cs typeface="Arial"/>
              </a:rPr>
              <a:t>There</a:t>
            </a:r>
            <a:r>
              <a:rPr dirty="0" sz="750" spc="-1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is</a:t>
            </a:r>
            <a:r>
              <a:rPr dirty="0" sz="750" spc="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still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steering</a:t>
            </a:r>
            <a:r>
              <a:rPr dirty="0" sz="750" spc="-2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wheel and</a:t>
            </a:r>
            <a:r>
              <a:rPr dirty="0" sz="750" spc="-1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pedals,</a:t>
            </a:r>
            <a:r>
              <a:rPr dirty="0" sz="750" spc="-3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but</a:t>
            </a:r>
            <a:r>
              <a:rPr dirty="0" sz="750" spc="-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no human</a:t>
            </a:r>
            <a:r>
              <a:rPr dirty="0" sz="750" spc="-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action</a:t>
            </a:r>
            <a:r>
              <a:rPr dirty="0" sz="750" spc="-2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or</a:t>
            </a:r>
            <a:r>
              <a:rPr dirty="0" sz="750" spc="-1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supervision</a:t>
            </a:r>
            <a:r>
              <a:rPr dirty="0" sz="750" spc="-3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is</a:t>
            </a:r>
            <a:r>
              <a:rPr dirty="0" sz="750" spc="-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required,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except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in</a:t>
            </a:r>
            <a:r>
              <a:rPr dirty="0" sz="750" spc="-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more</a:t>
            </a:r>
            <a:r>
              <a:rPr dirty="0" sz="750" spc="-1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complex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cases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such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as</a:t>
            </a:r>
            <a:r>
              <a:rPr dirty="0" sz="750" spc="-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inclement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weather</a:t>
            </a:r>
            <a:r>
              <a:rPr dirty="0" sz="750" spc="-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or an</a:t>
            </a:r>
            <a:r>
              <a:rPr dirty="0" sz="750" spc="-1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unusual</a:t>
            </a:r>
            <a:r>
              <a:rPr dirty="0" sz="750" spc="-4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environment</a:t>
            </a:r>
            <a:endParaRPr sz="750">
              <a:latin typeface="Arial"/>
              <a:cs typeface="Arial"/>
            </a:endParaRPr>
          </a:p>
          <a:p>
            <a:pPr marL="123825" indent="-111125">
              <a:lnSpc>
                <a:spcPct val="100000"/>
              </a:lnSpc>
              <a:buAutoNum type="arabicParenR"/>
              <a:tabLst>
                <a:tab pos="123825" algn="l"/>
              </a:tabLst>
            </a:pPr>
            <a:r>
              <a:rPr dirty="0" sz="750">
                <a:latin typeface="Arial"/>
                <a:cs typeface="Arial"/>
              </a:rPr>
              <a:t>Can</a:t>
            </a:r>
            <a:r>
              <a:rPr dirty="0" sz="750" spc="-1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operate</a:t>
            </a:r>
            <a:r>
              <a:rPr dirty="0" sz="750" spc="-3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fully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automatically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on</a:t>
            </a:r>
            <a:r>
              <a:rPr dirty="0" sz="750" spc="-1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any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road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and</a:t>
            </a:r>
            <a:r>
              <a:rPr dirty="0" sz="750" spc="-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under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any</a:t>
            </a:r>
            <a:r>
              <a:rPr dirty="0" sz="750" spc="-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conditions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that</a:t>
            </a:r>
            <a:r>
              <a:rPr dirty="0" sz="750" spc="-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 human</a:t>
            </a:r>
            <a:r>
              <a:rPr dirty="0" sz="750" spc="-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could</a:t>
            </a:r>
            <a:r>
              <a:rPr dirty="0" sz="750" spc="-2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negotiate.</a:t>
            </a:r>
            <a:r>
              <a:rPr dirty="0" sz="750" spc="-3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There is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no steering</a:t>
            </a:r>
            <a:r>
              <a:rPr dirty="0" sz="750" spc="-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wheel</a:t>
            </a:r>
            <a:r>
              <a:rPr dirty="0" sz="750" spc="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or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pedals.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All</a:t>
            </a:r>
            <a:r>
              <a:rPr dirty="0" sz="750" spc="-1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you have</a:t>
            </a:r>
            <a:r>
              <a:rPr dirty="0" sz="750" spc="-3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to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do</a:t>
            </a:r>
            <a:r>
              <a:rPr dirty="0" sz="750" spc="-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is</a:t>
            </a:r>
            <a:r>
              <a:rPr dirty="0" sz="750" spc="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specify</a:t>
            </a:r>
            <a:r>
              <a:rPr dirty="0" sz="750" spc="-3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 destination</a:t>
            </a:r>
            <a:r>
              <a:rPr dirty="0" sz="750" spc="-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to the</a:t>
            </a:r>
            <a:r>
              <a:rPr dirty="0" sz="750" spc="-10">
                <a:latin typeface="Arial"/>
                <a:cs typeface="Arial"/>
              </a:rPr>
              <a:t> vehicle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50">
                <a:latin typeface="Arial"/>
                <a:cs typeface="Arial"/>
              </a:rPr>
              <a:t>Source:</a:t>
            </a:r>
            <a:r>
              <a:rPr dirty="0" sz="750" spc="-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PwC</a:t>
            </a:r>
            <a:r>
              <a:rPr dirty="0" sz="750" spc="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Strategy&amp;</a:t>
            </a:r>
            <a:r>
              <a:rPr dirty="0" sz="750" spc="-2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consumer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research</a:t>
            </a:r>
            <a:endParaRPr sz="7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081004" y="56388"/>
            <a:ext cx="1045844" cy="1249680"/>
          </a:xfrm>
          <a:custGeom>
            <a:avLst/>
            <a:gdLst/>
            <a:ahLst/>
            <a:cxnLst/>
            <a:rect l="l" t="t" r="r" b="b"/>
            <a:pathLst>
              <a:path w="1045845" h="1249680">
                <a:moveTo>
                  <a:pt x="537092" y="243830"/>
                </a:moveTo>
                <a:lnTo>
                  <a:pt x="479542" y="243830"/>
                </a:lnTo>
                <a:lnTo>
                  <a:pt x="423535" y="247057"/>
                </a:lnTo>
                <a:lnTo>
                  <a:pt x="372160" y="253510"/>
                </a:lnTo>
                <a:lnTo>
                  <a:pt x="328504" y="263191"/>
                </a:lnTo>
                <a:lnTo>
                  <a:pt x="276727" y="293705"/>
                </a:lnTo>
                <a:lnTo>
                  <a:pt x="255061" y="334301"/>
                </a:lnTo>
                <a:lnTo>
                  <a:pt x="252348" y="355981"/>
                </a:lnTo>
                <a:lnTo>
                  <a:pt x="258815" y="1024509"/>
                </a:lnTo>
                <a:lnTo>
                  <a:pt x="258885" y="1031748"/>
                </a:lnTo>
                <a:lnTo>
                  <a:pt x="259000" y="1043644"/>
                </a:lnTo>
                <a:lnTo>
                  <a:pt x="259122" y="1056243"/>
                </a:lnTo>
                <a:lnTo>
                  <a:pt x="259220" y="1066353"/>
                </a:lnTo>
                <a:lnTo>
                  <a:pt x="259306" y="1075309"/>
                </a:lnTo>
                <a:lnTo>
                  <a:pt x="263312" y="1146974"/>
                </a:lnTo>
                <a:lnTo>
                  <a:pt x="289966" y="1205529"/>
                </a:lnTo>
                <a:lnTo>
                  <a:pt x="346761" y="1234356"/>
                </a:lnTo>
                <a:lnTo>
                  <a:pt x="392969" y="1243330"/>
                </a:lnTo>
                <a:lnTo>
                  <a:pt x="449988" y="1248207"/>
                </a:lnTo>
                <a:lnTo>
                  <a:pt x="519175" y="1249680"/>
                </a:lnTo>
                <a:lnTo>
                  <a:pt x="584176" y="1244022"/>
                </a:lnTo>
                <a:lnTo>
                  <a:pt x="639032" y="1236995"/>
                </a:lnTo>
                <a:lnTo>
                  <a:pt x="684410" y="1227230"/>
                </a:lnTo>
                <a:lnTo>
                  <a:pt x="720978" y="1213358"/>
                </a:lnTo>
                <a:lnTo>
                  <a:pt x="757062" y="1177972"/>
                </a:lnTo>
                <a:lnTo>
                  <a:pt x="771475" y="1104937"/>
                </a:lnTo>
                <a:lnTo>
                  <a:pt x="452346" y="1104937"/>
                </a:lnTo>
                <a:lnTo>
                  <a:pt x="402875" y="1097994"/>
                </a:lnTo>
                <a:lnTo>
                  <a:pt x="362882" y="1086979"/>
                </a:lnTo>
                <a:lnTo>
                  <a:pt x="316813" y="1067484"/>
                </a:lnTo>
                <a:lnTo>
                  <a:pt x="288416" y="1031748"/>
                </a:lnTo>
                <a:lnTo>
                  <a:pt x="717624" y="1031748"/>
                </a:lnTo>
                <a:lnTo>
                  <a:pt x="742695" y="1024509"/>
                </a:lnTo>
                <a:lnTo>
                  <a:pt x="770752" y="1024509"/>
                </a:lnTo>
                <a:lnTo>
                  <a:pt x="770471" y="995426"/>
                </a:lnTo>
                <a:lnTo>
                  <a:pt x="273938" y="995426"/>
                </a:lnTo>
                <a:lnTo>
                  <a:pt x="273938" y="828294"/>
                </a:lnTo>
                <a:lnTo>
                  <a:pt x="706627" y="828294"/>
                </a:lnTo>
                <a:lnTo>
                  <a:pt x="706627" y="821055"/>
                </a:lnTo>
                <a:lnTo>
                  <a:pt x="768784" y="821055"/>
                </a:lnTo>
                <a:lnTo>
                  <a:pt x="768643" y="806450"/>
                </a:lnTo>
                <a:lnTo>
                  <a:pt x="273938" y="806450"/>
                </a:lnTo>
                <a:lnTo>
                  <a:pt x="273938" y="639318"/>
                </a:lnTo>
                <a:lnTo>
                  <a:pt x="312467" y="639318"/>
                </a:lnTo>
                <a:lnTo>
                  <a:pt x="288416" y="602996"/>
                </a:lnTo>
                <a:lnTo>
                  <a:pt x="290998" y="586801"/>
                </a:lnTo>
                <a:lnTo>
                  <a:pt x="324484" y="544957"/>
                </a:lnTo>
                <a:lnTo>
                  <a:pt x="364118" y="534273"/>
                </a:lnTo>
                <a:lnTo>
                  <a:pt x="417513" y="527151"/>
                </a:lnTo>
                <a:lnTo>
                  <a:pt x="478989" y="523589"/>
                </a:lnTo>
                <a:lnTo>
                  <a:pt x="765907" y="523589"/>
                </a:lnTo>
                <a:lnTo>
                  <a:pt x="764399" y="367674"/>
                </a:lnTo>
                <a:lnTo>
                  <a:pt x="753443" y="307848"/>
                </a:lnTo>
                <a:lnTo>
                  <a:pt x="720978" y="276098"/>
                </a:lnTo>
                <a:lnTo>
                  <a:pt x="644474" y="253510"/>
                </a:lnTo>
                <a:lnTo>
                  <a:pt x="593099" y="247057"/>
                </a:lnTo>
                <a:lnTo>
                  <a:pt x="537092" y="243830"/>
                </a:lnTo>
                <a:close/>
              </a:path>
              <a:path w="1045845" h="1249680">
                <a:moveTo>
                  <a:pt x="770752" y="1024509"/>
                </a:moveTo>
                <a:lnTo>
                  <a:pt x="742695" y="1024509"/>
                </a:lnTo>
                <a:lnTo>
                  <a:pt x="735911" y="1037536"/>
                </a:lnTo>
                <a:lnTo>
                  <a:pt x="726424" y="1052623"/>
                </a:lnTo>
                <a:lnTo>
                  <a:pt x="668063" y="1085961"/>
                </a:lnTo>
                <a:lnTo>
                  <a:pt x="627284" y="1095279"/>
                </a:lnTo>
                <a:lnTo>
                  <a:pt x="575694" y="1101883"/>
                </a:lnTo>
                <a:lnTo>
                  <a:pt x="511936" y="1104392"/>
                </a:lnTo>
                <a:lnTo>
                  <a:pt x="452346" y="1104937"/>
                </a:lnTo>
                <a:lnTo>
                  <a:pt x="771475" y="1104937"/>
                </a:lnTo>
                <a:lnTo>
                  <a:pt x="771356" y="1086979"/>
                </a:lnTo>
                <a:lnTo>
                  <a:pt x="771243" y="1075309"/>
                </a:lnTo>
                <a:lnTo>
                  <a:pt x="771157" y="1066353"/>
                </a:lnTo>
                <a:lnTo>
                  <a:pt x="771059" y="1056243"/>
                </a:lnTo>
                <a:lnTo>
                  <a:pt x="770937" y="1043644"/>
                </a:lnTo>
                <a:lnTo>
                  <a:pt x="770822" y="1031748"/>
                </a:lnTo>
                <a:lnTo>
                  <a:pt x="770752" y="1024509"/>
                </a:lnTo>
                <a:close/>
              </a:path>
              <a:path w="1045845" h="1249680">
                <a:moveTo>
                  <a:pt x="717624" y="1031748"/>
                </a:moveTo>
                <a:lnTo>
                  <a:pt x="288416" y="1031748"/>
                </a:lnTo>
                <a:lnTo>
                  <a:pt x="329396" y="1042400"/>
                </a:lnTo>
                <a:lnTo>
                  <a:pt x="378507" y="1051718"/>
                </a:lnTo>
                <a:lnTo>
                  <a:pt x="439548" y="1058443"/>
                </a:lnTo>
                <a:lnTo>
                  <a:pt x="441988" y="1058443"/>
                </a:lnTo>
                <a:lnTo>
                  <a:pt x="511936" y="1060831"/>
                </a:lnTo>
                <a:lnTo>
                  <a:pt x="575364" y="1058443"/>
                </a:lnTo>
                <a:lnTo>
                  <a:pt x="628423" y="1052215"/>
                </a:lnTo>
                <a:lnTo>
                  <a:pt x="672354" y="1043644"/>
                </a:lnTo>
                <a:lnTo>
                  <a:pt x="710357" y="1033846"/>
                </a:lnTo>
                <a:lnTo>
                  <a:pt x="717624" y="1031748"/>
                </a:lnTo>
                <a:close/>
              </a:path>
              <a:path w="1045845" h="1249680">
                <a:moveTo>
                  <a:pt x="706627" y="828294"/>
                </a:moveTo>
                <a:lnTo>
                  <a:pt x="324484" y="828294"/>
                </a:lnTo>
                <a:lnTo>
                  <a:pt x="324484" y="973582"/>
                </a:lnTo>
                <a:lnTo>
                  <a:pt x="288416" y="995426"/>
                </a:lnTo>
                <a:lnTo>
                  <a:pt x="742695" y="995426"/>
                </a:lnTo>
                <a:lnTo>
                  <a:pt x="742695" y="988060"/>
                </a:lnTo>
                <a:lnTo>
                  <a:pt x="737060" y="985684"/>
                </a:lnTo>
                <a:lnTo>
                  <a:pt x="724661" y="979916"/>
                </a:lnTo>
                <a:lnTo>
                  <a:pt x="712263" y="972790"/>
                </a:lnTo>
                <a:lnTo>
                  <a:pt x="706627" y="966343"/>
                </a:lnTo>
                <a:lnTo>
                  <a:pt x="706627" y="828294"/>
                </a:lnTo>
                <a:close/>
              </a:path>
              <a:path w="1045845" h="1249680">
                <a:moveTo>
                  <a:pt x="768784" y="821055"/>
                </a:moveTo>
                <a:lnTo>
                  <a:pt x="749807" y="821055"/>
                </a:lnTo>
                <a:lnTo>
                  <a:pt x="749807" y="988060"/>
                </a:lnTo>
                <a:lnTo>
                  <a:pt x="742695" y="995426"/>
                </a:lnTo>
                <a:lnTo>
                  <a:pt x="770471" y="995426"/>
                </a:lnTo>
                <a:lnTo>
                  <a:pt x="768854" y="828294"/>
                </a:lnTo>
                <a:lnTo>
                  <a:pt x="768784" y="821055"/>
                </a:lnTo>
                <a:close/>
              </a:path>
              <a:path w="1045845" h="1249680">
                <a:moveTo>
                  <a:pt x="312467" y="639318"/>
                </a:moveTo>
                <a:lnTo>
                  <a:pt x="281177" y="639318"/>
                </a:lnTo>
                <a:lnTo>
                  <a:pt x="288416" y="646684"/>
                </a:lnTo>
                <a:lnTo>
                  <a:pt x="317245" y="690245"/>
                </a:lnTo>
                <a:lnTo>
                  <a:pt x="324371" y="804634"/>
                </a:lnTo>
                <a:lnTo>
                  <a:pt x="324484" y="806450"/>
                </a:lnTo>
                <a:lnTo>
                  <a:pt x="706627" y="806450"/>
                </a:lnTo>
                <a:lnTo>
                  <a:pt x="706627" y="799211"/>
                </a:lnTo>
                <a:lnTo>
                  <a:pt x="699502" y="691947"/>
                </a:lnTo>
                <a:lnTo>
                  <a:pt x="699388" y="683006"/>
                </a:lnTo>
                <a:lnTo>
                  <a:pt x="706627" y="683006"/>
                </a:lnTo>
                <a:lnTo>
                  <a:pt x="716265" y="668401"/>
                </a:lnTo>
                <a:lnTo>
                  <a:pt x="331723" y="668401"/>
                </a:lnTo>
                <a:lnTo>
                  <a:pt x="312467" y="639318"/>
                </a:lnTo>
                <a:close/>
              </a:path>
              <a:path w="1045845" h="1249680">
                <a:moveTo>
                  <a:pt x="766956" y="632079"/>
                </a:moveTo>
                <a:lnTo>
                  <a:pt x="749807" y="632079"/>
                </a:lnTo>
                <a:lnTo>
                  <a:pt x="749807" y="806450"/>
                </a:lnTo>
                <a:lnTo>
                  <a:pt x="768643" y="806450"/>
                </a:lnTo>
                <a:lnTo>
                  <a:pt x="767097" y="646684"/>
                </a:lnTo>
                <a:lnTo>
                  <a:pt x="767026" y="639318"/>
                </a:lnTo>
                <a:lnTo>
                  <a:pt x="766956" y="632079"/>
                </a:lnTo>
                <a:close/>
              </a:path>
              <a:path w="1045845" h="1249680">
                <a:moveTo>
                  <a:pt x="765907" y="523589"/>
                </a:moveTo>
                <a:lnTo>
                  <a:pt x="542870" y="523589"/>
                </a:lnTo>
                <a:lnTo>
                  <a:pt x="603475" y="527151"/>
                </a:lnTo>
                <a:lnTo>
                  <a:pt x="655128" y="534273"/>
                </a:lnTo>
                <a:lnTo>
                  <a:pt x="692149" y="544957"/>
                </a:lnTo>
                <a:lnTo>
                  <a:pt x="724614" y="567642"/>
                </a:lnTo>
                <a:lnTo>
                  <a:pt x="735456" y="595757"/>
                </a:lnTo>
                <a:lnTo>
                  <a:pt x="684910" y="668401"/>
                </a:lnTo>
                <a:lnTo>
                  <a:pt x="716265" y="668401"/>
                </a:lnTo>
                <a:lnTo>
                  <a:pt x="735456" y="639318"/>
                </a:lnTo>
                <a:lnTo>
                  <a:pt x="742695" y="632079"/>
                </a:lnTo>
                <a:lnTo>
                  <a:pt x="766956" y="632079"/>
                </a:lnTo>
                <a:lnTo>
                  <a:pt x="766675" y="602996"/>
                </a:lnTo>
                <a:lnTo>
                  <a:pt x="766605" y="595757"/>
                </a:lnTo>
                <a:lnTo>
                  <a:pt x="766518" y="586801"/>
                </a:lnTo>
                <a:lnTo>
                  <a:pt x="766459" y="580693"/>
                </a:lnTo>
                <a:lnTo>
                  <a:pt x="766333" y="567642"/>
                </a:lnTo>
                <a:lnTo>
                  <a:pt x="766220" y="555948"/>
                </a:lnTo>
                <a:lnTo>
                  <a:pt x="766113" y="544957"/>
                </a:lnTo>
                <a:lnTo>
                  <a:pt x="766010" y="534273"/>
                </a:lnTo>
                <a:lnTo>
                  <a:pt x="765907" y="523589"/>
                </a:lnTo>
                <a:close/>
              </a:path>
              <a:path w="1045845" h="1249680">
                <a:moveTo>
                  <a:pt x="0" y="326898"/>
                </a:moveTo>
                <a:lnTo>
                  <a:pt x="0" y="1118870"/>
                </a:lnTo>
                <a:lnTo>
                  <a:pt x="158622" y="726567"/>
                </a:lnTo>
                <a:lnTo>
                  <a:pt x="0" y="326898"/>
                </a:lnTo>
                <a:close/>
              </a:path>
              <a:path w="1045845" h="1249680">
                <a:moveTo>
                  <a:pt x="1045463" y="326898"/>
                </a:moveTo>
                <a:lnTo>
                  <a:pt x="886840" y="726567"/>
                </a:lnTo>
                <a:lnTo>
                  <a:pt x="1045463" y="1118870"/>
                </a:lnTo>
                <a:lnTo>
                  <a:pt x="1045463" y="326898"/>
                </a:lnTo>
                <a:close/>
              </a:path>
              <a:path w="1045845" h="1249680">
                <a:moveTo>
                  <a:pt x="908430" y="0"/>
                </a:moveTo>
                <a:lnTo>
                  <a:pt x="115315" y="0"/>
                </a:lnTo>
                <a:lnTo>
                  <a:pt x="511936" y="159893"/>
                </a:lnTo>
                <a:lnTo>
                  <a:pt x="90843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30174" y="80518"/>
            <a:ext cx="18929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"/>
                <a:cs typeface="Arial"/>
              </a:rPr>
              <a:t>Consumer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–</a:t>
            </a:r>
            <a:r>
              <a:rPr dirty="0" sz="1400" spc="-9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Automated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593835" y="4962144"/>
            <a:ext cx="3599815" cy="1262380"/>
          </a:xfrm>
          <a:prstGeom prst="rect">
            <a:avLst/>
          </a:prstGeom>
          <a:solidFill>
            <a:srgbClr val="F1F1F1"/>
          </a:solidFill>
        </p:spPr>
        <p:txBody>
          <a:bodyPr wrap="square" lIns="0" tIns="1016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800"/>
              </a:spcBef>
            </a:pPr>
            <a:endParaRPr sz="1400">
              <a:latin typeface="Times New Roman"/>
              <a:cs typeface="Times New Roman"/>
            </a:endParaRPr>
          </a:p>
          <a:p>
            <a:pPr marL="212090" marR="899160">
              <a:lnSpc>
                <a:spcPct val="100000"/>
              </a:lnSpc>
              <a:spcBef>
                <a:spcPts val="5"/>
              </a:spcBef>
            </a:pPr>
            <a:r>
              <a:rPr dirty="0" sz="1400" b="1" i="1">
                <a:solidFill>
                  <a:srgbClr val="A21F1F"/>
                </a:solidFill>
                <a:latin typeface="Arial"/>
                <a:cs typeface="Arial"/>
              </a:rPr>
              <a:t>Question:</a:t>
            </a:r>
            <a:r>
              <a:rPr dirty="0" sz="1400" spc="-70" b="1" i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“How</a:t>
            </a:r>
            <a:r>
              <a:rPr dirty="0" sz="1400" spc="-40" i="1">
                <a:latin typeface="Arial"/>
                <a:cs typeface="Arial"/>
              </a:rPr>
              <a:t> </a:t>
            </a:r>
            <a:r>
              <a:rPr dirty="0" sz="1400" spc="-10" i="1">
                <a:latin typeface="Arial"/>
                <a:cs typeface="Arial"/>
              </a:rPr>
              <a:t>comfortable</a:t>
            </a:r>
            <a:r>
              <a:rPr dirty="0" sz="1400" spc="-1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would</a:t>
            </a:r>
            <a:r>
              <a:rPr dirty="0" sz="1400" spc="-4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you</a:t>
            </a:r>
            <a:r>
              <a:rPr dirty="0" sz="1400" spc="-3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feel</a:t>
            </a:r>
            <a:r>
              <a:rPr dirty="0" sz="1400" spc="-4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using</a:t>
            </a:r>
            <a:r>
              <a:rPr dirty="0" sz="1400" spc="-4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a</a:t>
            </a:r>
            <a:r>
              <a:rPr dirty="0" sz="1400" spc="-20" i="1">
                <a:latin typeface="Arial"/>
                <a:cs typeface="Arial"/>
              </a:rPr>
              <a:t> </a:t>
            </a:r>
            <a:r>
              <a:rPr dirty="0" sz="1400" spc="-10" i="1">
                <a:latin typeface="Arial"/>
                <a:cs typeface="Arial"/>
              </a:rPr>
              <a:t>fully </a:t>
            </a:r>
            <a:r>
              <a:rPr dirty="0" sz="1400" i="1">
                <a:latin typeface="Arial"/>
                <a:cs typeface="Arial"/>
              </a:rPr>
              <a:t>autonomous</a:t>
            </a:r>
            <a:r>
              <a:rPr dirty="0" sz="1400" spc="-5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vehicle</a:t>
            </a:r>
            <a:r>
              <a:rPr dirty="0" sz="1400" spc="-4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(Level</a:t>
            </a:r>
            <a:r>
              <a:rPr dirty="0" sz="1400" spc="-40" i="1">
                <a:latin typeface="Arial"/>
                <a:cs typeface="Arial"/>
              </a:rPr>
              <a:t> </a:t>
            </a:r>
            <a:r>
              <a:rPr dirty="0" sz="1400" spc="-20" i="1">
                <a:latin typeface="Arial"/>
                <a:cs typeface="Arial"/>
              </a:rPr>
              <a:t>5</a:t>
            </a:r>
            <a:r>
              <a:rPr dirty="0" baseline="24691" sz="1350" spc="-30" i="1">
                <a:latin typeface="Arial"/>
                <a:cs typeface="Arial"/>
              </a:rPr>
              <a:t>2)</a:t>
            </a:r>
            <a:r>
              <a:rPr dirty="0" sz="1400" spc="-20" i="1">
                <a:latin typeface="Arial"/>
                <a:cs typeface="Arial"/>
              </a:rPr>
              <a:t>)”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38721" y="2546413"/>
            <a:ext cx="3933825" cy="2256155"/>
            <a:chOff x="438721" y="2546413"/>
            <a:chExt cx="3933825" cy="2256155"/>
          </a:xfrm>
        </p:grpSpPr>
        <p:sp>
          <p:nvSpPr>
            <p:cNvPr id="9" name="object 9"/>
            <p:cNvSpPr/>
            <p:nvPr/>
          </p:nvSpPr>
          <p:spPr>
            <a:xfrm>
              <a:off x="3349751" y="4718304"/>
              <a:ext cx="727075" cy="79375"/>
            </a:xfrm>
            <a:custGeom>
              <a:avLst/>
              <a:gdLst/>
              <a:ahLst/>
              <a:cxnLst/>
              <a:rect l="l" t="t" r="r" b="b"/>
              <a:pathLst>
                <a:path w="727075" h="79375">
                  <a:moveTo>
                    <a:pt x="726947" y="0"/>
                  </a:moveTo>
                  <a:lnTo>
                    <a:pt x="0" y="0"/>
                  </a:lnTo>
                  <a:lnTo>
                    <a:pt x="0" y="79248"/>
                  </a:lnTo>
                  <a:lnTo>
                    <a:pt x="726947" y="79248"/>
                  </a:lnTo>
                  <a:lnTo>
                    <a:pt x="726947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349751" y="4477511"/>
              <a:ext cx="727075" cy="241300"/>
            </a:xfrm>
            <a:custGeom>
              <a:avLst/>
              <a:gdLst/>
              <a:ahLst/>
              <a:cxnLst/>
              <a:rect l="l" t="t" r="r" b="b"/>
              <a:pathLst>
                <a:path w="727075" h="241300">
                  <a:moveTo>
                    <a:pt x="726947" y="0"/>
                  </a:moveTo>
                  <a:lnTo>
                    <a:pt x="0" y="0"/>
                  </a:lnTo>
                  <a:lnTo>
                    <a:pt x="0" y="240791"/>
                  </a:lnTo>
                  <a:lnTo>
                    <a:pt x="726947" y="240791"/>
                  </a:lnTo>
                  <a:lnTo>
                    <a:pt x="726947" y="0"/>
                  </a:lnTo>
                  <a:close/>
                </a:path>
              </a:pathLst>
            </a:custGeom>
            <a:solidFill>
              <a:srgbClr val="7C7C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349751" y="4477511"/>
              <a:ext cx="727075" cy="241300"/>
            </a:xfrm>
            <a:custGeom>
              <a:avLst/>
              <a:gdLst/>
              <a:ahLst/>
              <a:cxnLst/>
              <a:rect l="l" t="t" r="r" b="b"/>
              <a:pathLst>
                <a:path w="727075" h="241300">
                  <a:moveTo>
                    <a:pt x="0" y="0"/>
                  </a:moveTo>
                  <a:lnTo>
                    <a:pt x="726947" y="0"/>
                  </a:lnTo>
                  <a:lnTo>
                    <a:pt x="726947" y="240791"/>
                  </a:lnTo>
                  <a:lnTo>
                    <a:pt x="0" y="2407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349751" y="3614928"/>
              <a:ext cx="727075" cy="862965"/>
            </a:xfrm>
            <a:custGeom>
              <a:avLst/>
              <a:gdLst/>
              <a:ahLst/>
              <a:cxnLst/>
              <a:rect l="l" t="t" r="r" b="b"/>
              <a:pathLst>
                <a:path w="727075" h="862964">
                  <a:moveTo>
                    <a:pt x="726947" y="0"/>
                  </a:moveTo>
                  <a:lnTo>
                    <a:pt x="0" y="0"/>
                  </a:lnTo>
                  <a:lnTo>
                    <a:pt x="0" y="862584"/>
                  </a:lnTo>
                  <a:lnTo>
                    <a:pt x="726947" y="862584"/>
                  </a:lnTo>
                  <a:lnTo>
                    <a:pt x="726947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349751" y="3614928"/>
              <a:ext cx="727075" cy="862965"/>
            </a:xfrm>
            <a:custGeom>
              <a:avLst/>
              <a:gdLst/>
              <a:ahLst/>
              <a:cxnLst/>
              <a:rect l="l" t="t" r="r" b="b"/>
              <a:pathLst>
                <a:path w="727075" h="862964">
                  <a:moveTo>
                    <a:pt x="0" y="0"/>
                  </a:moveTo>
                  <a:lnTo>
                    <a:pt x="726947" y="0"/>
                  </a:lnTo>
                  <a:lnTo>
                    <a:pt x="726947" y="862584"/>
                  </a:lnTo>
                  <a:lnTo>
                    <a:pt x="0" y="86258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349751" y="2551176"/>
              <a:ext cx="727075" cy="1064260"/>
            </a:xfrm>
            <a:custGeom>
              <a:avLst/>
              <a:gdLst/>
              <a:ahLst/>
              <a:cxnLst/>
              <a:rect l="l" t="t" r="r" b="b"/>
              <a:pathLst>
                <a:path w="727075" h="1064260">
                  <a:moveTo>
                    <a:pt x="726947" y="0"/>
                  </a:moveTo>
                  <a:lnTo>
                    <a:pt x="0" y="0"/>
                  </a:lnTo>
                  <a:lnTo>
                    <a:pt x="0" y="1063752"/>
                  </a:lnTo>
                  <a:lnTo>
                    <a:pt x="726947" y="1063752"/>
                  </a:lnTo>
                  <a:lnTo>
                    <a:pt x="726947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349751" y="2551176"/>
              <a:ext cx="727075" cy="1064260"/>
            </a:xfrm>
            <a:custGeom>
              <a:avLst/>
              <a:gdLst/>
              <a:ahLst/>
              <a:cxnLst/>
              <a:rect l="l" t="t" r="r" b="b"/>
              <a:pathLst>
                <a:path w="727075" h="1064260">
                  <a:moveTo>
                    <a:pt x="0" y="0"/>
                  </a:moveTo>
                  <a:lnTo>
                    <a:pt x="726947" y="0"/>
                  </a:lnTo>
                  <a:lnTo>
                    <a:pt x="726947" y="1063752"/>
                  </a:lnTo>
                  <a:lnTo>
                    <a:pt x="0" y="106375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43483" y="4797552"/>
              <a:ext cx="3924300" cy="0"/>
            </a:xfrm>
            <a:custGeom>
              <a:avLst/>
              <a:gdLst/>
              <a:ahLst/>
              <a:cxnLst/>
              <a:rect l="l" t="t" r="r" b="b"/>
              <a:pathLst>
                <a:path w="3924300" h="0">
                  <a:moveTo>
                    <a:pt x="0" y="0"/>
                  </a:moveTo>
                  <a:lnTo>
                    <a:pt x="3134867" y="0"/>
                  </a:lnTo>
                </a:path>
                <a:path w="3924300" h="0">
                  <a:moveTo>
                    <a:pt x="3404616" y="0"/>
                  </a:moveTo>
                  <a:lnTo>
                    <a:pt x="39243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/>
          <p:cNvGrpSpPr/>
          <p:nvPr/>
        </p:nvGrpSpPr>
        <p:grpSpPr>
          <a:xfrm>
            <a:off x="728281" y="2546413"/>
            <a:ext cx="736600" cy="1139190"/>
            <a:chOff x="728281" y="2546413"/>
            <a:chExt cx="736600" cy="1139190"/>
          </a:xfrm>
        </p:grpSpPr>
        <p:sp>
          <p:nvSpPr>
            <p:cNvPr id="18" name="object 18"/>
            <p:cNvSpPr/>
            <p:nvPr/>
          </p:nvSpPr>
          <p:spPr>
            <a:xfrm>
              <a:off x="733044" y="3140964"/>
              <a:ext cx="727075" cy="539750"/>
            </a:xfrm>
            <a:custGeom>
              <a:avLst/>
              <a:gdLst/>
              <a:ahLst/>
              <a:cxnLst/>
              <a:rect l="l" t="t" r="r" b="b"/>
              <a:pathLst>
                <a:path w="727075" h="539750">
                  <a:moveTo>
                    <a:pt x="726948" y="0"/>
                  </a:moveTo>
                  <a:lnTo>
                    <a:pt x="0" y="0"/>
                  </a:lnTo>
                  <a:lnTo>
                    <a:pt x="0" y="539496"/>
                  </a:lnTo>
                  <a:lnTo>
                    <a:pt x="726948" y="539496"/>
                  </a:lnTo>
                  <a:lnTo>
                    <a:pt x="726948" y="0"/>
                  </a:lnTo>
                  <a:close/>
                </a:path>
              </a:pathLst>
            </a:custGeom>
            <a:solidFill>
              <a:srgbClr val="7C7C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733044" y="3140964"/>
              <a:ext cx="727075" cy="539750"/>
            </a:xfrm>
            <a:custGeom>
              <a:avLst/>
              <a:gdLst/>
              <a:ahLst/>
              <a:cxnLst/>
              <a:rect l="l" t="t" r="r" b="b"/>
              <a:pathLst>
                <a:path w="727075" h="539750">
                  <a:moveTo>
                    <a:pt x="0" y="0"/>
                  </a:moveTo>
                  <a:lnTo>
                    <a:pt x="726948" y="0"/>
                  </a:lnTo>
                  <a:lnTo>
                    <a:pt x="726948" y="539496"/>
                  </a:lnTo>
                  <a:lnTo>
                    <a:pt x="0" y="539496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733044" y="2763012"/>
              <a:ext cx="727075" cy="378460"/>
            </a:xfrm>
            <a:custGeom>
              <a:avLst/>
              <a:gdLst/>
              <a:ahLst/>
              <a:cxnLst/>
              <a:rect l="l" t="t" r="r" b="b"/>
              <a:pathLst>
                <a:path w="727075" h="378460">
                  <a:moveTo>
                    <a:pt x="726948" y="0"/>
                  </a:moveTo>
                  <a:lnTo>
                    <a:pt x="0" y="0"/>
                  </a:lnTo>
                  <a:lnTo>
                    <a:pt x="0" y="377952"/>
                  </a:lnTo>
                  <a:lnTo>
                    <a:pt x="726948" y="377952"/>
                  </a:lnTo>
                  <a:lnTo>
                    <a:pt x="726948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733044" y="2763012"/>
              <a:ext cx="727075" cy="378460"/>
            </a:xfrm>
            <a:custGeom>
              <a:avLst/>
              <a:gdLst/>
              <a:ahLst/>
              <a:cxnLst/>
              <a:rect l="l" t="t" r="r" b="b"/>
              <a:pathLst>
                <a:path w="727075" h="378460">
                  <a:moveTo>
                    <a:pt x="0" y="0"/>
                  </a:moveTo>
                  <a:lnTo>
                    <a:pt x="726948" y="0"/>
                  </a:lnTo>
                  <a:lnTo>
                    <a:pt x="726948" y="377952"/>
                  </a:lnTo>
                  <a:lnTo>
                    <a:pt x="0" y="37795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733044" y="2551176"/>
              <a:ext cx="727075" cy="212090"/>
            </a:xfrm>
            <a:custGeom>
              <a:avLst/>
              <a:gdLst/>
              <a:ahLst/>
              <a:cxnLst/>
              <a:rect l="l" t="t" r="r" b="b"/>
              <a:pathLst>
                <a:path w="727075" h="212089">
                  <a:moveTo>
                    <a:pt x="726948" y="0"/>
                  </a:moveTo>
                  <a:lnTo>
                    <a:pt x="0" y="0"/>
                  </a:lnTo>
                  <a:lnTo>
                    <a:pt x="0" y="211836"/>
                  </a:lnTo>
                  <a:lnTo>
                    <a:pt x="726948" y="211836"/>
                  </a:lnTo>
                  <a:lnTo>
                    <a:pt x="726948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733044" y="2551176"/>
              <a:ext cx="727075" cy="212090"/>
            </a:xfrm>
            <a:custGeom>
              <a:avLst/>
              <a:gdLst/>
              <a:ahLst/>
              <a:cxnLst/>
              <a:rect l="l" t="t" r="r" b="b"/>
              <a:pathLst>
                <a:path w="727075" h="212089">
                  <a:moveTo>
                    <a:pt x="0" y="0"/>
                  </a:moveTo>
                  <a:lnTo>
                    <a:pt x="726948" y="0"/>
                  </a:lnTo>
                  <a:lnTo>
                    <a:pt x="726948" y="211836"/>
                  </a:lnTo>
                  <a:lnTo>
                    <a:pt x="0" y="211836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" name="object 24"/>
          <p:cNvGrpSpPr/>
          <p:nvPr/>
        </p:nvGrpSpPr>
        <p:grpSpPr>
          <a:xfrm>
            <a:off x="2037397" y="2546413"/>
            <a:ext cx="736600" cy="1291590"/>
            <a:chOff x="2037397" y="2546413"/>
            <a:chExt cx="736600" cy="1291590"/>
          </a:xfrm>
        </p:grpSpPr>
        <p:sp>
          <p:nvSpPr>
            <p:cNvPr id="25" name="object 25"/>
            <p:cNvSpPr/>
            <p:nvPr/>
          </p:nvSpPr>
          <p:spPr>
            <a:xfrm>
              <a:off x="2042160" y="3415284"/>
              <a:ext cx="727075" cy="417830"/>
            </a:xfrm>
            <a:custGeom>
              <a:avLst/>
              <a:gdLst/>
              <a:ahLst/>
              <a:cxnLst/>
              <a:rect l="l" t="t" r="r" b="b"/>
              <a:pathLst>
                <a:path w="727075" h="417829">
                  <a:moveTo>
                    <a:pt x="726947" y="0"/>
                  </a:moveTo>
                  <a:lnTo>
                    <a:pt x="0" y="0"/>
                  </a:lnTo>
                  <a:lnTo>
                    <a:pt x="0" y="417575"/>
                  </a:lnTo>
                  <a:lnTo>
                    <a:pt x="726947" y="417575"/>
                  </a:lnTo>
                  <a:lnTo>
                    <a:pt x="726947" y="0"/>
                  </a:lnTo>
                  <a:close/>
                </a:path>
              </a:pathLst>
            </a:custGeom>
            <a:solidFill>
              <a:srgbClr val="7C7C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042160" y="3415284"/>
              <a:ext cx="727075" cy="417830"/>
            </a:xfrm>
            <a:custGeom>
              <a:avLst/>
              <a:gdLst/>
              <a:ahLst/>
              <a:cxnLst/>
              <a:rect l="l" t="t" r="r" b="b"/>
              <a:pathLst>
                <a:path w="727075" h="417829">
                  <a:moveTo>
                    <a:pt x="0" y="0"/>
                  </a:moveTo>
                  <a:lnTo>
                    <a:pt x="726947" y="0"/>
                  </a:lnTo>
                  <a:lnTo>
                    <a:pt x="726947" y="417575"/>
                  </a:lnTo>
                  <a:lnTo>
                    <a:pt x="0" y="41757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042160" y="2901696"/>
              <a:ext cx="727075" cy="513715"/>
            </a:xfrm>
            <a:custGeom>
              <a:avLst/>
              <a:gdLst/>
              <a:ahLst/>
              <a:cxnLst/>
              <a:rect l="l" t="t" r="r" b="b"/>
              <a:pathLst>
                <a:path w="727075" h="513714">
                  <a:moveTo>
                    <a:pt x="726947" y="0"/>
                  </a:moveTo>
                  <a:lnTo>
                    <a:pt x="0" y="0"/>
                  </a:lnTo>
                  <a:lnTo>
                    <a:pt x="0" y="513587"/>
                  </a:lnTo>
                  <a:lnTo>
                    <a:pt x="726947" y="513587"/>
                  </a:lnTo>
                  <a:lnTo>
                    <a:pt x="726947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042160" y="2901696"/>
              <a:ext cx="727075" cy="513715"/>
            </a:xfrm>
            <a:custGeom>
              <a:avLst/>
              <a:gdLst/>
              <a:ahLst/>
              <a:cxnLst/>
              <a:rect l="l" t="t" r="r" b="b"/>
              <a:pathLst>
                <a:path w="727075" h="513714">
                  <a:moveTo>
                    <a:pt x="0" y="0"/>
                  </a:moveTo>
                  <a:lnTo>
                    <a:pt x="726947" y="0"/>
                  </a:lnTo>
                  <a:lnTo>
                    <a:pt x="726947" y="513587"/>
                  </a:lnTo>
                  <a:lnTo>
                    <a:pt x="0" y="51358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042160" y="2551176"/>
              <a:ext cx="727075" cy="350520"/>
            </a:xfrm>
            <a:custGeom>
              <a:avLst/>
              <a:gdLst/>
              <a:ahLst/>
              <a:cxnLst/>
              <a:rect l="l" t="t" r="r" b="b"/>
              <a:pathLst>
                <a:path w="727075" h="350519">
                  <a:moveTo>
                    <a:pt x="726947" y="0"/>
                  </a:moveTo>
                  <a:lnTo>
                    <a:pt x="0" y="0"/>
                  </a:lnTo>
                  <a:lnTo>
                    <a:pt x="0" y="350520"/>
                  </a:lnTo>
                  <a:lnTo>
                    <a:pt x="726947" y="350520"/>
                  </a:lnTo>
                  <a:lnTo>
                    <a:pt x="726947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042160" y="2551176"/>
              <a:ext cx="727075" cy="350520"/>
            </a:xfrm>
            <a:custGeom>
              <a:avLst/>
              <a:gdLst/>
              <a:ahLst/>
              <a:cxnLst/>
              <a:rect l="l" t="t" r="r" b="b"/>
              <a:pathLst>
                <a:path w="727075" h="350519">
                  <a:moveTo>
                    <a:pt x="0" y="0"/>
                  </a:moveTo>
                  <a:lnTo>
                    <a:pt x="726947" y="0"/>
                  </a:lnTo>
                  <a:lnTo>
                    <a:pt x="726947" y="350520"/>
                  </a:lnTo>
                  <a:lnTo>
                    <a:pt x="0" y="35052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733044" y="3680459"/>
            <a:ext cx="727075" cy="1117600"/>
          </a:xfrm>
          <a:prstGeom prst="rect">
            <a:avLst/>
          </a:prstGeom>
          <a:solidFill>
            <a:srgbClr val="DEDEDE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44"/>
              </a:spcBef>
            </a:pPr>
            <a:endParaRPr sz="1200">
              <a:latin typeface="Times New Roman"/>
              <a:cs typeface="Times New Roman"/>
            </a:endParaRPr>
          </a:p>
          <a:p>
            <a:pPr marL="211454">
              <a:lnSpc>
                <a:spcPct val="100000"/>
              </a:lnSpc>
            </a:pPr>
            <a:r>
              <a:rPr dirty="0" sz="1200" spc="-25">
                <a:latin typeface="Arial"/>
                <a:cs typeface="Arial"/>
              </a:rPr>
              <a:t>50%</a:t>
            </a:r>
            <a:endParaRPr sz="12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042160" y="3832859"/>
            <a:ext cx="727075" cy="965200"/>
          </a:xfrm>
          <a:prstGeom prst="rect">
            <a:avLst/>
          </a:prstGeom>
          <a:solidFill>
            <a:srgbClr val="DEDEDE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1200">
              <a:latin typeface="Times New Roman"/>
              <a:cs typeface="Times New Roman"/>
            </a:endParaRPr>
          </a:p>
          <a:p>
            <a:pPr marL="210185">
              <a:lnSpc>
                <a:spcPct val="100000"/>
              </a:lnSpc>
            </a:pPr>
            <a:r>
              <a:rPr dirty="0" sz="1200" spc="-25">
                <a:latin typeface="Arial"/>
                <a:cs typeface="Arial"/>
              </a:rPr>
              <a:t>43%</a:t>
            </a:r>
            <a:endParaRPr sz="12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33044" y="3140964"/>
            <a:ext cx="727075" cy="539750"/>
          </a:xfrm>
          <a:prstGeom prst="rect">
            <a:avLst/>
          </a:prstGeom>
        </p:spPr>
        <p:txBody>
          <a:bodyPr wrap="square" lIns="0" tIns="168910" rIns="0" bIns="0" rtlCol="0" vert="horz">
            <a:spAutoFit/>
          </a:bodyPr>
          <a:lstStyle/>
          <a:p>
            <a:pPr marL="211454">
              <a:lnSpc>
                <a:spcPct val="100000"/>
              </a:lnSpc>
              <a:spcBef>
                <a:spcPts val="133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24%</a:t>
            </a:r>
            <a:endParaRPr sz="12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042160" y="3415284"/>
            <a:ext cx="727075" cy="417830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210185">
              <a:lnSpc>
                <a:spcPct val="100000"/>
              </a:lnSpc>
              <a:spcBef>
                <a:spcPts val="855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19%</a:t>
            </a:r>
            <a:endParaRPr sz="12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349752" y="4477511"/>
            <a:ext cx="727075" cy="219710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216535">
              <a:lnSpc>
                <a:spcPct val="100000"/>
              </a:lnSpc>
              <a:spcBef>
                <a:spcPts val="15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11%</a:t>
            </a:r>
            <a:endParaRPr sz="12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33044" y="2763011"/>
            <a:ext cx="727075" cy="378460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211454">
              <a:lnSpc>
                <a:spcPct val="100000"/>
              </a:lnSpc>
              <a:spcBef>
                <a:spcPts val="69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17%</a:t>
            </a:r>
            <a:endParaRPr sz="12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042160" y="2901695"/>
            <a:ext cx="727075" cy="513715"/>
          </a:xfrm>
          <a:prstGeom prst="rect">
            <a:avLst/>
          </a:prstGeom>
        </p:spPr>
        <p:txBody>
          <a:bodyPr wrap="square" lIns="0" tIns="156210" rIns="0" bIns="0" rtlCol="0" vert="horz">
            <a:spAutoFit/>
          </a:bodyPr>
          <a:lstStyle/>
          <a:p>
            <a:pPr marL="210185">
              <a:lnSpc>
                <a:spcPct val="100000"/>
              </a:lnSpc>
              <a:spcBef>
                <a:spcPts val="123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23%</a:t>
            </a:r>
            <a:endParaRPr sz="12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349752" y="3614928"/>
            <a:ext cx="727075" cy="862965"/>
          </a:xfrm>
          <a:prstGeom prst="rect">
            <a:avLst/>
          </a:prstGeom>
        </p:spPr>
        <p:txBody>
          <a:bodyPr wrap="square" lIns="0" tIns="1549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20"/>
              </a:spcBef>
            </a:pPr>
            <a:endParaRPr sz="1200">
              <a:latin typeface="Times New Roman"/>
              <a:cs typeface="Times New Roman"/>
            </a:endParaRPr>
          </a:p>
          <a:p>
            <a:pPr marL="210820">
              <a:lnSpc>
                <a:spcPct val="100000"/>
              </a:lnSpc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38%</a:t>
            </a:r>
            <a:endParaRPr sz="12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33044" y="2551176"/>
            <a:ext cx="727075" cy="212090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2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9%</a:t>
            </a:r>
            <a:endParaRPr sz="12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042160" y="2551176"/>
            <a:ext cx="727075" cy="350520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210185">
              <a:lnSpc>
                <a:spcPct val="100000"/>
              </a:lnSpc>
              <a:spcBef>
                <a:spcPts val="585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16%</a:t>
            </a:r>
            <a:endParaRPr sz="12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349752" y="2551176"/>
            <a:ext cx="727075" cy="10642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200">
              <a:latin typeface="Times New Roman"/>
              <a:cs typeface="Times New Roman"/>
            </a:endParaRPr>
          </a:p>
          <a:p>
            <a:pPr marL="210820">
              <a:lnSpc>
                <a:spcPct val="100000"/>
              </a:lnSpc>
              <a:spcBef>
                <a:spcPts val="5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47%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42" name="object 4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26991" y="2513076"/>
            <a:ext cx="203200" cy="76200"/>
          </a:xfrm>
          <a:prstGeom prst="rect">
            <a:avLst/>
          </a:prstGeom>
        </p:spPr>
      </p:pic>
      <p:sp>
        <p:nvSpPr>
          <p:cNvPr id="43" name="object 43"/>
          <p:cNvSpPr txBox="1"/>
          <p:nvPr/>
        </p:nvSpPr>
        <p:spPr>
          <a:xfrm>
            <a:off x="3578352" y="4696967"/>
            <a:ext cx="269875" cy="100965"/>
          </a:xfrm>
          <a:prstGeom prst="rect">
            <a:avLst/>
          </a:prstGeom>
          <a:solidFill>
            <a:srgbClr val="DEDEDE"/>
          </a:solidFill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790"/>
              </a:lnSpc>
            </a:pPr>
            <a:r>
              <a:rPr dirty="0" sz="1200" spc="-25">
                <a:latin typeface="Arial"/>
                <a:cs typeface="Arial"/>
              </a:rPr>
              <a:t>4%</a:t>
            </a:r>
            <a:endParaRPr sz="12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369434" y="2450719"/>
            <a:ext cx="38354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20">
                <a:latin typeface="Arial"/>
                <a:cs typeface="Arial"/>
              </a:rPr>
              <a:t>100%</a:t>
            </a:r>
            <a:endParaRPr sz="110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5143500" y="3989832"/>
            <a:ext cx="180340" cy="132715"/>
          </a:xfrm>
          <a:custGeom>
            <a:avLst/>
            <a:gdLst/>
            <a:ahLst/>
            <a:cxnLst/>
            <a:rect l="l" t="t" r="r" b="b"/>
            <a:pathLst>
              <a:path w="180339" h="132714">
                <a:moveTo>
                  <a:pt x="179832" y="0"/>
                </a:moveTo>
                <a:lnTo>
                  <a:pt x="0" y="0"/>
                </a:lnTo>
                <a:lnTo>
                  <a:pt x="0" y="132588"/>
                </a:lnTo>
                <a:lnTo>
                  <a:pt x="179832" y="132588"/>
                </a:lnTo>
                <a:lnTo>
                  <a:pt x="179832" y="0"/>
                </a:lnTo>
                <a:close/>
              </a:path>
            </a:pathLst>
          </a:custGeom>
          <a:solidFill>
            <a:srgbClr val="A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5143500" y="4599432"/>
            <a:ext cx="180340" cy="132715"/>
          </a:xfrm>
          <a:custGeom>
            <a:avLst/>
            <a:gdLst/>
            <a:ahLst/>
            <a:cxnLst/>
            <a:rect l="l" t="t" r="r" b="b"/>
            <a:pathLst>
              <a:path w="180339" h="132714">
                <a:moveTo>
                  <a:pt x="179832" y="0"/>
                </a:moveTo>
                <a:lnTo>
                  <a:pt x="0" y="0"/>
                </a:lnTo>
                <a:lnTo>
                  <a:pt x="0" y="132588"/>
                </a:lnTo>
                <a:lnTo>
                  <a:pt x="179832" y="132588"/>
                </a:lnTo>
                <a:lnTo>
                  <a:pt x="179832" y="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5143500" y="4395215"/>
            <a:ext cx="180340" cy="134620"/>
          </a:xfrm>
          <a:custGeom>
            <a:avLst/>
            <a:gdLst/>
            <a:ahLst/>
            <a:cxnLst/>
            <a:rect l="l" t="t" r="r" b="b"/>
            <a:pathLst>
              <a:path w="180339" h="134620">
                <a:moveTo>
                  <a:pt x="179832" y="0"/>
                </a:moveTo>
                <a:lnTo>
                  <a:pt x="0" y="0"/>
                </a:lnTo>
                <a:lnTo>
                  <a:pt x="0" y="134112"/>
                </a:lnTo>
                <a:lnTo>
                  <a:pt x="179832" y="134112"/>
                </a:lnTo>
                <a:lnTo>
                  <a:pt x="179832" y="0"/>
                </a:lnTo>
                <a:close/>
              </a:path>
            </a:pathLst>
          </a:custGeom>
          <a:solidFill>
            <a:srgbClr val="7C7C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5143500" y="4192523"/>
            <a:ext cx="180340" cy="134620"/>
          </a:xfrm>
          <a:custGeom>
            <a:avLst/>
            <a:gdLst/>
            <a:ahLst/>
            <a:cxnLst/>
            <a:rect l="l" t="t" r="r" b="b"/>
            <a:pathLst>
              <a:path w="180339" h="134620">
                <a:moveTo>
                  <a:pt x="179832" y="0"/>
                </a:moveTo>
                <a:lnTo>
                  <a:pt x="0" y="0"/>
                </a:lnTo>
                <a:lnTo>
                  <a:pt x="0" y="134112"/>
                </a:lnTo>
                <a:lnTo>
                  <a:pt x="179832" y="134112"/>
                </a:lnTo>
                <a:lnTo>
                  <a:pt x="179832" y="0"/>
                </a:lnTo>
                <a:close/>
              </a:path>
            </a:pathLst>
          </a:custGeom>
          <a:solidFill>
            <a:srgbClr val="DB52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5361559" y="3918229"/>
            <a:ext cx="1313180" cy="838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100"/>
              </a:spcBef>
            </a:pPr>
            <a:r>
              <a:rPr dirty="0" sz="1000">
                <a:latin typeface="Arial"/>
                <a:cs typeface="Arial"/>
              </a:rPr>
              <a:t>Very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comfortable </a:t>
            </a:r>
            <a:r>
              <a:rPr dirty="0" sz="1000">
                <a:latin typeface="Arial"/>
                <a:cs typeface="Arial"/>
              </a:rPr>
              <a:t>Rather</a:t>
            </a:r>
            <a:r>
              <a:rPr dirty="0" sz="1000" spc="-3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comfortable </a:t>
            </a:r>
            <a:r>
              <a:rPr dirty="0" sz="1000">
                <a:latin typeface="Arial"/>
                <a:cs typeface="Arial"/>
              </a:rPr>
              <a:t>Rather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not</a:t>
            </a:r>
            <a:r>
              <a:rPr dirty="0" sz="1000" spc="-3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comfortable </a:t>
            </a:r>
            <a:r>
              <a:rPr dirty="0" sz="1000">
                <a:latin typeface="Arial"/>
                <a:cs typeface="Arial"/>
              </a:rPr>
              <a:t>Not</a:t>
            </a:r>
            <a:r>
              <a:rPr dirty="0" sz="1000" spc="1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comfortable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at</a:t>
            </a:r>
            <a:r>
              <a:rPr dirty="0" sz="1000" spc="20">
                <a:latin typeface="Arial"/>
                <a:cs typeface="Arial"/>
              </a:rPr>
              <a:t> </a:t>
            </a:r>
            <a:r>
              <a:rPr dirty="0" sz="1000" spc="-25">
                <a:latin typeface="Arial"/>
                <a:cs typeface="Arial"/>
              </a:rPr>
              <a:t>all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7476553" y="2546413"/>
            <a:ext cx="3644265" cy="2256155"/>
            <a:chOff x="7476553" y="2546413"/>
            <a:chExt cx="3644265" cy="2256155"/>
          </a:xfrm>
        </p:grpSpPr>
        <p:sp>
          <p:nvSpPr>
            <p:cNvPr id="51" name="object 51"/>
            <p:cNvSpPr/>
            <p:nvPr/>
          </p:nvSpPr>
          <p:spPr>
            <a:xfrm>
              <a:off x="7772400" y="3317747"/>
              <a:ext cx="3343910" cy="1480185"/>
            </a:xfrm>
            <a:custGeom>
              <a:avLst/>
              <a:gdLst/>
              <a:ahLst/>
              <a:cxnLst/>
              <a:rect l="l" t="t" r="r" b="b"/>
              <a:pathLst>
                <a:path w="3343909" h="1480185">
                  <a:moveTo>
                    <a:pt x="726948" y="0"/>
                  </a:moveTo>
                  <a:lnTo>
                    <a:pt x="0" y="0"/>
                  </a:lnTo>
                  <a:lnTo>
                    <a:pt x="0" y="1479804"/>
                  </a:lnTo>
                  <a:lnTo>
                    <a:pt x="726948" y="1479804"/>
                  </a:lnTo>
                  <a:lnTo>
                    <a:pt x="726948" y="0"/>
                  </a:lnTo>
                  <a:close/>
                </a:path>
                <a:path w="3343909" h="1480185">
                  <a:moveTo>
                    <a:pt x="2034540" y="291084"/>
                  </a:moveTo>
                  <a:lnTo>
                    <a:pt x="1307592" y="291084"/>
                  </a:lnTo>
                  <a:lnTo>
                    <a:pt x="1307592" y="1479804"/>
                  </a:lnTo>
                  <a:lnTo>
                    <a:pt x="2034540" y="1479804"/>
                  </a:lnTo>
                  <a:lnTo>
                    <a:pt x="2034540" y="291084"/>
                  </a:lnTo>
                  <a:close/>
                </a:path>
                <a:path w="3343909" h="1480185">
                  <a:moveTo>
                    <a:pt x="3343656" y="1350264"/>
                  </a:moveTo>
                  <a:lnTo>
                    <a:pt x="2616708" y="1350264"/>
                  </a:lnTo>
                  <a:lnTo>
                    <a:pt x="2616708" y="1479804"/>
                  </a:lnTo>
                  <a:lnTo>
                    <a:pt x="3343656" y="1479804"/>
                  </a:lnTo>
                  <a:lnTo>
                    <a:pt x="3343656" y="1350264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7772400" y="2923031"/>
              <a:ext cx="3343910" cy="1744980"/>
            </a:xfrm>
            <a:custGeom>
              <a:avLst/>
              <a:gdLst/>
              <a:ahLst/>
              <a:cxnLst/>
              <a:rect l="l" t="t" r="r" b="b"/>
              <a:pathLst>
                <a:path w="3343909" h="1744979">
                  <a:moveTo>
                    <a:pt x="726948" y="0"/>
                  </a:moveTo>
                  <a:lnTo>
                    <a:pt x="0" y="0"/>
                  </a:lnTo>
                  <a:lnTo>
                    <a:pt x="0" y="394716"/>
                  </a:lnTo>
                  <a:lnTo>
                    <a:pt x="726948" y="394716"/>
                  </a:lnTo>
                  <a:lnTo>
                    <a:pt x="726948" y="0"/>
                  </a:lnTo>
                  <a:close/>
                </a:path>
                <a:path w="3343909" h="1744979">
                  <a:moveTo>
                    <a:pt x="2034540" y="278892"/>
                  </a:moveTo>
                  <a:lnTo>
                    <a:pt x="1307592" y="278892"/>
                  </a:lnTo>
                  <a:lnTo>
                    <a:pt x="1307592" y="685800"/>
                  </a:lnTo>
                  <a:lnTo>
                    <a:pt x="2034540" y="685800"/>
                  </a:lnTo>
                  <a:lnTo>
                    <a:pt x="2034540" y="278892"/>
                  </a:lnTo>
                  <a:close/>
                </a:path>
                <a:path w="3343909" h="1744979">
                  <a:moveTo>
                    <a:pt x="3343656" y="1446276"/>
                  </a:moveTo>
                  <a:lnTo>
                    <a:pt x="2616708" y="1446276"/>
                  </a:lnTo>
                  <a:lnTo>
                    <a:pt x="2616708" y="1744980"/>
                  </a:lnTo>
                  <a:lnTo>
                    <a:pt x="3343656" y="1744980"/>
                  </a:lnTo>
                  <a:lnTo>
                    <a:pt x="3343656" y="1446276"/>
                  </a:lnTo>
                  <a:close/>
                </a:path>
              </a:pathLst>
            </a:custGeom>
            <a:solidFill>
              <a:srgbClr val="7C7C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7772400" y="2923032"/>
              <a:ext cx="3343910" cy="1744980"/>
            </a:xfrm>
            <a:custGeom>
              <a:avLst/>
              <a:gdLst/>
              <a:ahLst/>
              <a:cxnLst/>
              <a:rect l="l" t="t" r="r" b="b"/>
              <a:pathLst>
                <a:path w="3343909" h="1744979">
                  <a:moveTo>
                    <a:pt x="0" y="0"/>
                  </a:moveTo>
                  <a:lnTo>
                    <a:pt x="726948" y="0"/>
                  </a:lnTo>
                  <a:lnTo>
                    <a:pt x="726948" y="394716"/>
                  </a:lnTo>
                  <a:lnTo>
                    <a:pt x="0" y="394716"/>
                  </a:lnTo>
                  <a:lnTo>
                    <a:pt x="0" y="0"/>
                  </a:lnTo>
                  <a:close/>
                </a:path>
                <a:path w="3343909" h="1744979">
                  <a:moveTo>
                    <a:pt x="1307592" y="278892"/>
                  </a:moveTo>
                  <a:lnTo>
                    <a:pt x="2034539" y="278892"/>
                  </a:lnTo>
                  <a:lnTo>
                    <a:pt x="2034539" y="685800"/>
                  </a:lnTo>
                  <a:lnTo>
                    <a:pt x="1307592" y="685800"/>
                  </a:lnTo>
                  <a:lnTo>
                    <a:pt x="1307592" y="278892"/>
                  </a:lnTo>
                  <a:close/>
                </a:path>
                <a:path w="3343909" h="1744979">
                  <a:moveTo>
                    <a:pt x="2616708" y="1446276"/>
                  </a:moveTo>
                  <a:lnTo>
                    <a:pt x="3343655" y="1446276"/>
                  </a:lnTo>
                  <a:lnTo>
                    <a:pt x="3343655" y="1744980"/>
                  </a:lnTo>
                  <a:lnTo>
                    <a:pt x="2616708" y="1744980"/>
                  </a:lnTo>
                  <a:lnTo>
                    <a:pt x="2616708" y="1446276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7772400" y="2686811"/>
              <a:ext cx="3343910" cy="1682750"/>
            </a:xfrm>
            <a:custGeom>
              <a:avLst/>
              <a:gdLst/>
              <a:ahLst/>
              <a:cxnLst/>
              <a:rect l="l" t="t" r="r" b="b"/>
              <a:pathLst>
                <a:path w="3343909" h="1682750">
                  <a:moveTo>
                    <a:pt x="726948" y="0"/>
                  </a:moveTo>
                  <a:lnTo>
                    <a:pt x="0" y="0"/>
                  </a:lnTo>
                  <a:lnTo>
                    <a:pt x="0" y="236220"/>
                  </a:lnTo>
                  <a:lnTo>
                    <a:pt x="726948" y="236220"/>
                  </a:lnTo>
                  <a:lnTo>
                    <a:pt x="726948" y="0"/>
                  </a:lnTo>
                  <a:close/>
                </a:path>
                <a:path w="3343909" h="1682750">
                  <a:moveTo>
                    <a:pt x="2034540" y="138684"/>
                  </a:moveTo>
                  <a:lnTo>
                    <a:pt x="1307592" y="138684"/>
                  </a:lnTo>
                  <a:lnTo>
                    <a:pt x="1307592" y="515112"/>
                  </a:lnTo>
                  <a:lnTo>
                    <a:pt x="2034540" y="515112"/>
                  </a:lnTo>
                  <a:lnTo>
                    <a:pt x="2034540" y="138684"/>
                  </a:lnTo>
                  <a:close/>
                </a:path>
                <a:path w="3343909" h="1682750">
                  <a:moveTo>
                    <a:pt x="3343656" y="1010412"/>
                  </a:moveTo>
                  <a:lnTo>
                    <a:pt x="2616708" y="1010412"/>
                  </a:lnTo>
                  <a:lnTo>
                    <a:pt x="2616708" y="1682496"/>
                  </a:lnTo>
                  <a:lnTo>
                    <a:pt x="3343656" y="1682496"/>
                  </a:lnTo>
                  <a:lnTo>
                    <a:pt x="3343656" y="1010412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7772400" y="2686812"/>
              <a:ext cx="3343910" cy="1682750"/>
            </a:xfrm>
            <a:custGeom>
              <a:avLst/>
              <a:gdLst/>
              <a:ahLst/>
              <a:cxnLst/>
              <a:rect l="l" t="t" r="r" b="b"/>
              <a:pathLst>
                <a:path w="3343909" h="1682750">
                  <a:moveTo>
                    <a:pt x="0" y="0"/>
                  </a:moveTo>
                  <a:lnTo>
                    <a:pt x="726948" y="0"/>
                  </a:lnTo>
                  <a:lnTo>
                    <a:pt x="726948" y="236220"/>
                  </a:lnTo>
                  <a:lnTo>
                    <a:pt x="0" y="236220"/>
                  </a:lnTo>
                  <a:lnTo>
                    <a:pt x="0" y="0"/>
                  </a:lnTo>
                  <a:close/>
                </a:path>
                <a:path w="3343909" h="1682750">
                  <a:moveTo>
                    <a:pt x="1307592" y="138684"/>
                  </a:moveTo>
                  <a:lnTo>
                    <a:pt x="2034539" y="138684"/>
                  </a:lnTo>
                  <a:lnTo>
                    <a:pt x="2034539" y="515112"/>
                  </a:lnTo>
                  <a:lnTo>
                    <a:pt x="1307592" y="515112"/>
                  </a:lnTo>
                  <a:lnTo>
                    <a:pt x="1307592" y="138684"/>
                  </a:lnTo>
                  <a:close/>
                </a:path>
                <a:path w="3343909" h="1682750">
                  <a:moveTo>
                    <a:pt x="2616708" y="1010412"/>
                  </a:moveTo>
                  <a:lnTo>
                    <a:pt x="3343655" y="1010412"/>
                  </a:lnTo>
                  <a:lnTo>
                    <a:pt x="3343655" y="1682495"/>
                  </a:lnTo>
                  <a:lnTo>
                    <a:pt x="2616708" y="1682495"/>
                  </a:lnTo>
                  <a:lnTo>
                    <a:pt x="2616708" y="1010412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7772400" y="2551175"/>
              <a:ext cx="3343910" cy="1146175"/>
            </a:xfrm>
            <a:custGeom>
              <a:avLst/>
              <a:gdLst/>
              <a:ahLst/>
              <a:cxnLst/>
              <a:rect l="l" t="t" r="r" b="b"/>
              <a:pathLst>
                <a:path w="3343909" h="1146175">
                  <a:moveTo>
                    <a:pt x="726948" y="0"/>
                  </a:moveTo>
                  <a:lnTo>
                    <a:pt x="0" y="0"/>
                  </a:lnTo>
                  <a:lnTo>
                    <a:pt x="0" y="135636"/>
                  </a:lnTo>
                  <a:lnTo>
                    <a:pt x="726948" y="135636"/>
                  </a:lnTo>
                  <a:lnTo>
                    <a:pt x="726948" y="0"/>
                  </a:lnTo>
                  <a:close/>
                </a:path>
                <a:path w="3343909" h="1146175">
                  <a:moveTo>
                    <a:pt x="2034540" y="0"/>
                  </a:moveTo>
                  <a:lnTo>
                    <a:pt x="1307592" y="0"/>
                  </a:lnTo>
                  <a:lnTo>
                    <a:pt x="1307592" y="274320"/>
                  </a:lnTo>
                  <a:lnTo>
                    <a:pt x="2034540" y="274320"/>
                  </a:lnTo>
                  <a:lnTo>
                    <a:pt x="2034540" y="0"/>
                  </a:lnTo>
                  <a:close/>
                </a:path>
                <a:path w="3343909" h="1146175">
                  <a:moveTo>
                    <a:pt x="3343656" y="0"/>
                  </a:moveTo>
                  <a:lnTo>
                    <a:pt x="2616708" y="0"/>
                  </a:lnTo>
                  <a:lnTo>
                    <a:pt x="2616708" y="1146048"/>
                  </a:lnTo>
                  <a:lnTo>
                    <a:pt x="3343656" y="1146048"/>
                  </a:lnTo>
                  <a:lnTo>
                    <a:pt x="3343656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7772400" y="2551176"/>
              <a:ext cx="3343910" cy="1146175"/>
            </a:xfrm>
            <a:custGeom>
              <a:avLst/>
              <a:gdLst/>
              <a:ahLst/>
              <a:cxnLst/>
              <a:rect l="l" t="t" r="r" b="b"/>
              <a:pathLst>
                <a:path w="3343909" h="1146175">
                  <a:moveTo>
                    <a:pt x="0" y="0"/>
                  </a:moveTo>
                  <a:lnTo>
                    <a:pt x="726948" y="0"/>
                  </a:lnTo>
                  <a:lnTo>
                    <a:pt x="726948" y="135636"/>
                  </a:lnTo>
                  <a:lnTo>
                    <a:pt x="0" y="135636"/>
                  </a:lnTo>
                  <a:lnTo>
                    <a:pt x="0" y="0"/>
                  </a:lnTo>
                  <a:close/>
                </a:path>
                <a:path w="3343909" h="1146175">
                  <a:moveTo>
                    <a:pt x="1307592" y="0"/>
                  </a:moveTo>
                  <a:lnTo>
                    <a:pt x="2034539" y="0"/>
                  </a:lnTo>
                  <a:lnTo>
                    <a:pt x="2034539" y="274320"/>
                  </a:lnTo>
                  <a:lnTo>
                    <a:pt x="1307592" y="274320"/>
                  </a:lnTo>
                  <a:lnTo>
                    <a:pt x="1307592" y="0"/>
                  </a:lnTo>
                  <a:close/>
                </a:path>
                <a:path w="3343909" h="1146175">
                  <a:moveTo>
                    <a:pt x="2616708" y="0"/>
                  </a:moveTo>
                  <a:lnTo>
                    <a:pt x="3343655" y="0"/>
                  </a:lnTo>
                  <a:lnTo>
                    <a:pt x="3343655" y="1146048"/>
                  </a:lnTo>
                  <a:lnTo>
                    <a:pt x="2616708" y="1146048"/>
                  </a:lnTo>
                  <a:lnTo>
                    <a:pt x="2616708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7481316" y="4797552"/>
              <a:ext cx="3136900" cy="0"/>
            </a:xfrm>
            <a:custGeom>
              <a:avLst/>
              <a:gdLst/>
              <a:ahLst/>
              <a:cxnLst/>
              <a:rect l="l" t="t" r="r" b="b"/>
              <a:pathLst>
                <a:path w="3136900" h="0">
                  <a:moveTo>
                    <a:pt x="0" y="0"/>
                  </a:moveTo>
                  <a:lnTo>
                    <a:pt x="3136391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/>
          <p:cNvSpPr txBox="1"/>
          <p:nvPr/>
        </p:nvSpPr>
        <p:spPr>
          <a:xfrm>
            <a:off x="7971535" y="3942333"/>
            <a:ext cx="3327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Arial"/>
                <a:cs typeface="Arial"/>
              </a:rPr>
              <a:t>66%</a:t>
            </a:r>
            <a:endParaRPr sz="12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9279763" y="4088968"/>
            <a:ext cx="33337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Arial"/>
                <a:cs typeface="Arial"/>
              </a:rPr>
              <a:t>53%</a:t>
            </a:r>
            <a:endParaRPr sz="12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971535" y="3006090"/>
            <a:ext cx="3327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18%</a:t>
            </a:r>
            <a:endParaRPr sz="12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9279763" y="3291585"/>
            <a:ext cx="3333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18%</a:t>
            </a:r>
            <a:endParaRPr sz="12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0588243" y="4405121"/>
            <a:ext cx="3327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13%</a:t>
            </a:r>
            <a:endParaRPr sz="12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971535" y="2691129"/>
            <a:ext cx="3327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10%</a:t>
            </a:r>
            <a:endParaRPr sz="12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9279763" y="2899917"/>
            <a:ext cx="3333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17%</a:t>
            </a:r>
            <a:endParaRPr sz="120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0588243" y="3918915"/>
            <a:ext cx="33274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30%</a:t>
            </a:r>
            <a:endParaRPr sz="12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8013954" y="2505583"/>
            <a:ext cx="2470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6%</a:t>
            </a:r>
            <a:endParaRPr sz="1200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9279763" y="2574416"/>
            <a:ext cx="3333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12%</a:t>
            </a:r>
            <a:endParaRPr sz="120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0588243" y="3009976"/>
            <a:ext cx="33274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51%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70" name="object 7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66347" y="2513076"/>
            <a:ext cx="203200" cy="76200"/>
          </a:xfrm>
          <a:prstGeom prst="rect">
            <a:avLst/>
          </a:prstGeom>
        </p:spPr>
      </p:pic>
      <p:sp>
        <p:nvSpPr>
          <p:cNvPr id="71" name="object 71"/>
          <p:cNvSpPr txBox="1"/>
          <p:nvPr/>
        </p:nvSpPr>
        <p:spPr>
          <a:xfrm>
            <a:off x="11409044" y="2450719"/>
            <a:ext cx="38354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20">
                <a:latin typeface="Arial"/>
                <a:cs typeface="Arial"/>
              </a:rPr>
              <a:t>100%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7618285" y="2546413"/>
            <a:ext cx="3269615" cy="2268220"/>
            <a:chOff x="7618285" y="2546413"/>
            <a:chExt cx="3269615" cy="2268220"/>
          </a:xfrm>
        </p:grpSpPr>
        <p:sp>
          <p:nvSpPr>
            <p:cNvPr id="73" name="object 73"/>
            <p:cNvSpPr/>
            <p:nvPr/>
          </p:nvSpPr>
          <p:spPr>
            <a:xfrm>
              <a:off x="10617707" y="4649724"/>
              <a:ext cx="269875" cy="165100"/>
            </a:xfrm>
            <a:custGeom>
              <a:avLst/>
              <a:gdLst/>
              <a:ahLst/>
              <a:cxnLst/>
              <a:rect l="l" t="t" r="r" b="b"/>
              <a:pathLst>
                <a:path w="269875" h="165100">
                  <a:moveTo>
                    <a:pt x="269748" y="0"/>
                  </a:moveTo>
                  <a:lnTo>
                    <a:pt x="0" y="0"/>
                  </a:lnTo>
                  <a:lnTo>
                    <a:pt x="0" y="164592"/>
                  </a:lnTo>
                  <a:lnTo>
                    <a:pt x="269748" y="164592"/>
                  </a:lnTo>
                  <a:lnTo>
                    <a:pt x="269748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7623047" y="2551176"/>
              <a:ext cx="143510" cy="376555"/>
            </a:xfrm>
            <a:custGeom>
              <a:avLst/>
              <a:gdLst/>
              <a:ahLst/>
              <a:cxnLst/>
              <a:rect l="l" t="t" r="r" b="b"/>
              <a:pathLst>
                <a:path w="143509" h="376555">
                  <a:moveTo>
                    <a:pt x="143255" y="376427"/>
                  </a:moveTo>
                  <a:lnTo>
                    <a:pt x="115401" y="372993"/>
                  </a:lnTo>
                  <a:lnTo>
                    <a:pt x="92630" y="363616"/>
                  </a:lnTo>
                  <a:lnTo>
                    <a:pt x="77265" y="349692"/>
                  </a:lnTo>
                  <a:lnTo>
                    <a:pt x="71627" y="332612"/>
                  </a:lnTo>
                  <a:lnTo>
                    <a:pt x="71627" y="232028"/>
                  </a:lnTo>
                  <a:lnTo>
                    <a:pt x="65990" y="214949"/>
                  </a:lnTo>
                  <a:lnTo>
                    <a:pt x="50625" y="201025"/>
                  </a:lnTo>
                  <a:lnTo>
                    <a:pt x="27854" y="191648"/>
                  </a:lnTo>
                  <a:lnTo>
                    <a:pt x="0" y="188213"/>
                  </a:lnTo>
                  <a:lnTo>
                    <a:pt x="27854" y="184779"/>
                  </a:lnTo>
                  <a:lnTo>
                    <a:pt x="50625" y="175402"/>
                  </a:lnTo>
                  <a:lnTo>
                    <a:pt x="65990" y="161478"/>
                  </a:lnTo>
                  <a:lnTo>
                    <a:pt x="71627" y="144398"/>
                  </a:lnTo>
                  <a:lnTo>
                    <a:pt x="71627" y="43814"/>
                  </a:lnTo>
                  <a:lnTo>
                    <a:pt x="77265" y="26735"/>
                  </a:lnTo>
                  <a:lnTo>
                    <a:pt x="92630" y="12811"/>
                  </a:lnTo>
                  <a:lnTo>
                    <a:pt x="115401" y="3434"/>
                  </a:lnTo>
                  <a:lnTo>
                    <a:pt x="143255" y="0"/>
                  </a:lnTo>
                </a:path>
              </a:pathLst>
            </a:custGeom>
            <a:ln w="9525">
              <a:solidFill>
                <a:srgbClr val="A11C1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5" name="object 75"/>
          <p:cNvSpPr txBox="1"/>
          <p:nvPr/>
        </p:nvSpPr>
        <p:spPr>
          <a:xfrm>
            <a:off x="10631169" y="4615433"/>
            <a:ext cx="8223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08990" algn="l"/>
              </a:tabLst>
            </a:pPr>
            <a:r>
              <a:rPr dirty="0" sz="1200">
                <a:latin typeface="Arial"/>
                <a:cs typeface="Arial"/>
              </a:rPr>
              <a:t>6%</a:t>
            </a:r>
            <a:r>
              <a:rPr dirty="0" sz="1200" spc="-155">
                <a:latin typeface="Arial"/>
                <a:cs typeface="Arial"/>
              </a:rPr>
              <a:t> 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7231126" y="2510154"/>
            <a:ext cx="37592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L="12700" marR="5080" indent="18415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latin typeface="Arial"/>
                <a:cs typeface="Arial"/>
              </a:rPr>
              <a:t>Vs. </a:t>
            </a:r>
            <a:r>
              <a:rPr dirty="0" sz="900">
                <a:latin typeface="Arial"/>
                <a:cs typeface="Arial"/>
              </a:rPr>
              <a:t>14%</a:t>
            </a:r>
            <a:r>
              <a:rPr dirty="0" sz="900" spc="-10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in</a:t>
            </a:r>
            <a:endParaRPr sz="90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</a:pPr>
            <a:r>
              <a:rPr dirty="0" sz="900" spc="-20">
                <a:latin typeface="Arial"/>
                <a:cs typeface="Arial"/>
              </a:rPr>
              <a:t>2021</a:t>
            </a:r>
            <a:endParaRPr sz="90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8553068" y="2641472"/>
            <a:ext cx="37592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L="12700" marR="5080" indent="18415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latin typeface="Arial"/>
                <a:cs typeface="Arial"/>
              </a:rPr>
              <a:t>Vs. </a:t>
            </a:r>
            <a:r>
              <a:rPr dirty="0" sz="900">
                <a:latin typeface="Arial"/>
                <a:cs typeface="Arial"/>
              </a:rPr>
              <a:t>18%</a:t>
            </a:r>
            <a:r>
              <a:rPr dirty="0" sz="900" spc="-10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in</a:t>
            </a:r>
            <a:endParaRPr sz="90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</a:pPr>
            <a:r>
              <a:rPr dirty="0" sz="900" spc="-20">
                <a:latin typeface="Arial"/>
                <a:cs typeface="Arial"/>
              </a:rPr>
              <a:t>2021</a:t>
            </a:r>
            <a:endParaRPr sz="90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9856469" y="3235833"/>
            <a:ext cx="37592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L="12700" marR="5080" indent="18415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latin typeface="Arial"/>
                <a:cs typeface="Arial"/>
              </a:rPr>
              <a:t>Vs. </a:t>
            </a:r>
            <a:r>
              <a:rPr dirty="0" sz="900">
                <a:latin typeface="Arial"/>
                <a:cs typeface="Arial"/>
              </a:rPr>
              <a:t>39%</a:t>
            </a:r>
            <a:r>
              <a:rPr dirty="0" sz="900" spc="-10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in</a:t>
            </a:r>
            <a:endParaRPr sz="90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</a:pPr>
            <a:r>
              <a:rPr dirty="0" sz="900" spc="-20">
                <a:latin typeface="Arial"/>
                <a:cs typeface="Arial"/>
              </a:rPr>
              <a:t>2021</a:t>
            </a:r>
            <a:endParaRPr sz="90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3939666" y="5119242"/>
            <a:ext cx="4312285" cy="940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i="1">
                <a:latin typeface="Arial"/>
                <a:cs typeface="Arial"/>
              </a:rPr>
              <a:t>In</a:t>
            </a:r>
            <a:r>
              <a:rPr dirty="0" sz="1200" spc="-20" i="1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general,</a:t>
            </a:r>
            <a:r>
              <a:rPr dirty="0" sz="1200" spc="-45" i="1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willingness</a:t>
            </a:r>
            <a:r>
              <a:rPr dirty="0" sz="1200" spc="-50" i="1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to</a:t>
            </a:r>
            <a:r>
              <a:rPr dirty="0" sz="1200" spc="-5" i="1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use</a:t>
            </a:r>
            <a:r>
              <a:rPr dirty="0" sz="1200" spc="-35" i="1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automated</a:t>
            </a:r>
            <a:r>
              <a:rPr dirty="0" sz="1200" spc="-40" i="1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cars</a:t>
            </a:r>
            <a:r>
              <a:rPr dirty="0" sz="1200" spc="-15" i="1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has</a:t>
            </a:r>
            <a:r>
              <a:rPr dirty="0" sz="1200" spc="-35" i="1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recovered</a:t>
            </a:r>
            <a:r>
              <a:rPr dirty="0" sz="1200" spc="-40" i="1">
                <a:latin typeface="Arial"/>
                <a:cs typeface="Arial"/>
              </a:rPr>
              <a:t> </a:t>
            </a:r>
            <a:r>
              <a:rPr dirty="0" sz="1200" spc="-25" i="1">
                <a:latin typeface="Arial"/>
                <a:cs typeface="Arial"/>
              </a:rPr>
              <a:t>in</a:t>
            </a:r>
            <a:r>
              <a:rPr dirty="0" sz="1200" spc="-25" i="1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comparison</a:t>
            </a:r>
            <a:r>
              <a:rPr dirty="0" sz="1200" spc="-40" i="1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with</a:t>
            </a:r>
            <a:r>
              <a:rPr dirty="0" sz="1200" spc="-40" i="1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relatively</a:t>
            </a:r>
            <a:r>
              <a:rPr dirty="0" sz="1200" spc="-40" i="1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low</a:t>
            </a:r>
            <a:r>
              <a:rPr dirty="0" sz="1200" spc="-35" i="1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2020</a:t>
            </a:r>
            <a:r>
              <a:rPr dirty="0" sz="1200" spc="-45" i="1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figures,</a:t>
            </a:r>
            <a:r>
              <a:rPr dirty="0" sz="1200" spc="-40" i="1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which</a:t>
            </a:r>
            <a:r>
              <a:rPr dirty="0" sz="1200" spc="-50" i="1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resulted</a:t>
            </a:r>
            <a:r>
              <a:rPr dirty="0" sz="1200" spc="-35" i="1">
                <a:latin typeface="Arial"/>
                <a:cs typeface="Arial"/>
              </a:rPr>
              <a:t> </a:t>
            </a:r>
            <a:r>
              <a:rPr dirty="0" sz="1200" spc="-20" i="1">
                <a:latin typeface="Arial"/>
                <a:cs typeface="Arial"/>
              </a:rPr>
              <a:t>from </a:t>
            </a:r>
            <a:r>
              <a:rPr dirty="0" sz="1200" i="1">
                <a:latin typeface="Arial"/>
                <a:cs typeface="Arial"/>
              </a:rPr>
              <a:t>negative</a:t>
            </a:r>
            <a:r>
              <a:rPr dirty="0" sz="1200" spc="-60" i="1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headlines</a:t>
            </a:r>
            <a:r>
              <a:rPr dirty="0" sz="1200" spc="-55" i="1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at</a:t>
            </a:r>
            <a:r>
              <a:rPr dirty="0" sz="1200" spc="-15" i="1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the</a:t>
            </a:r>
            <a:r>
              <a:rPr dirty="0" sz="1200" spc="-35" i="1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time</a:t>
            </a:r>
            <a:r>
              <a:rPr dirty="0" sz="1200" spc="-5" i="1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e.g.</a:t>
            </a:r>
            <a:r>
              <a:rPr dirty="0" sz="1200" spc="-25" i="1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following</a:t>
            </a:r>
            <a:r>
              <a:rPr dirty="0" sz="1200" spc="-60" i="1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accidents</a:t>
            </a:r>
            <a:r>
              <a:rPr dirty="0" sz="1200" spc="-50" i="1">
                <a:latin typeface="Arial"/>
                <a:cs typeface="Arial"/>
              </a:rPr>
              <a:t> </a:t>
            </a:r>
            <a:r>
              <a:rPr dirty="0" sz="1200" spc="-25" i="1">
                <a:latin typeface="Arial"/>
                <a:cs typeface="Arial"/>
              </a:rPr>
              <a:t>and </a:t>
            </a:r>
            <a:r>
              <a:rPr dirty="0" sz="1200" i="1">
                <a:latin typeface="Arial"/>
                <a:cs typeface="Arial"/>
              </a:rPr>
              <a:t>cybersecurity</a:t>
            </a:r>
            <a:r>
              <a:rPr dirty="0" sz="1200" spc="-45" i="1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threats.</a:t>
            </a:r>
            <a:r>
              <a:rPr dirty="0" sz="1200" spc="-40" i="1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Scepticism</a:t>
            </a:r>
            <a:r>
              <a:rPr dirty="0" sz="1200" spc="-45" i="1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towards</a:t>
            </a:r>
            <a:r>
              <a:rPr dirty="0" sz="1200" spc="-45" i="1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“fully</a:t>
            </a:r>
            <a:r>
              <a:rPr dirty="0" sz="1200" spc="-35" i="1">
                <a:latin typeface="Arial"/>
                <a:cs typeface="Arial"/>
              </a:rPr>
              <a:t> </a:t>
            </a:r>
            <a:r>
              <a:rPr dirty="0" sz="1200" spc="-10" i="1">
                <a:latin typeface="Arial"/>
                <a:cs typeface="Arial"/>
              </a:rPr>
              <a:t>automated” </a:t>
            </a:r>
            <a:r>
              <a:rPr dirty="0" sz="1200" i="1">
                <a:latin typeface="Arial"/>
                <a:cs typeface="Arial"/>
              </a:rPr>
              <a:t>vehicles</a:t>
            </a:r>
            <a:r>
              <a:rPr dirty="0" sz="1200" spc="-50" i="1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(Level</a:t>
            </a:r>
            <a:r>
              <a:rPr dirty="0" sz="1200" spc="-35" i="1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5)</a:t>
            </a:r>
            <a:r>
              <a:rPr dirty="0" sz="1200" spc="-10" i="1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still</a:t>
            </a:r>
            <a:r>
              <a:rPr dirty="0" sz="1200" spc="-15" i="1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stronger</a:t>
            </a:r>
            <a:r>
              <a:rPr dirty="0" sz="1200" spc="-40" i="1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than</a:t>
            </a:r>
            <a:r>
              <a:rPr dirty="0" sz="1200" spc="-30" i="1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for</a:t>
            </a:r>
            <a:r>
              <a:rPr dirty="0" sz="1200" spc="-25" i="1">
                <a:latin typeface="Arial"/>
                <a:cs typeface="Arial"/>
              </a:rPr>
              <a:t> </a:t>
            </a:r>
            <a:r>
              <a:rPr dirty="0" sz="1200" i="1">
                <a:latin typeface="Arial"/>
                <a:cs typeface="Arial"/>
              </a:rPr>
              <a:t>Level</a:t>
            </a:r>
            <a:r>
              <a:rPr dirty="0" sz="1200" spc="-40" i="1">
                <a:latin typeface="Arial"/>
                <a:cs typeface="Arial"/>
              </a:rPr>
              <a:t> </a:t>
            </a:r>
            <a:r>
              <a:rPr dirty="0" sz="1200" spc="-25" i="1">
                <a:latin typeface="Arial"/>
                <a:cs typeface="Arial"/>
              </a:rPr>
              <a:t>4.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80" name="object 80" descr="deutschland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8491" y="2136648"/>
            <a:ext cx="452628" cy="284988"/>
          </a:xfrm>
          <a:prstGeom prst="rect">
            <a:avLst/>
          </a:prstGeom>
        </p:spPr>
      </p:pic>
      <p:pic>
        <p:nvPicPr>
          <p:cNvPr id="81" name="object 81" descr="USA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97607" y="2136648"/>
            <a:ext cx="451104" cy="284988"/>
          </a:xfrm>
          <a:prstGeom prst="rect">
            <a:avLst/>
          </a:prstGeom>
        </p:spPr>
      </p:pic>
      <p:pic>
        <p:nvPicPr>
          <p:cNvPr id="82" name="object 82" descr="China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02152" y="2136648"/>
            <a:ext cx="452627" cy="284988"/>
          </a:xfrm>
          <a:prstGeom prst="rect">
            <a:avLst/>
          </a:prstGeom>
        </p:spPr>
      </p:pic>
      <p:pic>
        <p:nvPicPr>
          <p:cNvPr id="83" name="object 83" descr="deutschland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15656" y="2136648"/>
            <a:ext cx="452627" cy="284988"/>
          </a:xfrm>
          <a:prstGeom prst="rect">
            <a:avLst/>
          </a:prstGeom>
        </p:spPr>
      </p:pic>
      <p:pic>
        <p:nvPicPr>
          <p:cNvPr id="84" name="object 84" descr="USA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23247" y="2136648"/>
            <a:ext cx="452627" cy="284988"/>
          </a:xfrm>
          <a:prstGeom prst="rect">
            <a:avLst/>
          </a:prstGeom>
        </p:spPr>
      </p:pic>
      <p:pic>
        <p:nvPicPr>
          <p:cNvPr id="85" name="object 85" descr="China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529316" y="2136648"/>
            <a:ext cx="451103" cy="284988"/>
          </a:xfrm>
          <a:prstGeom prst="rect">
            <a:avLst/>
          </a:prstGeom>
        </p:spPr>
      </p:pic>
      <p:grpSp>
        <p:nvGrpSpPr>
          <p:cNvPr id="86" name="object 86"/>
          <p:cNvGrpSpPr/>
          <p:nvPr/>
        </p:nvGrpSpPr>
        <p:grpSpPr>
          <a:xfrm>
            <a:off x="8922829" y="2546413"/>
            <a:ext cx="1460500" cy="1828164"/>
            <a:chOff x="8922829" y="2546413"/>
            <a:chExt cx="1460500" cy="1828164"/>
          </a:xfrm>
        </p:grpSpPr>
        <p:sp>
          <p:nvSpPr>
            <p:cNvPr id="87" name="object 87"/>
            <p:cNvSpPr/>
            <p:nvPr/>
          </p:nvSpPr>
          <p:spPr>
            <a:xfrm>
              <a:off x="8927592" y="2551176"/>
              <a:ext cx="143510" cy="647700"/>
            </a:xfrm>
            <a:custGeom>
              <a:avLst/>
              <a:gdLst/>
              <a:ahLst/>
              <a:cxnLst/>
              <a:rect l="l" t="t" r="r" b="b"/>
              <a:pathLst>
                <a:path w="143509" h="647700">
                  <a:moveTo>
                    <a:pt x="143255" y="647700"/>
                  </a:moveTo>
                  <a:lnTo>
                    <a:pt x="115401" y="644265"/>
                  </a:lnTo>
                  <a:lnTo>
                    <a:pt x="92630" y="634888"/>
                  </a:lnTo>
                  <a:lnTo>
                    <a:pt x="77265" y="620964"/>
                  </a:lnTo>
                  <a:lnTo>
                    <a:pt x="71627" y="603885"/>
                  </a:lnTo>
                  <a:lnTo>
                    <a:pt x="71627" y="367665"/>
                  </a:lnTo>
                  <a:lnTo>
                    <a:pt x="65990" y="350585"/>
                  </a:lnTo>
                  <a:lnTo>
                    <a:pt x="50625" y="336661"/>
                  </a:lnTo>
                  <a:lnTo>
                    <a:pt x="27854" y="327284"/>
                  </a:lnTo>
                  <a:lnTo>
                    <a:pt x="0" y="323850"/>
                  </a:lnTo>
                  <a:lnTo>
                    <a:pt x="27854" y="320415"/>
                  </a:lnTo>
                  <a:lnTo>
                    <a:pt x="50625" y="311038"/>
                  </a:lnTo>
                  <a:lnTo>
                    <a:pt x="65990" y="297114"/>
                  </a:lnTo>
                  <a:lnTo>
                    <a:pt x="71627" y="280035"/>
                  </a:lnTo>
                  <a:lnTo>
                    <a:pt x="71627" y="43815"/>
                  </a:lnTo>
                  <a:lnTo>
                    <a:pt x="77265" y="26735"/>
                  </a:lnTo>
                  <a:lnTo>
                    <a:pt x="92630" y="12811"/>
                  </a:lnTo>
                  <a:lnTo>
                    <a:pt x="115401" y="3434"/>
                  </a:lnTo>
                  <a:lnTo>
                    <a:pt x="143255" y="0"/>
                  </a:lnTo>
                </a:path>
              </a:pathLst>
            </a:custGeom>
            <a:ln w="9524">
              <a:solidFill>
                <a:srgbClr val="A11C1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10235184" y="2551176"/>
              <a:ext cx="143510" cy="1818639"/>
            </a:xfrm>
            <a:custGeom>
              <a:avLst/>
              <a:gdLst/>
              <a:ahLst/>
              <a:cxnLst/>
              <a:rect l="l" t="t" r="r" b="b"/>
              <a:pathLst>
                <a:path w="143509" h="1818639">
                  <a:moveTo>
                    <a:pt x="143255" y="1818132"/>
                  </a:moveTo>
                  <a:lnTo>
                    <a:pt x="115401" y="1814697"/>
                  </a:lnTo>
                  <a:lnTo>
                    <a:pt x="92630" y="1805320"/>
                  </a:lnTo>
                  <a:lnTo>
                    <a:pt x="77265" y="1791396"/>
                  </a:lnTo>
                  <a:lnTo>
                    <a:pt x="71627" y="1774317"/>
                  </a:lnTo>
                  <a:lnTo>
                    <a:pt x="71627" y="952881"/>
                  </a:lnTo>
                  <a:lnTo>
                    <a:pt x="65990" y="935801"/>
                  </a:lnTo>
                  <a:lnTo>
                    <a:pt x="50625" y="921877"/>
                  </a:lnTo>
                  <a:lnTo>
                    <a:pt x="27854" y="912500"/>
                  </a:lnTo>
                  <a:lnTo>
                    <a:pt x="0" y="909066"/>
                  </a:lnTo>
                  <a:lnTo>
                    <a:pt x="27854" y="905631"/>
                  </a:lnTo>
                  <a:lnTo>
                    <a:pt x="50625" y="896254"/>
                  </a:lnTo>
                  <a:lnTo>
                    <a:pt x="65990" y="882330"/>
                  </a:lnTo>
                  <a:lnTo>
                    <a:pt x="71627" y="865251"/>
                  </a:lnTo>
                  <a:lnTo>
                    <a:pt x="71627" y="43814"/>
                  </a:lnTo>
                  <a:lnTo>
                    <a:pt x="77265" y="26735"/>
                  </a:lnTo>
                  <a:lnTo>
                    <a:pt x="92630" y="12811"/>
                  </a:lnTo>
                  <a:lnTo>
                    <a:pt x="115401" y="3434"/>
                  </a:lnTo>
                  <a:lnTo>
                    <a:pt x="143255" y="0"/>
                  </a:lnTo>
                </a:path>
              </a:pathLst>
            </a:custGeom>
            <a:ln w="9525">
              <a:solidFill>
                <a:srgbClr val="A11C1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9" name="object 89" descr="$PPTXTitle"/>
          <p:cNvSpPr txBox="1">
            <a:spLocks noGrp="1"/>
          </p:cNvSpPr>
          <p:nvPr>
            <p:ph type="title"/>
          </p:nvPr>
        </p:nvSpPr>
        <p:spPr>
          <a:xfrm>
            <a:off x="430174" y="296926"/>
            <a:ext cx="10556875" cy="928369"/>
          </a:xfrm>
          <a:prstGeom prst="rect"/>
        </p:spPr>
        <p:txBody>
          <a:bodyPr wrap="square" lIns="0" tIns="88265" rIns="0" bIns="0" rtlCol="0" vert="horz">
            <a:spAutoFit/>
          </a:bodyPr>
          <a:lstStyle/>
          <a:p>
            <a:pPr marL="12700" marR="5080">
              <a:lnSpc>
                <a:spcPts val="3260"/>
              </a:lnSpc>
              <a:spcBef>
                <a:spcPts val="695"/>
              </a:spcBef>
            </a:pPr>
            <a:r>
              <a:rPr dirty="0">
                <a:solidFill>
                  <a:srgbClr val="000000"/>
                </a:solidFill>
              </a:rPr>
              <a:t>Consumer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acceptance</a:t>
            </a:r>
            <a:r>
              <a:rPr dirty="0" spc="-4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of automated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driving remains low </a:t>
            </a:r>
            <a:r>
              <a:rPr dirty="0" spc="-25">
                <a:solidFill>
                  <a:srgbClr val="000000"/>
                </a:solidFill>
              </a:rPr>
              <a:t>in </a:t>
            </a:r>
            <a:r>
              <a:rPr dirty="0">
                <a:solidFill>
                  <a:srgbClr val="000000"/>
                </a:solidFill>
              </a:rPr>
              <a:t>Germany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and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dirty="0" spc="-4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US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–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more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openness</a:t>
            </a:r>
            <a:r>
              <a:rPr dirty="0" spc="-4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in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China</a:t>
            </a:r>
          </a:p>
        </p:txBody>
      </p:sp>
      <p:sp>
        <p:nvSpPr>
          <p:cNvPr id="90" name="object 90"/>
          <p:cNvSpPr txBox="1"/>
          <p:nvPr/>
        </p:nvSpPr>
        <p:spPr>
          <a:xfrm>
            <a:off x="430174" y="1097465"/>
            <a:ext cx="9330055" cy="799465"/>
          </a:xfrm>
          <a:prstGeom prst="rect">
            <a:avLst/>
          </a:prstGeom>
        </p:spPr>
        <p:txBody>
          <a:bodyPr wrap="square" lIns="0" tIns="1727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Automated</a:t>
            </a:r>
            <a:r>
              <a:rPr dirty="0" sz="1800" spc="-1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driving</a:t>
            </a:r>
            <a:r>
              <a:rPr dirty="0" sz="1800" spc="-1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–</a:t>
            </a:r>
            <a:r>
              <a:rPr dirty="0" sz="1800" spc="-6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Consumer</a:t>
            </a:r>
            <a:r>
              <a:rPr dirty="0" sz="1800" spc="-6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A21F1F"/>
                </a:solidFill>
                <a:latin typeface="Arial"/>
                <a:cs typeface="Arial"/>
              </a:rPr>
              <a:t>attitudes</a:t>
            </a:r>
            <a:endParaRPr sz="1800">
              <a:latin typeface="Arial"/>
              <a:cs typeface="Arial"/>
            </a:endParaRPr>
          </a:p>
          <a:p>
            <a:pPr marL="1680210">
              <a:lnSpc>
                <a:spcPct val="100000"/>
              </a:lnSpc>
              <a:spcBef>
                <a:spcPts val="990"/>
              </a:spcBef>
              <a:tabLst>
                <a:tab pos="8716010" algn="l"/>
              </a:tabLst>
            </a:pPr>
            <a:r>
              <a:rPr dirty="0" sz="1400" b="1">
                <a:latin typeface="Arial"/>
                <a:cs typeface="Arial"/>
              </a:rPr>
              <a:t>Level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 spc="-50" b="1">
                <a:latin typeface="Arial"/>
                <a:cs typeface="Arial"/>
              </a:rPr>
              <a:t>4</a:t>
            </a:r>
            <a:r>
              <a:rPr dirty="0" sz="1400" b="1">
                <a:latin typeface="Arial"/>
                <a:cs typeface="Arial"/>
              </a:rPr>
              <a:t>	Level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 spc="-50" b="1">
                <a:latin typeface="Arial"/>
                <a:cs typeface="Arial"/>
              </a:rPr>
              <a:t>5</a:t>
            </a:r>
            <a:endParaRPr sz="1400">
              <a:latin typeface="Arial"/>
              <a:cs typeface="Arial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11612626" y="6500876"/>
            <a:ext cx="132080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 spc="-25">
                <a:latin typeface="Arial"/>
                <a:cs typeface="Arial"/>
              </a:rPr>
              <a:t>13</a:t>
            </a:r>
            <a:endParaRPr sz="750">
              <a:latin typeface="Arial"/>
              <a:cs typeface="Arial"/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7789926" y="1917954"/>
            <a:ext cx="3343275" cy="0"/>
          </a:xfrm>
          <a:custGeom>
            <a:avLst/>
            <a:gdLst/>
            <a:ahLst/>
            <a:cxnLst/>
            <a:rect l="l" t="t" r="r" b="b"/>
            <a:pathLst>
              <a:path w="3343275" h="0">
                <a:moveTo>
                  <a:pt x="0" y="0"/>
                </a:moveTo>
                <a:lnTo>
                  <a:pt x="3343275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730758" y="1917954"/>
            <a:ext cx="3397885" cy="0"/>
          </a:xfrm>
          <a:custGeom>
            <a:avLst/>
            <a:gdLst/>
            <a:ahLst/>
            <a:cxnLst/>
            <a:rect l="l" t="t" r="r" b="b"/>
            <a:pathLst>
              <a:path w="3397885" h="0">
                <a:moveTo>
                  <a:pt x="0" y="0"/>
                </a:moveTo>
                <a:lnTo>
                  <a:pt x="3397885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94" name="object 94"/>
          <p:cNvGrpSpPr/>
          <p:nvPr/>
        </p:nvGrpSpPr>
        <p:grpSpPr>
          <a:xfrm>
            <a:off x="3721608" y="5079491"/>
            <a:ext cx="186055" cy="167640"/>
            <a:chOff x="3721608" y="5079491"/>
            <a:chExt cx="186055" cy="167640"/>
          </a:xfrm>
        </p:grpSpPr>
        <p:pic>
          <p:nvPicPr>
            <p:cNvPr id="95" name="object 9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21608" y="5079491"/>
              <a:ext cx="74295" cy="167640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33114" y="5079491"/>
              <a:ext cx="74422" cy="1676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6341160"/>
            <a:ext cx="1062355" cy="3003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300"/>
              </a:lnSpc>
              <a:spcBef>
                <a:spcPts val="95"/>
              </a:spcBef>
            </a:pPr>
            <a:r>
              <a:rPr dirty="0" sz="750">
                <a:latin typeface="Arial"/>
                <a:cs typeface="Arial"/>
              </a:rPr>
              <a:t>Digital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Auto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Report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-20">
                <a:latin typeface="Arial"/>
                <a:cs typeface="Arial"/>
              </a:rPr>
              <a:t>2023</a:t>
            </a:r>
            <a:r>
              <a:rPr dirty="0" sz="750" spc="-10">
                <a:latin typeface="Arial"/>
                <a:cs typeface="Arial"/>
              </a:rPr>
              <a:t> Strategy&amp;</a:t>
            </a:r>
            <a:endParaRPr sz="7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78354" y="6500876"/>
            <a:ext cx="1867535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>
                <a:latin typeface="Arial"/>
                <a:cs typeface="Arial"/>
              </a:rPr>
              <a:t>Source:</a:t>
            </a:r>
            <a:r>
              <a:rPr dirty="0" sz="750" spc="-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PwC</a:t>
            </a:r>
            <a:r>
              <a:rPr dirty="0" sz="750" spc="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Strategy&amp;</a:t>
            </a:r>
            <a:r>
              <a:rPr dirty="0" sz="750" spc="-2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consumer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research</a:t>
            </a:r>
            <a:endParaRPr sz="7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081004" y="56388"/>
            <a:ext cx="1045844" cy="1249680"/>
          </a:xfrm>
          <a:custGeom>
            <a:avLst/>
            <a:gdLst/>
            <a:ahLst/>
            <a:cxnLst/>
            <a:rect l="l" t="t" r="r" b="b"/>
            <a:pathLst>
              <a:path w="1045845" h="1249680">
                <a:moveTo>
                  <a:pt x="537092" y="243830"/>
                </a:moveTo>
                <a:lnTo>
                  <a:pt x="479542" y="243830"/>
                </a:lnTo>
                <a:lnTo>
                  <a:pt x="423535" y="247057"/>
                </a:lnTo>
                <a:lnTo>
                  <a:pt x="372160" y="253510"/>
                </a:lnTo>
                <a:lnTo>
                  <a:pt x="328504" y="263191"/>
                </a:lnTo>
                <a:lnTo>
                  <a:pt x="276727" y="293705"/>
                </a:lnTo>
                <a:lnTo>
                  <a:pt x="255061" y="334301"/>
                </a:lnTo>
                <a:lnTo>
                  <a:pt x="252348" y="355981"/>
                </a:lnTo>
                <a:lnTo>
                  <a:pt x="258815" y="1024509"/>
                </a:lnTo>
                <a:lnTo>
                  <a:pt x="258885" y="1031748"/>
                </a:lnTo>
                <a:lnTo>
                  <a:pt x="259000" y="1043644"/>
                </a:lnTo>
                <a:lnTo>
                  <a:pt x="259122" y="1056243"/>
                </a:lnTo>
                <a:lnTo>
                  <a:pt x="259220" y="1066353"/>
                </a:lnTo>
                <a:lnTo>
                  <a:pt x="259306" y="1075309"/>
                </a:lnTo>
                <a:lnTo>
                  <a:pt x="263312" y="1146974"/>
                </a:lnTo>
                <a:lnTo>
                  <a:pt x="289966" y="1205529"/>
                </a:lnTo>
                <a:lnTo>
                  <a:pt x="346761" y="1234356"/>
                </a:lnTo>
                <a:lnTo>
                  <a:pt x="392969" y="1243330"/>
                </a:lnTo>
                <a:lnTo>
                  <a:pt x="449988" y="1248207"/>
                </a:lnTo>
                <a:lnTo>
                  <a:pt x="519175" y="1249680"/>
                </a:lnTo>
                <a:lnTo>
                  <a:pt x="584176" y="1244022"/>
                </a:lnTo>
                <a:lnTo>
                  <a:pt x="639032" y="1236995"/>
                </a:lnTo>
                <a:lnTo>
                  <a:pt x="684410" y="1227230"/>
                </a:lnTo>
                <a:lnTo>
                  <a:pt x="720978" y="1213358"/>
                </a:lnTo>
                <a:lnTo>
                  <a:pt x="757062" y="1177972"/>
                </a:lnTo>
                <a:lnTo>
                  <a:pt x="771475" y="1104937"/>
                </a:lnTo>
                <a:lnTo>
                  <a:pt x="452346" y="1104937"/>
                </a:lnTo>
                <a:lnTo>
                  <a:pt x="402875" y="1097994"/>
                </a:lnTo>
                <a:lnTo>
                  <a:pt x="362882" y="1086979"/>
                </a:lnTo>
                <a:lnTo>
                  <a:pt x="316813" y="1067484"/>
                </a:lnTo>
                <a:lnTo>
                  <a:pt x="288416" y="1031748"/>
                </a:lnTo>
                <a:lnTo>
                  <a:pt x="717624" y="1031748"/>
                </a:lnTo>
                <a:lnTo>
                  <a:pt x="742695" y="1024509"/>
                </a:lnTo>
                <a:lnTo>
                  <a:pt x="770752" y="1024509"/>
                </a:lnTo>
                <a:lnTo>
                  <a:pt x="770471" y="995426"/>
                </a:lnTo>
                <a:lnTo>
                  <a:pt x="273938" y="995426"/>
                </a:lnTo>
                <a:lnTo>
                  <a:pt x="273938" y="828294"/>
                </a:lnTo>
                <a:lnTo>
                  <a:pt x="706627" y="828294"/>
                </a:lnTo>
                <a:lnTo>
                  <a:pt x="706627" y="821055"/>
                </a:lnTo>
                <a:lnTo>
                  <a:pt x="768784" y="821055"/>
                </a:lnTo>
                <a:lnTo>
                  <a:pt x="768643" y="806450"/>
                </a:lnTo>
                <a:lnTo>
                  <a:pt x="273938" y="806450"/>
                </a:lnTo>
                <a:lnTo>
                  <a:pt x="273938" y="639318"/>
                </a:lnTo>
                <a:lnTo>
                  <a:pt x="312467" y="639318"/>
                </a:lnTo>
                <a:lnTo>
                  <a:pt x="288416" y="602996"/>
                </a:lnTo>
                <a:lnTo>
                  <a:pt x="290998" y="586801"/>
                </a:lnTo>
                <a:lnTo>
                  <a:pt x="324484" y="544957"/>
                </a:lnTo>
                <a:lnTo>
                  <a:pt x="364118" y="534273"/>
                </a:lnTo>
                <a:lnTo>
                  <a:pt x="417513" y="527151"/>
                </a:lnTo>
                <a:lnTo>
                  <a:pt x="478989" y="523589"/>
                </a:lnTo>
                <a:lnTo>
                  <a:pt x="765907" y="523589"/>
                </a:lnTo>
                <a:lnTo>
                  <a:pt x="764399" y="367674"/>
                </a:lnTo>
                <a:lnTo>
                  <a:pt x="753443" y="307848"/>
                </a:lnTo>
                <a:lnTo>
                  <a:pt x="720978" y="276098"/>
                </a:lnTo>
                <a:lnTo>
                  <a:pt x="644474" y="253510"/>
                </a:lnTo>
                <a:lnTo>
                  <a:pt x="593099" y="247057"/>
                </a:lnTo>
                <a:lnTo>
                  <a:pt x="537092" y="243830"/>
                </a:lnTo>
                <a:close/>
              </a:path>
              <a:path w="1045845" h="1249680">
                <a:moveTo>
                  <a:pt x="770752" y="1024509"/>
                </a:moveTo>
                <a:lnTo>
                  <a:pt x="742695" y="1024509"/>
                </a:lnTo>
                <a:lnTo>
                  <a:pt x="735911" y="1037536"/>
                </a:lnTo>
                <a:lnTo>
                  <a:pt x="726424" y="1052623"/>
                </a:lnTo>
                <a:lnTo>
                  <a:pt x="668063" y="1085961"/>
                </a:lnTo>
                <a:lnTo>
                  <a:pt x="627284" y="1095279"/>
                </a:lnTo>
                <a:lnTo>
                  <a:pt x="575694" y="1101883"/>
                </a:lnTo>
                <a:lnTo>
                  <a:pt x="511936" y="1104392"/>
                </a:lnTo>
                <a:lnTo>
                  <a:pt x="452346" y="1104937"/>
                </a:lnTo>
                <a:lnTo>
                  <a:pt x="771475" y="1104937"/>
                </a:lnTo>
                <a:lnTo>
                  <a:pt x="771356" y="1086979"/>
                </a:lnTo>
                <a:lnTo>
                  <a:pt x="771243" y="1075309"/>
                </a:lnTo>
                <a:lnTo>
                  <a:pt x="771157" y="1066353"/>
                </a:lnTo>
                <a:lnTo>
                  <a:pt x="771059" y="1056243"/>
                </a:lnTo>
                <a:lnTo>
                  <a:pt x="770937" y="1043644"/>
                </a:lnTo>
                <a:lnTo>
                  <a:pt x="770822" y="1031748"/>
                </a:lnTo>
                <a:lnTo>
                  <a:pt x="770752" y="1024509"/>
                </a:lnTo>
                <a:close/>
              </a:path>
              <a:path w="1045845" h="1249680">
                <a:moveTo>
                  <a:pt x="717624" y="1031748"/>
                </a:moveTo>
                <a:lnTo>
                  <a:pt x="288416" y="1031748"/>
                </a:lnTo>
                <a:lnTo>
                  <a:pt x="329396" y="1042400"/>
                </a:lnTo>
                <a:lnTo>
                  <a:pt x="378507" y="1051718"/>
                </a:lnTo>
                <a:lnTo>
                  <a:pt x="439548" y="1058443"/>
                </a:lnTo>
                <a:lnTo>
                  <a:pt x="441988" y="1058443"/>
                </a:lnTo>
                <a:lnTo>
                  <a:pt x="511936" y="1060831"/>
                </a:lnTo>
                <a:lnTo>
                  <a:pt x="575364" y="1058443"/>
                </a:lnTo>
                <a:lnTo>
                  <a:pt x="628423" y="1052215"/>
                </a:lnTo>
                <a:lnTo>
                  <a:pt x="672354" y="1043644"/>
                </a:lnTo>
                <a:lnTo>
                  <a:pt x="710357" y="1033846"/>
                </a:lnTo>
                <a:lnTo>
                  <a:pt x="717624" y="1031748"/>
                </a:lnTo>
                <a:close/>
              </a:path>
              <a:path w="1045845" h="1249680">
                <a:moveTo>
                  <a:pt x="706627" y="828294"/>
                </a:moveTo>
                <a:lnTo>
                  <a:pt x="324484" y="828294"/>
                </a:lnTo>
                <a:lnTo>
                  <a:pt x="324484" y="973582"/>
                </a:lnTo>
                <a:lnTo>
                  <a:pt x="288416" y="995426"/>
                </a:lnTo>
                <a:lnTo>
                  <a:pt x="742695" y="995426"/>
                </a:lnTo>
                <a:lnTo>
                  <a:pt x="742695" y="988060"/>
                </a:lnTo>
                <a:lnTo>
                  <a:pt x="737060" y="985684"/>
                </a:lnTo>
                <a:lnTo>
                  <a:pt x="724661" y="979916"/>
                </a:lnTo>
                <a:lnTo>
                  <a:pt x="712263" y="972790"/>
                </a:lnTo>
                <a:lnTo>
                  <a:pt x="706627" y="966343"/>
                </a:lnTo>
                <a:lnTo>
                  <a:pt x="706627" y="828294"/>
                </a:lnTo>
                <a:close/>
              </a:path>
              <a:path w="1045845" h="1249680">
                <a:moveTo>
                  <a:pt x="768784" y="821055"/>
                </a:moveTo>
                <a:lnTo>
                  <a:pt x="749807" y="821055"/>
                </a:lnTo>
                <a:lnTo>
                  <a:pt x="749807" y="988060"/>
                </a:lnTo>
                <a:lnTo>
                  <a:pt x="742695" y="995426"/>
                </a:lnTo>
                <a:lnTo>
                  <a:pt x="770471" y="995426"/>
                </a:lnTo>
                <a:lnTo>
                  <a:pt x="768854" y="828294"/>
                </a:lnTo>
                <a:lnTo>
                  <a:pt x="768784" y="821055"/>
                </a:lnTo>
                <a:close/>
              </a:path>
              <a:path w="1045845" h="1249680">
                <a:moveTo>
                  <a:pt x="312467" y="639318"/>
                </a:moveTo>
                <a:lnTo>
                  <a:pt x="281177" y="639318"/>
                </a:lnTo>
                <a:lnTo>
                  <a:pt x="288416" y="646684"/>
                </a:lnTo>
                <a:lnTo>
                  <a:pt x="317245" y="690245"/>
                </a:lnTo>
                <a:lnTo>
                  <a:pt x="324371" y="804634"/>
                </a:lnTo>
                <a:lnTo>
                  <a:pt x="324484" y="806450"/>
                </a:lnTo>
                <a:lnTo>
                  <a:pt x="706627" y="806450"/>
                </a:lnTo>
                <a:lnTo>
                  <a:pt x="706627" y="799211"/>
                </a:lnTo>
                <a:lnTo>
                  <a:pt x="699502" y="691947"/>
                </a:lnTo>
                <a:lnTo>
                  <a:pt x="699388" y="683006"/>
                </a:lnTo>
                <a:lnTo>
                  <a:pt x="706627" y="683006"/>
                </a:lnTo>
                <a:lnTo>
                  <a:pt x="716265" y="668401"/>
                </a:lnTo>
                <a:lnTo>
                  <a:pt x="331723" y="668401"/>
                </a:lnTo>
                <a:lnTo>
                  <a:pt x="312467" y="639318"/>
                </a:lnTo>
                <a:close/>
              </a:path>
              <a:path w="1045845" h="1249680">
                <a:moveTo>
                  <a:pt x="766956" y="632079"/>
                </a:moveTo>
                <a:lnTo>
                  <a:pt x="749807" y="632079"/>
                </a:lnTo>
                <a:lnTo>
                  <a:pt x="749807" y="806450"/>
                </a:lnTo>
                <a:lnTo>
                  <a:pt x="768643" y="806450"/>
                </a:lnTo>
                <a:lnTo>
                  <a:pt x="767097" y="646684"/>
                </a:lnTo>
                <a:lnTo>
                  <a:pt x="767026" y="639318"/>
                </a:lnTo>
                <a:lnTo>
                  <a:pt x="766956" y="632079"/>
                </a:lnTo>
                <a:close/>
              </a:path>
              <a:path w="1045845" h="1249680">
                <a:moveTo>
                  <a:pt x="765907" y="523589"/>
                </a:moveTo>
                <a:lnTo>
                  <a:pt x="542870" y="523589"/>
                </a:lnTo>
                <a:lnTo>
                  <a:pt x="603475" y="527151"/>
                </a:lnTo>
                <a:lnTo>
                  <a:pt x="655128" y="534273"/>
                </a:lnTo>
                <a:lnTo>
                  <a:pt x="692149" y="544957"/>
                </a:lnTo>
                <a:lnTo>
                  <a:pt x="724614" y="567642"/>
                </a:lnTo>
                <a:lnTo>
                  <a:pt x="735456" y="595757"/>
                </a:lnTo>
                <a:lnTo>
                  <a:pt x="684910" y="668401"/>
                </a:lnTo>
                <a:lnTo>
                  <a:pt x="716265" y="668401"/>
                </a:lnTo>
                <a:lnTo>
                  <a:pt x="735456" y="639318"/>
                </a:lnTo>
                <a:lnTo>
                  <a:pt x="742695" y="632079"/>
                </a:lnTo>
                <a:lnTo>
                  <a:pt x="766956" y="632079"/>
                </a:lnTo>
                <a:lnTo>
                  <a:pt x="766675" y="602996"/>
                </a:lnTo>
                <a:lnTo>
                  <a:pt x="766605" y="595757"/>
                </a:lnTo>
                <a:lnTo>
                  <a:pt x="766518" y="586801"/>
                </a:lnTo>
                <a:lnTo>
                  <a:pt x="766459" y="580693"/>
                </a:lnTo>
                <a:lnTo>
                  <a:pt x="766333" y="567642"/>
                </a:lnTo>
                <a:lnTo>
                  <a:pt x="766220" y="555948"/>
                </a:lnTo>
                <a:lnTo>
                  <a:pt x="766113" y="544957"/>
                </a:lnTo>
                <a:lnTo>
                  <a:pt x="766010" y="534273"/>
                </a:lnTo>
                <a:lnTo>
                  <a:pt x="765907" y="523589"/>
                </a:lnTo>
                <a:close/>
              </a:path>
              <a:path w="1045845" h="1249680">
                <a:moveTo>
                  <a:pt x="0" y="326898"/>
                </a:moveTo>
                <a:lnTo>
                  <a:pt x="0" y="1118870"/>
                </a:lnTo>
                <a:lnTo>
                  <a:pt x="158622" y="726567"/>
                </a:lnTo>
                <a:lnTo>
                  <a:pt x="0" y="326898"/>
                </a:lnTo>
                <a:close/>
              </a:path>
              <a:path w="1045845" h="1249680">
                <a:moveTo>
                  <a:pt x="1045463" y="326898"/>
                </a:moveTo>
                <a:lnTo>
                  <a:pt x="886840" y="726567"/>
                </a:lnTo>
                <a:lnTo>
                  <a:pt x="1045463" y="1118870"/>
                </a:lnTo>
                <a:lnTo>
                  <a:pt x="1045463" y="326898"/>
                </a:lnTo>
                <a:close/>
              </a:path>
              <a:path w="1045845" h="1249680">
                <a:moveTo>
                  <a:pt x="908430" y="0"/>
                </a:moveTo>
                <a:lnTo>
                  <a:pt x="115315" y="0"/>
                </a:lnTo>
                <a:lnTo>
                  <a:pt x="511936" y="159893"/>
                </a:lnTo>
                <a:lnTo>
                  <a:pt x="90843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948809" y="5130800"/>
            <a:ext cx="6636384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intention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use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time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gained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from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not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driving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went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down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compared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2021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–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the </a:t>
            </a:r>
            <a:r>
              <a:rPr dirty="0" sz="1400">
                <a:latin typeface="Arial"/>
                <a:cs typeface="Arial"/>
              </a:rPr>
              <a:t>reduction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was significant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Germany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and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US.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Media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&amp;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Entertainment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as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well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 spc="-35">
                <a:latin typeface="Arial"/>
                <a:cs typeface="Arial"/>
              </a:rPr>
              <a:t>as </a:t>
            </a:r>
            <a:r>
              <a:rPr dirty="0" sz="1400">
                <a:latin typeface="Arial"/>
                <a:cs typeface="Arial"/>
              </a:rPr>
              <a:t>relaxation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are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still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main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intended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activities.”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485132" y="5009388"/>
            <a:ext cx="149225" cy="335280"/>
          </a:xfrm>
          <a:custGeom>
            <a:avLst/>
            <a:gdLst/>
            <a:ahLst/>
            <a:cxnLst/>
            <a:rect l="l" t="t" r="r" b="b"/>
            <a:pathLst>
              <a:path w="149225" h="335279">
                <a:moveTo>
                  <a:pt x="148716" y="0"/>
                </a:moveTo>
                <a:lnTo>
                  <a:pt x="0" y="0"/>
                </a:lnTo>
                <a:lnTo>
                  <a:pt x="0" y="160782"/>
                </a:lnTo>
                <a:lnTo>
                  <a:pt x="69087" y="160782"/>
                </a:lnTo>
                <a:lnTo>
                  <a:pt x="65785" y="196342"/>
                </a:lnTo>
                <a:lnTo>
                  <a:pt x="54609" y="226060"/>
                </a:lnTo>
                <a:lnTo>
                  <a:pt x="33273" y="249554"/>
                </a:lnTo>
                <a:lnTo>
                  <a:pt x="0" y="266319"/>
                </a:lnTo>
                <a:lnTo>
                  <a:pt x="0" y="335153"/>
                </a:lnTo>
                <a:lnTo>
                  <a:pt x="68071" y="311658"/>
                </a:lnTo>
                <a:lnTo>
                  <a:pt x="118871" y="264160"/>
                </a:lnTo>
                <a:lnTo>
                  <a:pt x="146049" y="198120"/>
                </a:lnTo>
                <a:lnTo>
                  <a:pt x="148589" y="160782"/>
                </a:lnTo>
                <a:lnTo>
                  <a:pt x="1487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708144" y="5009388"/>
            <a:ext cx="149225" cy="335280"/>
          </a:xfrm>
          <a:custGeom>
            <a:avLst/>
            <a:gdLst/>
            <a:ahLst/>
            <a:cxnLst/>
            <a:rect l="l" t="t" r="r" b="b"/>
            <a:pathLst>
              <a:path w="149225" h="335279">
                <a:moveTo>
                  <a:pt x="148716" y="0"/>
                </a:moveTo>
                <a:lnTo>
                  <a:pt x="0" y="0"/>
                </a:lnTo>
                <a:lnTo>
                  <a:pt x="0" y="160782"/>
                </a:lnTo>
                <a:lnTo>
                  <a:pt x="69214" y="160782"/>
                </a:lnTo>
                <a:lnTo>
                  <a:pt x="65912" y="196342"/>
                </a:lnTo>
                <a:lnTo>
                  <a:pt x="54609" y="226060"/>
                </a:lnTo>
                <a:lnTo>
                  <a:pt x="33400" y="249554"/>
                </a:lnTo>
                <a:lnTo>
                  <a:pt x="0" y="266319"/>
                </a:lnTo>
                <a:lnTo>
                  <a:pt x="0" y="335153"/>
                </a:lnTo>
                <a:lnTo>
                  <a:pt x="68071" y="311658"/>
                </a:lnTo>
                <a:lnTo>
                  <a:pt x="118871" y="264160"/>
                </a:lnTo>
                <a:lnTo>
                  <a:pt x="146049" y="198120"/>
                </a:lnTo>
                <a:lnTo>
                  <a:pt x="148716" y="160782"/>
                </a:lnTo>
                <a:lnTo>
                  <a:pt x="1487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30174" y="80518"/>
            <a:ext cx="18929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"/>
                <a:cs typeface="Arial"/>
              </a:rPr>
              <a:t>Consumer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–</a:t>
            </a:r>
            <a:r>
              <a:rPr dirty="0" sz="1400" spc="-9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Automated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76655" y="2608897"/>
            <a:ext cx="3223260" cy="1510665"/>
            <a:chOff x="676655" y="2608897"/>
            <a:chExt cx="3223260" cy="1510665"/>
          </a:xfrm>
        </p:grpSpPr>
        <p:sp>
          <p:nvSpPr>
            <p:cNvPr id="10" name="object 10"/>
            <p:cNvSpPr/>
            <p:nvPr/>
          </p:nvSpPr>
          <p:spPr>
            <a:xfrm>
              <a:off x="829056" y="2804159"/>
              <a:ext cx="2534920" cy="1310640"/>
            </a:xfrm>
            <a:custGeom>
              <a:avLst/>
              <a:gdLst/>
              <a:ahLst/>
              <a:cxnLst/>
              <a:rect l="l" t="t" r="r" b="b"/>
              <a:pathLst>
                <a:path w="2534920" h="1310639">
                  <a:moveTo>
                    <a:pt x="384048" y="135636"/>
                  </a:moveTo>
                  <a:lnTo>
                    <a:pt x="0" y="135636"/>
                  </a:lnTo>
                  <a:lnTo>
                    <a:pt x="0" y="1310640"/>
                  </a:lnTo>
                  <a:lnTo>
                    <a:pt x="384048" y="1310640"/>
                  </a:lnTo>
                  <a:lnTo>
                    <a:pt x="384048" y="135636"/>
                  </a:lnTo>
                  <a:close/>
                </a:path>
                <a:path w="2534920" h="1310639">
                  <a:moveTo>
                    <a:pt x="1459992" y="0"/>
                  </a:moveTo>
                  <a:lnTo>
                    <a:pt x="1075944" y="0"/>
                  </a:lnTo>
                  <a:lnTo>
                    <a:pt x="1075944" y="1310640"/>
                  </a:lnTo>
                  <a:lnTo>
                    <a:pt x="1459992" y="1310640"/>
                  </a:lnTo>
                  <a:lnTo>
                    <a:pt x="1459992" y="0"/>
                  </a:lnTo>
                  <a:close/>
                </a:path>
                <a:path w="2534920" h="1310639">
                  <a:moveTo>
                    <a:pt x="2534412" y="358140"/>
                  </a:moveTo>
                  <a:lnTo>
                    <a:pt x="2150364" y="358140"/>
                  </a:lnTo>
                  <a:lnTo>
                    <a:pt x="2150364" y="1310640"/>
                  </a:lnTo>
                  <a:lnTo>
                    <a:pt x="2534412" y="1310640"/>
                  </a:lnTo>
                  <a:lnTo>
                    <a:pt x="2534412" y="35814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829055" y="2804160"/>
              <a:ext cx="2534920" cy="1310640"/>
            </a:xfrm>
            <a:custGeom>
              <a:avLst/>
              <a:gdLst/>
              <a:ahLst/>
              <a:cxnLst/>
              <a:rect l="l" t="t" r="r" b="b"/>
              <a:pathLst>
                <a:path w="2534920" h="1310639">
                  <a:moveTo>
                    <a:pt x="0" y="135636"/>
                  </a:moveTo>
                  <a:lnTo>
                    <a:pt x="384048" y="135636"/>
                  </a:lnTo>
                  <a:lnTo>
                    <a:pt x="384048" y="1310640"/>
                  </a:lnTo>
                  <a:lnTo>
                    <a:pt x="0" y="1310640"/>
                  </a:lnTo>
                  <a:lnTo>
                    <a:pt x="0" y="135636"/>
                  </a:lnTo>
                  <a:close/>
                </a:path>
                <a:path w="2534920" h="1310639">
                  <a:moveTo>
                    <a:pt x="1075944" y="0"/>
                  </a:moveTo>
                  <a:lnTo>
                    <a:pt x="1459992" y="0"/>
                  </a:lnTo>
                  <a:lnTo>
                    <a:pt x="1459992" y="1310640"/>
                  </a:lnTo>
                  <a:lnTo>
                    <a:pt x="1075944" y="1310640"/>
                  </a:lnTo>
                  <a:lnTo>
                    <a:pt x="1075944" y="0"/>
                  </a:lnTo>
                  <a:close/>
                </a:path>
                <a:path w="2534920" h="1310639">
                  <a:moveTo>
                    <a:pt x="2150364" y="358140"/>
                  </a:moveTo>
                  <a:lnTo>
                    <a:pt x="2534412" y="358140"/>
                  </a:lnTo>
                  <a:lnTo>
                    <a:pt x="2534412" y="1310640"/>
                  </a:lnTo>
                  <a:lnTo>
                    <a:pt x="2150364" y="1310640"/>
                  </a:lnTo>
                  <a:lnTo>
                    <a:pt x="2150364" y="358140"/>
                  </a:lnTo>
                  <a:close/>
                </a:path>
              </a:pathLst>
            </a:custGeom>
            <a:ln w="9525">
              <a:solidFill>
                <a:srgbClr val="D0490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213104" y="2613659"/>
              <a:ext cx="2534920" cy="1501140"/>
            </a:xfrm>
            <a:custGeom>
              <a:avLst/>
              <a:gdLst/>
              <a:ahLst/>
              <a:cxnLst/>
              <a:rect l="l" t="t" r="r" b="b"/>
              <a:pathLst>
                <a:path w="2534920" h="1501139">
                  <a:moveTo>
                    <a:pt x="384048" y="0"/>
                  </a:moveTo>
                  <a:lnTo>
                    <a:pt x="0" y="0"/>
                  </a:lnTo>
                  <a:lnTo>
                    <a:pt x="0" y="1501140"/>
                  </a:lnTo>
                  <a:lnTo>
                    <a:pt x="384048" y="1501140"/>
                  </a:lnTo>
                  <a:lnTo>
                    <a:pt x="384048" y="0"/>
                  </a:lnTo>
                  <a:close/>
                </a:path>
                <a:path w="2534920" h="1501139">
                  <a:moveTo>
                    <a:pt x="1458468" y="28956"/>
                  </a:moveTo>
                  <a:lnTo>
                    <a:pt x="1075944" y="28956"/>
                  </a:lnTo>
                  <a:lnTo>
                    <a:pt x="1075944" y="1501140"/>
                  </a:lnTo>
                  <a:lnTo>
                    <a:pt x="1458468" y="1501140"/>
                  </a:lnTo>
                  <a:lnTo>
                    <a:pt x="1458468" y="28956"/>
                  </a:lnTo>
                  <a:close/>
                </a:path>
                <a:path w="2534920" h="1501139">
                  <a:moveTo>
                    <a:pt x="2534412" y="374904"/>
                  </a:moveTo>
                  <a:lnTo>
                    <a:pt x="2150364" y="374904"/>
                  </a:lnTo>
                  <a:lnTo>
                    <a:pt x="2150364" y="1501140"/>
                  </a:lnTo>
                  <a:lnTo>
                    <a:pt x="2534412" y="1501140"/>
                  </a:lnTo>
                  <a:lnTo>
                    <a:pt x="2534412" y="374904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213104" y="2613660"/>
              <a:ext cx="2534920" cy="1501140"/>
            </a:xfrm>
            <a:custGeom>
              <a:avLst/>
              <a:gdLst/>
              <a:ahLst/>
              <a:cxnLst/>
              <a:rect l="l" t="t" r="r" b="b"/>
              <a:pathLst>
                <a:path w="2534920" h="1501139">
                  <a:moveTo>
                    <a:pt x="0" y="0"/>
                  </a:moveTo>
                  <a:lnTo>
                    <a:pt x="384048" y="0"/>
                  </a:lnTo>
                  <a:lnTo>
                    <a:pt x="384048" y="1501140"/>
                  </a:lnTo>
                  <a:lnTo>
                    <a:pt x="0" y="1501140"/>
                  </a:lnTo>
                  <a:lnTo>
                    <a:pt x="0" y="0"/>
                  </a:lnTo>
                  <a:close/>
                </a:path>
                <a:path w="2534920" h="1501139">
                  <a:moveTo>
                    <a:pt x="1075944" y="28956"/>
                  </a:moveTo>
                  <a:lnTo>
                    <a:pt x="1458468" y="28956"/>
                  </a:lnTo>
                  <a:lnTo>
                    <a:pt x="1458468" y="1501140"/>
                  </a:lnTo>
                  <a:lnTo>
                    <a:pt x="1075944" y="1501140"/>
                  </a:lnTo>
                  <a:lnTo>
                    <a:pt x="1075944" y="28956"/>
                  </a:lnTo>
                  <a:close/>
                </a:path>
                <a:path w="2534920" h="1501139">
                  <a:moveTo>
                    <a:pt x="2150364" y="374904"/>
                  </a:moveTo>
                  <a:lnTo>
                    <a:pt x="2534412" y="374904"/>
                  </a:lnTo>
                  <a:lnTo>
                    <a:pt x="2534412" y="1501140"/>
                  </a:lnTo>
                  <a:lnTo>
                    <a:pt x="2150364" y="1501140"/>
                  </a:lnTo>
                  <a:lnTo>
                    <a:pt x="2150364" y="374904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76655" y="4114800"/>
              <a:ext cx="3223260" cy="0"/>
            </a:xfrm>
            <a:custGeom>
              <a:avLst/>
              <a:gdLst/>
              <a:ahLst/>
              <a:cxnLst/>
              <a:rect l="l" t="t" r="r" b="b"/>
              <a:pathLst>
                <a:path w="3223260" h="0">
                  <a:moveTo>
                    <a:pt x="0" y="0"/>
                  </a:moveTo>
                  <a:lnTo>
                    <a:pt x="322326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924255" y="2718053"/>
            <a:ext cx="196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41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99233" y="2582036"/>
            <a:ext cx="196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45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074035" y="2940558"/>
            <a:ext cx="196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33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08353" y="2391283"/>
            <a:ext cx="196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52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83027" y="2420239"/>
            <a:ext cx="196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51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458083" y="2767965"/>
            <a:ext cx="196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39</a:t>
            </a:r>
            <a:endParaRPr sz="1200">
              <a:latin typeface="Arial"/>
              <a:cs typeface="Arial"/>
            </a:endParaRPr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715924" y="4158192"/>
          <a:ext cx="10722610" cy="662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8385"/>
                <a:gridCol w="1089025"/>
                <a:gridCol w="1271905"/>
                <a:gridCol w="1393189"/>
                <a:gridCol w="1090294"/>
                <a:gridCol w="1284604"/>
                <a:gridCol w="1353184"/>
                <a:gridCol w="1089659"/>
                <a:gridCol w="1028700"/>
              </a:tblGrid>
              <a:tr h="167005">
                <a:tc>
                  <a:txBody>
                    <a:bodyPr/>
                    <a:lstStyle/>
                    <a:p>
                      <a:pPr algn="ctr" marR="46990">
                        <a:lnSpc>
                          <a:spcPts val="1220"/>
                        </a:lnSpc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Media</a:t>
                      </a:r>
                      <a:r>
                        <a:rPr dirty="0" sz="12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25">
                          <a:latin typeface="Arial"/>
                          <a:cs typeface="Arial"/>
                        </a:rPr>
                        <a:t>and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35560">
                        <a:lnSpc>
                          <a:spcPts val="1220"/>
                        </a:lnSpc>
                      </a:pPr>
                      <a:r>
                        <a:rPr dirty="0" sz="1200" spc="-10">
                          <a:latin typeface="Arial"/>
                          <a:cs typeface="Arial"/>
                        </a:rPr>
                        <a:t>Relaxation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ts val="1220"/>
                        </a:lnSpc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Work</a:t>
                      </a:r>
                      <a:r>
                        <a:rPr dirty="0" sz="12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25">
                          <a:latin typeface="Arial"/>
                          <a:cs typeface="Arial"/>
                        </a:rPr>
                        <a:t>and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89560">
                        <a:lnSpc>
                          <a:spcPts val="1220"/>
                        </a:lnSpc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Media</a:t>
                      </a:r>
                      <a:r>
                        <a:rPr dirty="0" sz="12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25">
                          <a:latin typeface="Arial"/>
                          <a:cs typeface="Arial"/>
                        </a:rPr>
                        <a:t>and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36195">
                        <a:lnSpc>
                          <a:spcPts val="1220"/>
                        </a:lnSpc>
                      </a:pPr>
                      <a:r>
                        <a:rPr dirty="0" sz="1200" spc="-10">
                          <a:latin typeface="Arial"/>
                          <a:cs typeface="Arial"/>
                        </a:rPr>
                        <a:t>Relaxation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81610">
                        <a:lnSpc>
                          <a:spcPts val="1220"/>
                        </a:lnSpc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Work</a:t>
                      </a:r>
                      <a:r>
                        <a:rPr dirty="0" sz="12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25">
                          <a:latin typeface="Arial"/>
                          <a:cs typeface="Arial"/>
                        </a:rPr>
                        <a:t>and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58115">
                        <a:lnSpc>
                          <a:spcPts val="1220"/>
                        </a:lnSpc>
                      </a:pPr>
                      <a:r>
                        <a:rPr dirty="0" sz="1200" spc="-10">
                          <a:latin typeface="Arial"/>
                          <a:cs typeface="Arial"/>
                        </a:rPr>
                        <a:t>Relaxation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ts val="1220"/>
                        </a:lnSpc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Media</a:t>
                      </a:r>
                      <a:r>
                        <a:rPr dirty="0" sz="12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25">
                          <a:latin typeface="Arial"/>
                          <a:cs typeface="Arial"/>
                        </a:rPr>
                        <a:t>and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2545">
                        <a:lnSpc>
                          <a:spcPts val="1220"/>
                        </a:lnSpc>
                      </a:pPr>
                      <a:r>
                        <a:rPr dirty="0" sz="1200" spc="-10">
                          <a:latin typeface="Arial"/>
                          <a:cs typeface="Arial"/>
                        </a:rPr>
                        <a:t>Social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164465">
                <a:tc>
                  <a:txBody>
                    <a:bodyPr/>
                    <a:lstStyle/>
                    <a:p>
                      <a:pPr algn="ctr" marR="45720">
                        <a:lnSpc>
                          <a:spcPts val="1195"/>
                        </a:lnSpc>
                      </a:pPr>
                      <a:r>
                        <a:rPr dirty="0" sz="1200" spc="-10">
                          <a:latin typeface="Arial"/>
                          <a:cs typeface="Arial"/>
                        </a:rPr>
                        <a:t>entertainment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31750">
                        <a:lnSpc>
                          <a:spcPts val="1195"/>
                        </a:lnSpc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2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recovery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ts val="1195"/>
                        </a:lnSpc>
                      </a:pPr>
                      <a:r>
                        <a:rPr dirty="0" sz="1200" spc="-10">
                          <a:latin typeface="Arial"/>
                          <a:cs typeface="Arial"/>
                        </a:rPr>
                        <a:t>productivity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90830">
                        <a:lnSpc>
                          <a:spcPts val="1195"/>
                        </a:lnSpc>
                      </a:pPr>
                      <a:r>
                        <a:rPr dirty="0" sz="1200" spc="-10">
                          <a:latin typeface="Arial"/>
                          <a:cs typeface="Arial"/>
                        </a:rPr>
                        <a:t>entertainment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31115">
                        <a:lnSpc>
                          <a:spcPts val="1195"/>
                        </a:lnSpc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 recovery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1195"/>
                        </a:lnSpc>
                      </a:pPr>
                      <a:r>
                        <a:rPr dirty="0" sz="1200" spc="-10">
                          <a:latin typeface="Arial"/>
                          <a:cs typeface="Arial"/>
                        </a:rPr>
                        <a:t>productivity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76200">
                        <a:lnSpc>
                          <a:spcPts val="1195"/>
                        </a:lnSpc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2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recovery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ts val="1195"/>
                        </a:lnSpc>
                      </a:pPr>
                      <a:r>
                        <a:rPr dirty="0" sz="1200" spc="-10">
                          <a:latin typeface="Arial"/>
                          <a:cs typeface="Arial"/>
                        </a:rPr>
                        <a:t>entertainment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0005">
                        <a:lnSpc>
                          <a:spcPts val="1195"/>
                        </a:lnSpc>
                      </a:pPr>
                      <a:r>
                        <a:rPr dirty="0" sz="1200" spc="-10">
                          <a:latin typeface="Arial"/>
                          <a:cs typeface="Arial"/>
                        </a:rPr>
                        <a:t>exchange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164465">
                <a:tc>
                  <a:txBody>
                    <a:bodyPr/>
                    <a:lstStyle/>
                    <a:p>
                      <a:pPr algn="ctr" marR="46990">
                        <a:lnSpc>
                          <a:spcPts val="1195"/>
                        </a:lnSpc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(e.g.</a:t>
                      </a:r>
                      <a:r>
                        <a:rPr dirty="0" sz="12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video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34290">
                        <a:lnSpc>
                          <a:spcPts val="1195"/>
                        </a:lnSpc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(e.g.</a:t>
                      </a:r>
                      <a:r>
                        <a:rPr dirty="0" sz="12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sleep)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7635">
                        <a:lnSpc>
                          <a:spcPts val="1195"/>
                        </a:lnSpc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(e.g.</a:t>
                      </a:r>
                      <a:r>
                        <a:rPr dirty="0" sz="12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email)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89560">
                        <a:lnSpc>
                          <a:spcPts val="1195"/>
                        </a:lnSpc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(e.g.</a:t>
                      </a:r>
                      <a:r>
                        <a:rPr dirty="0" sz="12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video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34925">
                        <a:lnSpc>
                          <a:spcPts val="1195"/>
                        </a:lnSpc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(e.g.</a:t>
                      </a:r>
                      <a:r>
                        <a:rPr dirty="0" sz="12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sleep)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ts val="1195"/>
                        </a:lnSpc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(e.g.</a:t>
                      </a:r>
                      <a:r>
                        <a:rPr dirty="0" sz="12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email)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5890">
                        <a:lnSpc>
                          <a:spcPts val="1195"/>
                        </a:lnSpc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(e.g.</a:t>
                      </a:r>
                      <a:r>
                        <a:rPr dirty="0" sz="12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sleep)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ts val="1195"/>
                        </a:lnSpc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(e.g.</a:t>
                      </a:r>
                      <a:r>
                        <a:rPr dirty="0" sz="12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video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ts val="1195"/>
                        </a:lnSpc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(e.g.</a:t>
                      </a:r>
                      <a:r>
                        <a:rPr dirty="0" sz="12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video-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167005">
                <a:tc>
                  <a:txBody>
                    <a:bodyPr/>
                    <a:lstStyle/>
                    <a:p>
                      <a:pPr algn="ctr" marR="45720">
                        <a:lnSpc>
                          <a:spcPts val="1220"/>
                        </a:lnSpc>
                      </a:pPr>
                      <a:r>
                        <a:rPr dirty="0" sz="1200" spc="-10">
                          <a:latin typeface="Arial"/>
                          <a:cs typeface="Arial"/>
                        </a:rPr>
                        <a:t>streaming)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90195">
                        <a:lnSpc>
                          <a:spcPts val="1220"/>
                        </a:lnSpc>
                      </a:pPr>
                      <a:r>
                        <a:rPr dirty="0" sz="1200" spc="-10">
                          <a:latin typeface="Arial"/>
                          <a:cs typeface="Arial"/>
                        </a:rPr>
                        <a:t>streaming)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0160">
                        <a:lnSpc>
                          <a:spcPts val="1220"/>
                        </a:lnSpc>
                      </a:pPr>
                      <a:r>
                        <a:rPr dirty="0" sz="1200" spc="-10">
                          <a:latin typeface="Arial"/>
                          <a:cs typeface="Arial"/>
                        </a:rPr>
                        <a:t>streaming)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1275">
                        <a:lnSpc>
                          <a:spcPts val="1220"/>
                        </a:lnSpc>
                      </a:pPr>
                      <a:r>
                        <a:rPr dirty="0" sz="1200" spc="-10">
                          <a:latin typeface="Arial"/>
                          <a:cs typeface="Arial"/>
                        </a:rPr>
                        <a:t>conferencing)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22" name="object 22"/>
          <p:cNvGrpSpPr/>
          <p:nvPr/>
        </p:nvGrpSpPr>
        <p:grpSpPr>
          <a:xfrm>
            <a:off x="4428744" y="2608897"/>
            <a:ext cx="3225165" cy="1510665"/>
            <a:chOff x="4428744" y="2608897"/>
            <a:chExt cx="3225165" cy="1510665"/>
          </a:xfrm>
        </p:grpSpPr>
        <p:sp>
          <p:nvSpPr>
            <p:cNvPr id="23" name="object 23"/>
            <p:cNvSpPr/>
            <p:nvPr/>
          </p:nvSpPr>
          <p:spPr>
            <a:xfrm>
              <a:off x="4582668" y="2987039"/>
              <a:ext cx="2533015" cy="1127760"/>
            </a:xfrm>
            <a:custGeom>
              <a:avLst/>
              <a:gdLst/>
              <a:ahLst/>
              <a:cxnLst/>
              <a:rect l="l" t="t" r="r" b="b"/>
              <a:pathLst>
                <a:path w="2533015" h="1127760">
                  <a:moveTo>
                    <a:pt x="384048" y="0"/>
                  </a:moveTo>
                  <a:lnTo>
                    <a:pt x="0" y="0"/>
                  </a:lnTo>
                  <a:lnTo>
                    <a:pt x="0" y="1127760"/>
                  </a:lnTo>
                  <a:lnTo>
                    <a:pt x="384048" y="1127760"/>
                  </a:lnTo>
                  <a:lnTo>
                    <a:pt x="384048" y="0"/>
                  </a:lnTo>
                  <a:close/>
                </a:path>
                <a:path w="2533015" h="1127760">
                  <a:moveTo>
                    <a:pt x="1458468" y="48768"/>
                  </a:moveTo>
                  <a:lnTo>
                    <a:pt x="1074420" y="48768"/>
                  </a:lnTo>
                  <a:lnTo>
                    <a:pt x="1074420" y="1127760"/>
                  </a:lnTo>
                  <a:lnTo>
                    <a:pt x="1458468" y="1127760"/>
                  </a:lnTo>
                  <a:lnTo>
                    <a:pt x="1458468" y="48768"/>
                  </a:lnTo>
                  <a:close/>
                </a:path>
                <a:path w="2533015" h="1127760">
                  <a:moveTo>
                    <a:pt x="2532888" y="316992"/>
                  </a:moveTo>
                  <a:lnTo>
                    <a:pt x="2148840" y="316992"/>
                  </a:lnTo>
                  <a:lnTo>
                    <a:pt x="2148840" y="1127760"/>
                  </a:lnTo>
                  <a:lnTo>
                    <a:pt x="2532888" y="1127760"/>
                  </a:lnTo>
                  <a:lnTo>
                    <a:pt x="2532888" y="316992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966716" y="2613659"/>
              <a:ext cx="2533015" cy="1501140"/>
            </a:xfrm>
            <a:custGeom>
              <a:avLst/>
              <a:gdLst/>
              <a:ahLst/>
              <a:cxnLst/>
              <a:rect l="l" t="t" r="r" b="b"/>
              <a:pathLst>
                <a:path w="2533015" h="1501139">
                  <a:moveTo>
                    <a:pt x="384048" y="272796"/>
                  </a:moveTo>
                  <a:lnTo>
                    <a:pt x="0" y="272796"/>
                  </a:lnTo>
                  <a:lnTo>
                    <a:pt x="0" y="1501140"/>
                  </a:lnTo>
                  <a:lnTo>
                    <a:pt x="384048" y="1501140"/>
                  </a:lnTo>
                  <a:lnTo>
                    <a:pt x="384048" y="272796"/>
                  </a:lnTo>
                  <a:close/>
                </a:path>
                <a:path w="2533015" h="1501139">
                  <a:moveTo>
                    <a:pt x="1458468" y="0"/>
                  </a:moveTo>
                  <a:lnTo>
                    <a:pt x="1074420" y="0"/>
                  </a:lnTo>
                  <a:lnTo>
                    <a:pt x="1074420" y="1501140"/>
                  </a:lnTo>
                  <a:lnTo>
                    <a:pt x="1458468" y="1501140"/>
                  </a:lnTo>
                  <a:lnTo>
                    <a:pt x="1458468" y="0"/>
                  </a:lnTo>
                  <a:close/>
                </a:path>
                <a:path w="2533015" h="1501139">
                  <a:moveTo>
                    <a:pt x="2532888" y="435864"/>
                  </a:moveTo>
                  <a:lnTo>
                    <a:pt x="2148840" y="435864"/>
                  </a:lnTo>
                  <a:lnTo>
                    <a:pt x="2148840" y="1501140"/>
                  </a:lnTo>
                  <a:lnTo>
                    <a:pt x="2532888" y="1501140"/>
                  </a:lnTo>
                  <a:lnTo>
                    <a:pt x="2532888" y="435864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4966716" y="2613660"/>
              <a:ext cx="2533015" cy="1501140"/>
            </a:xfrm>
            <a:custGeom>
              <a:avLst/>
              <a:gdLst/>
              <a:ahLst/>
              <a:cxnLst/>
              <a:rect l="l" t="t" r="r" b="b"/>
              <a:pathLst>
                <a:path w="2533015" h="1501139">
                  <a:moveTo>
                    <a:pt x="0" y="272796"/>
                  </a:moveTo>
                  <a:lnTo>
                    <a:pt x="384048" y="272796"/>
                  </a:lnTo>
                  <a:lnTo>
                    <a:pt x="384048" y="1501140"/>
                  </a:lnTo>
                  <a:lnTo>
                    <a:pt x="0" y="1501140"/>
                  </a:lnTo>
                  <a:lnTo>
                    <a:pt x="0" y="272796"/>
                  </a:lnTo>
                  <a:close/>
                </a:path>
                <a:path w="2533015" h="1501139">
                  <a:moveTo>
                    <a:pt x="1074420" y="0"/>
                  </a:moveTo>
                  <a:lnTo>
                    <a:pt x="1458468" y="0"/>
                  </a:lnTo>
                  <a:lnTo>
                    <a:pt x="1458468" y="1501140"/>
                  </a:lnTo>
                  <a:lnTo>
                    <a:pt x="1074420" y="1501140"/>
                  </a:lnTo>
                  <a:lnTo>
                    <a:pt x="1074420" y="0"/>
                  </a:lnTo>
                  <a:close/>
                </a:path>
                <a:path w="2533015" h="1501139">
                  <a:moveTo>
                    <a:pt x="2148840" y="435864"/>
                  </a:moveTo>
                  <a:lnTo>
                    <a:pt x="2532888" y="435864"/>
                  </a:lnTo>
                  <a:lnTo>
                    <a:pt x="2532888" y="1501140"/>
                  </a:lnTo>
                  <a:lnTo>
                    <a:pt x="2148840" y="1501140"/>
                  </a:lnTo>
                  <a:lnTo>
                    <a:pt x="2148840" y="435864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428744" y="4114800"/>
              <a:ext cx="3225165" cy="0"/>
            </a:xfrm>
            <a:custGeom>
              <a:avLst/>
              <a:gdLst/>
              <a:ahLst/>
              <a:cxnLst/>
              <a:rect l="l" t="t" r="r" b="b"/>
              <a:pathLst>
                <a:path w="3225165" h="0">
                  <a:moveTo>
                    <a:pt x="0" y="0"/>
                  </a:moveTo>
                  <a:lnTo>
                    <a:pt x="3224784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4677536" y="2765805"/>
            <a:ext cx="196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41</a:t>
            </a:r>
            <a:endParaRPr sz="12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752591" y="2815844"/>
            <a:ext cx="196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40</a:t>
            </a:r>
            <a:endParaRPr sz="12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827266" y="3081273"/>
            <a:ext cx="196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30</a:t>
            </a:r>
            <a:endParaRPr sz="12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061584" y="2664333"/>
            <a:ext cx="196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45</a:t>
            </a:r>
            <a:endParaRPr sz="12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136385" y="2391283"/>
            <a:ext cx="196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55</a:t>
            </a:r>
            <a:endParaRPr sz="12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211314" y="2827401"/>
            <a:ext cx="196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39</a:t>
            </a:r>
            <a:endParaRPr sz="12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35863" y="1935479"/>
            <a:ext cx="180340" cy="132715"/>
          </a:xfrm>
          <a:custGeom>
            <a:avLst/>
            <a:gdLst/>
            <a:ahLst/>
            <a:cxnLst/>
            <a:rect l="l" t="t" r="r" b="b"/>
            <a:pathLst>
              <a:path w="180340" h="132714">
                <a:moveTo>
                  <a:pt x="179832" y="0"/>
                </a:moveTo>
                <a:lnTo>
                  <a:pt x="0" y="0"/>
                </a:lnTo>
                <a:lnTo>
                  <a:pt x="0" y="132587"/>
                </a:lnTo>
                <a:lnTo>
                  <a:pt x="179832" y="132587"/>
                </a:lnTo>
                <a:lnTo>
                  <a:pt x="179832" y="0"/>
                </a:lnTo>
                <a:close/>
              </a:path>
            </a:pathLst>
          </a:custGeom>
          <a:solidFill>
            <a:srgbClr val="DB52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35863" y="1731264"/>
            <a:ext cx="180340" cy="134620"/>
          </a:xfrm>
          <a:custGeom>
            <a:avLst/>
            <a:gdLst/>
            <a:ahLst/>
            <a:cxnLst/>
            <a:rect l="l" t="t" r="r" b="b"/>
            <a:pathLst>
              <a:path w="180340" h="134619">
                <a:moveTo>
                  <a:pt x="179832" y="0"/>
                </a:moveTo>
                <a:lnTo>
                  <a:pt x="0" y="0"/>
                </a:lnTo>
                <a:lnTo>
                  <a:pt x="0" y="134112"/>
                </a:lnTo>
                <a:lnTo>
                  <a:pt x="179832" y="134112"/>
                </a:lnTo>
                <a:lnTo>
                  <a:pt x="179832" y="0"/>
                </a:lnTo>
                <a:close/>
              </a:path>
            </a:pathLst>
          </a:custGeom>
          <a:solidFill>
            <a:srgbClr val="A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430174" y="1257680"/>
            <a:ext cx="6956425" cy="835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Automated</a:t>
            </a:r>
            <a:r>
              <a:rPr dirty="0" sz="1800" spc="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driving –</a:t>
            </a:r>
            <a:r>
              <a:rPr dirty="0" sz="1800" spc="-4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spc="-35" b="1">
                <a:solidFill>
                  <a:srgbClr val="A21F1F"/>
                </a:solidFill>
                <a:latin typeface="Arial"/>
                <a:cs typeface="Arial"/>
              </a:rPr>
              <a:t>Top</a:t>
            </a:r>
            <a:r>
              <a:rPr dirty="0" sz="1800" spc="-5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3</a:t>
            </a:r>
            <a:r>
              <a:rPr dirty="0" sz="1800" spc="-3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preferences</a:t>
            </a:r>
            <a:r>
              <a:rPr dirty="0" sz="1800" spc="-2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for</a:t>
            </a:r>
            <a:r>
              <a:rPr dirty="0" sz="1800" spc="-4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usage</a:t>
            </a:r>
            <a:r>
              <a:rPr dirty="0" sz="1800" spc="-4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of</a:t>
            </a:r>
            <a:r>
              <a:rPr dirty="0" sz="1800" spc="-4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time</a:t>
            </a:r>
            <a:r>
              <a:rPr dirty="0" sz="1800" spc="-4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A21F1F"/>
                </a:solidFill>
                <a:latin typeface="Arial"/>
                <a:cs typeface="Arial"/>
              </a:rPr>
              <a:t>gained</a:t>
            </a:r>
            <a:endParaRPr sz="1800">
              <a:latin typeface="Arial"/>
              <a:cs typeface="Arial"/>
            </a:endParaRPr>
          </a:p>
          <a:p>
            <a:pPr marL="236220">
              <a:lnSpc>
                <a:spcPct val="100000"/>
              </a:lnSpc>
              <a:spcBef>
                <a:spcPts val="1410"/>
              </a:spcBef>
            </a:pPr>
            <a:r>
              <a:rPr dirty="0" sz="1000" spc="-20">
                <a:latin typeface="Arial"/>
                <a:cs typeface="Arial"/>
              </a:rPr>
              <a:t>2022</a:t>
            </a:r>
            <a:endParaRPr sz="1000">
              <a:latin typeface="Arial"/>
              <a:cs typeface="Arial"/>
            </a:endParaRPr>
          </a:p>
          <a:p>
            <a:pPr marL="236220">
              <a:lnSpc>
                <a:spcPct val="100000"/>
              </a:lnSpc>
              <a:spcBef>
                <a:spcPts val="400"/>
              </a:spcBef>
            </a:pPr>
            <a:r>
              <a:rPr dirty="0" sz="1000" spc="-20">
                <a:latin typeface="Arial"/>
                <a:cs typeface="Arial"/>
              </a:rPr>
              <a:t>2021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8182356" y="2608897"/>
            <a:ext cx="3223260" cy="1510665"/>
            <a:chOff x="8182356" y="2608897"/>
            <a:chExt cx="3223260" cy="1510665"/>
          </a:xfrm>
        </p:grpSpPr>
        <p:sp>
          <p:nvSpPr>
            <p:cNvPr id="37" name="object 37"/>
            <p:cNvSpPr/>
            <p:nvPr/>
          </p:nvSpPr>
          <p:spPr>
            <a:xfrm>
              <a:off x="8334756" y="2741675"/>
              <a:ext cx="2534920" cy="1373505"/>
            </a:xfrm>
            <a:custGeom>
              <a:avLst/>
              <a:gdLst/>
              <a:ahLst/>
              <a:cxnLst/>
              <a:rect l="l" t="t" r="r" b="b"/>
              <a:pathLst>
                <a:path w="2534920" h="1373504">
                  <a:moveTo>
                    <a:pt x="384048" y="0"/>
                  </a:moveTo>
                  <a:lnTo>
                    <a:pt x="0" y="0"/>
                  </a:lnTo>
                  <a:lnTo>
                    <a:pt x="0" y="1373124"/>
                  </a:lnTo>
                  <a:lnTo>
                    <a:pt x="384048" y="1373124"/>
                  </a:lnTo>
                  <a:lnTo>
                    <a:pt x="384048" y="0"/>
                  </a:lnTo>
                  <a:close/>
                </a:path>
                <a:path w="2534920" h="1373504">
                  <a:moveTo>
                    <a:pt x="1459992" y="99060"/>
                  </a:moveTo>
                  <a:lnTo>
                    <a:pt x="1075944" y="99060"/>
                  </a:lnTo>
                  <a:lnTo>
                    <a:pt x="1075944" y="1373124"/>
                  </a:lnTo>
                  <a:lnTo>
                    <a:pt x="1459992" y="1373124"/>
                  </a:lnTo>
                  <a:lnTo>
                    <a:pt x="1459992" y="99060"/>
                  </a:lnTo>
                  <a:close/>
                </a:path>
                <a:path w="2534920" h="1373504">
                  <a:moveTo>
                    <a:pt x="2534412" y="178308"/>
                  </a:moveTo>
                  <a:lnTo>
                    <a:pt x="2150364" y="178308"/>
                  </a:lnTo>
                  <a:lnTo>
                    <a:pt x="2150364" y="1373124"/>
                  </a:lnTo>
                  <a:lnTo>
                    <a:pt x="2534412" y="1373124"/>
                  </a:lnTo>
                  <a:lnTo>
                    <a:pt x="2534412" y="178308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8718804" y="2613659"/>
              <a:ext cx="2534920" cy="1501140"/>
            </a:xfrm>
            <a:custGeom>
              <a:avLst/>
              <a:gdLst/>
              <a:ahLst/>
              <a:cxnLst/>
              <a:rect l="l" t="t" r="r" b="b"/>
              <a:pathLst>
                <a:path w="2534920" h="1501139">
                  <a:moveTo>
                    <a:pt x="384048" y="0"/>
                  </a:moveTo>
                  <a:lnTo>
                    <a:pt x="0" y="0"/>
                  </a:lnTo>
                  <a:lnTo>
                    <a:pt x="0" y="1501140"/>
                  </a:lnTo>
                  <a:lnTo>
                    <a:pt x="384048" y="1501140"/>
                  </a:lnTo>
                  <a:lnTo>
                    <a:pt x="384048" y="0"/>
                  </a:lnTo>
                  <a:close/>
                </a:path>
                <a:path w="2534920" h="1501139">
                  <a:moveTo>
                    <a:pt x="1458468" y="0"/>
                  </a:moveTo>
                  <a:lnTo>
                    <a:pt x="1075944" y="0"/>
                  </a:lnTo>
                  <a:lnTo>
                    <a:pt x="1075944" y="1501140"/>
                  </a:lnTo>
                  <a:lnTo>
                    <a:pt x="1458468" y="1501140"/>
                  </a:lnTo>
                  <a:lnTo>
                    <a:pt x="1458468" y="0"/>
                  </a:lnTo>
                  <a:close/>
                </a:path>
                <a:path w="2534920" h="1501139">
                  <a:moveTo>
                    <a:pt x="2534412" y="120396"/>
                  </a:moveTo>
                  <a:lnTo>
                    <a:pt x="2150364" y="120396"/>
                  </a:lnTo>
                  <a:lnTo>
                    <a:pt x="2150364" y="1501140"/>
                  </a:lnTo>
                  <a:lnTo>
                    <a:pt x="2534412" y="1501140"/>
                  </a:lnTo>
                  <a:lnTo>
                    <a:pt x="2534412" y="120396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8718804" y="2613660"/>
              <a:ext cx="2534920" cy="1501140"/>
            </a:xfrm>
            <a:custGeom>
              <a:avLst/>
              <a:gdLst/>
              <a:ahLst/>
              <a:cxnLst/>
              <a:rect l="l" t="t" r="r" b="b"/>
              <a:pathLst>
                <a:path w="2534920" h="1501139">
                  <a:moveTo>
                    <a:pt x="0" y="0"/>
                  </a:moveTo>
                  <a:lnTo>
                    <a:pt x="384048" y="0"/>
                  </a:lnTo>
                  <a:lnTo>
                    <a:pt x="384048" y="1501140"/>
                  </a:lnTo>
                  <a:lnTo>
                    <a:pt x="0" y="1501140"/>
                  </a:lnTo>
                  <a:lnTo>
                    <a:pt x="0" y="0"/>
                  </a:lnTo>
                  <a:close/>
                </a:path>
                <a:path w="2534920" h="1501139">
                  <a:moveTo>
                    <a:pt x="1075944" y="0"/>
                  </a:moveTo>
                  <a:lnTo>
                    <a:pt x="1458468" y="0"/>
                  </a:lnTo>
                  <a:lnTo>
                    <a:pt x="1458468" y="1501140"/>
                  </a:lnTo>
                  <a:lnTo>
                    <a:pt x="1075944" y="1501140"/>
                  </a:lnTo>
                  <a:lnTo>
                    <a:pt x="1075944" y="0"/>
                  </a:lnTo>
                  <a:close/>
                </a:path>
                <a:path w="2534920" h="1501139">
                  <a:moveTo>
                    <a:pt x="2150364" y="120396"/>
                  </a:moveTo>
                  <a:lnTo>
                    <a:pt x="2534412" y="120396"/>
                  </a:lnTo>
                  <a:lnTo>
                    <a:pt x="2534412" y="1501140"/>
                  </a:lnTo>
                  <a:lnTo>
                    <a:pt x="2150364" y="1501140"/>
                  </a:lnTo>
                  <a:lnTo>
                    <a:pt x="2150364" y="120396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8182356" y="4114800"/>
              <a:ext cx="3223260" cy="0"/>
            </a:xfrm>
            <a:custGeom>
              <a:avLst/>
              <a:gdLst/>
              <a:ahLst/>
              <a:cxnLst/>
              <a:rect l="l" t="t" r="r" b="b"/>
              <a:pathLst>
                <a:path w="3223259" h="0">
                  <a:moveTo>
                    <a:pt x="0" y="0"/>
                  </a:moveTo>
                  <a:lnTo>
                    <a:pt x="322326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8430894" y="2520822"/>
            <a:ext cx="196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57</a:t>
            </a:r>
            <a:endParaRPr sz="12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505950" y="2617978"/>
            <a:ext cx="196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53</a:t>
            </a:r>
            <a:endParaRPr sz="12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0580623" y="2699130"/>
            <a:ext cx="196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49</a:t>
            </a:r>
            <a:endParaRPr sz="12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814943" y="2391283"/>
            <a:ext cx="196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62</a:t>
            </a:r>
            <a:endParaRPr sz="12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9889617" y="2391283"/>
            <a:ext cx="196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62</a:t>
            </a:r>
            <a:endParaRPr sz="12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0964418" y="2512314"/>
            <a:ext cx="1968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57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47" name="object 47" descr="deutschlan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1972" y="1740407"/>
            <a:ext cx="452627" cy="286512"/>
          </a:xfrm>
          <a:prstGeom prst="rect">
            <a:avLst/>
          </a:prstGeom>
        </p:spPr>
      </p:pic>
      <p:pic>
        <p:nvPicPr>
          <p:cNvPr id="48" name="object 48" descr="USA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17108" y="1740407"/>
            <a:ext cx="452627" cy="286512"/>
          </a:xfrm>
          <a:prstGeom prst="rect">
            <a:avLst/>
          </a:prstGeom>
        </p:spPr>
      </p:pic>
      <p:pic>
        <p:nvPicPr>
          <p:cNvPr id="49" name="object 49" descr="China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78340" y="1737360"/>
            <a:ext cx="452627" cy="286512"/>
          </a:xfrm>
          <a:prstGeom prst="rect">
            <a:avLst/>
          </a:prstGeom>
        </p:spPr>
      </p:pic>
      <p:sp>
        <p:nvSpPr>
          <p:cNvPr id="50" name="object 50"/>
          <p:cNvSpPr txBox="1"/>
          <p:nvPr/>
        </p:nvSpPr>
        <p:spPr>
          <a:xfrm>
            <a:off x="0" y="4962144"/>
            <a:ext cx="3599815" cy="1262380"/>
          </a:xfrm>
          <a:prstGeom prst="rect">
            <a:avLst/>
          </a:prstGeom>
          <a:solidFill>
            <a:srgbClr val="F1F1F1"/>
          </a:solidFill>
        </p:spPr>
        <p:txBody>
          <a:bodyPr wrap="square" lIns="0" tIns="199390" rIns="0" bIns="0" rtlCol="0" vert="horz">
            <a:spAutoFit/>
          </a:bodyPr>
          <a:lstStyle/>
          <a:p>
            <a:pPr marL="462280" marR="692150">
              <a:lnSpc>
                <a:spcPct val="100000"/>
              </a:lnSpc>
              <a:spcBef>
                <a:spcPts val="1570"/>
              </a:spcBef>
            </a:pPr>
            <a:r>
              <a:rPr dirty="0" sz="1400" b="1" i="1">
                <a:solidFill>
                  <a:srgbClr val="A21F1F"/>
                </a:solidFill>
                <a:latin typeface="Arial"/>
                <a:cs typeface="Arial"/>
              </a:rPr>
              <a:t>Question:</a:t>
            </a:r>
            <a:r>
              <a:rPr dirty="0" sz="1400" spc="-65" b="1" i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“For</a:t>
            </a:r>
            <a:r>
              <a:rPr dirty="0" sz="1400" spc="-2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which</a:t>
            </a:r>
            <a:r>
              <a:rPr dirty="0" sz="1400" spc="-30" i="1">
                <a:latin typeface="Arial"/>
                <a:cs typeface="Arial"/>
              </a:rPr>
              <a:t> </a:t>
            </a:r>
            <a:r>
              <a:rPr dirty="0" sz="1400" spc="-10" i="1">
                <a:latin typeface="Arial"/>
                <a:cs typeface="Arial"/>
              </a:rPr>
              <a:t>activities</a:t>
            </a:r>
            <a:r>
              <a:rPr dirty="0" sz="1400" spc="-1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would</a:t>
            </a:r>
            <a:r>
              <a:rPr dirty="0" sz="1400" spc="-3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you</a:t>
            </a:r>
            <a:r>
              <a:rPr dirty="0" sz="1400" spc="-2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use</a:t>
            </a:r>
            <a:r>
              <a:rPr dirty="0" sz="1400" spc="-3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the</a:t>
            </a:r>
            <a:r>
              <a:rPr dirty="0" sz="1400" spc="-2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time</a:t>
            </a:r>
            <a:r>
              <a:rPr dirty="0" sz="1400" spc="-25" i="1">
                <a:latin typeface="Arial"/>
                <a:cs typeface="Arial"/>
              </a:rPr>
              <a:t> </a:t>
            </a:r>
            <a:r>
              <a:rPr dirty="0" sz="1400" spc="-10" i="1">
                <a:latin typeface="Arial"/>
                <a:cs typeface="Arial"/>
              </a:rPr>
              <a:t>gained </a:t>
            </a:r>
            <a:r>
              <a:rPr dirty="0" sz="1400" i="1">
                <a:latin typeface="Arial"/>
                <a:cs typeface="Arial"/>
              </a:rPr>
              <a:t>while</a:t>
            </a:r>
            <a:r>
              <a:rPr dirty="0" sz="1400" spc="-1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driving</a:t>
            </a:r>
            <a:r>
              <a:rPr dirty="0" sz="1400" spc="-3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in</a:t>
            </a:r>
            <a:r>
              <a:rPr dirty="0" sz="1400" spc="-1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a</a:t>
            </a:r>
            <a:r>
              <a:rPr dirty="0" sz="1400" spc="-10" i="1">
                <a:latin typeface="Arial"/>
                <a:cs typeface="Arial"/>
              </a:rPr>
              <a:t> fully </a:t>
            </a:r>
            <a:r>
              <a:rPr dirty="0" sz="1400" i="1">
                <a:latin typeface="Arial"/>
                <a:cs typeface="Arial"/>
              </a:rPr>
              <a:t>autonomous</a:t>
            </a:r>
            <a:r>
              <a:rPr dirty="0" sz="1400" spc="-65" i="1">
                <a:latin typeface="Arial"/>
                <a:cs typeface="Arial"/>
              </a:rPr>
              <a:t> </a:t>
            </a:r>
            <a:r>
              <a:rPr dirty="0" sz="1400" spc="-10" i="1">
                <a:latin typeface="Arial"/>
                <a:cs typeface="Arial"/>
              </a:rPr>
              <a:t>vehicle?”</a:t>
            </a:r>
            <a:endParaRPr sz="1400">
              <a:latin typeface="Arial"/>
              <a:cs typeface="Arial"/>
            </a:endParaRPr>
          </a:p>
        </p:txBody>
      </p:sp>
      <p:sp>
        <p:nvSpPr>
          <p:cNvPr id="51" name="object 51" descr="$PPTXTitle"/>
          <p:cNvSpPr txBox="1">
            <a:spLocks noGrp="1"/>
          </p:cNvSpPr>
          <p:nvPr>
            <p:ph type="title"/>
          </p:nvPr>
        </p:nvSpPr>
        <p:spPr>
          <a:xfrm>
            <a:off x="430174" y="296926"/>
            <a:ext cx="11607800" cy="928369"/>
          </a:xfrm>
          <a:prstGeom prst="rect"/>
        </p:spPr>
        <p:txBody>
          <a:bodyPr wrap="square" lIns="0" tIns="88265" rIns="0" bIns="0" rtlCol="0" vert="horz">
            <a:spAutoFit/>
          </a:bodyPr>
          <a:lstStyle/>
          <a:p>
            <a:pPr marL="12700" marR="5080">
              <a:lnSpc>
                <a:spcPts val="3260"/>
              </a:lnSpc>
              <a:spcBef>
                <a:spcPts val="695"/>
              </a:spcBef>
            </a:pPr>
            <a:r>
              <a:rPr dirty="0">
                <a:solidFill>
                  <a:srgbClr val="000000"/>
                </a:solidFill>
              </a:rPr>
              <a:t>On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an</a:t>
            </a:r>
            <a:r>
              <a:rPr dirty="0" spc="-10">
                <a:solidFill>
                  <a:srgbClr val="000000"/>
                </a:solidFill>
              </a:rPr>
              <a:t> robo-</a:t>
            </a:r>
            <a:r>
              <a:rPr dirty="0">
                <a:solidFill>
                  <a:srgbClr val="000000"/>
                </a:solidFill>
              </a:rPr>
              <a:t>ride,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people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want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to be entertained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or relax –</a:t>
            </a:r>
            <a:r>
              <a:rPr dirty="0" spc="10">
                <a:solidFill>
                  <a:srgbClr val="000000"/>
                </a:solidFill>
              </a:rPr>
              <a:t> </a:t>
            </a:r>
            <a:r>
              <a:rPr dirty="0" spc="-25">
                <a:solidFill>
                  <a:srgbClr val="000000"/>
                </a:solidFill>
              </a:rPr>
              <a:t>in </a:t>
            </a:r>
            <a:r>
              <a:rPr dirty="0">
                <a:solidFill>
                  <a:srgbClr val="000000"/>
                </a:solidFill>
              </a:rPr>
              <a:t>GER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/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US they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also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want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to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work,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but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in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China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prefer to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socialize</a:t>
            </a:r>
          </a:p>
        </p:txBody>
      </p:sp>
      <p:sp>
        <p:nvSpPr>
          <p:cNvPr id="52" name="object 52"/>
          <p:cNvSpPr txBox="1"/>
          <p:nvPr/>
        </p:nvSpPr>
        <p:spPr>
          <a:xfrm>
            <a:off x="11612626" y="6500876"/>
            <a:ext cx="132080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 spc="-25">
                <a:latin typeface="Arial"/>
                <a:cs typeface="Arial"/>
              </a:rPr>
              <a:t>14</a:t>
            </a:r>
            <a:endParaRPr sz="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6341160"/>
            <a:ext cx="1062355" cy="3003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300"/>
              </a:lnSpc>
              <a:spcBef>
                <a:spcPts val="95"/>
              </a:spcBef>
            </a:pPr>
            <a:r>
              <a:rPr dirty="0" sz="750">
                <a:latin typeface="Arial"/>
                <a:cs typeface="Arial"/>
              </a:rPr>
              <a:t>Digital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Auto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Report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-20">
                <a:latin typeface="Arial"/>
                <a:cs typeface="Arial"/>
              </a:rPr>
              <a:t>2023</a:t>
            </a:r>
            <a:r>
              <a:rPr dirty="0" sz="750" spc="-10">
                <a:latin typeface="Arial"/>
                <a:cs typeface="Arial"/>
              </a:rPr>
              <a:t> Strategy&amp;</a:t>
            </a:r>
            <a:endParaRPr sz="7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081004" y="56388"/>
            <a:ext cx="1045844" cy="1249680"/>
          </a:xfrm>
          <a:custGeom>
            <a:avLst/>
            <a:gdLst/>
            <a:ahLst/>
            <a:cxnLst/>
            <a:rect l="l" t="t" r="r" b="b"/>
            <a:pathLst>
              <a:path w="1045845" h="1249680">
                <a:moveTo>
                  <a:pt x="537092" y="243830"/>
                </a:moveTo>
                <a:lnTo>
                  <a:pt x="479542" y="243830"/>
                </a:lnTo>
                <a:lnTo>
                  <a:pt x="423535" y="247057"/>
                </a:lnTo>
                <a:lnTo>
                  <a:pt x="372160" y="253510"/>
                </a:lnTo>
                <a:lnTo>
                  <a:pt x="328504" y="263191"/>
                </a:lnTo>
                <a:lnTo>
                  <a:pt x="276727" y="293705"/>
                </a:lnTo>
                <a:lnTo>
                  <a:pt x="255061" y="334301"/>
                </a:lnTo>
                <a:lnTo>
                  <a:pt x="252348" y="355981"/>
                </a:lnTo>
                <a:lnTo>
                  <a:pt x="258815" y="1024509"/>
                </a:lnTo>
                <a:lnTo>
                  <a:pt x="258885" y="1031748"/>
                </a:lnTo>
                <a:lnTo>
                  <a:pt x="259000" y="1043644"/>
                </a:lnTo>
                <a:lnTo>
                  <a:pt x="259122" y="1056243"/>
                </a:lnTo>
                <a:lnTo>
                  <a:pt x="259220" y="1066353"/>
                </a:lnTo>
                <a:lnTo>
                  <a:pt x="259306" y="1075309"/>
                </a:lnTo>
                <a:lnTo>
                  <a:pt x="263312" y="1146974"/>
                </a:lnTo>
                <a:lnTo>
                  <a:pt x="289966" y="1205529"/>
                </a:lnTo>
                <a:lnTo>
                  <a:pt x="346761" y="1234356"/>
                </a:lnTo>
                <a:lnTo>
                  <a:pt x="392969" y="1243330"/>
                </a:lnTo>
                <a:lnTo>
                  <a:pt x="449988" y="1248207"/>
                </a:lnTo>
                <a:lnTo>
                  <a:pt x="519175" y="1249680"/>
                </a:lnTo>
                <a:lnTo>
                  <a:pt x="584176" y="1244022"/>
                </a:lnTo>
                <a:lnTo>
                  <a:pt x="639032" y="1236995"/>
                </a:lnTo>
                <a:lnTo>
                  <a:pt x="684410" y="1227230"/>
                </a:lnTo>
                <a:lnTo>
                  <a:pt x="720978" y="1213358"/>
                </a:lnTo>
                <a:lnTo>
                  <a:pt x="757062" y="1177972"/>
                </a:lnTo>
                <a:lnTo>
                  <a:pt x="771475" y="1104937"/>
                </a:lnTo>
                <a:lnTo>
                  <a:pt x="452346" y="1104937"/>
                </a:lnTo>
                <a:lnTo>
                  <a:pt x="402875" y="1097994"/>
                </a:lnTo>
                <a:lnTo>
                  <a:pt x="362882" y="1086979"/>
                </a:lnTo>
                <a:lnTo>
                  <a:pt x="316813" y="1067484"/>
                </a:lnTo>
                <a:lnTo>
                  <a:pt x="288416" y="1031748"/>
                </a:lnTo>
                <a:lnTo>
                  <a:pt x="717624" y="1031748"/>
                </a:lnTo>
                <a:lnTo>
                  <a:pt x="742695" y="1024509"/>
                </a:lnTo>
                <a:lnTo>
                  <a:pt x="770752" y="1024509"/>
                </a:lnTo>
                <a:lnTo>
                  <a:pt x="770471" y="995426"/>
                </a:lnTo>
                <a:lnTo>
                  <a:pt x="273938" y="995426"/>
                </a:lnTo>
                <a:lnTo>
                  <a:pt x="273938" y="828294"/>
                </a:lnTo>
                <a:lnTo>
                  <a:pt x="706627" y="828294"/>
                </a:lnTo>
                <a:lnTo>
                  <a:pt x="706627" y="821055"/>
                </a:lnTo>
                <a:lnTo>
                  <a:pt x="768784" y="821055"/>
                </a:lnTo>
                <a:lnTo>
                  <a:pt x="768643" y="806450"/>
                </a:lnTo>
                <a:lnTo>
                  <a:pt x="273938" y="806450"/>
                </a:lnTo>
                <a:lnTo>
                  <a:pt x="273938" y="639318"/>
                </a:lnTo>
                <a:lnTo>
                  <a:pt x="312467" y="639318"/>
                </a:lnTo>
                <a:lnTo>
                  <a:pt x="288416" y="602996"/>
                </a:lnTo>
                <a:lnTo>
                  <a:pt x="290998" y="586801"/>
                </a:lnTo>
                <a:lnTo>
                  <a:pt x="324484" y="544957"/>
                </a:lnTo>
                <a:lnTo>
                  <a:pt x="364118" y="534273"/>
                </a:lnTo>
                <a:lnTo>
                  <a:pt x="417513" y="527151"/>
                </a:lnTo>
                <a:lnTo>
                  <a:pt x="478989" y="523589"/>
                </a:lnTo>
                <a:lnTo>
                  <a:pt x="765907" y="523589"/>
                </a:lnTo>
                <a:lnTo>
                  <a:pt x="764399" y="367674"/>
                </a:lnTo>
                <a:lnTo>
                  <a:pt x="753443" y="307848"/>
                </a:lnTo>
                <a:lnTo>
                  <a:pt x="720978" y="276098"/>
                </a:lnTo>
                <a:lnTo>
                  <a:pt x="644474" y="253510"/>
                </a:lnTo>
                <a:lnTo>
                  <a:pt x="593099" y="247057"/>
                </a:lnTo>
                <a:lnTo>
                  <a:pt x="537092" y="243830"/>
                </a:lnTo>
                <a:close/>
              </a:path>
              <a:path w="1045845" h="1249680">
                <a:moveTo>
                  <a:pt x="770752" y="1024509"/>
                </a:moveTo>
                <a:lnTo>
                  <a:pt x="742695" y="1024509"/>
                </a:lnTo>
                <a:lnTo>
                  <a:pt x="735911" y="1037536"/>
                </a:lnTo>
                <a:lnTo>
                  <a:pt x="726424" y="1052623"/>
                </a:lnTo>
                <a:lnTo>
                  <a:pt x="668063" y="1085961"/>
                </a:lnTo>
                <a:lnTo>
                  <a:pt x="627284" y="1095279"/>
                </a:lnTo>
                <a:lnTo>
                  <a:pt x="575694" y="1101883"/>
                </a:lnTo>
                <a:lnTo>
                  <a:pt x="511936" y="1104392"/>
                </a:lnTo>
                <a:lnTo>
                  <a:pt x="452346" y="1104937"/>
                </a:lnTo>
                <a:lnTo>
                  <a:pt x="771475" y="1104937"/>
                </a:lnTo>
                <a:lnTo>
                  <a:pt x="771356" y="1086979"/>
                </a:lnTo>
                <a:lnTo>
                  <a:pt x="771243" y="1075309"/>
                </a:lnTo>
                <a:lnTo>
                  <a:pt x="771157" y="1066353"/>
                </a:lnTo>
                <a:lnTo>
                  <a:pt x="771059" y="1056243"/>
                </a:lnTo>
                <a:lnTo>
                  <a:pt x="770937" y="1043644"/>
                </a:lnTo>
                <a:lnTo>
                  <a:pt x="770822" y="1031748"/>
                </a:lnTo>
                <a:lnTo>
                  <a:pt x="770752" y="1024509"/>
                </a:lnTo>
                <a:close/>
              </a:path>
              <a:path w="1045845" h="1249680">
                <a:moveTo>
                  <a:pt x="717624" y="1031748"/>
                </a:moveTo>
                <a:lnTo>
                  <a:pt x="288416" y="1031748"/>
                </a:lnTo>
                <a:lnTo>
                  <a:pt x="329396" y="1042400"/>
                </a:lnTo>
                <a:lnTo>
                  <a:pt x="378507" y="1051718"/>
                </a:lnTo>
                <a:lnTo>
                  <a:pt x="439548" y="1058443"/>
                </a:lnTo>
                <a:lnTo>
                  <a:pt x="441988" y="1058443"/>
                </a:lnTo>
                <a:lnTo>
                  <a:pt x="511936" y="1060831"/>
                </a:lnTo>
                <a:lnTo>
                  <a:pt x="575364" y="1058443"/>
                </a:lnTo>
                <a:lnTo>
                  <a:pt x="628423" y="1052215"/>
                </a:lnTo>
                <a:lnTo>
                  <a:pt x="672354" y="1043644"/>
                </a:lnTo>
                <a:lnTo>
                  <a:pt x="710357" y="1033846"/>
                </a:lnTo>
                <a:lnTo>
                  <a:pt x="717624" y="1031748"/>
                </a:lnTo>
                <a:close/>
              </a:path>
              <a:path w="1045845" h="1249680">
                <a:moveTo>
                  <a:pt x="706627" y="828294"/>
                </a:moveTo>
                <a:lnTo>
                  <a:pt x="324484" y="828294"/>
                </a:lnTo>
                <a:lnTo>
                  <a:pt x="324484" y="973582"/>
                </a:lnTo>
                <a:lnTo>
                  <a:pt x="288416" y="995426"/>
                </a:lnTo>
                <a:lnTo>
                  <a:pt x="742695" y="995426"/>
                </a:lnTo>
                <a:lnTo>
                  <a:pt x="742695" y="988060"/>
                </a:lnTo>
                <a:lnTo>
                  <a:pt x="737060" y="985684"/>
                </a:lnTo>
                <a:lnTo>
                  <a:pt x="724661" y="979916"/>
                </a:lnTo>
                <a:lnTo>
                  <a:pt x="712263" y="972790"/>
                </a:lnTo>
                <a:lnTo>
                  <a:pt x="706627" y="966343"/>
                </a:lnTo>
                <a:lnTo>
                  <a:pt x="706627" y="828294"/>
                </a:lnTo>
                <a:close/>
              </a:path>
              <a:path w="1045845" h="1249680">
                <a:moveTo>
                  <a:pt x="768784" y="821055"/>
                </a:moveTo>
                <a:lnTo>
                  <a:pt x="749807" y="821055"/>
                </a:lnTo>
                <a:lnTo>
                  <a:pt x="749807" y="988060"/>
                </a:lnTo>
                <a:lnTo>
                  <a:pt x="742695" y="995426"/>
                </a:lnTo>
                <a:lnTo>
                  <a:pt x="770471" y="995426"/>
                </a:lnTo>
                <a:lnTo>
                  <a:pt x="768854" y="828294"/>
                </a:lnTo>
                <a:lnTo>
                  <a:pt x="768784" y="821055"/>
                </a:lnTo>
                <a:close/>
              </a:path>
              <a:path w="1045845" h="1249680">
                <a:moveTo>
                  <a:pt x="312467" y="639318"/>
                </a:moveTo>
                <a:lnTo>
                  <a:pt x="281177" y="639318"/>
                </a:lnTo>
                <a:lnTo>
                  <a:pt x="288416" y="646684"/>
                </a:lnTo>
                <a:lnTo>
                  <a:pt x="317245" y="690245"/>
                </a:lnTo>
                <a:lnTo>
                  <a:pt x="324371" y="804634"/>
                </a:lnTo>
                <a:lnTo>
                  <a:pt x="324484" y="806450"/>
                </a:lnTo>
                <a:lnTo>
                  <a:pt x="706627" y="806450"/>
                </a:lnTo>
                <a:lnTo>
                  <a:pt x="706627" y="799211"/>
                </a:lnTo>
                <a:lnTo>
                  <a:pt x="699502" y="691947"/>
                </a:lnTo>
                <a:lnTo>
                  <a:pt x="699388" y="683006"/>
                </a:lnTo>
                <a:lnTo>
                  <a:pt x="706627" y="683006"/>
                </a:lnTo>
                <a:lnTo>
                  <a:pt x="716265" y="668401"/>
                </a:lnTo>
                <a:lnTo>
                  <a:pt x="331723" y="668401"/>
                </a:lnTo>
                <a:lnTo>
                  <a:pt x="312467" y="639318"/>
                </a:lnTo>
                <a:close/>
              </a:path>
              <a:path w="1045845" h="1249680">
                <a:moveTo>
                  <a:pt x="766956" y="632079"/>
                </a:moveTo>
                <a:lnTo>
                  <a:pt x="749807" y="632079"/>
                </a:lnTo>
                <a:lnTo>
                  <a:pt x="749807" y="806450"/>
                </a:lnTo>
                <a:lnTo>
                  <a:pt x="768643" y="806450"/>
                </a:lnTo>
                <a:lnTo>
                  <a:pt x="767097" y="646684"/>
                </a:lnTo>
                <a:lnTo>
                  <a:pt x="767026" y="639318"/>
                </a:lnTo>
                <a:lnTo>
                  <a:pt x="766956" y="632079"/>
                </a:lnTo>
                <a:close/>
              </a:path>
              <a:path w="1045845" h="1249680">
                <a:moveTo>
                  <a:pt x="765907" y="523589"/>
                </a:moveTo>
                <a:lnTo>
                  <a:pt x="542870" y="523589"/>
                </a:lnTo>
                <a:lnTo>
                  <a:pt x="603475" y="527151"/>
                </a:lnTo>
                <a:lnTo>
                  <a:pt x="655128" y="534273"/>
                </a:lnTo>
                <a:lnTo>
                  <a:pt x="692149" y="544957"/>
                </a:lnTo>
                <a:lnTo>
                  <a:pt x="724614" y="567642"/>
                </a:lnTo>
                <a:lnTo>
                  <a:pt x="735456" y="595757"/>
                </a:lnTo>
                <a:lnTo>
                  <a:pt x="684910" y="668401"/>
                </a:lnTo>
                <a:lnTo>
                  <a:pt x="716265" y="668401"/>
                </a:lnTo>
                <a:lnTo>
                  <a:pt x="735456" y="639318"/>
                </a:lnTo>
                <a:lnTo>
                  <a:pt x="742695" y="632079"/>
                </a:lnTo>
                <a:lnTo>
                  <a:pt x="766956" y="632079"/>
                </a:lnTo>
                <a:lnTo>
                  <a:pt x="766675" y="602996"/>
                </a:lnTo>
                <a:lnTo>
                  <a:pt x="766605" y="595757"/>
                </a:lnTo>
                <a:lnTo>
                  <a:pt x="766518" y="586801"/>
                </a:lnTo>
                <a:lnTo>
                  <a:pt x="766459" y="580693"/>
                </a:lnTo>
                <a:lnTo>
                  <a:pt x="766333" y="567642"/>
                </a:lnTo>
                <a:lnTo>
                  <a:pt x="766220" y="555948"/>
                </a:lnTo>
                <a:lnTo>
                  <a:pt x="766113" y="544957"/>
                </a:lnTo>
                <a:lnTo>
                  <a:pt x="766010" y="534273"/>
                </a:lnTo>
                <a:lnTo>
                  <a:pt x="765907" y="523589"/>
                </a:lnTo>
                <a:close/>
              </a:path>
              <a:path w="1045845" h="1249680">
                <a:moveTo>
                  <a:pt x="0" y="326898"/>
                </a:moveTo>
                <a:lnTo>
                  <a:pt x="0" y="1118870"/>
                </a:lnTo>
                <a:lnTo>
                  <a:pt x="158622" y="726567"/>
                </a:lnTo>
                <a:lnTo>
                  <a:pt x="0" y="326898"/>
                </a:lnTo>
                <a:close/>
              </a:path>
              <a:path w="1045845" h="1249680">
                <a:moveTo>
                  <a:pt x="1045463" y="326898"/>
                </a:moveTo>
                <a:lnTo>
                  <a:pt x="886840" y="726567"/>
                </a:lnTo>
                <a:lnTo>
                  <a:pt x="1045463" y="1118870"/>
                </a:lnTo>
                <a:lnTo>
                  <a:pt x="1045463" y="326898"/>
                </a:lnTo>
                <a:close/>
              </a:path>
              <a:path w="1045845" h="1249680">
                <a:moveTo>
                  <a:pt x="908430" y="0"/>
                </a:moveTo>
                <a:lnTo>
                  <a:pt x="115315" y="0"/>
                </a:lnTo>
                <a:lnTo>
                  <a:pt x="511936" y="159893"/>
                </a:lnTo>
                <a:lnTo>
                  <a:pt x="90843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30174" y="296926"/>
            <a:ext cx="11470640" cy="1260475"/>
          </a:xfrm>
          <a:prstGeom prst="rect"/>
        </p:spPr>
        <p:txBody>
          <a:bodyPr wrap="square" lIns="0" tIns="88265" rIns="0" bIns="0" rtlCol="0" vert="horz">
            <a:spAutoFit/>
          </a:bodyPr>
          <a:lstStyle/>
          <a:p>
            <a:pPr marL="12700" marR="5080">
              <a:lnSpc>
                <a:spcPts val="3260"/>
              </a:lnSpc>
              <a:spcBef>
                <a:spcPts val="695"/>
              </a:spcBef>
            </a:pPr>
            <a:r>
              <a:rPr dirty="0">
                <a:solidFill>
                  <a:srgbClr val="000000"/>
                </a:solidFill>
              </a:rPr>
              <a:t>~60%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of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US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citizens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want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to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pay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less for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robo-</a:t>
            </a:r>
            <a:r>
              <a:rPr dirty="0">
                <a:solidFill>
                  <a:srgbClr val="000000"/>
                </a:solidFill>
              </a:rPr>
              <a:t>taxi</a:t>
            </a:r>
            <a:r>
              <a:rPr dirty="0" spc="-4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vs.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driver-</a:t>
            </a:r>
            <a:r>
              <a:rPr dirty="0">
                <a:solidFill>
                  <a:srgbClr val="000000"/>
                </a:solidFill>
              </a:rPr>
              <a:t>driven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taxi;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only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~5%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want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to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pay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more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vs.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~30%</a:t>
            </a:r>
            <a:r>
              <a:rPr dirty="0" spc="-3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in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Germany</a:t>
            </a: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Automated</a:t>
            </a:r>
            <a:r>
              <a:rPr dirty="0" sz="1800" spc="-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driving</a:t>
            </a:r>
            <a:r>
              <a:rPr dirty="0" sz="1800" spc="-1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–</a:t>
            </a:r>
            <a:r>
              <a:rPr dirty="0" sz="1800" spc="-5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Willingness</a:t>
            </a:r>
            <a:r>
              <a:rPr dirty="0" sz="1800" spc="-8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to</a:t>
            </a:r>
            <a:r>
              <a:rPr dirty="0" sz="1800" spc="-4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spc="-25" b="1">
                <a:solidFill>
                  <a:srgbClr val="A21F1F"/>
                </a:solidFill>
                <a:latin typeface="Arial"/>
                <a:cs typeface="Arial"/>
              </a:rPr>
              <a:t>pay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78354" y="6500876"/>
            <a:ext cx="1867535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>
                <a:latin typeface="Arial"/>
                <a:cs typeface="Arial"/>
              </a:rPr>
              <a:t>Source:</a:t>
            </a:r>
            <a:r>
              <a:rPr dirty="0" sz="750" spc="-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PwC</a:t>
            </a:r>
            <a:r>
              <a:rPr dirty="0" sz="750" spc="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Strategy&amp;</a:t>
            </a:r>
            <a:r>
              <a:rPr dirty="0" sz="750" spc="-2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consumer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research</a:t>
            </a:r>
            <a:endParaRPr sz="7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0" y="1737360"/>
            <a:ext cx="3420110" cy="124523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84455" rIns="0" bIns="0" rtlCol="0" vert="horz">
            <a:spAutoFit/>
          </a:bodyPr>
          <a:lstStyle/>
          <a:p>
            <a:pPr marL="462280" marR="311150">
              <a:lnSpc>
                <a:spcPct val="100000"/>
              </a:lnSpc>
              <a:spcBef>
                <a:spcPts val="665"/>
              </a:spcBef>
            </a:pPr>
            <a:r>
              <a:rPr dirty="0" sz="1400" b="1" i="1">
                <a:solidFill>
                  <a:srgbClr val="A21F1F"/>
                </a:solidFill>
                <a:latin typeface="Arial"/>
                <a:cs typeface="Arial"/>
              </a:rPr>
              <a:t>Question:</a:t>
            </a:r>
            <a:r>
              <a:rPr dirty="0" sz="1400" spc="-70" b="1" i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“When</a:t>
            </a:r>
            <a:r>
              <a:rPr dirty="0" sz="1400" spc="-5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considering</a:t>
            </a:r>
            <a:r>
              <a:rPr dirty="0" sz="1400" spc="-60" i="1">
                <a:latin typeface="Arial"/>
                <a:cs typeface="Arial"/>
              </a:rPr>
              <a:t> </a:t>
            </a:r>
            <a:r>
              <a:rPr dirty="0" sz="1400" spc="-25" i="1">
                <a:latin typeface="Arial"/>
                <a:cs typeface="Arial"/>
              </a:rPr>
              <a:t>an</a:t>
            </a:r>
            <a:r>
              <a:rPr dirty="0" sz="1400" spc="-2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average</a:t>
            </a:r>
            <a:r>
              <a:rPr dirty="0" sz="1400" spc="-5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taxi</a:t>
            </a:r>
            <a:r>
              <a:rPr dirty="0" sz="1400" spc="-2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ride</a:t>
            </a:r>
            <a:r>
              <a:rPr dirty="0" sz="1400" spc="-2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and</a:t>
            </a:r>
            <a:r>
              <a:rPr dirty="0" sz="1400" spc="-2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its</a:t>
            </a:r>
            <a:r>
              <a:rPr dirty="0" sz="1400" spc="-15" i="1">
                <a:latin typeface="Arial"/>
                <a:cs typeface="Arial"/>
              </a:rPr>
              <a:t> </a:t>
            </a:r>
            <a:r>
              <a:rPr dirty="0" sz="1400" spc="-10" i="1">
                <a:latin typeface="Arial"/>
                <a:cs typeface="Arial"/>
              </a:rPr>
              <a:t>price, </a:t>
            </a:r>
            <a:r>
              <a:rPr dirty="0" sz="1400" i="1">
                <a:latin typeface="Arial"/>
                <a:cs typeface="Arial"/>
              </a:rPr>
              <a:t>what</a:t>
            </a:r>
            <a:r>
              <a:rPr dirty="0" sz="1400" spc="-3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would</a:t>
            </a:r>
            <a:r>
              <a:rPr dirty="0" sz="1400" spc="-1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be</a:t>
            </a:r>
            <a:r>
              <a:rPr dirty="0" sz="1400" spc="-3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your</a:t>
            </a:r>
            <a:r>
              <a:rPr dirty="0" sz="1400" spc="-4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willingness</a:t>
            </a:r>
            <a:r>
              <a:rPr dirty="0" sz="1400" spc="-35" i="1">
                <a:latin typeface="Arial"/>
                <a:cs typeface="Arial"/>
              </a:rPr>
              <a:t> </a:t>
            </a:r>
            <a:r>
              <a:rPr dirty="0" sz="1400" spc="-25" i="1">
                <a:latin typeface="Arial"/>
                <a:cs typeface="Arial"/>
              </a:rPr>
              <a:t>to </a:t>
            </a:r>
            <a:r>
              <a:rPr dirty="0" sz="1400" i="1">
                <a:latin typeface="Arial"/>
                <a:cs typeface="Arial"/>
              </a:rPr>
              <a:t>pay</a:t>
            </a:r>
            <a:r>
              <a:rPr dirty="0" sz="1400" spc="-2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for</a:t>
            </a:r>
            <a:r>
              <a:rPr dirty="0" sz="1400" spc="-4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an</a:t>
            </a:r>
            <a:r>
              <a:rPr dirty="0" sz="1400" spc="-1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autonomous</a:t>
            </a:r>
            <a:r>
              <a:rPr dirty="0" sz="1400" spc="-40" i="1">
                <a:latin typeface="Arial"/>
                <a:cs typeface="Arial"/>
              </a:rPr>
              <a:t> </a:t>
            </a:r>
            <a:r>
              <a:rPr dirty="0" sz="1400" spc="-20" i="1">
                <a:latin typeface="Arial"/>
                <a:cs typeface="Arial"/>
              </a:rPr>
              <a:t>ride </a:t>
            </a:r>
            <a:r>
              <a:rPr dirty="0" sz="1400" i="1">
                <a:latin typeface="Arial"/>
                <a:cs typeface="Arial"/>
              </a:rPr>
              <a:t>compared</a:t>
            </a:r>
            <a:r>
              <a:rPr dirty="0" sz="1400" spc="-4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to</a:t>
            </a:r>
            <a:r>
              <a:rPr dirty="0" sz="1400" spc="-2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this</a:t>
            </a:r>
            <a:r>
              <a:rPr dirty="0" sz="1400" spc="-1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taxi</a:t>
            </a:r>
            <a:r>
              <a:rPr dirty="0" sz="1400" spc="-35" i="1">
                <a:latin typeface="Arial"/>
                <a:cs typeface="Arial"/>
              </a:rPr>
              <a:t> </a:t>
            </a:r>
            <a:r>
              <a:rPr dirty="0" sz="1400" spc="-10" i="1">
                <a:latin typeface="Arial"/>
                <a:cs typeface="Arial"/>
              </a:rPr>
              <a:t>ride?”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0174" y="80518"/>
            <a:ext cx="18929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"/>
                <a:cs typeface="Arial"/>
              </a:rPr>
              <a:t>Consumer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–</a:t>
            </a:r>
            <a:r>
              <a:rPr dirty="0" sz="1400" spc="-9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Automated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58349" y="2520505"/>
            <a:ext cx="7643495" cy="1983105"/>
            <a:chOff x="3558349" y="2520505"/>
            <a:chExt cx="7643495" cy="1983105"/>
          </a:xfrm>
        </p:grpSpPr>
        <p:sp>
          <p:nvSpPr>
            <p:cNvPr id="9" name="object 9"/>
            <p:cNvSpPr/>
            <p:nvPr/>
          </p:nvSpPr>
          <p:spPr>
            <a:xfrm>
              <a:off x="6454140" y="3171443"/>
              <a:ext cx="4627245" cy="1327785"/>
            </a:xfrm>
            <a:custGeom>
              <a:avLst/>
              <a:gdLst/>
              <a:ahLst/>
              <a:cxnLst/>
              <a:rect l="l" t="t" r="r" b="b"/>
              <a:pathLst>
                <a:path w="4627245" h="1327785">
                  <a:moveTo>
                    <a:pt x="463296" y="225552"/>
                  </a:moveTo>
                  <a:lnTo>
                    <a:pt x="0" y="225552"/>
                  </a:lnTo>
                  <a:lnTo>
                    <a:pt x="0" y="1327404"/>
                  </a:lnTo>
                  <a:lnTo>
                    <a:pt x="463296" y="1327404"/>
                  </a:lnTo>
                  <a:lnTo>
                    <a:pt x="463296" y="225552"/>
                  </a:lnTo>
                  <a:close/>
                </a:path>
                <a:path w="4627245" h="1327785">
                  <a:moveTo>
                    <a:pt x="1156716" y="74676"/>
                  </a:moveTo>
                  <a:lnTo>
                    <a:pt x="693420" y="74676"/>
                  </a:lnTo>
                  <a:lnTo>
                    <a:pt x="693420" y="1327404"/>
                  </a:lnTo>
                  <a:lnTo>
                    <a:pt x="1156716" y="1327404"/>
                  </a:lnTo>
                  <a:lnTo>
                    <a:pt x="1156716" y="74676"/>
                  </a:lnTo>
                  <a:close/>
                </a:path>
                <a:path w="4627245" h="1327785">
                  <a:moveTo>
                    <a:pt x="1850136" y="0"/>
                  </a:moveTo>
                  <a:lnTo>
                    <a:pt x="1388364" y="0"/>
                  </a:lnTo>
                  <a:lnTo>
                    <a:pt x="1388364" y="1327404"/>
                  </a:lnTo>
                  <a:lnTo>
                    <a:pt x="1850136" y="1327404"/>
                  </a:lnTo>
                  <a:lnTo>
                    <a:pt x="1850136" y="0"/>
                  </a:lnTo>
                  <a:close/>
                </a:path>
                <a:path w="4627245" h="1327785">
                  <a:moveTo>
                    <a:pt x="3238500" y="624840"/>
                  </a:moveTo>
                  <a:lnTo>
                    <a:pt x="2776728" y="624840"/>
                  </a:lnTo>
                  <a:lnTo>
                    <a:pt x="2776728" y="1327404"/>
                  </a:lnTo>
                  <a:lnTo>
                    <a:pt x="3238500" y="1327404"/>
                  </a:lnTo>
                  <a:lnTo>
                    <a:pt x="3238500" y="624840"/>
                  </a:lnTo>
                  <a:close/>
                </a:path>
                <a:path w="4627245" h="1327785">
                  <a:moveTo>
                    <a:pt x="3933444" y="588264"/>
                  </a:moveTo>
                  <a:lnTo>
                    <a:pt x="3470148" y="588264"/>
                  </a:lnTo>
                  <a:lnTo>
                    <a:pt x="3470148" y="1327404"/>
                  </a:lnTo>
                  <a:lnTo>
                    <a:pt x="3933444" y="1327404"/>
                  </a:lnTo>
                  <a:lnTo>
                    <a:pt x="3933444" y="588264"/>
                  </a:lnTo>
                  <a:close/>
                </a:path>
                <a:path w="4627245" h="1327785">
                  <a:moveTo>
                    <a:pt x="4626864" y="195072"/>
                  </a:moveTo>
                  <a:lnTo>
                    <a:pt x="4163568" y="195072"/>
                  </a:lnTo>
                  <a:lnTo>
                    <a:pt x="4163568" y="1327404"/>
                  </a:lnTo>
                  <a:lnTo>
                    <a:pt x="4626864" y="1327404"/>
                  </a:lnTo>
                  <a:lnTo>
                    <a:pt x="4626864" y="195072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454140" y="2586227"/>
              <a:ext cx="3933825" cy="1210310"/>
            </a:xfrm>
            <a:custGeom>
              <a:avLst/>
              <a:gdLst/>
              <a:ahLst/>
              <a:cxnLst/>
              <a:rect l="l" t="t" r="r" b="b"/>
              <a:pathLst>
                <a:path w="3933825" h="1210310">
                  <a:moveTo>
                    <a:pt x="463296" y="79248"/>
                  </a:moveTo>
                  <a:lnTo>
                    <a:pt x="0" y="79248"/>
                  </a:lnTo>
                  <a:lnTo>
                    <a:pt x="0" y="810768"/>
                  </a:lnTo>
                  <a:lnTo>
                    <a:pt x="463296" y="810768"/>
                  </a:lnTo>
                  <a:lnTo>
                    <a:pt x="463296" y="79248"/>
                  </a:lnTo>
                  <a:close/>
                </a:path>
                <a:path w="3933825" h="1210310">
                  <a:moveTo>
                    <a:pt x="1156716" y="64008"/>
                  </a:moveTo>
                  <a:lnTo>
                    <a:pt x="693420" y="64008"/>
                  </a:lnTo>
                  <a:lnTo>
                    <a:pt x="693420" y="659892"/>
                  </a:lnTo>
                  <a:lnTo>
                    <a:pt x="1156716" y="659892"/>
                  </a:lnTo>
                  <a:lnTo>
                    <a:pt x="1156716" y="64008"/>
                  </a:lnTo>
                  <a:close/>
                </a:path>
                <a:path w="3933825" h="1210310">
                  <a:moveTo>
                    <a:pt x="1850136" y="0"/>
                  </a:moveTo>
                  <a:lnTo>
                    <a:pt x="1388364" y="0"/>
                  </a:lnTo>
                  <a:lnTo>
                    <a:pt x="1388364" y="585216"/>
                  </a:lnTo>
                  <a:lnTo>
                    <a:pt x="1850136" y="585216"/>
                  </a:lnTo>
                  <a:lnTo>
                    <a:pt x="1850136" y="0"/>
                  </a:lnTo>
                  <a:close/>
                </a:path>
                <a:path w="3933825" h="1210310">
                  <a:moveTo>
                    <a:pt x="3238500" y="166116"/>
                  </a:moveTo>
                  <a:lnTo>
                    <a:pt x="2776728" y="166116"/>
                  </a:lnTo>
                  <a:lnTo>
                    <a:pt x="2776728" y="1210056"/>
                  </a:lnTo>
                  <a:lnTo>
                    <a:pt x="3238500" y="1210056"/>
                  </a:lnTo>
                  <a:lnTo>
                    <a:pt x="3238500" y="166116"/>
                  </a:lnTo>
                  <a:close/>
                </a:path>
                <a:path w="3933825" h="1210310">
                  <a:moveTo>
                    <a:pt x="3933444" y="120396"/>
                  </a:moveTo>
                  <a:lnTo>
                    <a:pt x="3470148" y="120396"/>
                  </a:lnTo>
                  <a:lnTo>
                    <a:pt x="3470148" y="1173480"/>
                  </a:lnTo>
                  <a:lnTo>
                    <a:pt x="3933444" y="1173480"/>
                  </a:lnTo>
                  <a:lnTo>
                    <a:pt x="3933444" y="120396"/>
                  </a:lnTo>
                  <a:close/>
                </a:path>
              </a:pathLst>
            </a:custGeom>
            <a:solidFill>
              <a:srgbClr val="7C7C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454139" y="2586227"/>
              <a:ext cx="4627245" cy="1210310"/>
            </a:xfrm>
            <a:custGeom>
              <a:avLst/>
              <a:gdLst/>
              <a:ahLst/>
              <a:cxnLst/>
              <a:rect l="l" t="t" r="r" b="b"/>
              <a:pathLst>
                <a:path w="4627245" h="1210310">
                  <a:moveTo>
                    <a:pt x="0" y="79247"/>
                  </a:moveTo>
                  <a:lnTo>
                    <a:pt x="463296" y="79247"/>
                  </a:lnTo>
                  <a:lnTo>
                    <a:pt x="463296" y="810768"/>
                  </a:lnTo>
                  <a:lnTo>
                    <a:pt x="0" y="810768"/>
                  </a:lnTo>
                  <a:lnTo>
                    <a:pt x="0" y="79247"/>
                  </a:lnTo>
                  <a:close/>
                </a:path>
                <a:path w="4627245" h="1210310">
                  <a:moveTo>
                    <a:pt x="693420" y="64007"/>
                  </a:moveTo>
                  <a:lnTo>
                    <a:pt x="1156716" y="64007"/>
                  </a:lnTo>
                  <a:lnTo>
                    <a:pt x="1156716" y="659891"/>
                  </a:lnTo>
                  <a:lnTo>
                    <a:pt x="693420" y="659891"/>
                  </a:lnTo>
                  <a:lnTo>
                    <a:pt x="693420" y="64007"/>
                  </a:lnTo>
                  <a:close/>
                </a:path>
                <a:path w="4627245" h="1210310">
                  <a:moveTo>
                    <a:pt x="1388364" y="0"/>
                  </a:moveTo>
                  <a:lnTo>
                    <a:pt x="1850136" y="0"/>
                  </a:lnTo>
                  <a:lnTo>
                    <a:pt x="1850136" y="585216"/>
                  </a:lnTo>
                  <a:lnTo>
                    <a:pt x="1388364" y="585216"/>
                  </a:lnTo>
                  <a:lnTo>
                    <a:pt x="1388364" y="0"/>
                  </a:lnTo>
                  <a:close/>
                </a:path>
                <a:path w="4627245" h="1210310">
                  <a:moveTo>
                    <a:pt x="2776728" y="166115"/>
                  </a:moveTo>
                  <a:lnTo>
                    <a:pt x="3238500" y="166115"/>
                  </a:lnTo>
                  <a:lnTo>
                    <a:pt x="3238500" y="1210056"/>
                  </a:lnTo>
                  <a:lnTo>
                    <a:pt x="2776728" y="1210056"/>
                  </a:lnTo>
                  <a:lnTo>
                    <a:pt x="2776728" y="166115"/>
                  </a:lnTo>
                  <a:close/>
                </a:path>
                <a:path w="4627245" h="1210310">
                  <a:moveTo>
                    <a:pt x="3470148" y="120395"/>
                  </a:moveTo>
                  <a:lnTo>
                    <a:pt x="3933444" y="120395"/>
                  </a:lnTo>
                  <a:lnTo>
                    <a:pt x="3933444" y="1173480"/>
                  </a:lnTo>
                  <a:lnTo>
                    <a:pt x="3470148" y="1173480"/>
                  </a:lnTo>
                  <a:lnTo>
                    <a:pt x="3470148" y="120395"/>
                  </a:lnTo>
                  <a:close/>
                </a:path>
                <a:path w="4627245" h="1210310">
                  <a:moveTo>
                    <a:pt x="4163568" y="54864"/>
                  </a:moveTo>
                  <a:lnTo>
                    <a:pt x="4626864" y="54864"/>
                  </a:lnTo>
                  <a:lnTo>
                    <a:pt x="4626864" y="780288"/>
                  </a:lnTo>
                  <a:lnTo>
                    <a:pt x="4163568" y="780288"/>
                  </a:lnTo>
                  <a:lnTo>
                    <a:pt x="4163568" y="54864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454140" y="2525267"/>
              <a:ext cx="4627245" cy="227329"/>
            </a:xfrm>
            <a:custGeom>
              <a:avLst/>
              <a:gdLst/>
              <a:ahLst/>
              <a:cxnLst/>
              <a:rect l="l" t="t" r="r" b="b"/>
              <a:pathLst>
                <a:path w="4627245" h="227330">
                  <a:moveTo>
                    <a:pt x="463296" y="0"/>
                  </a:moveTo>
                  <a:lnTo>
                    <a:pt x="0" y="0"/>
                  </a:lnTo>
                  <a:lnTo>
                    <a:pt x="0" y="140208"/>
                  </a:lnTo>
                  <a:lnTo>
                    <a:pt x="463296" y="140208"/>
                  </a:lnTo>
                  <a:lnTo>
                    <a:pt x="463296" y="0"/>
                  </a:lnTo>
                  <a:close/>
                </a:path>
                <a:path w="4627245" h="227330">
                  <a:moveTo>
                    <a:pt x="1156716" y="0"/>
                  </a:moveTo>
                  <a:lnTo>
                    <a:pt x="693420" y="0"/>
                  </a:lnTo>
                  <a:lnTo>
                    <a:pt x="693420" y="124968"/>
                  </a:lnTo>
                  <a:lnTo>
                    <a:pt x="1156716" y="124968"/>
                  </a:lnTo>
                  <a:lnTo>
                    <a:pt x="1156716" y="0"/>
                  </a:lnTo>
                  <a:close/>
                </a:path>
                <a:path w="4627245" h="227330">
                  <a:moveTo>
                    <a:pt x="1850136" y="0"/>
                  </a:moveTo>
                  <a:lnTo>
                    <a:pt x="1388364" y="0"/>
                  </a:lnTo>
                  <a:lnTo>
                    <a:pt x="1388364" y="60960"/>
                  </a:lnTo>
                  <a:lnTo>
                    <a:pt x="1850136" y="60960"/>
                  </a:lnTo>
                  <a:lnTo>
                    <a:pt x="1850136" y="0"/>
                  </a:lnTo>
                  <a:close/>
                </a:path>
                <a:path w="4627245" h="227330">
                  <a:moveTo>
                    <a:pt x="3238500" y="0"/>
                  </a:moveTo>
                  <a:lnTo>
                    <a:pt x="2776728" y="0"/>
                  </a:lnTo>
                  <a:lnTo>
                    <a:pt x="2776728" y="227076"/>
                  </a:lnTo>
                  <a:lnTo>
                    <a:pt x="3238500" y="227076"/>
                  </a:lnTo>
                  <a:lnTo>
                    <a:pt x="3238500" y="0"/>
                  </a:lnTo>
                  <a:close/>
                </a:path>
                <a:path w="4627245" h="227330">
                  <a:moveTo>
                    <a:pt x="3933444" y="0"/>
                  </a:moveTo>
                  <a:lnTo>
                    <a:pt x="3470148" y="0"/>
                  </a:lnTo>
                  <a:lnTo>
                    <a:pt x="3470148" y="181356"/>
                  </a:lnTo>
                  <a:lnTo>
                    <a:pt x="3933444" y="181356"/>
                  </a:lnTo>
                  <a:lnTo>
                    <a:pt x="3933444" y="0"/>
                  </a:lnTo>
                  <a:close/>
                </a:path>
                <a:path w="4627245" h="227330">
                  <a:moveTo>
                    <a:pt x="4626864" y="0"/>
                  </a:moveTo>
                  <a:lnTo>
                    <a:pt x="4163568" y="0"/>
                  </a:lnTo>
                  <a:lnTo>
                    <a:pt x="4163568" y="115824"/>
                  </a:lnTo>
                  <a:lnTo>
                    <a:pt x="4626864" y="115824"/>
                  </a:lnTo>
                  <a:lnTo>
                    <a:pt x="4626864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454139" y="2525267"/>
              <a:ext cx="4627245" cy="227329"/>
            </a:xfrm>
            <a:custGeom>
              <a:avLst/>
              <a:gdLst/>
              <a:ahLst/>
              <a:cxnLst/>
              <a:rect l="l" t="t" r="r" b="b"/>
              <a:pathLst>
                <a:path w="4627245" h="227330">
                  <a:moveTo>
                    <a:pt x="0" y="0"/>
                  </a:moveTo>
                  <a:lnTo>
                    <a:pt x="463296" y="0"/>
                  </a:lnTo>
                  <a:lnTo>
                    <a:pt x="463296" y="140208"/>
                  </a:lnTo>
                  <a:lnTo>
                    <a:pt x="0" y="140208"/>
                  </a:lnTo>
                  <a:lnTo>
                    <a:pt x="0" y="0"/>
                  </a:lnTo>
                  <a:close/>
                </a:path>
                <a:path w="4627245" h="227330">
                  <a:moveTo>
                    <a:pt x="693420" y="0"/>
                  </a:moveTo>
                  <a:lnTo>
                    <a:pt x="1156716" y="0"/>
                  </a:lnTo>
                  <a:lnTo>
                    <a:pt x="1156716" y="124968"/>
                  </a:lnTo>
                  <a:lnTo>
                    <a:pt x="693420" y="124968"/>
                  </a:lnTo>
                  <a:lnTo>
                    <a:pt x="693420" y="0"/>
                  </a:lnTo>
                  <a:close/>
                </a:path>
                <a:path w="4627245" h="227330">
                  <a:moveTo>
                    <a:pt x="1388364" y="0"/>
                  </a:moveTo>
                  <a:lnTo>
                    <a:pt x="1850136" y="0"/>
                  </a:lnTo>
                  <a:lnTo>
                    <a:pt x="1850136" y="60960"/>
                  </a:lnTo>
                  <a:lnTo>
                    <a:pt x="1388364" y="60960"/>
                  </a:lnTo>
                  <a:lnTo>
                    <a:pt x="1388364" y="0"/>
                  </a:lnTo>
                  <a:close/>
                </a:path>
                <a:path w="4627245" h="227330">
                  <a:moveTo>
                    <a:pt x="2776728" y="0"/>
                  </a:moveTo>
                  <a:lnTo>
                    <a:pt x="3238500" y="0"/>
                  </a:lnTo>
                  <a:lnTo>
                    <a:pt x="3238500" y="227076"/>
                  </a:lnTo>
                  <a:lnTo>
                    <a:pt x="2776728" y="227076"/>
                  </a:lnTo>
                  <a:lnTo>
                    <a:pt x="2776728" y="0"/>
                  </a:lnTo>
                  <a:close/>
                </a:path>
                <a:path w="4627245" h="227330">
                  <a:moveTo>
                    <a:pt x="3470148" y="0"/>
                  </a:moveTo>
                  <a:lnTo>
                    <a:pt x="3933444" y="0"/>
                  </a:lnTo>
                  <a:lnTo>
                    <a:pt x="3933444" y="181356"/>
                  </a:lnTo>
                  <a:lnTo>
                    <a:pt x="3470148" y="181356"/>
                  </a:lnTo>
                  <a:lnTo>
                    <a:pt x="3470148" y="0"/>
                  </a:lnTo>
                  <a:close/>
                </a:path>
                <a:path w="4627245" h="227330">
                  <a:moveTo>
                    <a:pt x="4163568" y="0"/>
                  </a:moveTo>
                  <a:lnTo>
                    <a:pt x="4626864" y="0"/>
                  </a:lnTo>
                  <a:lnTo>
                    <a:pt x="4626864" y="115823"/>
                  </a:lnTo>
                  <a:lnTo>
                    <a:pt x="4163568" y="115823"/>
                  </a:lnTo>
                  <a:lnTo>
                    <a:pt x="4163568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563111" y="4498847"/>
              <a:ext cx="7633970" cy="0"/>
            </a:xfrm>
            <a:custGeom>
              <a:avLst/>
              <a:gdLst/>
              <a:ahLst/>
              <a:cxnLst/>
              <a:rect l="l" t="t" r="r" b="b"/>
              <a:pathLst>
                <a:path w="7633970" h="0">
                  <a:moveTo>
                    <a:pt x="0" y="0"/>
                  </a:moveTo>
                  <a:lnTo>
                    <a:pt x="7633716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/>
          <p:cNvGrpSpPr/>
          <p:nvPr/>
        </p:nvGrpSpPr>
        <p:grpSpPr>
          <a:xfrm>
            <a:off x="3672649" y="2520505"/>
            <a:ext cx="473075" cy="1422400"/>
            <a:chOff x="3672649" y="2520505"/>
            <a:chExt cx="473075" cy="1422400"/>
          </a:xfrm>
        </p:grpSpPr>
        <p:sp>
          <p:nvSpPr>
            <p:cNvPr id="16" name="object 16"/>
            <p:cNvSpPr/>
            <p:nvPr/>
          </p:nvSpPr>
          <p:spPr>
            <a:xfrm>
              <a:off x="3677411" y="3061715"/>
              <a:ext cx="463550" cy="876300"/>
            </a:xfrm>
            <a:custGeom>
              <a:avLst/>
              <a:gdLst/>
              <a:ahLst/>
              <a:cxnLst/>
              <a:rect l="l" t="t" r="r" b="b"/>
              <a:pathLst>
                <a:path w="463550" h="876300">
                  <a:moveTo>
                    <a:pt x="463295" y="0"/>
                  </a:moveTo>
                  <a:lnTo>
                    <a:pt x="0" y="0"/>
                  </a:lnTo>
                  <a:lnTo>
                    <a:pt x="0" y="876300"/>
                  </a:lnTo>
                  <a:lnTo>
                    <a:pt x="463295" y="876300"/>
                  </a:lnTo>
                  <a:lnTo>
                    <a:pt x="463295" y="0"/>
                  </a:lnTo>
                  <a:close/>
                </a:path>
              </a:pathLst>
            </a:custGeom>
            <a:solidFill>
              <a:srgbClr val="7C7C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677411" y="3061715"/>
              <a:ext cx="463550" cy="876300"/>
            </a:xfrm>
            <a:custGeom>
              <a:avLst/>
              <a:gdLst/>
              <a:ahLst/>
              <a:cxnLst/>
              <a:rect l="l" t="t" r="r" b="b"/>
              <a:pathLst>
                <a:path w="463550" h="876300">
                  <a:moveTo>
                    <a:pt x="0" y="0"/>
                  </a:moveTo>
                  <a:lnTo>
                    <a:pt x="463295" y="0"/>
                  </a:lnTo>
                  <a:lnTo>
                    <a:pt x="463295" y="876300"/>
                  </a:lnTo>
                  <a:lnTo>
                    <a:pt x="0" y="8763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677411" y="2525267"/>
              <a:ext cx="463550" cy="536575"/>
            </a:xfrm>
            <a:custGeom>
              <a:avLst/>
              <a:gdLst/>
              <a:ahLst/>
              <a:cxnLst/>
              <a:rect l="l" t="t" r="r" b="b"/>
              <a:pathLst>
                <a:path w="463550" h="536575">
                  <a:moveTo>
                    <a:pt x="463295" y="0"/>
                  </a:moveTo>
                  <a:lnTo>
                    <a:pt x="0" y="0"/>
                  </a:lnTo>
                  <a:lnTo>
                    <a:pt x="0" y="536448"/>
                  </a:lnTo>
                  <a:lnTo>
                    <a:pt x="463295" y="536448"/>
                  </a:lnTo>
                  <a:lnTo>
                    <a:pt x="463295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677411" y="2525267"/>
              <a:ext cx="463550" cy="536575"/>
            </a:xfrm>
            <a:custGeom>
              <a:avLst/>
              <a:gdLst/>
              <a:ahLst/>
              <a:cxnLst/>
              <a:rect l="l" t="t" r="r" b="b"/>
              <a:pathLst>
                <a:path w="463550" h="536575">
                  <a:moveTo>
                    <a:pt x="0" y="0"/>
                  </a:moveTo>
                  <a:lnTo>
                    <a:pt x="463295" y="0"/>
                  </a:lnTo>
                  <a:lnTo>
                    <a:pt x="463295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/>
          <p:cNvGrpSpPr/>
          <p:nvPr/>
        </p:nvGrpSpPr>
        <p:grpSpPr>
          <a:xfrm>
            <a:off x="4367593" y="2520505"/>
            <a:ext cx="471805" cy="1508125"/>
            <a:chOff x="4367593" y="2520505"/>
            <a:chExt cx="471805" cy="1508125"/>
          </a:xfrm>
        </p:grpSpPr>
        <p:sp>
          <p:nvSpPr>
            <p:cNvPr id="21" name="object 21"/>
            <p:cNvSpPr/>
            <p:nvPr/>
          </p:nvSpPr>
          <p:spPr>
            <a:xfrm>
              <a:off x="4372355" y="3249167"/>
              <a:ext cx="462280" cy="774700"/>
            </a:xfrm>
            <a:custGeom>
              <a:avLst/>
              <a:gdLst/>
              <a:ahLst/>
              <a:cxnLst/>
              <a:rect l="l" t="t" r="r" b="b"/>
              <a:pathLst>
                <a:path w="462279" h="774700">
                  <a:moveTo>
                    <a:pt x="461772" y="0"/>
                  </a:moveTo>
                  <a:lnTo>
                    <a:pt x="0" y="0"/>
                  </a:lnTo>
                  <a:lnTo>
                    <a:pt x="0" y="774192"/>
                  </a:lnTo>
                  <a:lnTo>
                    <a:pt x="461772" y="774192"/>
                  </a:lnTo>
                  <a:lnTo>
                    <a:pt x="461772" y="0"/>
                  </a:lnTo>
                  <a:close/>
                </a:path>
              </a:pathLst>
            </a:custGeom>
            <a:solidFill>
              <a:srgbClr val="7C7C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372355" y="3249167"/>
              <a:ext cx="462280" cy="774700"/>
            </a:xfrm>
            <a:custGeom>
              <a:avLst/>
              <a:gdLst/>
              <a:ahLst/>
              <a:cxnLst/>
              <a:rect l="l" t="t" r="r" b="b"/>
              <a:pathLst>
                <a:path w="462279" h="774700">
                  <a:moveTo>
                    <a:pt x="0" y="0"/>
                  </a:moveTo>
                  <a:lnTo>
                    <a:pt x="461772" y="0"/>
                  </a:lnTo>
                  <a:lnTo>
                    <a:pt x="461772" y="774192"/>
                  </a:lnTo>
                  <a:lnTo>
                    <a:pt x="0" y="77419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372355" y="2525267"/>
              <a:ext cx="462280" cy="723900"/>
            </a:xfrm>
            <a:custGeom>
              <a:avLst/>
              <a:gdLst/>
              <a:ahLst/>
              <a:cxnLst/>
              <a:rect l="l" t="t" r="r" b="b"/>
              <a:pathLst>
                <a:path w="462279" h="723900">
                  <a:moveTo>
                    <a:pt x="461772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461772" y="723900"/>
                  </a:lnTo>
                  <a:lnTo>
                    <a:pt x="461772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372355" y="2525267"/>
              <a:ext cx="462280" cy="723900"/>
            </a:xfrm>
            <a:custGeom>
              <a:avLst/>
              <a:gdLst/>
              <a:ahLst/>
              <a:cxnLst/>
              <a:rect l="l" t="t" r="r" b="b"/>
              <a:pathLst>
                <a:path w="462279" h="723900">
                  <a:moveTo>
                    <a:pt x="0" y="0"/>
                  </a:moveTo>
                  <a:lnTo>
                    <a:pt x="461772" y="0"/>
                  </a:lnTo>
                  <a:lnTo>
                    <a:pt x="461772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/>
          <p:cNvGrpSpPr/>
          <p:nvPr/>
        </p:nvGrpSpPr>
        <p:grpSpPr>
          <a:xfrm>
            <a:off x="5061013" y="2520505"/>
            <a:ext cx="473075" cy="1102360"/>
            <a:chOff x="5061013" y="2520505"/>
            <a:chExt cx="473075" cy="1102360"/>
          </a:xfrm>
        </p:grpSpPr>
        <p:sp>
          <p:nvSpPr>
            <p:cNvPr id="26" name="object 26"/>
            <p:cNvSpPr/>
            <p:nvPr/>
          </p:nvSpPr>
          <p:spPr>
            <a:xfrm>
              <a:off x="5065776" y="2759963"/>
              <a:ext cx="463550" cy="858519"/>
            </a:xfrm>
            <a:custGeom>
              <a:avLst/>
              <a:gdLst/>
              <a:ahLst/>
              <a:cxnLst/>
              <a:rect l="l" t="t" r="r" b="b"/>
              <a:pathLst>
                <a:path w="463550" h="858520">
                  <a:moveTo>
                    <a:pt x="463296" y="0"/>
                  </a:moveTo>
                  <a:lnTo>
                    <a:pt x="0" y="0"/>
                  </a:lnTo>
                  <a:lnTo>
                    <a:pt x="0" y="858011"/>
                  </a:lnTo>
                  <a:lnTo>
                    <a:pt x="463296" y="858011"/>
                  </a:lnTo>
                  <a:lnTo>
                    <a:pt x="463296" y="0"/>
                  </a:lnTo>
                  <a:close/>
                </a:path>
              </a:pathLst>
            </a:custGeom>
            <a:solidFill>
              <a:srgbClr val="7C7C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5065776" y="2759963"/>
              <a:ext cx="463550" cy="858519"/>
            </a:xfrm>
            <a:custGeom>
              <a:avLst/>
              <a:gdLst/>
              <a:ahLst/>
              <a:cxnLst/>
              <a:rect l="l" t="t" r="r" b="b"/>
              <a:pathLst>
                <a:path w="463550" h="858520">
                  <a:moveTo>
                    <a:pt x="0" y="0"/>
                  </a:moveTo>
                  <a:lnTo>
                    <a:pt x="463296" y="0"/>
                  </a:lnTo>
                  <a:lnTo>
                    <a:pt x="463296" y="858011"/>
                  </a:lnTo>
                  <a:lnTo>
                    <a:pt x="0" y="85801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065776" y="2525267"/>
              <a:ext cx="463550" cy="234950"/>
            </a:xfrm>
            <a:custGeom>
              <a:avLst/>
              <a:gdLst/>
              <a:ahLst/>
              <a:cxnLst/>
              <a:rect l="l" t="t" r="r" b="b"/>
              <a:pathLst>
                <a:path w="463550" h="234950">
                  <a:moveTo>
                    <a:pt x="463296" y="0"/>
                  </a:moveTo>
                  <a:lnTo>
                    <a:pt x="0" y="0"/>
                  </a:lnTo>
                  <a:lnTo>
                    <a:pt x="0" y="234696"/>
                  </a:lnTo>
                  <a:lnTo>
                    <a:pt x="463296" y="234696"/>
                  </a:lnTo>
                  <a:lnTo>
                    <a:pt x="463296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5065776" y="2525267"/>
              <a:ext cx="463550" cy="234950"/>
            </a:xfrm>
            <a:custGeom>
              <a:avLst/>
              <a:gdLst/>
              <a:ahLst/>
              <a:cxnLst/>
              <a:rect l="l" t="t" r="r" b="b"/>
              <a:pathLst>
                <a:path w="463550" h="234950">
                  <a:moveTo>
                    <a:pt x="0" y="0"/>
                  </a:moveTo>
                  <a:lnTo>
                    <a:pt x="463296" y="0"/>
                  </a:lnTo>
                  <a:lnTo>
                    <a:pt x="463296" y="234696"/>
                  </a:lnTo>
                  <a:lnTo>
                    <a:pt x="0" y="234696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3677411" y="3938015"/>
            <a:ext cx="463550" cy="561340"/>
          </a:xfrm>
          <a:prstGeom prst="rect">
            <a:avLst/>
          </a:prstGeom>
          <a:solidFill>
            <a:srgbClr val="DEDEDE"/>
          </a:solidFill>
        </p:spPr>
        <p:txBody>
          <a:bodyPr wrap="square" lIns="0" tIns="44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Times New Roman"/>
              <a:cs typeface="Times New Roman"/>
            </a:endParaRPr>
          </a:p>
          <a:p>
            <a:pPr marL="79375">
              <a:lnSpc>
                <a:spcPct val="100000"/>
              </a:lnSpc>
            </a:pPr>
            <a:r>
              <a:rPr dirty="0" sz="1200" spc="-25">
                <a:latin typeface="Arial"/>
                <a:cs typeface="Arial"/>
              </a:rPr>
              <a:t>28%</a:t>
            </a:r>
            <a:endParaRPr sz="12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372355" y="4023359"/>
            <a:ext cx="462280" cy="475615"/>
          </a:xfrm>
          <a:prstGeom prst="rect">
            <a:avLst/>
          </a:prstGeom>
          <a:solidFill>
            <a:srgbClr val="DEDEDE"/>
          </a:solidFill>
        </p:spPr>
        <p:txBody>
          <a:bodyPr wrap="square" lIns="0" tIns="137160" rIns="0" bIns="0" rtlCol="0" vert="horz">
            <a:spAutoFit/>
          </a:bodyPr>
          <a:lstStyle/>
          <a:p>
            <a:pPr marL="78740">
              <a:lnSpc>
                <a:spcPct val="100000"/>
              </a:lnSpc>
              <a:spcBef>
                <a:spcPts val="1080"/>
              </a:spcBef>
            </a:pPr>
            <a:r>
              <a:rPr dirty="0" sz="1200" spc="-25">
                <a:latin typeface="Arial"/>
                <a:cs typeface="Arial"/>
              </a:rPr>
              <a:t>24%</a:t>
            </a:r>
            <a:endParaRPr sz="12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065776" y="3617976"/>
            <a:ext cx="463550" cy="881380"/>
          </a:xfrm>
          <a:prstGeom prst="rect">
            <a:avLst/>
          </a:prstGeom>
          <a:solidFill>
            <a:srgbClr val="DEDEDE"/>
          </a:solidFill>
        </p:spPr>
        <p:txBody>
          <a:bodyPr wrap="square" lIns="0" tIns="16256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80"/>
              </a:spcBef>
            </a:pPr>
            <a:endParaRPr sz="1200">
              <a:latin typeface="Times New Roman"/>
              <a:cs typeface="Times New Roman"/>
            </a:endParaRPr>
          </a:p>
          <a:p>
            <a:pPr marL="79375">
              <a:lnSpc>
                <a:spcPct val="100000"/>
              </a:lnSpc>
              <a:spcBef>
                <a:spcPts val="5"/>
              </a:spcBef>
            </a:pPr>
            <a:r>
              <a:rPr dirty="0" sz="1200" spc="-25">
                <a:latin typeface="Arial"/>
                <a:cs typeface="Arial"/>
              </a:rPr>
              <a:t>45%</a:t>
            </a:r>
            <a:endParaRPr sz="12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533642" y="3834510"/>
            <a:ext cx="3200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Arial"/>
                <a:cs typeface="Arial"/>
              </a:rPr>
              <a:t>56%</a:t>
            </a:r>
            <a:endParaRPr sz="12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147559" y="3246120"/>
            <a:ext cx="463550" cy="1252855"/>
          </a:xfrm>
          <a:prstGeom prst="rect">
            <a:avLst/>
          </a:prstGeom>
          <a:solidFill>
            <a:srgbClr val="DEDEDE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75"/>
              </a:spcBef>
            </a:pPr>
            <a:endParaRPr sz="1200">
              <a:latin typeface="Times New Roman"/>
              <a:cs typeface="Times New Roman"/>
            </a:endParaRPr>
          </a:p>
          <a:p>
            <a:pPr marL="80010">
              <a:lnSpc>
                <a:spcPct val="100000"/>
              </a:lnSpc>
            </a:pPr>
            <a:r>
              <a:rPr dirty="0" sz="1200" spc="-25">
                <a:latin typeface="Arial"/>
                <a:cs typeface="Arial"/>
              </a:rPr>
              <a:t>64%</a:t>
            </a:r>
            <a:endParaRPr sz="12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842504" y="3171444"/>
            <a:ext cx="462280" cy="1327785"/>
          </a:xfrm>
          <a:prstGeom prst="rect">
            <a:avLst/>
          </a:prstGeom>
          <a:solidFill>
            <a:srgbClr val="DEDEDE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1200">
              <a:latin typeface="Times New Roman"/>
              <a:cs typeface="Times New Roman"/>
            </a:endParaRPr>
          </a:p>
          <a:p>
            <a:pPr marL="78740">
              <a:lnSpc>
                <a:spcPct val="100000"/>
              </a:lnSpc>
            </a:pPr>
            <a:r>
              <a:rPr dirty="0" sz="1200" spc="-25">
                <a:latin typeface="Arial"/>
                <a:cs typeface="Arial"/>
              </a:rPr>
              <a:t>67%</a:t>
            </a:r>
            <a:endParaRPr sz="12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284716" y="4015816"/>
            <a:ext cx="106489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718820" algn="l"/>
              </a:tabLst>
            </a:pPr>
            <a:r>
              <a:rPr dirty="0" baseline="-6944" sz="1800" spc="-37">
                <a:latin typeface="Arial"/>
                <a:cs typeface="Arial"/>
              </a:rPr>
              <a:t>36%</a:t>
            </a:r>
            <a:r>
              <a:rPr dirty="0" baseline="-6944" sz="1800">
                <a:latin typeface="Arial"/>
                <a:cs typeface="Arial"/>
              </a:rPr>
              <a:t>	</a:t>
            </a:r>
            <a:r>
              <a:rPr dirty="0" sz="1200" spc="-25">
                <a:latin typeface="Arial"/>
                <a:cs typeface="Arial"/>
              </a:rPr>
              <a:t>37%</a:t>
            </a:r>
            <a:endParaRPr sz="12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0698226" y="3819525"/>
            <a:ext cx="3206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Arial"/>
                <a:cs typeface="Arial"/>
              </a:rPr>
              <a:t>57%</a:t>
            </a:r>
            <a:endParaRPr sz="12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677411" y="3061716"/>
            <a:ext cx="463550" cy="876300"/>
          </a:xfrm>
          <a:prstGeom prst="rect">
            <a:avLst/>
          </a:prstGeom>
        </p:spPr>
        <p:txBody>
          <a:bodyPr wrap="square" lIns="0" tIns="1612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70"/>
              </a:spcBef>
            </a:pPr>
            <a:endParaRPr sz="1200">
              <a:latin typeface="Times New Roman"/>
              <a:cs typeface="Times New Roman"/>
            </a:endParaRPr>
          </a:p>
          <a:p>
            <a:pPr marL="79375">
              <a:lnSpc>
                <a:spcPct val="100000"/>
              </a:lnSpc>
              <a:spcBef>
                <a:spcPts val="5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44%</a:t>
            </a:r>
            <a:endParaRPr sz="12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372355" y="3247644"/>
            <a:ext cx="462280" cy="775970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890"/>
              </a:spcBef>
            </a:pPr>
            <a:endParaRPr sz="1200">
              <a:latin typeface="Times New Roman"/>
              <a:cs typeface="Times New Roman"/>
            </a:endParaRPr>
          </a:p>
          <a:p>
            <a:pPr marL="78740">
              <a:lnSpc>
                <a:spcPct val="100000"/>
              </a:lnSpc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39%</a:t>
            </a:r>
            <a:endParaRPr sz="12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065776" y="2756154"/>
            <a:ext cx="463550" cy="862330"/>
          </a:xfrm>
          <a:prstGeom prst="rect">
            <a:avLst/>
          </a:prstGeom>
        </p:spPr>
        <p:txBody>
          <a:bodyPr wrap="square" lIns="0" tIns="1549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20"/>
              </a:spcBef>
            </a:pPr>
            <a:endParaRPr sz="1200">
              <a:latin typeface="Times New Roman"/>
              <a:cs typeface="Times New Roman"/>
            </a:endParaRPr>
          </a:p>
          <a:p>
            <a:pPr marL="79375">
              <a:lnSpc>
                <a:spcPct val="100000"/>
              </a:lnSpc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44%</a:t>
            </a:r>
            <a:endParaRPr sz="12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454140" y="2660904"/>
            <a:ext cx="463550" cy="721360"/>
          </a:xfrm>
          <a:prstGeom prst="rect">
            <a:avLst/>
          </a:prstGeom>
        </p:spPr>
        <p:txBody>
          <a:bodyPr wrap="square" lIns="0" tIns="939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40"/>
              </a:spcBef>
            </a:pPr>
            <a:endParaRPr sz="1200">
              <a:latin typeface="Times New Roman"/>
              <a:cs typeface="Times New Roman"/>
            </a:endParaRPr>
          </a:p>
          <a:p>
            <a:pPr marL="79375">
              <a:lnSpc>
                <a:spcPct val="100000"/>
              </a:lnSpc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37%</a:t>
            </a:r>
            <a:endParaRPr sz="12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147559" y="2663189"/>
            <a:ext cx="463550" cy="58483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5"/>
              </a:spcBef>
            </a:pPr>
            <a:endParaRPr sz="1200">
              <a:latin typeface="Times New Roman"/>
              <a:cs typeface="Times New Roman"/>
            </a:endParaRPr>
          </a:p>
          <a:p>
            <a:pPr marL="80010">
              <a:lnSpc>
                <a:spcPct val="100000"/>
              </a:lnSpc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30%</a:t>
            </a:r>
            <a:endParaRPr sz="12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842504" y="2651760"/>
            <a:ext cx="462280" cy="520065"/>
          </a:xfrm>
          <a:prstGeom prst="rect">
            <a:avLst/>
          </a:prstGeom>
          <a:solidFill>
            <a:srgbClr val="7C7C7C"/>
          </a:solidFill>
        </p:spPr>
        <p:txBody>
          <a:bodyPr wrap="square" lIns="0" tIns="125730" rIns="0" bIns="0" rtlCol="0" vert="horz">
            <a:spAutoFit/>
          </a:bodyPr>
          <a:lstStyle/>
          <a:p>
            <a:pPr marL="78740">
              <a:lnSpc>
                <a:spcPct val="100000"/>
              </a:lnSpc>
              <a:spcBef>
                <a:spcPts val="99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30%</a:t>
            </a:r>
            <a:endParaRPr sz="12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230868" y="2756154"/>
            <a:ext cx="462280" cy="10223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15"/>
              </a:spcBef>
            </a:pPr>
            <a:endParaRPr sz="1200">
              <a:latin typeface="Times New Roman"/>
              <a:cs typeface="Times New Roman"/>
            </a:endParaRPr>
          </a:p>
          <a:p>
            <a:pPr marL="78740">
              <a:lnSpc>
                <a:spcPct val="100000"/>
              </a:lnSpc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53%</a:t>
            </a:r>
            <a:endParaRPr sz="12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9924288" y="2684907"/>
            <a:ext cx="463550" cy="1093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0"/>
              </a:spcBef>
            </a:pPr>
            <a:endParaRPr sz="1200">
              <a:latin typeface="Times New Roman"/>
              <a:cs typeface="Times New Roman"/>
            </a:endParaRPr>
          </a:p>
          <a:p>
            <a:pPr marL="79375">
              <a:lnSpc>
                <a:spcPct val="100000"/>
              </a:lnSpc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53%</a:t>
            </a:r>
            <a:endParaRPr sz="12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0617707" y="2684907"/>
            <a:ext cx="463550" cy="697230"/>
          </a:xfrm>
          <a:prstGeom prst="rect">
            <a:avLst/>
          </a:prstGeom>
          <a:solidFill>
            <a:srgbClr val="7C7C7C"/>
          </a:solidFill>
        </p:spPr>
        <p:txBody>
          <a:bodyPr wrap="square" lIns="0" tIns="425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35"/>
              </a:spcBef>
            </a:pPr>
            <a:endParaRPr sz="1200">
              <a:latin typeface="Times New Roman"/>
              <a:cs typeface="Times New Roman"/>
            </a:endParaRPr>
          </a:p>
          <a:p>
            <a:pPr marL="80010">
              <a:lnSpc>
                <a:spcPct val="100000"/>
              </a:lnSpc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37%</a:t>
            </a:r>
            <a:endParaRPr sz="12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677411" y="2524797"/>
            <a:ext cx="463550" cy="537210"/>
          </a:xfrm>
          <a:prstGeom prst="rect">
            <a:avLst/>
          </a:prstGeom>
        </p:spPr>
        <p:txBody>
          <a:bodyPr wrap="square" lIns="0" tIns="165735" rIns="0" bIns="0" rtlCol="0" vert="horz">
            <a:spAutoFit/>
          </a:bodyPr>
          <a:lstStyle/>
          <a:p>
            <a:pPr marL="79375">
              <a:lnSpc>
                <a:spcPct val="100000"/>
              </a:lnSpc>
              <a:spcBef>
                <a:spcPts val="1305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27%</a:t>
            </a:r>
            <a:endParaRPr sz="12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372355" y="2524797"/>
            <a:ext cx="462280" cy="723265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80"/>
              </a:spcBef>
            </a:pPr>
            <a:endParaRPr sz="1200">
              <a:latin typeface="Times New Roman"/>
              <a:cs typeface="Times New Roman"/>
            </a:endParaRPr>
          </a:p>
          <a:p>
            <a:pPr marL="78740">
              <a:lnSpc>
                <a:spcPct val="100000"/>
              </a:lnSpc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37%</a:t>
            </a:r>
            <a:endParaRPr sz="12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065776" y="2524797"/>
            <a:ext cx="463550" cy="2317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79375">
              <a:lnSpc>
                <a:spcPct val="100000"/>
              </a:lnSpc>
              <a:spcBef>
                <a:spcPts val="12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12%</a:t>
            </a:r>
            <a:endParaRPr sz="12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454140" y="2524797"/>
            <a:ext cx="463550" cy="1365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1285">
              <a:lnSpc>
                <a:spcPts val="1070"/>
              </a:lnSpc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7%</a:t>
            </a:r>
            <a:endParaRPr sz="12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9230868" y="2524797"/>
            <a:ext cx="462280" cy="2317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8740">
              <a:lnSpc>
                <a:spcPct val="100000"/>
              </a:lnSpc>
              <a:spcBef>
                <a:spcPts val="95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12%</a:t>
            </a:r>
            <a:endParaRPr sz="12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9924288" y="2524797"/>
            <a:ext cx="463550" cy="1606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1920">
              <a:lnSpc>
                <a:spcPts val="1260"/>
              </a:lnSpc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9%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7243571" y="2487167"/>
            <a:ext cx="4091304" cy="182880"/>
            <a:chOff x="7243571" y="2487167"/>
            <a:chExt cx="4091304" cy="182880"/>
          </a:xfrm>
        </p:grpSpPr>
        <p:pic>
          <p:nvPicPr>
            <p:cNvPr id="54" name="object 5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31295" y="2487167"/>
              <a:ext cx="203200" cy="76200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7243571" y="2505455"/>
              <a:ext cx="269875" cy="165100"/>
            </a:xfrm>
            <a:custGeom>
              <a:avLst/>
              <a:gdLst/>
              <a:ahLst/>
              <a:cxnLst/>
              <a:rect l="l" t="t" r="r" b="b"/>
              <a:pathLst>
                <a:path w="269875" h="165100">
                  <a:moveTo>
                    <a:pt x="269748" y="0"/>
                  </a:moveTo>
                  <a:lnTo>
                    <a:pt x="0" y="0"/>
                  </a:lnTo>
                  <a:lnTo>
                    <a:pt x="0" y="164591"/>
                  </a:lnTo>
                  <a:lnTo>
                    <a:pt x="269748" y="164591"/>
                  </a:lnTo>
                  <a:lnTo>
                    <a:pt x="269748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/>
          <p:cNvSpPr txBox="1"/>
          <p:nvPr/>
        </p:nvSpPr>
        <p:spPr>
          <a:xfrm>
            <a:off x="7147559" y="2524797"/>
            <a:ext cx="463550" cy="1384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2555">
              <a:lnSpc>
                <a:spcPts val="1090"/>
              </a:lnSpc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6%</a:t>
            </a:r>
            <a:endParaRPr sz="12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118353" y="4533392"/>
            <a:ext cx="361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latin typeface="Arial"/>
                <a:cs typeface="Arial"/>
              </a:rPr>
              <a:t>55+y</a:t>
            </a:r>
            <a:endParaRPr sz="12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356353" y="4533392"/>
            <a:ext cx="4953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Arial"/>
                <a:cs typeface="Arial"/>
              </a:rPr>
              <a:t>35-</a:t>
            </a:r>
            <a:r>
              <a:rPr dirty="0" sz="1200" spc="-25">
                <a:latin typeface="Arial"/>
                <a:cs typeface="Arial"/>
              </a:rPr>
              <a:t>54y</a:t>
            </a:r>
            <a:endParaRPr sz="12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3662553" y="4533392"/>
            <a:ext cx="4940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Arial"/>
                <a:cs typeface="Arial"/>
              </a:rPr>
              <a:t>18-</a:t>
            </a:r>
            <a:r>
              <a:rPr dirty="0" sz="1200" spc="-25">
                <a:latin typeface="Arial"/>
                <a:cs typeface="Arial"/>
              </a:rPr>
              <a:t>34y</a:t>
            </a:r>
            <a:endParaRPr sz="12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7133335" y="4533392"/>
            <a:ext cx="4940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Arial"/>
                <a:cs typeface="Arial"/>
              </a:rPr>
              <a:t>35-</a:t>
            </a:r>
            <a:r>
              <a:rPr dirty="0" sz="1200" spc="-25">
                <a:latin typeface="Arial"/>
                <a:cs typeface="Arial"/>
              </a:rPr>
              <a:t>54y</a:t>
            </a:r>
            <a:endParaRPr sz="12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439280" y="4533392"/>
            <a:ext cx="4946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18-</a:t>
            </a:r>
            <a:r>
              <a:rPr dirty="0" sz="1200" spc="-25">
                <a:latin typeface="Arial"/>
                <a:cs typeface="Arial"/>
              </a:rPr>
              <a:t>34y</a:t>
            </a:r>
            <a:endParaRPr sz="12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893811" y="4533392"/>
            <a:ext cx="360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latin typeface="Arial"/>
                <a:cs typeface="Arial"/>
              </a:rPr>
              <a:t>55+y</a:t>
            </a:r>
            <a:endParaRPr sz="1200">
              <a:latin typeface="Arial"/>
              <a:cs typeface="Arial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7936992" y="2473451"/>
            <a:ext cx="269875" cy="165100"/>
          </a:xfrm>
          <a:custGeom>
            <a:avLst/>
            <a:gdLst/>
            <a:ahLst/>
            <a:cxnLst/>
            <a:rect l="l" t="t" r="r" b="b"/>
            <a:pathLst>
              <a:path w="269875" h="165100">
                <a:moveTo>
                  <a:pt x="269748" y="0"/>
                </a:moveTo>
                <a:lnTo>
                  <a:pt x="0" y="0"/>
                </a:lnTo>
                <a:lnTo>
                  <a:pt x="0" y="164591"/>
                </a:lnTo>
                <a:lnTo>
                  <a:pt x="269748" y="164591"/>
                </a:lnTo>
                <a:lnTo>
                  <a:pt x="269748" y="0"/>
                </a:lnTo>
                <a:close/>
              </a:path>
            </a:pathLst>
          </a:custGeom>
          <a:solidFill>
            <a:srgbClr val="DB52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7951089" y="2438527"/>
            <a:ext cx="2470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3%</a:t>
            </a:r>
            <a:endParaRPr sz="12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9216390" y="4533392"/>
            <a:ext cx="4940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Arial"/>
                <a:cs typeface="Arial"/>
              </a:rPr>
              <a:t>18-</a:t>
            </a:r>
            <a:r>
              <a:rPr dirty="0" sz="1200" spc="-25">
                <a:latin typeface="Arial"/>
                <a:cs typeface="Arial"/>
              </a:rPr>
              <a:t>34y</a:t>
            </a:r>
            <a:endParaRPr sz="120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9910064" y="4533392"/>
            <a:ext cx="4940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Arial"/>
                <a:cs typeface="Arial"/>
              </a:rPr>
              <a:t>35-</a:t>
            </a:r>
            <a:r>
              <a:rPr dirty="0" sz="1200" spc="-25">
                <a:latin typeface="Arial"/>
                <a:cs typeface="Arial"/>
              </a:rPr>
              <a:t>54y</a:t>
            </a:r>
            <a:endParaRPr sz="1200">
              <a:latin typeface="Arial"/>
              <a:cs typeface="Arial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10713719" y="2500883"/>
            <a:ext cx="269875" cy="165100"/>
          </a:xfrm>
          <a:custGeom>
            <a:avLst/>
            <a:gdLst/>
            <a:ahLst/>
            <a:cxnLst/>
            <a:rect l="l" t="t" r="r" b="b"/>
            <a:pathLst>
              <a:path w="269875" h="165100">
                <a:moveTo>
                  <a:pt x="269748" y="0"/>
                </a:moveTo>
                <a:lnTo>
                  <a:pt x="0" y="0"/>
                </a:lnTo>
                <a:lnTo>
                  <a:pt x="0" y="164591"/>
                </a:lnTo>
                <a:lnTo>
                  <a:pt x="269748" y="164591"/>
                </a:lnTo>
                <a:lnTo>
                  <a:pt x="269748" y="0"/>
                </a:lnTo>
                <a:close/>
              </a:path>
            </a:pathLst>
          </a:custGeom>
          <a:solidFill>
            <a:srgbClr val="DB52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 txBox="1"/>
          <p:nvPr/>
        </p:nvSpPr>
        <p:spPr>
          <a:xfrm>
            <a:off x="10617707" y="2524797"/>
            <a:ext cx="463550" cy="1606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2555">
              <a:lnSpc>
                <a:spcPts val="1075"/>
              </a:lnSpc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6%</a:t>
            </a:r>
            <a:endParaRPr sz="120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0670540" y="4533392"/>
            <a:ext cx="360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latin typeface="Arial"/>
                <a:cs typeface="Arial"/>
              </a:rPr>
              <a:t>55+y</a:t>
            </a:r>
            <a:endParaRPr sz="120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1373993" y="2425064"/>
            <a:ext cx="38354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20">
                <a:latin typeface="Arial"/>
                <a:cs typeface="Arial"/>
              </a:rPr>
              <a:t>100%</a:t>
            </a:r>
            <a:endParaRPr sz="1100">
              <a:latin typeface="Arial"/>
              <a:cs typeface="Arial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2107692" y="5550408"/>
            <a:ext cx="180340" cy="132715"/>
          </a:xfrm>
          <a:custGeom>
            <a:avLst/>
            <a:gdLst/>
            <a:ahLst/>
            <a:cxnLst/>
            <a:rect l="l" t="t" r="r" b="b"/>
            <a:pathLst>
              <a:path w="180339" h="132714">
                <a:moveTo>
                  <a:pt x="179831" y="0"/>
                </a:moveTo>
                <a:lnTo>
                  <a:pt x="0" y="0"/>
                </a:lnTo>
                <a:lnTo>
                  <a:pt x="0" y="132587"/>
                </a:lnTo>
                <a:lnTo>
                  <a:pt x="179831" y="132587"/>
                </a:lnTo>
                <a:lnTo>
                  <a:pt x="179831" y="0"/>
                </a:lnTo>
                <a:close/>
              </a:path>
            </a:pathLst>
          </a:custGeom>
          <a:solidFill>
            <a:srgbClr val="DB52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2107692" y="5955791"/>
            <a:ext cx="180340" cy="134620"/>
          </a:xfrm>
          <a:custGeom>
            <a:avLst/>
            <a:gdLst/>
            <a:ahLst/>
            <a:cxnLst/>
            <a:rect l="l" t="t" r="r" b="b"/>
            <a:pathLst>
              <a:path w="180339" h="134620">
                <a:moveTo>
                  <a:pt x="179831" y="0"/>
                </a:moveTo>
                <a:lnTo>
                  <a:pt x="0" y="0"/>
                </a:lnTo>
                <a:lnTo>
                  <a:pt x="0" y="134111"/>
                </a:lnTo>
                <a:lnTo>
                  <a:pt x="179831" y="134111"/>
                </a:lnTo>
                <a:lnTo>
                  <a:pt x="179831" y="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2107692" y="5753100"/>
            <a:ext cx="180340" cy="134620"/>
          </a:xfrm>
          <a:custGeom>
            <a:avLst/>
            <a:gdLst/>
            <a:ahLst/>
            <a:cxnLst/>
            <a:rect l="l" t="t" r="r" b="b"/>
            <a:pathLst>
              <a:path w="180339" h="134620">
                <a:moveTo>
                  <a:pt x="179831" y="0"/>
                </a:moveTo>
                <a:lnTo>
                  <a:pt x="0" y="0"/>
                </a:lnTo>
                <a:lnTo>
                  <a:pt x="0" y="134112"/>
                </a:lnTo>
                <a:lnTo>
                  <a:pt x="179831" y="134112"/>
                </a:lnTo>
                <a:lnTo>
                  <a:pt x="179831" y="0"/>
                </a:lnTo>
                <a:close/>
              </a:path>
            </a:pathLst>
          </a:custGeom>
          <a:solidFill>
            <a:srgbClr val="7C7C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 txBox="1"/>
          <p:nvPr/>
        </p:nvSpPr>
        <p:spPr>
          <a:xfrm>
            <a:off x="2326004" y="5479491"/>
            <a:ext cx="1511300" cy="63500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1000">
                <a:latin typeface="Arial"/>
                <a:cs typeface="Arial"/>
              </a:rPr>
              <a:t>I’m</a:t>
            </a:r>
            <a:r>
              <a:rPr dirty="0" sz="1000" spc="-3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willing to</a:t>
            </a:r>
            <a:r>
              <a:rPr dirty="0" sz="1000" spc="-4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pay</a:t>
            </a:r>
            <a:r>
              <a:rPr dirty="0" sz="1000" spc="-40">
                <a:latin typeface="Arial"/>
                <a:cs typeface="Arial"/>
              </a:rPr>
              <a:t> </a:t>
            </a:r>
            <a:r>
              <a:rPr dirty="0" sz="1000" spc="-20">
                <a:latin typeface="Arial"/>
                <a:cs typeface="Arial"/>
              </a:rPr>
              <a:t>more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ts val="1600"/>
              </a:lnSpc>
              <a:spcBef>
                <a:spcPts val="95"/>
              </a:spcBef>
            </a:pPr>
            <a:r>
              <a:rPr dirty="0" sz="1000">
                <a:latin typeface="Arial"/>
                <a:cs typeface="Arial"/>
              </a:rPr>
              <a:t>I’m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willing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to</a:t>
            </a:r>
            <a:r>
              <a:rPr dirty="0" sz="1000" spc="-3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pay</a:t>
            </a:r>
            <a:r>
              <a:rPr dirty="0" sz="1000" spc="-4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the</a:t>
            </a:r>
            <a:r>
              <a:rPr dirty="0" sz="1000" spc="-35">
                <a:latin typeface="Arial"/>
                <a:cs typeface="Arial"/>
              </a:rPr>
              <a:t> </a:t>
            </a:r>
            <a:r>
              <a:rPr dirty="0" sz="1000" spc="-20">
                <a:latin typeface="Arial"/>
                <a:cs typeface="Arial"/>
              </a:rPr>
              <a:t>same </a:t>
            </a:r>
            <a:r>
              <a:rPr dirty="0" sz="1000">
                <a:latin typeface="Arial"/>
                <a:cs typeface="Arial"/>
              </a:rPr>
              <a:t>I’m</a:t>
            </a:r>
            <a:r>
              <a:rPr dirty="0" sz="1000" spc="-3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willing to</a:t>
            </a:r>
            <a:r>
              <a:rPr dirty="0" sz="1000" spc="-4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pay</a:t>
            </a:r>
            <a:r>
              <a:rPr dirty="0" sz="1000" spc="-40">
                <a:latin typeface="Arial"/>
                <a:cs typeface="Arial"/>
              </a:rPr>
              <a:t> </a:t>
            </a:r>
            <a:r>
              <a:rPr dirty="0" sz="1000" spc="-20">
                <a:latin typeface="Arial"/>
                <a:cs typeface="Arial"/>
              </a:rPr>
              <a:t>less</a:t>
            </a:r>
            <a:endParaRPr sz="1000">
              <a:latin typeface="Arial"/>
              <a:cs typeface="Arial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4485132" y="5009388"/>
            <a:ext cx="149225" cy="335280"/>
          </a:xfrm>
          <a:custGeom>
            <a:avLst/>
            <a:gdLst/>
            <a:ahLst/>
            <a:cxnLst/>
            <a:rect l="l" t="t" r="r" b="b"/>
            <a:pathLst>
              <a:path w="149225" h="335279">
                <a:moveTo>
                  <a:pt x="148716" y="0"/>
                </a:moveTo>
                <a:lnTo>
                  <a:pt x="0" y="0"/>
                </a:lnTo>
                <a:lnTo>
                  <a:pt x="0" y="160782"/>
                </a:lnTo>
                <a:lnTo>
                  <a:pt x="69087" y="160782"/>
                </a:lnTo>
                <a:lnTo>
                  <a:pt x="65785" y="196342"/>
                </a:lnTo>
                <a:lnTo>
                  <a:pt x="54609" y="226060"/>
                </a:lnTo>
                <a:lnTo>
                  <a:pt x="33273" y="249554"/>
                </a:lnTo>
                <a:lnTo>
                  <a:pt x="0" y="266319"/>
                </a:lnTo>
                <a:lnTo>
                  <a:pt x="0" y="335153"/>
                </a:lnTo>
                <a:lnTo>
                  <a:pt x="68071" y="311658"/>
                </a:lnTo>
                <a:lnTo>
                  <a:pt x="118871" y="264160"/>
                </a:lnTo>
                <a:lnTo>
                  <a:pt x="146049" y="198120"/>
                </a:lnTo>
                <a:lnTo>
                  <a:pt x="148589" y="160782"/>
                </a:lnTo>
                <a:lnTo>
                  <a:pt x="1487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4708144" y="5009388"/>
            <a:ext cx="149225" cy="335280"/>
          </a:xfrm>
          <a:custGeom>
            <a:avLst/>
            <a:gdLst/>
            <a:ahLst/>
            <a:cxnLst/>
            <a:rect l="l" t="t" r="r" b="b"/>
            <a:pathLst>
              <a:path w="149225" h="335279">
                <a:moveTo>
                  <a:pt x="148716" y="0"/>
                </a:moveTo>
                <a:lnTo>
                  <a:pt x="0" y="0"/>
                </a:lnTo>
                <a:lnTo>
                  <a:pt x="0" y="160782"/>
                </a:lnTo>
                <a:lnTo>
                  <a:pt x="69214" y="160782"/>
                </a:lnTo>
                <a:lnTo>
                  <a:pt x="65912" y="196342"/>
                </a:lnTo>
                <a:lnTo>
                  <a:pt x="54609" y="226060"/>
                </a:lnTo>
                <a:lnTo>
                  <a:pt x="33400" y="249554"/>
                </a:lnTo>
                <a:lnTo>
                  <a:pt x="0" y="266319"/>
                </a:lnTo>
                <a:lnTo>
                  <a:pt x="0" y="335153"/>
                </a:lnTo>
                <a:lnTo>
                  <a:pt x="68071" y="311658"/>
                </a:lnTo>
                <a:lnTo>
                  <a:pt x="118871" y="264160"/>
                </a:lnTo>
                <a:lnTo>
                  <a:pt x="146049" y="198120"/>
                </a:lnTo>
                <a:lnTo>
                  <a:pt x="148716" y="160782"/>
                </a:lnTo>
                <a:lnTo>
                  <a:pt x="1487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7" name="object 77" descr="deutschland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76928" y="1740407"/>
            <a:ext cx="451103" cy="286512"/>
          </a:xfrm>
          <a:prstGeom prst="rect">
            <a:avLst/>
          </a:prstGeom>
        </p:spPr>
      </p:pic>
      <p:pic>
        <p:nvPicPr>
          <p:cNvPr id="78" name="object 78" descr="USA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59752" y="1740407"/>
            <a:ext cx="451103" cy="286512"/>
          </a:xfrm>
          <a:prstGeom prst="rect">
            <a:avLst/>
          </a:prstGeom>
        </p:spPr>
      </p:pic>
      <p:pic>
        <p:nvPicPr>
          <p:cNvPr id="79" name="object 79" descr="China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939528" y="1737360"/>
            <a:ext cx="451103" cy="286512"/>
          </a:xfrm>
          <a:prstGeom prst="rect">
            <a:avLst/>
          </a:prstGeom>
        </p:spPr>
      </p:pic>
      <p:sp>
        <p:nvSpPr>
          <p:cNvPr id="80" name="object 80"/>
          <p:cNvSpPr txBox="1"/>
          <p:nvPr/>
        </p:nvSpPr>
        <p:spPr>
          <a:xfrm>
            <a:off x="11612626" y="6500876"/>
            <a:ext cx="132080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 spc="-25">
                <a:latin typeface="Arial"/>
                <a:cs typeface="Arial"/>
              </a:rPr>
              <a:t>15</a:t>
            </a:r>
            <a:endParaRPr sz="750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4948809" y="5089905"/>
            <a:ext cx="6797675" cy="1169670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12700" marR="173990">
              <a:lnSpc>
                <a:spcPts val="1600"/>
              </a:lnSpc>
              <a:spcBef>
                <a:spcPts val="220"/>
              </a:spcBef>
            </a:pPr>
            <a:r>
              <a:rPr dirty="0" sz="1400">
                <a:latin typeface="Arial"/>
                <a:cs typeface="Arial"/>
              </a:rPr>
              <a:t>While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younger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German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respondents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are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willing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pay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more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for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an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autonomous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ride, </a:t>
            </a:r>
            <a:r>
              <a:rPr dirty="0" sz="1400">
                <a:latin typeface="Arial"/>
                <a:cs typeface="Arial"/>
              </a:rPr>
              <a:t>older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Germans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are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less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inclined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do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so.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655"/>
              </a:lnSpc>
            </a:pPr>
            <a:r>
              <a:rPr dirty="0" sz="600" spc="-50">
                <a:latin typeface="Arial"/>
                <a:cs typeface="Arial"/>
              </a:rPr>
              <a:t>.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1664"/>
              </a:lnSpc>
            </a:pPr>
            <a:r>
              <a:rPr dirty="0" sz="1400">
                <a:latin typeface="Arial"/>
                <a:cs typeface="Arial"/>
              </a:rPr>
              <a:t>US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and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Chinese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respondents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overwhelmingly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intend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pay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less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for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an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automated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ride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latin typeface="Arial"/>
                <a:cs typeface="Arial"/>
              </a:rPr>
              <a:t>–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among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those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who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want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pay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less,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40-50%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price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cut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from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driver-</a:t>
            </a:r>
            <a:r>
              <a:rPr dirty="0" sz="1400">
                <a:latin typeface="Arial"/>
                <a:cs typeface="Arial"/>
              </a:rPr>
              <a:t>driven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taxis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is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the </a:t>
            </a:r>
            <a:r>
              <a:rPr dirty="0" sz="1400" spc="-10">
                <a:latin typeface="Arial"/>
                <a:cs typeface="Arial"/>
              </a:rPr>
              <a:t>norm.”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487680" y="3263481"/>
            <a:ext cx="1473200" cy="2892425"/>
            <a:chOff x="487680" y="3263481"/>
            <a:chExt cx="1473200" cy="2892425"/>
          </a:xfrm>
        </p:grpSpPr>
        <p:sp>
          <p:nvSpPr>
            <p:cNvPr id="83" name="object 83"/>
            <p:cNvSpPr/>
            <p:nvPr/>
          </p:nvSpPr>
          <p:spPr>
            <a:xfrm>
              <a:off x="652835" y="3385965"/>
              <a:ext cx="1139825" cy="135890"/>
            </a:xfrm>
            <a:custGeom>
              <a:avLst/>
              <a:gdLst/>
              <a:ahLst/>
              <a:cxnLst/>
              <a:rect l="l" t="t" r="r" b="b"/>
              <a:pathLst>
                <a:path w="1139825" h="135889">
                  <a:moveTo>
                    <a:pt x="1139654" y="0"/>
                  </a:moveTo>
                  <a:lnTo>
                    <a:pt x="0" y="0"/>
                  </a:lnTo>
                  <a:lnTo>
                    <a:pt x="0" y="135802"/>
                  </a:lnTo>
                  <a:lnTo>
                    <a:pt x="1139654" y="135802"/>
                  </a:lnTo>
                  <a:lnTo>
                    <a:pt x="1139654" y="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674144" y="5723907"/>
              <a:ext cx="1097280" cy="396875"/>
            </a:xfrm>
            <a:custGeom>
              <a:avLst/>
              <a:gdLst/>
              <a:ahLst/>
              <a:cxnLst/>
              <a:rect l="l" t="t" r="r" b="b"/>
              <a:pathLst>
                <a:path w="1097280" h="396875">
                  <a:moveTo>
                    <a:pt x="1097073" y="0"/>
                  </a:moveTo>
                  <a:lnTo>
                    <a:pt x="1050287" y="13479"/>
                  </a:lnTo>
                  <a:lnTo>
                    <a:pt x="1009224" y="18306"/>
                  </a:lnTo>
                  <a:lnTo>
                    <a:pt x="985273" y="18639"/>
                  </a:lnTo>
                  <a:lnTo>
                    <a:pt x="98313" y="18597"/>
                  </a:lnTo>
                  <a:lnTo>
                    <a:pt x="45308" y="13479"/>
                  </a:lnTo>
                  <a:lnTo>
                    <a:pt x="0" y="0"/>
                  </a:lnTo>
                  <a:lnTo>
                    <a:pt x="0" y="271605"/>
                  </a:lnTo>
                  <a:lnTo>
                    <a:pt x="9818" y="320369"/>
                  </a:lnTo>
                  <a:lnTo>
                    <a:pt x="36613" y="360145"/>
                  </a:lnTo>
                  <a:lnTo>
                    <a:pt x="76389" y="386939"/>
                  </a:lnTo>
                  <a:lnTo>
                    <a:pt x="125154" y="396758"/>
                  </a:lnTo>
                  <a:lnTo>
                    <a:pt x="971972" y="396758"/>
                  </a:lnTo>
                  <a:lnTo>
                    <a:pt x="1020713" y="386939"/>
                  </a:lnTo>
                  <a:lnTo>
                    <a:pt x="1060473" y="360145"/>
                  </a:lnTo>
                  <a:lnTo>
                    <a:pt x="1087257" y="320369"/>
                  </a:lnTo>
                  <a:lnTo>
                    <a:pt x="1097073" y="271605"/>
                  </a:lnTo>
                  <a:lnTo>
                    <a:pt x="1097073" y="0"/>
                  </a:lnTo>
                  <a:close/>
                </a:path>
              </a:pathLst>
            </a:custGeom>
            <a:solidFill>
              <a:srgbClr val="EE406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5" name="object 8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6865" y="5750536"/>
              <a:ext cx="407412" cy="404746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674144" y="5753196"/>
              <a:ext cx="1097280" cy="367665"/>
            </a:xfrm>
            <a:custGeom>
              <a:avLst/>
              <a:gdLst/>
              <a:ahLst/>
              <a:cxnLst/>
              <a:rect l="l" t="t" r="r" b="b"/>
              <a:pathLst>
                <a:path w="1097280" h="367664">
                  <a:moveTo>
                    <a:pt x="0" y="0"/>
                  </a:moveTo>
                  <a:lnTo>
                    <a:pt x="0" y="34617"/>
                  </a:lnTo>
                  <a:lnTo>
                    <a:pt x="186401" y="221017"/>
                  </a:lnTo>
                  <a:lnTo>
                    <a:pt x="186401" y="21308"/>
                  </a:lnTo>
                  <a:lnTo>
                    <a:pt x="111835" y="21308"/>
                  </a:lnTo>
                  <a:lnTo>
                    <a:pt x="82380" y="19851"/>
                  </a:lnTo>
                  <a:lnTo>
                    <a:pt x="53922" y="15648"/>
                  </a:lnTo>
                  <a:lnTo>
                    <a:pt x="26462" y="8948"/>
                  </a:lnTo>
                  <a:lnTo>
                    <a:pt x="0" y="0"/>
                  </a:lnTo>
                  <a:close/>
                </a:path>
                <a:path w="1097280" h="367664">
                  <a:moveTo>
                    <a:pt x="1097073" y="0"/>
                  </a:moveTo>
                  <a:lnTo>
                    <a:pt x="1070618" y="8948"/>
                  </a:lnTo>
                  <a:lnTo>
                    <a:pt x="1043161" y="15648"/>
                  </a:lnTo>
                  <a:lnTo>
                    <a:pt x="1014710" y="19851"/>
                  </a:lnTo>
                  <a:lnTo>
                    <a:pt x="985273" y="21308"/>
                  </a:lnTo>
                  <a:lnTo>
                    <a:pt x="468659" y="21308"/>
                  </a:lnTo>
                  <a:lnTo>
                    <a:pt x="468659" y="367469"/>
                  </a:lnTo>
                  <a:lnTo>
                    <a:pt x="971972" y="367469"/>
                  </a:lnTo>
                  <a:lnTo>
                    <a:pt x="1020713" y="357650"/>
                  </a:lnTo>
                  <a:lnTo>
                    <a:pt x="1060473" y="330856"/>
                  </a:lnTo>
                  <a:lnTo>
                    <a:pt x="1087257" y="291080"/>
                  </a:lnTo>
                  <a:lnTo>
                    <a:pt x="1097073" y="242316"/>
                  </a:lnTo>
                  <a:lnTo>
                    <a:pt x="1097073" y="0"/>
                  </a:lnTo>
                  <a:close/>
                </a:path>
              </a:pathLst>
            </a:custGeom>
            <a:solidFill>
              <a:srgbClr val="C75A6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7" name="object 8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60536" y="5734556"/>
              <a:ext cx="947977" cy="420725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3078" y="5754528"/>
              <a:ext cx="31065" cy="33285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87680" y="3263481"/>
              <a:ext cx="1472626" cy="2511022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93392" y="3630960"/>
              <a:ext cx="649722" cy="1131643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96061" y="3646867"/>
              <a:ext cx="620451" cy="1089134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18230" y="4328621"/>
              <a:ext cx="114495" cy="204993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62495" y="4097475"/>
              <a:ext cx="83621" cy="55359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43989" y="3849254"/>
              <a:ext cx="383434" cy="62576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6341160"/>
            <a:ext cx="1062355" cy="3003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300"/>
              </a:lnSpc>
              <a:spcBef>
                <a:spcPts val="95"/>
              </a:spcBef>
            </a:pPr>
            <a:r>
              <a:rPr dirty="0" sz="750">
                <a:latin typeface="Arial"/>
                <a:cs typeface="Arial"/>
              </a:rPr>
              <a:t>Digital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Auto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Report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-20">
                <a:latin typeface="Arial"/>
                <a:cs typeface="Arial"/>
              </a:rPr>
              <a:t>2023</a:t>
            </a:r>
            <a:r>
              <a:rPr dirty="0" sz="750" spc="-10">
                <a:latin typeface="Arial"/>
                <a:cs typeface="Arial"/>
              </a:rPr>
              <a:t> Strategy&amp;</a:t>
            </a:r>
            <a:endParaRPr sz="7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355580" y="53339"/>
            <a:ext cx="1784985" cy="1333500"/>
          </a:xfrm>
          <a:custGeom>
            <a:avLst/>
            <a:gdLst/>
            <a:ahLst/>
            <a:cxnLst/>
            <a:rect l="l" t="t" r="r" b="b"/>
            <a:pathLst>
              <a:path w="1784984" h="1333500">
                <a:moveTo>
                  <a:pt x="309625" y="673099"/>
                </a:moveTo>
                <a:lnTo>
                  <a:pt x="263398" y="685799"/>
                </a:lnTo>
                <a:lnTo>
                  <a:pt x="219435" y="698499"/>
                </a:lnTo>
                <a:lnTo>
                  <a:pt x="178187" y="711199"/>
                </a:lnTo>
                <a:lnTo>
                  <a:pt x="140103" y="736599"/>
                </a:lnTo>
                <a:lnTo>
                  <a:pt x="105636" y="761999"/>
                </a:lnTo>
                <a:lnTo>
                  <a:pt x="75236" y="787399"/>
                </a:lnTo>
                <a:lnTo>
                  <a:pt x="49352" y="825499"/>
                </a:lnTo>
                <a:lnTo>
                  <a:pt x="28436" y="876299"/>
                </a:lnTo>
                <a:lnTo>
                  <a:pt x="12938" y="914399"/>
                </a:lnTo>
                <a:lnTo>
                  <a:pt x="3309" y="952499"/>
                </a:lnTo>
                <a:lnTo>
                  <a:pt x="0" y="1003299"/>
                </a:lnTo>
                <a:lnTo>
                  <a:pt x="3309" y="1054099"/>
                </a:lnTo>
                <a:lnTo>
                  <a:pt x="12938" y="1104899"/>
                </a:lnTo>
                <a:lnTo>
                  <a:pt x="28436" y="1142999"/>
                </a:lnTo>
                <a:lnTo>
                  <a:pt x="49352" y="1181099"/>
                </a:lnTo>
                <a:lnTo>
                  <a:pt x="75236" y="1219199"/>
                </a:lnTo>
                <a:lnTo>
                  <a:pt x="105636" y="1257299"/>
                </a:lnTo>
                <a:lnTo>
                  <a:pt x="140103" y="1282699"/>
                </a:lnTo>
                <a:lnTo>
                  <a:pt x="178187" y="1308099"/>
                </a:lnTo>
                <a:lnTo>
                  <a:pt x="219435" y="1320799"/>
                </a:lnTo>
                <a:lnTo>
                  <a:pt x="263398" y="1333499"/>
                </a:lnTo>
                <a:lnTo>
                  <a:pt x="354687" y="1333499"/>
                </a:lnTo>
                <a:lnTo>
                  <a:pt x="398405" y="1320799"/>
                </a:lnTo>
                <a:lnTo>
                  <a:pt x="440102" y="1308099"/>
                </a:lnTo>
                <a:lnTo>
                  <a:pt x="479102" y="1282699"/>
                </a:lnTo>
                <a:lnTo>
                  <a:pt x="514729" y="1257299"/>
                </a:lnTo>
                <a:lnTo>
                  <a:pt x="546306" y="1231899"/>
                </a:lnTo>
                <a:lnTo>
                  <a:pt x="573159" y="1193799"/>
                </a:lnTo>
                <a:lnTo>
                  <a:pt x="118363" y="1193799"/>
                </a:lnTo>
                <a:lnTo>
                  <a:pt x="87792" y="1155699"/>
                </a:lnTo>
                <a:lnTo>
                  <a:pt x="64865" y="1104899"/>
                </a:lnTo>
                <a:lnTo>
                  <a:pt x="50462" y="1054099"/>
                </a:lnTo>
                <a:lnTo>
                  <a:pt x="45465" y="1003299"/>
                </a:lnTo>
                <a:lnTo>
                  <a:pt x="49725" y="952499"/>
                </a:lnTo>
                <a:lnTo>
                  <a:pt x="62003" y="901699"/>
                </a:lnTo>
                <a:lnTo>
                  <a:pt x="81552" y="863599"/>
                </a:lnTo>
                <a:lnTo>
                  <a:pt x="107624" y="825499"/>
                </a:lnTo>
                <a:lnTo>
                  <a:pt x="139470" y="787399"/>
                </a:lnTo>
                <a:lnTo>
                  <a:pt x="176341" y="761999"/>
                </a:lnTo>
                <a:lnTo>
                  <a:pt x="217490" y="749299"/>
                </a:lnTo>
                <a:lnTo>
                  <a:pt x="262168" y="736599"/>
                </a:lnTo>
                <a:lnTo>
                  <a:pt x="309625" y="723899"/>
                </a:lnTo>
                <a:lnTo>
                  <a:pt x="469587" y="723899"/>
                </a:lnTo>
                <a:lnTo>
                  <a:pt x="449548" y="711199"/>
                </a:lnTo>
                <a:lnTo>
                  <a:pt x="405680" y="698499"/>
                </a:lnTo>
                <a:lnTo>
                  <a:pt x="358785" y="685799"/>
                </a:lnTo>
                <a:lnTo>
                  <a:pt x="309625" y="673099"/>
                </a:lnTo>
                <a:close/>
              </a:path>
              <a:path w="1784984" h="1333500">
                <a:moveTo>
                  <a:pt x="1221263" y="1104899"/>
                </a:moveTo>
                <a:lnTo>
                  <a:pt x="1174622" y="1104899"/>
                </a:lnTo>
                <a:lnTo>
                  <a:pt x="1191964" y="1155699"/>
                </a:lnTo>
                <a:lnTo>
                  <a:pt x="1216251" y="1206499"/>
                </a:lnTo>
                <a:lnTo>
                  <a:pt x="1246734" y="1244599"/>
                </a:lnTo>
                <a:lnTo>
                  <a:pt x="1282668" y="1269999"/>
                </a:lnTo>
                <a:lnTo>
                  <a:pt x="1323304" y="1308099"/>
                </a:lnTo>
                <a:lnTo>
                  <a:pt x="1367897" y="1320799"/>
                </a:lnTo>
                <a:lnTo>
                  <a:pt x="1415698" y="1333499"/>
                </a:lnTo>
                <a:lnTo>
                  <a:pt x="1512369" y="1333499"/>
                </a:lnTo>
                <a:lnTo>
                  <a:pt x="1556891" y="1320799"/>
                </a:lnTo>
                <a:lnTo>
                  <a:pt x="1598991" y="1308099"/>
                </a:lnTo>
                <a:lnTo>
                  <a:pt x="1638136" y="1282699"/>
                </a:lnTo>
                <a:lnTo>
                  <a:pt x="1673793" y="1257299"/>
                </a:lnTo>
                <a:lnTo>
                  <a:pt x="1705429" y="1219199"/>
                </a:lnTo>
                <a:lnTo>
                  <a:pt x="1723482" y="1193799"/>
                </a:lnTo>
                <a:lnTo>
                  <a:pt x="1274698" y="1193799"/>
                </a:lnTo>
                <a:lnTo>
                  <a:pt x="1244147" y="1155699"/>
                </a:lnTo>
                <a:lnTo>
                  <a:pt x="1221263" y="1104899"/>
                </a:lnTo>
                <a:close/>
              </a:path>
              <a:path w="1784984" h="1333500">
                <a:moveTo>
                  <a:pt x="327786" y="838199"/>
                </a:moveTo>
                <a:lnTo>
                  <a:pt x="289091" y="850899"/>
                </a:lnTo>
                <a:lnTo>
                  <a:pt x="257206" y="876299"/>
                </a:lnTo>
                <a:lnTo>
                  <a:pt x="235561" y="901699"/>
                </a:lnTo>
                <a:lnTo>
                  <a:pt x="227583" y="952499"/>
                </a:lnTo>
                <a:lnTo>
                  <a:pt x="230868" y="965199"/>
                </a:lnTo>
                <a:lnTo>
                  <a:pt x="240141" y="990599"/>
                </a:lnTo>
                <a:lnTo>
                  <a:pt x="254533" y="1015999"/>
                </a:lnTo>
                <a:lnTo>
                  <a:pt x="273176" y="1028699"/>
                </a:lnTo>
                <a:lnTo>
                  <a:pt x="227364" y="1054099"/>
                </a:lnTo>
                <a:lnTo>
                  <a:pt x="188525" y="1079499"/>
                </a:lnTo>
                <a:lnTo>
                  <a:pt x="157112" y="1104899"/>
                </a:lnTo>
                <a:lnTo>
                  <a:pt x="133574" y="1155699"/>
                </a:lnTo>
                <a:lnTo>
                  <a:pt x="118363" y="1193799"/>
                </a:lnTo>
                <a:lnTo>
                  <a:pt x="573159" y="1193799"/>
                </a:lnTo>
                <a:lnTo>
                  <a:pt x="580309" y="1181099"/>
                </a:lnTo>
                <a:lnTo>
                  <a:pt x="519048" y="1181099"/>
                </a:lnTo>
                <a:lnTo>
                  <a:pt x="503861" y="1142999"/>
                </a:lnTo>
                <a:lnTo>
                  <a:pt x="480823" y="1104899"/>
                </a:lnTo>
                <a:lnTo>
                  <a:pt x="450798" y="1079499"/>
                </a:lnTo>
                <a:lnTo>
                  <a:pt x="414652" y="1054099"/>
                </a:lnTo>
                <a:lnTo>
                  <a:pt x="373252" y="1028699"/>
                </a:lnTo>
                <a:lnTo>
                  <a:pt x="391949" y="1015999"/>
                </a:lnTo>
                <a:lnTo>
                  <a:pt x="406336" y="1003299"/>
                </a:lnTo>
                <a:lnTo>
                  <a:pt x="415579" y="977899"/>
                </a:lnTo>
                <a:lnTo>
                  <a:pt x="418845" y="952499"/>
                </a:lnTo>
                <a:lnTo>
                  <a:pt x="412297" y="901699"/>
                </a:lnTo>
                <a:lnTo>
                  <a:pt x="393795" y="876299"/>
                </a:lnTo>
                <a:lnTo>
                  <a:pt x="365053" y="850899"/>
                </a:lnTo>
                <a:lnTo>
                  <a:pt x="327786" y="838199"/>
                </a:lnTo>
                <a:close/>
              </a:path>
              <a:path w="1784984" h="1333500">
                <a:moveTo>
                  <a:pt x="1484121" y="838199"/>
                </a:moveTo>
                <a:lnTo>
                  <a:pt x="1445426" y="850899"/>
                </a:lnTo>
                <a:lnTo>
                  <a:pt x="1413541" y="876299"/>
                </a:lnTo>
                <a:lnTo>
                  <a:pt x="1391896" y="901699"/>
                </a:lnTo>
                <a:lnTo>
                  <a:pt x="1383918" y="952499"/>
                </a:lnTo>
                <a:lnTo>
                  <a:pt x="1387203" y="965199"/>
                </a:lnTo>
                <a:lnTo>
                  <a:pt x="1396476" y="990599"/>
                </a:lnTo>
                <a:lnTo>
                  <a:pt x="1410868" y="1015999"/>
                </a:lnTo>
                <a:lnTo>
                  <a:pt x="1429511" y="1028699"/>
                </a:lnTo>
                <a:lnTo>
                  <a:pt x="1387174" y="1054099"/>
                </a:lnTo>
                <a:lnTo>
                  <a:pt x="1348792" y="1079499"/>
                </a:lnTo>
                <a:lnTo>
                  <a:pt x="1316098" y="1104899"/>
                </a:lnTo>
                <a:lnTo>
                  <a:pt x="1290823" y="1155699"/>
                </a:lnTo>
                <a:lnTo>
                  <a:pt x="1274698" y="1193799"/>
                </a:lnTo>
                <a:lnTo>
                  <a:pt x="1723482" y="1193799"/>
                </a:lnTo>
                <a:lnTo>
                  <a:pt x="1732509" y="1181099"/>
                </a:lnTo>
                <a:lnTo>
                  <a:pt x="1675383" y="1181099"/>
                </a:lnTo>
                <a:lnTo>
                  <a:pt x="1660197" y="1142999"/>
                </a:lnTo>
                <a:lnTo>
                  <a:pt x="1637166" y="1104899"/>
                </a:lnTo>
                <a:lnTo>
                  <a:pt x="1607160" y="1079499"/>
                </a:lnTo>
                <a:lnTo>
                  <a:pt x="1571052" y="1054099"/>
                </a:lnTo>
                <a:lnTo>
                  <a:pt x="1529714" y="1028699"/>
                </a:lnTo>
                <a:lnTo>
                  <a:pt x="1549767" y="1015999"/>
                </a:lnTo>
                <a:lnTo>
                  <a:pt x="1567259" y="1003299"/>
                </a:lnTo>
                <a:lnTo>
                  <a:pt x="1579631" y="977899"/>
                </a:lnTo>
                <a:lnTo>
                  <a:pt x="1584324" y="952499"/>
                </a:lnTo>
                <a:lnTo>
                  <a:pt x="1576347" y="901699"/>
                </a:lnTo>
                <a:lnTo>
                  <a:pt x="1554702" y="876299"/>
                </a:lnTo>
                <a:lnTo>
                  <a:pt x="1522817" y="850899"/>
                </a:lnTo>
                <a:lnTo>
                  <a:pt x="1484121" y="838199"/>
                </a:lnTo>
                <a:close/>
              </a:path>
              <a:path w="1784984" h="1333500">
                <a:moveTo>
                  <a:pt x="469587" y="723899"/>
                </a:moveTo>
                <a:lnTo>
                  <a:pt x="309625" y="723899"/>
                </a:lnTo>
                <a:lnTo>
                  <a:pt x="357046" y="736599"/>
                </a:lnTo>
                <a:lnTo>
                  <a:pt x="401694" y="749299"/>
                </a:lnTo>
                <a:lnTo>
                  <a:pt x="442820" y="761999"/>
                </a:lnTo>
                <a:lnTo>
                  <a:pt x="479676" y="787399"/>
                </a:lnTo>
                <a:lnTo>
                  <a:pt x="511511" y="825499"/>
                </a:lnTo>
                <a:lnTo>
                  <a:pt x="537576" y="863599"/>
                </a:lnTo>
                <a:lnTo>
                  <a:pt x="557122" y="901699"/>
                </a:lnTo>
                <a:lnTo>
                  <a:pt x="569400" y="952499"/>
                </a:lnTo>
                <a:lnTo>
                  <a:pt x="573658" y="1003299"/>
                </a:lnTo>
                <a:lnTo>
                  <a:pt x="570233" y="1054099"/>
                </a:lnTo>
                <a:lnTo>
                  <a:pt x="559974" y="1104899"/>
                </a:lnTo>
                <a:lnTo>
                  <a:pt x="542905" y="1142999"/>
                </a:lnTo>
                <a:lnTo>
                  <a:pt x="519048" y="1181099"/>
                </a:lnTo>
                <a:lnTo>
                  <a:pt x="580309" y="1181099"/>
                </a:lnTo>
                <a:lnTo>
                  <a:pt x="594609" y="1155699"/>
                </a:lnTo>
                <a:lnTo>
                  <a:pt x="609980" y="1104899"/>
                </a:lnTo>
                <a:lnTo>
                  <a:pt x="1221263" y="1104899"/>
                </a:lnTo>
                <a:lnTo>
                  <a:pt x="1206904" y="1054099"/>
                </a:lnTo>
                <a:lnTo>
                  <a:pt x="1205660" y="1041399"/>
                </a:lnTo>
                <a:lnTo>
                  <a:pt x="620553" y="1041399"/>
                </a:lnTo>
                <a:lnTo>
                  <a:pt x="626840" y="1015999"/>
                </a:lnTo>
                <a:lnTo>
                  <a:pt x="628268" y="1003299"/>
                </a:lnTo>
                <a:lnTo>
                  <a:pt x="625127" y="965199"/>
                </a:lnTo>
                <a:lnTo>
                  <a:pt x="616854" y="927099"/>
                </a:lnTo>
                <a:lnTo>
                  <a:pt x="605176" y="901699"/>
                </a:lnTo>
                <a:lnTo>
                  <a:pt x="591819" y="863599"/>
                </a:lnTo>
                <a:lnTo>
                  <a:pt x="637363" y="800099"/>
                </a:lnTo>
                <a:lnTo>
                  <a:pt x="555370" y="800099"/>
                </a:lnTo>
                <a:lnTo>
                  <a:pt x="525155" y="761999"/>
                </a:lnTo>
                <a:lnTo>
                  <a:pt x="489627" y="736599"/>
                </a:lnTo>
                <a:lnTo>
                  <a:pt x="469587" y="723899"/>
                </a:lnTo>
                <a:close/>
              </a:path>
              <a:path w="1784984" h="1333500">
                <a:moveTo>
                  <a:pt x="1618563" y="723899"/>
                </a:moveTo>
                <a:lnTo>
                  <a:pt x="1465960" y="723899"/>
                </a:lnTo>
                <a:lnTo>
                  <a:pt x="1516103" y="736599"/>
                </a:lnTo>
                <a:lnTo>
                  <a:pt x="1562870" y="749299"/>
                </a:lnTo>
                <a:lnTo>
                  <a:pt x="1605590" y="761999"/>
                </a:lnTo>
                <a:lnTo>
                  <a:pt x="1643587" y="787399"/>
                </a:lnTo>
                <a:lnTo>
                  <a:pt x="1676187" y="825499"/>
                </a:lnTo>
                <a:lnTo>
                  <a:pt x="1702717" y="863599"/>
                </a:lnTo>
                <a:lnTo>
                  <a:pt x="1722501" y="901699"/>
                </a:lnTo>
                <a:lnTo>
                  <a:pt x="1734866" y="952499"/>
                </a:lnTo>
                <a:lnTo>
                  <a:pt x="1739137" y="1003299"/>
                </a:lnTo>
                <a:lnTo>
                  <a:pt x="1734284" y="1054099"/>
                </a:lnTo>
                <a:lnTo>
                  <a:pt x="1720881" y="1104899"/>
                </a:lnTo>
                <a:lnTo>
                  <a:pt x="1700668" y="1142999"/>
                </a:lnTo>
                <a:lnTo>
                  <a:pt x="1675383" y="1181099"/>
                </a:lnTo>
                <a:lnTo>
                  <a:pt x="1732509" y="1181099"/>
                </a:lnTo>
                <a:lnTo>
                  <a:pt x="1754500" y="1142999"/>
                </a:lnTo>
                <a:lnTo>
                  <a:pt x="1770868" y="1104899"/>
                </a:lnTo>
                <a:lnTo>
                  <a:pt x="1781081" y="1054099"/>
                </a:lnTo>
                <a:lnTo>
                  <a:pt x="1784603" y="1003299"/>
                </a:lnTo>
                <a:lnTo>
                  <a:pt x="1781081" y="952499"/>
                </a:lnTo>
                <a:lnTo>
                  <a:pt x="1770868" y="914399"/>
                </a:lnTo>
                <a:lnTo>
                  <a:pt x="1754500" y="876299"/>
                </a:lnTo>
                <a:lnTo>
                  <a:pt x="1732509" y="825499"/>
                </a:lnTo>
                <a:lnTo>
                  <a:pt x="1705429" y="787399"/>
                </a:lnTo>
                <a:lnTo>
                  <a:pt x="1673793" y="761999"/>
                </a:lnTo>
                <a:lnTo>
                  <a:pt x="1638136" y="736599"/>
                </a:lnTo>
                <a:lnTo>
                  <a:pt x="1618563" y="723899"/>
                </a:lnTo>
                <a:close/>
              </a:path>
              <a:path w="1784984" h="1333500">
                <a:moveTo>
                  <a:pt x="1083489" y="622299"/>
                </a:moveTo>
                <a:lnTo>
                  <a:pt x="1010665" y="622299"/>
                </a:lnTo>
                <a:lnTo>
                  <a:pt x="1183639" y="863599"/>
                </a:lnTo>
                <a:lnTo>
                  <a:pt x="1171711" y="901699"/>
                </a:lnTo>
                <a:lnTo>
                  <a:pt x="1163177" y="939799"/>
                </a:lnTo>
                <a:lnTo>
                  <a:pt x="1158047" y="965199"/>
                </a:lnTo>
                <a:lnTo>
                  <a:pt x="1156334" y="1003299"/>
                </a:lnTo>
                <a:lnTo>
                  <a:pt x="1156334" y="1041399"/>
                </a:lnTo>
                <a:lnTo>
                  <a:pt x="1205660" y="1041399"/>
                </a:lnTo>
                <a:lnTo>
                  <a:pt x="1201927" y="1003299"/>
                </a:lnTo>
                <a:lnTo>
                  <a:pt x="1206186" y="952499"/>
                </a:lnTo>
                <a:lnTo>
                  <a:pt x="1218464" y="901699"/>
                </a:lnTo>
                <a:lnTo>
                  <a:pt x="1238010" y="863599"/>
                </a:lnTo>
                <a:lnTo>
                  <a:pt x="1264075" y="825499"/>
                </a:lnTo>
                <a:lnTo>
                  <a:pt x="1274687" y="812799"/>
                </a:lnTo>
                <a:lnTo>
                  <a:pt x="1220088" y="812799"/>
                </a:lnTo>
                <a:lnTo>
                  <a:pt x="1083489" y="622299"/>
                </a:lnTo>
                <a:close/>
              </a:path>
              <a:path w="1784984" h="1333500">
                <a:moveTo>
                  <a:pt x="1465960" y="673099"/>
                </a:moveTo>
                <a:lnTo>
                  <a:pt x="1416747" y="685799"/>
                </a:lnTo>
                <a:lnTo>
                  <a:pt x="1369817" y="698499"/>
                </a:lnTo>
                <a:lnTo>
                  <a:pt x="1325927" y="711199"/>
                </a:lnTo>
                <a:lnTo>
                  <a:pt x="1285837" y="749299"/>
                </a:lnTo>
                <a:lnTo>
                  <a:pt x="1250305" y="774699"/>
                </a:lnTo>
                <a:lnTo>
                  <a:pt x="1220088" y="812799"/>
                </a:lnTo>
                <a:lnTo>
                  <a:pt x="1274687" y="812799"/>
                </a:lnTo>
                <a:lnTo>
                  <a:pt x="1295910" y="787399"/>
                </a:lnTo>
                <a:lnTo>
                  <a:pt x="1332766" y="761999"/>
                </a:lnTo>
                <a:lnTo>
                  <a:pt x="1373892" y="749299"/>
                </a:lnTo>
                <a:lnTo>
                  <a:pt x="1418540" y="736599"/>
                </a:lnTo>
                <a:lnTo>
                  <a:pt x="1465960" y="723899"/>
                </a:lnTo>
                <a:lnTo>
                  <a:pt x="1618563" y="723899"/>
                </a:lnTo>
                <a:lnTo>
                  <a:pt x="1598991" y="711199"/>
                </a:lnTo>
                <a:lnTo>
                  <a:pt x="1556891" y="698499"/>
                </a:lnTo>
                <a:lnTo>
                  <a:pt x="1512369" y="685799"/>
                </a:lnTo>
                <a:lnTo>
                  <a:pt x="1465960" y="673099"/>
                </a:lnTo>
                <a:close/>
              </a:path>
              <a:path w="1784984" h="1333500">
                <a:moveTo>
                  <a:pt x="920336" y="0"/>
                </a:moveTo>
                <a:lnTo>
                  <a:pt x="827913" y="0"/>
                </a:lnTo>
                <a:lnTo>
                  <a:pt x="783950" y="12699"/>
                </a:lnTo>
                <a:lnTo>
                  <a:pt x="742702" y="25399"/>
                </a:lnTo>
                <a:lnTo>
                  <a:pt x="704618" y="50799"/>
                </a:lnTo>
                <a:lnTo>
                  <a:pt x="670151" y="76199"/>
                </a:lnTo>
                <a:lnTo>
                  <a:pt x="639751" y="114299"/>
                </a:lnTo>
                <a:lnTo>
                  <a:pt x="613867" y="139699"/>
                </a:lnTo>
                <a:lnTo>
                  <a:pt x="592951" y="190499"/>
                </a:lnTo>
                <a:lnTo>
                  <a:pt x="577453" y="228599"/>
                </a:lnTo>
                <a:lnTo>
                  <a:pt x="567824" y="279399"/>
                </a:lnTo>
                <a:lnTo>
                  <a:pt x="564514" y="317499"/>
                </a:lnTo>
                <a:lnTo>
                  <a:pt x="567778" y="368299"/>
                </a:lnTo>
                <a:lnTo>
                  <a:pt x="577252" y="419099"/>
                </a:lnTo>
                <a:lnTo>
                  <a:pt x="592456" y="457199"/>
                </a:lnTo>
                <a:lnTo>
                  <a:pt x="612915" y="507999"/>
                </a:lnTo>
                <a:lnTo>
                  <a:pt x="638150" y="546099"/>
                </a:lnTo>
                <a:lnTo>
                  <a:pt x="667684" y="571499"/>
                </a:lnTo>
                <a:lnTo>
                  <a:pt x="701039" y="596899"/>
                </a:lnTo>
                <a:lnTo>
                  <a:pt x="555370" y="800099"/>
                </a:lnTo>
                <a:lnTo>
                  <a:pt x="637363" y="800099"/>
                </a:lnTo>
                <a:lnTo>
                  <a:pt x="755776" y="634999"/>
                </a:lnTo>
                <a:lnTo>
                  <a:pt x="980350" y="634999"/>
                </a:lnTo>
                <a:lnTo>
                  <a:pt x="1010665" y="622299"/>
                </a:lnTo>
                <a:lnTo>
                  <a:pt x="1083489" y="622299"/>
                </a:lnTo>
                <a:lnTo>
                  <a:pt x="1065275" y="596899"/>
                </a:lnTo>
                <a:lnTo>
                  <a:pt x="1099355" y="558799"/>
                </a:lnTo>
                <a:lnTo>
                  <a:pt x="1128362" y="520699"/>
                </a:lnTo>
                <a:lnTo>
                  <a:pt x="682878" y="520699"/>
                </a:lnTo>
                <a:lnTo>
                  <a:pt x="629380" y="431799"/>
                </a:lnTo>
                <a:lnTo>
                  <a:pt x="614977" y="380999"/>
                </a:lnTo>
                <a:lnTo>
                  <a:pt x="609980" y="317499"/>
                </a:lnTo>
                <a:lnTo>
                  <a:pt x="614244" y="279399"/>
                </a:lnTo>
                <a:lnTo>
                  <a:pt x="626533" y="228599"/>
                </a:lnTo>
                <a:lnTo>
                  <a:pt x="646096" y="177799"/>
                </a:lnTo>
                <a:lnTo>
                  <a:pt x="672181" y="139699"/>
                </a:lnTo>
                <a:lnTo>
                  <a:pt x="704037" y="114299"/>
                </a:lnTo>
                <a:lnTo>
                  <a:pt x="740913" y="88899"/>
                </a:lnTo>
                <a:lnTo>
                  <a:pt x="782056" y="63499"/>
                </a:lnTo>
                <a:lnTo>
                  <a:pt x="826716" y="50799"/>
                </a:lnTo>
                <a:lnTo>
                  <a:pt x="1043568" y="50799"/>
                </a:lnTo>
                <a:lnTo>
                  <a:pt x="1005501" y="25399"/>
                </a:lnTo>
                <a:lnTo>
                  <a:pt x="964274" y="12699"/>
                </a:lnTo>
                <a:lnTo>
                  <a:pt x="920336" y="0"/>
                </a:lnTo>
                <a:close/>
              </a:path>
              <a:path w="1784984" h="1333500">
                <a:moveTo>
                  <a:pt x="980350" y="634999"/>
                </a:moveTo>
                <a:lnTo>
                  <a:pt x="755776" y="634999"/>
                </a:lnTo>
                <a:lnTo>
                  <a:pt x="783183" y="647699"/>
                </a:lnTo>
                <a:lnTo>
                  <a:pt x="811482" y="647699"/>
                </a:lnTo>
                <a:lnTo>
                  <a:pt x="841519" y="660399"/>
                </a:lnTo>
                <a:lnTo>
                  <a:pt x="909528" y="660399"/>
                </a:lnTo>
                <a:lnTo>
                  <a:pt x="945784" y="647699"/>
                </a:lnTo>
                <a:lnTo>
                  <a:pt x="980350" y="634999"/>
                </a:lnTo>
                <a:close/>
              </a:path>
              <a:path w="1784984" h="1333500">
                <a:moveTo>
                  <a:pt x="921853" y="165099"/>
                </a:moveTo>
                <a:lnTo>
                  <a:pt x="849749" y="165099"/>
                </a:lnTo>
                <a:lnTo>
                  <a:pt x="820578" y="190499"/>
                </a:lnTo>
                <a:lnTo>
                  <a:pt x="799933" y="215899"/>
                </a:lnTo>
                <a:lnTo>
                  <a:pt x="792098" y="253999"/>
                </a:lnTo>
                <a:lnTo>
                  <a:pt x="795383" y="279399"/>
                </a:lnTo>
                <a:lnTo>
                  <a:pt x="804656" y="304799"/>
                </a:lnTo>
                <a:lnTo>
                  <a:pt x="819048" y="330199"/>
                </a:lnTo>
                <a:lnTo>
                  <a:pt x="837691" y="342899"/>
                </a:lnTo>
                <a:lnTo>
                  <a:pt x="791013" y="355599"/>
                </a:lnTo>
                <a:lnTo>
                  <a:pt x="750444" y="380999"/>
                </a:lnTo>
                <a:lnTo>
                  <a:pt x="717731" y="419099"/>
                </a:lnTo>
                <a:lnTo>
                  <a:pt x="694627" y="469899"/>
                </a:lnTo>
                <a:lnTo>
                  <a:pt x="682878" y="520699"/>
                </a:lnTo>
                <a:lnTo>
                  <a:pt x="1128362" y="520699"/>
                </a:lnTo>
                <a:lnTo>
                  <a:pt x="1134220" y="507999"/>
                </a:lnTo>
                <a:lnTo>
                  <a:pt x="1083563" y="507999"/>
                </a:lnTo>
                <a:lnTo>
                  <a:pt x="1058175" y="457199"/>
                </a:lnTo>
                <a:lnTo>
                  <a:pt x="1024286" y="406399"/>
                </a:lnTo>
                <a:lnTo>
                  <a:pt x="983587" y="368299"/>
                </a:lnTo>
                <a:lnTo>
                  <a:pt x="937767" y="355599"/>
                </a:lnTo>
                <a:lnTo>
                  <a:pt x="956464" y="330199"/>
                </a:lnTo>
                <a:lnTo>
                  <a:pt x="970851" y="317499"/>
                </a:lnTo>
                <a:lnTo>
                  <a:pt x="980094" y="279399"/>
                </a:lnTo>
                <a:lnTo>
                  <a:pt x="983360" y="253999"/>
                </a:lnTo>
                <a:lnTo>
                  <a:pt x="975383" y="215899"/>
                </a:lnTo>
                <a:lnTo>
                  <a:pt x="953738" y="190499"/>
                </a:lnTo>
                <a:lnTo>
                  <a:pt x="921853" y="165099"/>
                </a:lnTo>
                <a:close/>
              </a:path>
              <a:path w="1784984" h="1333500">
                <a:moveTo>
                  <a:pt x="1043568" y="50799"/>
                </a:moveTo>
                <a:lnTo>
                  <a:pt x="921561" y="50799"/>
                </a:lnTo>
                <a:lnTo>
                  <a:pt x="966209" y="63499"/>
                </a:lnTo>
                <a:lnTo>
                  <a:pt x="1007335" y="88899"/>
                </a:lnTo>
                <a:lnTo>
                  <a:pt x="1044191" y="114299"/>
                </a:lnTo>
                <a:lnTo>
                  <a:pt x="1076026" y="139699"/>
                </a:lnTo>
                <a:lnTo>
                  <a:pt x="1102091" y="177799"/>
                </a:lnTo>
                <a:lnTo>
                  <a:pt x="1121637" y="228599"/>
                </a:lnTo>
                <a:lnTo>
                  <a:pt x="1133915" y="279399"/>
                </a:lnTo>
                <a:lnTo>
                  <a:pt x="1138173" y="317499"/>
                </a:lnTo>
                <a:lnTo>
                  <a:pt x="1134748" y="368299"/>
                </a:lnTo>
                <a:lnTo>
                  <a:pt x="1124489" y="419099"/>
                </a:lnTo>
                <a:lnTo>
                  <a:pt x="1107420" y="469899"/>
                </a:lnTo>
                <a:lnTo>
                  <a:pt x="1083563" y="507999"/>
                </a:lnTo>
                <a:lnTo>
                  <a:pt x="1134220" y="507999"/>
                </a:lnTo>
                <a:lnTo>
                  <a:pt x="1151794" y="469899"/>
                </a:lnTo>
                <a:lnTo>
                  <a:pt x="1169152" y="431799"/>
                </a:lnTo>
                <a:lnTo>
                  <a:pt x="1179934" y="380999"/>
                </a:lnTo>
                <a:lnTo>
                  <a:pt x="1183639" y="317499"/>
                </a:lnTo>
                <a:lnTo>
                  <a:pt x="1180330" y="279399"/>
                </a:lnTo>
                <a:lnTo>
                  <a:pt x="1170701" y="228599"/>
                </a:lnTo>
                <a:lnTo>
                  <a:pt x="1155205" y="190499"/>
                </a:lnTo>
                <a:lnTo>
                  <a:pt x="1134293" y="139699"/>
                </a:lnTo>
                <a:lnTo>
                  <a:pt x="1108415" y="114299"/>
                </a:lnTo>
                <a:lnTo>
                  <a:pt x="1078023" y="76199"/>
                </a:lnTo>
                <a:lnTo>
                  <a:pt x="1043568" y="5079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30174" y="296926"/>
            <a:ext cx="11051540" cy="1260475"/>
          </a:xfrm>
          <a:prstGeom prst="rect"/>
        </p:spPr>
        <p:txBody>
          <a:bodyPr wrap="square" lIns="0" tIns="88265" rIns="0" bIns="0" rtlCol="0" vert="horz">
            <a:spAutoFit/>
          </a:bodyPr>
          <a:lstStyle/>
          <a:p>
            <a:pPr marL="12700" marR="5080">
              <a:lnSpc>
                <a:spcPts val="3260"/>
              </a:lnSpc>
              <a:spcBef>
                <a:spcPts val="695"/>
              </a:spcBef>
            </a:pPr>
            <a:r>
              <a:rPr dirty="0">
                <a:solidFill>
                  <a:srgbClr val="000000"/>
                </a:solidFill>
              </a:rPr>
              <a:t>Majority</a:t>
            </a:r>
            <a:r>
              <a:rPr dirty="0" spc="-4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of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respondents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prefer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to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purchase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new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or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used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 spc="-20">
                <a:solidFill>
                  <a:srgbClr val="000000"/>
                </a:solidFill>
              </a:rPr>
              <a:t>car; </a:t>
            </a:r>
            <a:r>
              <a:rPr dirty="0">
                <a:solidFill>
                  <a:srgbClr val="000000"/>
                </a:solidFill>
              </a:rPr>
              <a:t>but</a:t>
            </a:r>
            <a:r>
              <a:rPr dirty="0" spc="-4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car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subscription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models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are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attracting</a:t>
            </a:r>
            <a:r>
              <a:rPr dirty="0" spc="-5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interest</a:t>
            </a: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Ranking</a:t>
            </a:r>
            <a:r>
              <a:rPr dirty="0" sz="1800" spc="-3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of</a:t>
            </a:r>
            <a:r>
              <a:rPr dirty="0" sz="1800" spc="-3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buying/leasing/subscribing</a:t>
            </a:r>
            <a:r>
              <a:rPr dirty="0" sz="1800" spc="-5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to</a:t>
            </a:r>
            <a:r>
              <a:rPr dirty="0" sz="1800" spc="-3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a</a:t>
            </a:r>
            <a:r>
              <a:rPr dirty="0" sz="1800" spc="-3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spc="-25" b="1">
                <a:solidFill>
                  <a:srgbClr val="A21F1F"/>
                </a:solidFill>
                <a:latin typeface="Arial"/>
                <a:cs typeface="Arial"/>
              </a:rPr>
              <a:t>car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78354" y="6500876"/>
            <a:ext cx="3499485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>
                <a:latin typeface="Arial"/>
                <a:cs typeface="Arial"/>
              </a:rPr>
              <a:t>Source:</a:t>
            </a:r>
            <a:r>
              <a:rPr dirty="0" sz="750" spc="-3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PwC</a:t>
            </a:r>
            <a:r>
              <a:rPr dirty="0" sz="750" spc="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Strategy&amp;</a:t>
            </a:r>
            <a:r>
              <a:rPr dirty="0" sz="750" spc="-2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consumer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research</a:t>
            </a:r>
            <a:r>
              <a:rPr dirty="0" sz="750" spc="-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|</a:t>
            </a:r>
            <a:r>
              <a:rPr dirty="0" sz="750" spc="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Difference</a:t>
            </a:r>
            <a:r>
              <a:rPr dirty="0" sz="750" spc="-3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to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100%:</a:t>
            </a:r>
            <a:r>
              <a:rPr dirty="0" sz="750" spc="-1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no/low</a:t>
            </a:r>
            <a:r>
              <a:rPr dirty="0" sz="750" spc="-2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likelihood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784413" y="2461069"/>
            <a:ext cx="1213485" cy="400050"/>
            <a:chOff x="1784413" y="2461069"/>
            <a:chExt cx="1213485" cy="400050"/>
          </a:xfrm>
        </p:grpSpPr>
        <p:sp>
          <p:nvSpPr>
            <p:cNvPr id="7" name="object 7"/>
            <p:cNvSpPr/>
            <p:nvPr/>
          </p:nvSpPr>
          <p:spPr>
            <a:xfrm>
              <a:off x="1789176" y="2465832"/>
              <a:ext cx="1203960" cy="390525"/>
            </a:xfrm>
            <a:custGeom>
              <a:avLst/>
              <a:gdLst/>
              <a:ahLst/>
              <a:cxnLst/>
              <a:rect l="l" t="t" r="r" b="b"/>
              <a:pathLst>
                <a:path w="1203960" h="390525">
                  <a:moveTo>
                    <a:pt x="1203960" y="0"/>
                  </a:moveTo>
                  <a:lnTo>
                    <a:pt x="0" y="0"/>
                  </a:lnTo>
                  <a:lnTo>
                    <a:pt x="0" y="390144"/>
                  </a:lnTo>
                  <a:lnTo>
                    <a:pt x="1203960" y="390144"/>
                  </a:lnTo>
                  <a:lnTo>
                    <a:pt x="1203960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789176" y="2465832"/>
              <a:ext cx="1203960" cy="390525"/>
            </a:xfrm>
            <a:custGeom>
              <a:avLst/>
              <a:gdLst/>
              <a:ahLst/>
              <a:cxnLst/>
              <a:rect l="l" t="t" r="r" b="b"/>
              <a:pathLst>
                <a:path w="1203960" h="390525">
                  <a:moveTo>
                    <a:pt x="0" y="390144"/>
                  </a:moveTo>
                  <a:lnTo>
                    <a:pt x="1203960" y="390144"/>
                  </a:lnTo>
                  <a:lnTo>
                    <a:pt x="1203960" y="0"/>
                  </a:lnTo>
                  <a:lnTo>
                    <a:pt x="0" y="0"/>
                  </a:lnTo>
                  <a:lnTo>
                    <a:pt x="0" y="390144"/>
                  </a:lnTo>
                  <a:close/>
                </a:path>
              </a:pathLst>
            </a:custGeom>
            <a:ln w="9525">
              <a:solidFill>
                <a:srgbClr val="A21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/>
          <p:nvPr/>
        </p:nvSpPr>
        <p:spPr>
          <a:xfrm>
            <a:off x="1789176" y="3869435"/>
            <a:ext cx="809625" cy="390525"/>
          </a:xfrm>
          <a:custGeom>
            <a:avLst/>
            <a:gdLst/>
            <a:ahLst/>
            <a:cxnLst/>
            <a:rect l="l" t="t" r="r" b="b"/>
            <a:pathLst>
              <a:path w="809625" h="390525">
                <a:moveTo>
                  <a:pt x="809244" y="0"/>
                </a:moveTo>
                <a:lnTo>
                  <a:pt x="0" y="0"/>
                </a:lnTo>
                <a:lnTo>
                  <a:pt x="0" y="390144"/>
                </a:lnTo>
                <a:lnTo>
                  <a:pt x="809244" y="390144"/>
                </a:lnTo>
                <a:lnTo>
                  <a:pt x="809244" y="0"/>
                </a:lnTo>
                <a:close/>
              </a:path>
            </a:pathLst>
          </a:custGeom>
          <a:solidFill>
            <a:srgbClr val="A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789176" y="4572000"/>
            <a:ext cx="568960" cy="390525"/>
          </a:xfrm>
          <a:custGeom>
            <a:avLst/>
            <a:gdLst/>
            <a:ahLst/>
            <a:cxnLst/>
            <a:rect l="l" t="t" r="r" b="b"/>
            <a:pathLst>
              <a:path w="568960" h="390525">
                <a:moveTo>
                  <a:pt x="568452" y="0"/>
                </a:moveTo>
                <a:lnTo>
                  <a:pt x="0" y="0"/>
                </a:lnTo>
                <a:lnTo>
                  <a:pt x="0" y="390144"/>
                </a:lnTo>
                <a:lnTo>
                  <a:pt x="568452" y="390144"/>
                </a:lnTo>
                <a:lnTo>
                  <a:pt x="568452" y="0"/>
                </a:lnTo>
                <a:close/>
              </a:path>
            </a:pathLst>
          </a:custGeom>
          <a:solidFill>
            <a:srgbClr val="A21F1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27690" y="3101339"/>
            <a:ext cx="1029715" cy="81038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8584438" y="3998467"/>
            <a:ext cx="3105785" cy="2064385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algn="just" marL="12700" marR="5080">
              <a:lnSpc>
                <a:spcPts val="1600"/>
              </a:lnSpc>
              <a:spcBef>
                <a:spcPts val="220"/>
              </a:spcBef>
            </a:pP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intention</a:t>
            </a:r>
            <a:r>
              <a:rPr dirty="0" sz="1400" spc="-6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to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purchase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used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spc="-25" b="1">
                <a:latin typeface="Arial"/>
                <a:cs typeface="Arial"/>
              </a:rPr>
              <a:t>car </a:t>
            </a:r>
            <a:r>
              <a:rPr dirty="0" sz="1400" b="1">
                <a:latin typeface="Arial"/>
                <a:cs typeface="Arial"/>
              </a:rPr>
              <a:t>is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growing,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especially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Germany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and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25">
                <a:latin typeface="Arial"/>
                <a:cs typeface="Arial"/>
              </a:rPr>
              <a:t> US.</a:t>
            </a:r>
            <a:endParaRPr sz="1400">
              <a:latin typeface="Arial"/>
              <a:cs typeface="Arial"/>
            </a:endParaRPr>
          </a:p>
          <a:p>
            <a:pPr marL="12700" marR="12065">
              <a:lnSpc>
                <a:spcPct val="95000"/>
              </a:lnSpc>
              <a:spcBef>
                <a:spcPts val="1550"/>
              </a:spcBef>
            </a:pPr>
            <a:r>
              <a:rPr dirty="0" sz="1400" spc="-10" b="1">
                <a:latin typeface="Arial"/>
                <a:cs typeface="Arial"/>
              </a:rPr>
              <a:t>Subscription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is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gaining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in</a:t>
            </a:r>
            <a:r>
              <a:rPr dirty="0" sz="1400" spc="-10" b="1">
                <a:latin typeface="Arial"/>
                <a:cs typeface="Arial"/>
              </a:rPr>
              <a:t> popularity </a:t>
            </a:r>
            <a:r>
              <a:rPr dirty="0" sz="1400">
                <a:latin typeface="Arial"/>
                <a:cs typeface="Arial"/>
              </a:rPr>
              <a:t>–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especially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China.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preference </a:t>
            </a:r>
            <a:r>
              <a:rPr dirty="0" sz="1400">
                <a:latin typeface="Arial"/>
                <a:cs typeface="Arial"/>
              </a:rPr>
              <a:t>for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subscription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increased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strongly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in </a:t>
            </a:r>
            <a:r>
              <a:rPr dirty="0" sz="1400">
                <a:latin typeface="Arial"/>
                <a:cs typeface="Arial"/>
              </a:rPr>
              <a:t>Germany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and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US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2023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(27%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vs. </a:t>
            </a:r>
            <a:r>
              <a:rPr dirty="0" sz="1400">
                <a:latin typeface="Arial"/>
                <a:cs typeface="Arial"/>
              </a:rPr>
              <a:t>14%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Germany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and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19%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vs.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15%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in </a:t>
            </a:r>
            <a:r>
              <a:rPr dirty="0" sz="1400" spc="-10">
                <a:latin typeface="Arial"/>
                <a:cs typeface="Arial"/>
              </a:rPr>
              <a:t>US).”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609076" y="3560064"/>
            <a:ext cx="182880" cy="413384"/>
          </a:xfrm>
          <a:custGeom>
            <a:avLst/>
            <a:gdLst/>
            <a:ahLst/>
            <a:cxnLst/>
            <a:rect l="l" t="t" r="r" b="b"/>
            <a:pathLst>
              <a:path w="182879" h="413385">
                <a:moveTo>
                  <a:pt x="182879" y="0"/>
                </a:moveTo>
                <a:lnTo>
                  <a:pt x="0" y="0"/>
                </a:lnTo>
                <a:lnTo>
                  <a:pt x="0" y="198120"/>
                </a:lnTo>
                <a:lnTo>
                  <a:pt x="84962" y="198120"/>
                </a:lnTo>
                <a:lnTo>
                  <a:pt x="80898" y="241935"/>
                </a:lnTo>
                <a:lnTo>
                  <a:pt x="67055" y="278511"/>
                </a:lnTo>
                <a:lnTo>
                  <a:pt x="41020" y="307340"/>
                </a:lnTo>
                <a:lnTo>
                  <a:pt x="0" y="328041"/>
                </a:lnTo>
                <a:lnTo>
                  <a:pt x="0" y="412877"/>
                </a:lnTo>
                <a:lnTo>
                  <a:pt x="43941" y="402463"/>
                </a:lnTo>
                <a:lnTo>
                  <a:pt x="83692" y="383921"/>
                </a:lnTo>
                <a:lnTo>
                  <a:pt x="117982" y="358013"/>
                </a:lnTo>
                <a:lnTo>
                  <a:pt x="146176" y="325501"/>
                </a:lnTo>
                <a:lnTo>
                  <a:pt x="167004" y="287274"/>
                </a:lnTo>
                <a:lnTo>
                  <a:pt x="179577" y="244094"/>
                </a:lnTo>
                <a:lnTo>
                  <a:pt x="182752" y="198120"/>
                </a:lnTo>
                <a:lnTo>
                  <a:pt x="1828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883268" y="3560064"/>
            <a:ext cx="182880" cy="413384"/>
          </a:xfrm>
          <a:custGeom>
            <a:avLst/>
            <a:gdLst/>
            <a:ahLst/>
            <a:cxnLst/>
            <a:rect l="l" t="t" r="r" b="b"/>
            <a:pathLst>
              <a:path w="182879" h="413385">
                <a:moveTo>
                  <a:pt x="182879" y="0"/>
                </a:moveTo>
                <a:lnTo>
                  <a:pt x="0" y="0"/>
                </a:lnTo>
                <a:lnTo>
                  <a:pt x="0" y="198120"/>
                </a:lnTo>
                <a:lnTo>
                  <a:pt x="84962" y="198120"/>
                </a:lnTo>
                <a:lnTo>
                  <a:pt x="81025" y="241935"/>
                </a:lnTo>
                <a:lnTo>
                  <a:pt x="67182" y="278511"/>
                </a:lnTo>
                <a:lnTo>
                  <a:pt x="41020" y="307340"/>
                </a:lnTo>
                <a:lnTo>
                  <a:pt x="0" y="328041"/>
                </a:lnTo>
                <a:lnTo>
                  <a:pt x="0" y="412877"/>
                </a:lnTo>
                <a:lnTo>
                  <a:pt x="44068" y="402463"/>
                </a:lnTo>
                <a:lnTo>
                  <a:pt x="83692" y="383921"/>
                </a:lnTo>
                <a:lnTo>
                  <a:pt x="118109" y="358013"/>
                </a:lnTo>
                <a:lnTo>
                  <a:pt x="146176" y="325501"/>
                </a:lnTo>
                <a:lnTo>
                  <a:pt x="167004" y="287274"/>
                </a:lnTo>
                <a:lnTo>
                  <a:pt x="179577" y="244094"/>
                </a:lnTo>
                <a:lnTo>
                  <a:pt x="182752" y="198120"/>
                </a:lnTo>
                <a:lnTo>
                  <a:pt x="1828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8572500" y="1737360"/>
            <a:ext cx="3619500" cy="124523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84455" rIns="0" bIns="0" rtlCol="0" vert="horz">
            <a:spAutoFit/>
          </a:bodyPr>
          <a:lstStyle/>
          <a:p>
            <a:pPr marL="212090" marR="570865">
              <a:lnSpc>
                <a:spcPct val="100000"/>
              </a:lnSpc>
              <a:spcBef>
                <a:spcPts val="665"/>
              </a:spcBef>
            </a:pPr>
            <a:r>
              <a:rPr dirty="0" sz="1400" b="1" i="1">
                <a:solidFill>
                  <a:srgbClr val="A21F1F"/>
                </a:solidFill>
                <a:latin typeface="Arial"/>
                <a:cs typeface="Arial"/>
              </a:rPr>
              <a:t>Question:</a:t>
            </a:r>
            <a:r>
              <a:rPr dirty="0" sz="1400" spc="-60" b="1" i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“How</a:t>
            </a:r>
            <a:r>
              <a:rPr dirty="0" sz="1400" spc="-3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would</a:t>
            </a:r>
            <a:r>
              <a:rPr dirty="0" sz="1400" spc="-3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you</a:t>
            </a:r>
            <a:r>
              <a:rPr dirty="0" sz="1400" spc="-4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rank</a:t>
            </a:r>
            <a:r>
              <a:rPr dirty="0" sz="1400" spc="-35" i="1">
                <a:latin typeface="Arial"/>
                <a:cs typeface="Arial"/>
              </a:rPr>
              <a:t> </a:t>
            </a:r>
            <a:r>
              <a:rPr dirty="0" sz="1400" spc="-25" i="1">
                <a:latin typeface="Arial"/>
                <a:cs typeface="Arial"/>
              </a:rPr>
              <a:t>the</a:t>
            </a:r>
            <a:r>
              <a:rPr dirty="0" sz="1400" spc="-2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following</a:t>
            </a:r>
            <a:r>
              <a:rPr dirty="0" sz="1400" spc="-4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ways</a:t>
            </a:r>
            <a:r>
              <a:rPr dirty="0" sz="1400" spc="-3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of</a:t>
            </a:r>
            <a:r>
              <a:rPr dirty="0" sz="1400" spc="-3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acquiring</a:t>
            </a:r>
            <a:r>
              <a:rPr dirty="0" sz="1400" spc="-4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a</a:t>
            </a:r>
            <a:r>
              <a:rPr dirty="0" sz="1400" spc="-2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car</a:t>
            </a:r>
            <a:r>
              <a:rPr dirty="0" sz="1400" spc="-40" i="1">
                <a:latin typeface="Arial"/>
                <a:cs typeface="Arial"/>
              </a:rPr>
              <a:t> </a:t>
            </a:r>
            <a:r>
              <a:rPr dirty="0" sz="1400" spc="-25" i="1">
                <a:latin typeface="Arial"/>
                <a:cs typeface="Arial"/>
              </a:rPr>
              <a:t>if </a:t>
            </a:r>
            <a:r>
              <a:rPr dirty="0" sz="1400" i="1">
                <a:latin typeface="Arial"/>
                <a:cs typeface="Arial"/>
              </a:rPr>
              <a:t>you</a:t>
            </a:r>
            <a:r>
              <a:rPr dirty="0" sz="1400" spc="-4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needed</a:t>
            </a:r>
            <a:r>
              <a:rPr dirty="0" sz="1400" spc="-4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to</a:t>
            </a:r>
            <a:r>
              <a:rPr dirty="0" sz="1400" spc="-2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purchase,</a:t>
            </a:r>
            <a:r>
              <a:rPr dirty="0" sz="1400" spc="-6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lease,</a:t>
            </a:r>
            <a:r>
              <a:rPr dirty="0" sz="1400" spc="-35" i="1">
                <a:latin typeface="Arial"/>
                <a:cs typeface="Arial"/>
              </a:rPr>
              <a:t> </a:t>
            </a:r>
            <a:r>
              <a:rPr dirty="0" sz="1400" spc="-25" i="1">
                <a:latin typeface="Arial"/>
                <a:cs typeface="Arial"/>
              </a:rPr>
              <a:t>or </a:t>
            </a:r>
            <a:r>
              <a:rPr dirty="0" sz="1400" i="1">
                <a:latin typeface="Arial"/>
                <a:cs typeface="Arial"/>
              </a:rPr>
              <a:t>subscribe</a:t>
            </a:r>
            <a:r>
              <a:rPr dirty="0" sz="1400" spc="-5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to</a:t>
            </a:r>
            <a:r>
              <a:rPr dirty="0" sz="1400" spc="-3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a</a:t>
            </a:r>
            <a:r>
              <a:rPr dirty="0" sz="1400" spc="-2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passenger</a:t>
            </a:r>
            <a:r>
              <a:rPr dirty="0" sz="1400" spc="-5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car</a:t>
            </a:r>
            <a:r>
              <a:rPr dirty="0" sz="1400" spc="-3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in</a:t>
            </a:r>
            <a:r>
              <a:rPr dirty="0" sz="1400" spc="-20" i="1">
                <a:latin typeface="Arial"/>
                <a:cs typeface="Arial"/>
              </a:rPr>
              <a:t> </a:t>
            </a:r>
            <a:r>
              <a:rPr dirty="0" sz="1400" spc="-25" i="1">
                <a:latin typeface="Arial"/>
                <a:cs typeface="Arial"/>
              </a:rPr>
              <a:t>the </a:t>
            </a:r>
            <a:r>
              <a:rPr dirty="0" sz="1400" i="1">
                <a:latin typeface="Arial"/>
                <a:cs typeface="Arial"/>
              </a:rPr>
              <a:t>next</a:t>
            </a:r>
            <a:r>
              <a:rPr dirty="0" sz="1400" spc="-3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one</a:t>
            </a:r>
            <a:r>
              <a:rPr dirty="0" sz="1400" spc="-2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to</a:t>
            </a:r>
            <a:r>
              <a:rPr dirty="0" sz="1400" spc="-2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two</a:t>
            </a:r>
            <a:r>
              <a:rPr dirty="0" sz="1400" spc="-15" i="1">
                <a:latin typeface="Arial"/>
                <a:cs typeface="Arial"/>
              </a:rPr>
              <a:t> </a:t>
            </a:r>
            <a:r>
              <a:rPr dirty="0" sz="1400" spc="-10" i="1">
                <a:latin typeface="Arial"/>
                <a:cs typeface="Arial"/>
              </a:rPr>
              <a:t>years?”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16" name="object 16" descr="deutschland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98192" y="1845564"/>
            <a:ext cx="451104" cy="284988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430174" y="80518"/>
            <a:ext cx="21666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"/>
                <a:cs typeface="Arial"/>
              </a:rPr>
              <a:t>Consumer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–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Smart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Mobility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654552" y="2465832"/>
            <a:ext cx="1308100" cy="390525"/>
          </a:xfrm>
          <a:custGeom>
            <a:avLst/>
            <a:gdLst/>
            <a:ahLst/>
            <a:cxnLst/>
            <a:rect l="l" t="t" r="r" b="b"/>
            <a:pathLst>
              <a:path w="1308100" h="390525">
                <a:moveTo>
                  <a:pt x="1307591" y="0"/>
                </a:moveTo>
                <a:lnTo>
                  <a:pt x="0" y="0"/>
                </a:lnTo>
                <a:lnTo>
                  <a:pt x="0" y="390144"/>
                </a:lnTo>
                <a:lnTo>
                  <a:pt x="1307591" y="390144"/>
                </a:lnTo>
                <a:lnTo>
                  <a:pt x="1307591" y="0"/>
                </a:lnTo>
                <a:close/>
              </a:path>
            </a:pathLst>
          </a:custGeom>
          <a:solidFill>
            <a:srgbClr val="DB52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654552" y="3869435"/>
            <a:ext cx="533400" cy="390525"/>
          </a:xfrm>
          <a:custGeom>
            <a:avLst/>
            <a:gdLst/>
            <a:ahLst/>
            <a:cxnLst/>
            <a:rect l="l" t="t" r="r" b="b"/>
            <a:pathLst>
              <a:path w="533400" h="390525">
                <a:moveTo>
                  <a:pt x="533399" y="0"/>
                </a:moveTo>
                <a:lnTo>
                  <a:pt x="0" y="0"/>
                </a:lnTo>
                <a:lnTo>
                  <a:pt x="0" y="390144"/>
                </a:lnTo>
                <a:lnTo>
                  <a:pt x="533399" y="390144"/>
                </a:lnTo>
                <a:lnTo>
                  <a:pt x="533399" y="0"/>
                </a:lnTo>
                <a:close/>
              </a:path>
            </a:pathLst>
          </a:custGeom>
          <a:solidFill>
            <a:srgbClr val="DB52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654552" y="4572000"/>
            <a:ext cx="326390" cy="390525"/>
          </a:xfrm>
          <a:custGeom>
            <a:avLst/>
            <a:gdLst/>
            <a:ahLst/>
            <a:cxnLst/>
            <a:rect l="l" t="t" r="r" b="b"/>
            <a:pathLst>
              <a:path w="326389" h="390525">
                <a:moveTo>
                  <a:pt x="326135" y="0"/>
                </a:moveTo>
                <a:lnTo>
                  <a:pt x="0" y="0"/>
                </a:lnTo>
                <a:lnTo>
                  <a:pt x="0" y="390144"/>
                </a:lnTo>
                <a:lnTo>
                  <a:pt x="326135" y="390144"/>
                </a:lnTo>
                <a:lnTo>
                  <a:pt x="326135" y="0"/>
                </a:lnTo>
                <a:close/>
              </a:path>
            </a:pathLst>
          </a:custGeom>
          <a:solidFill>
            <a:srgbClr val="DB52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583935" y="2465832"/>
            <a:ext cx="1409700" cy="390525"/>
          </a:xfrm>
          <a:custGeom>
            <a:avLst/>
            <a:gdLst/>
            <a:ahLst/>
            <a:cxnLst/>
            <a:rect l="l" t="t" r="r" b="b"/>
            <a:pathLst>
              <a:path w="1409700" h="390525">
                <a:moveTo>
                  <a:pt x="1409700" y="0"/>
                </a:moveTo>
                <a:lnTo>
                  <a:pt x="0" y="0"/>
                </a:lnTo>
                <a:lnTo>
                  <a:pt x="0" y="390144"/>
                </a:lnTo>
                <a:lnTo>
                  <a:pt x="1409700" y="390144"/>
                </a:lnTo>
                <a:lnTo>
                  <a:pt x="1409700" y="0"/>
                </a:lnTo>
                <a:close/>
              </a:path>
            </a:pathLst>
          </a:custGeom>
          <a:solidFill>
            <a:srgbClr val="7C7C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583935" y="3869435"/>
            <a:ext cx="963294" cy="390525"/>
          </a:xfrm>
          <a:custGeom>
            <a:avLst/>
            <a:gdLst/>
            <a:ahLst/>
            <a:cxnLst/>
            <a:rect l="l" t="t" r="r" b="b"/>
            <a:pathLst>
              <a:path w="963295" h="390525">
                <a:moveTo>
                  <a:pt x="963168" y="0"/>
                </a:moveTo>
                <a:lnTo>
                  <a:pt x="0" y="0"/>
                </a:lnTo>
                <a:lnTo>
                  <a:pt x="0" y="390144"/>
                </a:lnTo>
                <a:lnTo>
                  <a:pt x="963168" y="390144"/>
                </a:lnTo>
                <a:lnTo>
                  <a:pt x="963168" y="0"/>
                </a:lnTo>
                <a:close/>
              </a:path>
            </a:pathLst>
          </a:custGeom>
          <a:solidFill>
            <a:srgbClr val="7C7C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583935" y="4572000"/>
            <a:ext cx="120650" cy="390525"/>
          </a:xfrm>
          <a:custGeom>
            <a:avLst/>
            <a:gdLst/>
            <a:ahLst/>
            <a:cxnLst/>
            <a:rect l="l" t="t" r="r" b="b"/>
            <a:pathLst>
              <a:path w="120650" h="390525">
                <a:moveTo>
                  <a:pt x="120396" y="0"/>
                </a:moveTo>
                <a:lnTo>
                  <a:pt x="0" y="0"/>
                </a:lnTo>
                <a:lnTo>
                  <a:pt x="0" y="390144"/>
                </a:lnTo>
                <a:lnTo>
                  <a:pt x="120396" y="390144"/>
                </a:lnTo>
                <a:lnTo>
                  <a:pt x="120396" y="0"/>
                </a:lnTo>
                <a:close/>
              </a:path>
            </a:pathLst>
          </a:custGeom>
          <a:solidFill>
            <a:srgbClr val="7C7C7C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449389" y="2305621"/>
          <a:ext cx="7501890" cy="34944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34770"/>
                <a:gridCol w="464819"/>
                <a:gridCol w="1031875"/>
                <a:gridCol w="368935"/>
                <a:gridCol w="326389"/>
                <a:gridCol w="1016635"/>
                <a:gridCol w="586739"/>
                <a:gridCol w="498475"/>
                <a:gridCol w="240664"/>
                <a:gridCol w="1546859"/>
              </a:tblGrid>
              <a:tr h="714375">
                <a:tc>
                  <a:txBody>
                    <a:bodyPr/>
                    <a:lstStyle/>
                    <a:p>
                      <a:pPr marL="500380" marR="130810" indent="-218440"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Purchase</a:t>
                      </a:r>
                      <a:r>
                        <a:rPr dirty="0" sz="1200" spc="-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of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new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car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59385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DB526A"/>
                      </a:solidFill>
                      <a:prstDash val="sysDash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r" marR="295910">
                        <a:lnSpc>
                          <a:spcPct val="100000"/>
                        </a:lnSpc>
                      </a:pPr>
                      <a:r>
                        <a:rPr dirty="0" sz="1200" spc="-25" b="1">
                          <a:latin typeface="Arial"/>
                          <a:cs typeface="Arial"/>
                        </a:rPr>
                        <a:t>70%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7874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DB526A"/>
                      </a:solidFill>
                      <a:prstDash val="sysDash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r" marR="257175">
                        <a:lnSpc>
                          <a:spcPct val="100000"/>
                        </a:lnSpc>
                      </a:pPr>
                      <a:r>
                        <a:rPr dirty="0" sz="1200" spc="-25" b="1">
                          <a:latin typeface="Arial"/>
                          <a:cs typeface="Arial"/>
                        </a:rPr>
                        <a:t>76%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7874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DB526A"/>
                      </a:solidFill>
                      <a:prstDash val="sysDash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461135">
                        <a:lnSpc>
                          <a:spcPct val="100000"/>
                        </a:lnSpc>
                      </a:pPr>
                      <a:r>
                        <a:rPr dirty="0" sz="1200" spc="-25" b="1">
                          <a:latin typeface="Arial"/>
                          <a:cs typeface="Arial"/>
                        </a:rPr>
                        <a:t>82%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7874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DB526A"/>
                      </a:solidFill>
                      <a:prstDash val="sysDash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42875">
                <a:tc rowSpan="3">
                  <a:txBody>
                    <a:bodyPr/>
                    <a:lstStyle/>
                    <a:p>
                      <a:pPr marL="431800" marR="139065" indent="-11430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Purchase</a:t>
                      </a:r>
                      <a:r>
                        <a:rPr dirty="0" sz="1200" spc="-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of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2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used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car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33350">
                    <a:lnL w="9525">
                      <a:solidFill>
                        <a:srgbClr val="DB526A"/>
                      </a:solidFill>
                      <a:prstDash val="sysDash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B526A"/>
                      </a:solidFill>
                      <a:prstDash val="sysDash"/>
                    </a:lnT>
                    <a:lnB w="9525">
                      <a:solidFill>
                        <a:srgbClr val="DB526A"/>
                      </a:solidFill>
                      <a:prstDash val="sysDash"/>
                    </a:lnB>
                    <a:solidFill>
                      <a:srgbClr val="F8DDE0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B526A"/>
                      </a:solidFill>
                      <a:prstDash val="sysDash"/>
                    </a:lnT>
                    <a:solidFill>
                      <a:srgbClr val="F8DDE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B526A"/>
                      </a:solidFill>
                      <a:prstDash val="sysDash"/>
                    </a:lnT>
                    <a:solidFill>
                      <a:srgbClr val="F8DDE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DB526A"/>
                      </a:solidFill>
                      <a:prstDash val="sysDash"/>
                    </a:lnR>
                    <a:lnT w="9525">
                      <a:solidFill>
                        <a:srgbClr val="DB526A"/>
                      </a:solidFill>
                      <a:prstDash val="sysDash"/>
                    </a:lnT>
                    <a:solidFill>
                      <a:srgbClr val="F8DDE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8989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33350">
                    <a:lnL w="9525">
                      <a:solidFill>
                        <a:srgbClr val="DB526A"/>
                      </a:solidFill>
                      <a:prstDash val="sysDash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B526A"/>
                      </a:solidFill>
                      <a:prstDash val="sysDash"/>
                    </a:lnT>
                    <a:lnB w="9525">
                      <a:solidFill>
                        <a:srgbClr val="DB526A"/>
                      </a:solidFill>
                      <a:prstDash val="sysDash"/>
                    </a:lnB>
                    <a:solidFill>
                      <a:srgbClr val="F8DDE0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A21F1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dirty="0" sz="1200" spc="-25" b="1">
                          <a:latin typeface="Arial"/>
                          <a:cs typeface="Arial"/>
                        </a:rPr>
                        <a:t>87%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984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F8DDE0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DB526A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dirty="0" sz="1200" spc="-25" b="1">
                          <a:latin typeface="Arial"/>
                          <a:cs typeface="Arial"/>
                        </a:rPr>
                        <a:t>78%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984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F8DD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7C7C7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48895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dirty="0" sz="1200" spc="-25" b="1">
                          <a:latin typeface="Arial"/>
                          <a:cs typeface="Arial"/>
                        </a:rPr>
                        <a:t>29%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9842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DB526A"/>
                      </a:solidFill>
                      <a:prstDash val="sysDash"/>
                    </a:lnR>
                    <a:solidFill>
                      <a:srgbClr val="F8DDE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397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33350">
                    <a:lnL w="9525">
                      <a:solidFill>
                        <a:srgbClr val="DB526A"/>
                      </a:solidFill>
                      <a:prstDash val="sysDash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B526A"/>
                      </a:solidFill>
                      <a:prstDash val="sysDash"/>
                    </a:lnT>
                    <a:lnB w="9525">
                      <a:solidFill>
                        <a:srgbClr val="DB526A"/>
                      </a:solidFill>
                      <a:prstDash val="sysDash"/>
                    </a:lnB>
                    <a:solidFill>
                      <a:srgbClr val="F8DDE0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DB526A"/>
                      </a:solidFill>
                      <a:prstDash val="sysDash"/>
                    </a:lnB>
                    <a:solidFill>
                      <a:srgbClr val="F8DDE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DB526A"/>
                      </a:solidFill>
                      <a:prstDash val="sysDash"/>
                    </a:lnB>
                    <a:solidFill>
                      <a:srgbClr val="F8DDE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DB526A"/>
                      </a:solidFill>
                      <a:prstDash val="sysDash"/>
                    </a:lnR>
                    <a:lnB w="9525">
                      <a:solidFill>
                        <a:srgbClr val="DB526A"/>
                      </a:solidFill>
                      <a:prstDash val="sysDash"/>
                    </a:lnB>
                    <a:solidFill>
                      <a:srgbClr val="F8DDE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435100">
                <a:tc>
                  <a:txBody>
                    <a:bodyPr/>
                    <a:lstStyle/>
                    <a:p>
                      <a:pPr algn="r" marL="260350" marR="182880" indent="306070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dirty="0" sz="1200" spc="-10" b="1">
                          <a:latin typeface="Arial"/>
                          <a:cs typeface="Arial"/>
                        </a:rPr>
                        <a:t>Leasing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new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car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9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r" marL="332105" marR="238760" indent="-6350">
                        <a:lnSpc>
                          <a:spcPct val="100000"/>
                        </a:lnSpc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Leasing</a:t>
                      </a:r>
                      <a:r>
                        <a:rPr dirty="0" sz="12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of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2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used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car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55575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B526A"/>
                      </a:solidFill>
                      <a:prstDash val="sysDash"/>
                    </a:lnT>
                    <a:lnB w="9525">
                      <a:solidFill>
                        <a:srgbClr val="DB526A"/>
                      </a:solidFill>
                      <a:prstDash val="sysDash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154305">
                        <a:lnSpc>
                          <a:spcPct val="100000"/>
                        </a:lnSpc>
                      </a:pPr>
                      <a:r>
                        <a:rPr dirty="0" sz="1200" spc="-25" b="1">
                          <a:latin typeface="Arial"/>
                          <a:cs typeface="Arial"/>
                        </a:rPr>
                        <a:t>47%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17220">
                        <a:lnSpc>
                          <a:spcPct val="100000"/>
                        </a:lnSpc>
                      </a:pPr>
                      <a:r>
                        <a:rPr dirty="0" sz="1200" spc="-25" b="1">
                          <a:latin typeface="Arial"/>
                          <a:cs typeface="Arial"/>
                        </a:rPr>
                        <a:t>33%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946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B526A"/>
                      </a:solidFill>
                      <a:prstDash val="sysDash"/>
                    </a:lnT>
                    <a:lnB w="9525">
                      <a:solidFill>
                        <a:srgbClr val="DB526A"/>
                      </a:solidFill>
                      <a:prstDash val="sysDash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82295">
                        <a:lnSpc>
                          <a:spcPct val="100000"/>
                        </a:lnSpc>
                      </a:pPr>
                      <a:r>
                        <a:rPr dirty="0" sz="1200" spc="-25" b="1">
                          <a:latin typeface="Arial"/>
                          <a:cs typeface="Arial"/>
                        </a:rPr>
                        <a:t>31%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75920">
                        <a:lnSpc>
                          <a:spcPct val="100000"/>
                        </a:lnSpc>
                      </a:pPr>
                      <a:r>
                        <a:rPr dirty="0" sz="1200" spc="-25" b="1">
                          <a:latin typeface="Arial"/>
                          <a:cs typeface="Arial"/>
                        </a:rPr>
                        <a:t>19%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946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B526A"/>
                      </a:solidFill>
                      <a:prstDash val="sysDash"/>
                    </a:lnT>
                    <a:lnB w="9525">
                      <a:solidFill>
                        <a:srgbClr val="DB526A"/>
                      </a:solidFill>
                      <a:prstDash val="sysDash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47625">
                        <a:lnSpc>
                          <a:spcPct val="100000"/>
                        </a:lnSpc>
                      </a:pPr>
                      <a:r>
                        <a:rPr dirty="0" sz="1200" spc="-25" b="1">
                          <a:latin typeface="Arial"/>
                          <a:cs typeface="Arial"/>
                        </a:rPr>
                        <a:t>56%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70180">
                        <a:lnSpc>
                          <a:spcPct val="100000"/>
                        </a:lnSpc>
                      </a:pPr>
                      <a:r>
                        <a:rPr dirty="0" sz="1200" spc="-25" b="1">
                          <a:latin typeface="Arial"/>
                          <a:cs typeface="Arial"/>
                        </a:rPr>
                        <a:t>7%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94615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DB526A"/>
                      </a:solidFill>
                      <a:prstDash val="sysDash"/>
                    </a:lnT>
                    <a:lnB w="9525">
                      <a:solidFill>
                        <a:srgbClr val="DB526A"/>
                      </a:solidFill>
                      <a:prstDash val="sysDash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38430">
                <a:tc rowSpan="3">
                  <a:txBody>
                    <a:bodyPr/>
                    <a:lstStyle/>
                    <a:p>
                      <a:pPr algn="r" marR="238760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dirty="0" sz="1200" spc="-10" b="1">
                          <a:latin typeface="Arial"/>
                          <a:cs typeface="Arial"/>
                        </a:rPr>
                        <a:t>Subscription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algn="r" marR="239395">
                        <a:lnSpc>
                          <a:spcPct val="100000"/>
                        </a:lnSpc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2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car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06045">
                    <a:lnL w="9525">
                      <a:solidFill>
                        <a:srgbClr val="DB526A"/>
                      </a:solidFill>
                      <a:prstDash val="sysDash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B526A"/>
                      </a:solidFill>
                      <a:prstDash val="sysDash"/>
                    </a:lnT>
                    <a:lnB w="9525">
                      <a:solidFill>
                        <a:srgbClr val="DB526A"/>
                      </a:solidFill>
                      <a:prstDash val="sysDash"/>
                    </a:lnB>
                    <a:solidFill>
                      <a:srgbClr val="F8DDE0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B526A"/>
                      </a:solidFill>
                      <a:prstDash val="sysDash"/>
                    </a:lnT>
                    <a:solidFill>
                      <a:srgbClr val="F8DDE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B526A"/>
                      </a:solidFill>
                      <a:prstDash val="sysDash"/>
                    </a:lnT>
                    <a:solidFill>
                      <a:srgbClr val="F8DDE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DB526A"/>
                      </a:solidFill>
                      <a:prstDash val="sysDash"/>
                    </a:lnR>
                    <a:lnT w="9525">
                      <a:solidFill>
                        <a:srgbClr val="DB526A"/>
                      </a:solidFill>
                      <a:prstDash val="sysDash"/>
                    </a:lnT>
                    <a:solidFill>
                      <a:srgbClr val="F8DDE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8989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06045">
                    <a:lnL w="9525">
                      <a:solidFill>
                        <a:srgbClr val="DB526A"/>
                      </a:solidFill>
                      <a:prstDash val="sysDash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B526A"/>
                      </a:solidFill>
                      <a:prstDash val="sysDash"/>
                    </a:lnT>
                    <a:lnB w="9525">
                      <a:solidFill>
                        <a:srgbClr val="DB526A"/>
                      </a:solidFill>
                      <a:prstDash val="sysDash"/>
                    </a:lnB>
                    <a:solidFill>
                      <a:srgbClr val="F8DD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A21F1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200" spc="-25" b="1">
                          <a:latin typeface="Arial"/>
                          <a:cs typeface="Arial"/>
                        </a:rPr>
                        <a:t>27%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9969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F8DDE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DB526A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200" spc="-25" b="1">
                          <a:latin typeface="Arial"/>
                          <a:cs typeface="Arial"/>
                        </a:rPr>
                        <a:t>19%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9969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F8DDE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7C7C7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200" spc="-25" b="1">
                          <a:latin typeface="Arial"/>
                          <a:cs typeface="Arial"/>
                        </a:rPr>
                        <a:t>43%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99695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DB526A"/>
                      </a:solidFill>
                      <a:prstDash val="sysDash"/>
                    </a:lnR>
                    <a:solidFill>
                      <a:srgbClr val="F8DDE0"/>
                    </a:solidFill>
                  </a:tcPr>
                </a:tc>
              </a:tr>
              <a:tr h="14414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06045">
                    <a:lnL w="9525">
                      <a:solidFill>
                        <a:srgbClr val="DB526A"/>
                      </a:solidFill>
                      <a:prstDash val="sysDash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B526A"/>
                      </a:solidFill>
                      <a:prstDash val="sysDash"/>
                    </a:lnT>
                    <a:lnB w="9525">
                      <a:solidFill>
                        <a:srgbClr val="DB526A"/>
                      </a:solidFill>
                      <a:prstDash val="sysDash"/>
                    </a:lnB>
                    <a:solidFill>
                      <a:srgbClr val="F8DDE0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DB526A"/>
                      </a:solidFill>
                      <a:prstDash val="sysDash"/>
                    </a:lnB>
                    <a:solidFill>
                      <a:srgbClr val="F8DDE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DB526A"/>
                      </a:solidFill>
                      <a:prstDash val="sysDash"/>
                    </a:lnB>
                    <a:solidFill>
                      <a:srgbClr val="F8DDE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DB526A"/>
                      </a:solidFill>
                      <a:prstDash val="sysDash"/>
                    </a:lnR>
                    <a:lnB w="9525">
                      <a:solidFill>
                        <a:srgbClr val="DB526A"/>
                      </a:solidFill>
                      <a:prstDash val="sysDash"/>
                    </a:lnB>
                    <a:solidFill>
                      <a:srgbClr val="F8DDE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25" name="object 25"/>
          <p:cNvGrpSpPr/>
          <p:nvPr/>
        </p:nvGrpSpPr>
        <p:grpSpPr>
          <a:xfrm>
            <a:off x="1798320" y="6047232"/>
            <a:ext cx="187960" cy="132715"/>
            <a:chOff x="1798320" y="6047232"/>
            <a:chExt cx="187960" cy="132715"/>
          </a:xfrm>
        </p:grpSpPr>
        <p:sp>
          <p:nvSpPr>
            <p:cNvPr id="26" name="object 26"/>
            <p:cNvSpPr/>
            <p:nvPr/>
          </p:nvSpPr>
          <p:spPr>
            <a:xfrm>
              <a:off x="1798320" y="6047232"/>
              <a:ext cx="180340" cy="132715"/>
            </a:xfrm>
            <a:custGeom>
              <a:avLst/>
              <a:gdLst/>
              <a:ahLst/>
              <a:cxnLst/>
              <a:rect l="l" t="t" r="r" b="b"/>
              <a:pathLst>
                <a:path w="180339" h="132714">
                  <a:moveTo>
                    <a:pt x="179831" y="0"/>
                  </a:moveTo>
                  <a:lnTo>
                    <a:pt x="0" y="0"/>
                  </a:lnTo>
                  <a:lnTo>
                    <a:pt x="0" y="132587"/>
                  </a:lnTo>
                  <a:lnTo>
                    <a:pt x="179831" y="132587"/>
                  </a:lnTo>
                  <a:lnTo>
                    <a:pt x="179831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862328" y="6051804"/>
              <a:ext cx="62865" cy="123825"/>
            </a:xfrm>
            <a:custGeom>
              <a:avLst/>
              <a:gdLst/>
              <a:ahLst/>
              <a:cxnLst/>
              <a:rect l="l" t="t" r="r" b="b"/>
              <a:pathLst>
                <a:path w="62864" h="123825">
                  <a:moveTo>
                    <a:pt x="62483" y="0"/>
                  </a:moveTo>
                  <a:lnTo>
                    <a:pt x="0" y="0"/>
                  </a:lnTo>
                  <a:lnTo>
                    <a:pt x="0" y="123444"/>
                  </a:lnTo>
                  <a:lnTo>
                    <a:pt x="62483" y="123444"/>
                  </a:lnTo>
                  <a:lnTo>
                    <a:pt x="62483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924812" y="6051804"/>
              <a:ext cx="60960" cy="123825"/>
            </a:xfrm>
            <a:custGeom>
              <a:avLst/>
              <a:gdLst/>
              <a:ahLst/>
              <a:cxnLst/>
              <a:rect l="l" t="t" r="r" b="b"/>
              <a:pathLst>
                <a:path w="60960" h="123825">
                  <a:moveTo>
                    <a:pt x="60960" y="0"/>
                  </a:moveTo>
                  <a:lnTo>
                    <a:pt x="0" y="0"/>
                  </a:lnTo>
                  <a:lnTo>
                    <a:pt x="0" y="123444"/>
                  </a:lnTo>
                  <a:lnTo>
                    <a:pt x="60960" y="123444"/>
                  </a:lnTo>
                  <a:lnTo>
                    <a:pt x="60960" y="0"/>
                  </a:lnTo>
                  <a:close/>
                </a:path>
              </a:pathLst>
            </a:custGeom>
            <a:solidFill>
              <a:srgbClr val="7C7C7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1990979" y="6027521"/>
            <a:ext cx="937894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Arial"/>
                <a:cs typeface="Arial"/>
              </a:rPr>
              <a:t>1</a:t>
            </a:r>
            <a:r>
              <a:rPr dirty="0" baseline="25641" sz="975">
                <a:latin typeface="Arial"/>
                <a:cs typeface="Arial"/>
              </a:rPr>
              <a:t>st</a:t>
            </a:r>
            <a:r>
              <a:rPr dirty="0" baseline="25641" sz="975" spc="13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and 2</a:t>
            </a:r>
            <a:r>
              <a:rPr dirty="0" baseline="25641" sz="975">
                <a:latin typeface="Arial"/>
                <a:cs typeface="Arial"/>
              </a:rPr>
              <a:t>nd</a:t>
            </a:r>
            <a:r>
              <a:rPr dirty="0" baseline="25641" sz="975" spc="135">
                <a:latin typeface="Arial"/>
                <a:cs typeface="Arial"/>
              </a:rPr>
              <a:t> </a:t>
            </a:r>
            <a:r>
              <a:rPr dirty="0" sz="1000" spc="-20">
                <a:latin typeface="Arial"/>
                <a:cs typeface="Arial"/>
              </a:rPr>
              <a:t>rank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30" name="object 30" descr="USA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26991" y="1845564"/>
            <a:ext cx="449579" cy="283463"/>
          </a:xfrm>
          <a:prstGeom prst="rect">
            <a:avLst/>
          </a:prstGeom>
        </p:spPr>
      </p:pic>
      <p:pic>
        <p:nvPicPr>
          <p:cNvPr id="31" name="object 31" descr="China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14288" y="1842516"/>
            <a:ext cx="432815" cy="272796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11612626" y="6500876"/>
            <a:ext cx="132080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 spc="-25">
                <a:latin typeface="Arial"/>
                <a:cs typeface="Arial"/>
              </a:rPr>
              <a:t>16</a:t>
            </a:r>
            <a:endParaRPr sz="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6341160"/>
            <a:ext cx="1062355" cy="3003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300"/>
              </a:lnSpc>
              <a:spcBef>
                <a:spcPts val="95"/>
              </a:spcBef>
            </a:pPr>
            <a:r>
              <a:rPr dirty="0" sz="750">
                <a:latin typeface="Arial"/>
                <a:cs typeface="Arial"/>
              </a:rPr>
              <a:t>Digital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Auto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Report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-20">
                <a:latin typeface="Arial"/>
                <a:cs typeface="Arial"/>
              </a:rPr>
              <a:t>2023</a:t>
            </a:r>
            <a:r>
              <a:rPr dirty="0" sz="750" spc="-10">
                <a:latin typeface="Arial"/>
                <a:cs typeface="Arial"/>
              </a:rPr>
              <a:t> Strategy&amp;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125723" y="1577339"/>
            <a:ext cx="2255520" cy="3851275"/>
            <a:chOff x="3125723" y="1577339"/>
            <a:chExt cx="2255520" cy="3851275"/>
          </a:xfrm>
        </p:grpSpPr>
        <p:sp>
          <p:nvSpPr>
            <p:cNvPr id="4" name="object 4"/>
            <p:cNvSpPr/>
            <p:nvPr/>
          </p:nvSpPr>
          <p:spPr>
            <a:xfrm>
              <a:off x="3125723" y="1577339"/>
              <a:ext cx="2255520" cy="3851275"/>
            </a:xfrm>
            <a:custGeom>
              <a:avLst/>
              <a:gdLst/>
              <a:ahLst/>
              <a:cxnLst/>
              <a:rect l="l" t="t" r="r" b="b"/>
              <a:pathLst>
                <a:path w="2255520" h="3851275">
                  <a:moveTo>
                    <a:pt x="2255520" y="0"/>
                  </a:moveTo>
                  <a:lnTo>
                    <a:pt x="0" y="0"/>
                  </a:lnTo>
                  <a:lnTo>
                    <a:pt x="0" y="3851148"/>
                  </a:lnTo>
                  <a:lnTo>
                    <a:pt x="2255520" y="3851148"/>
                  </a:lnTo>
                  <a:lnTo>
                    <a:pt x="2255520" y="0"/>
                  </a:lnTo>
                  <a:close/>
                </a:path>
              </a:pathLst>
            </a:custGeom>
            <a:solidFill>
              <a:srgbClr val="F1F1F1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770375" y="3400044"/>
              <a:ext cx="535305" cy="1464945"/>
            </a:xfrm>
            <a:custGeom>
              <a:avLst/>
              <a:gdLst/>
              <a:ahLst/>
              <a:cxnLst/>
              <a:rect l="l" t="t" r="r" b="b"/>
              <a:pathLst>
                <a:path w="535304" h="1464945">
                  <a:moveTo>
                    <a:pt x="534924" y="0"/>
                  </a:moveTo>
                  <a:lnTo>
                    <a:pt x="0" y="0"/>
                  </a:lnTo>
                  <a:lnTo>
                    <a:pt x="0" y="1464563"/>
                  </a:lnTo>
                  <a:lnTo>
                    <a:pt x="534924" y="1464563"/>
                  </a:lnTo>
                  <a:lnTo>
                    <a:pt x="534924" y="0"/>
                  </a:lnTo>
                  <a:close/>
                </a:path>
              </a:pathLst>
            </a:custGeom>
            <a:solidFill>
              <a:srgbClr val="F8DD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770375" y="3400044"/>
              <a:ext cx="535305" cy="1464945"/>
            </a:xfrm>
            <a:custGeom>
              <a:avLst/>
              <a:gdLst/>
              <a:ahLst/>
              <a:cxnLst/>
              <a:rect l="l" t="t" r="r" b="b"/>
              <a:pathLst>
                <a:path w="535304" h="1464945">
                  <a:moveTo>
                    <a:pt x="0" y="1464563"/>
                  </a:moveTo>
                  <a:lnTo>
                    <a:pt x="534924" y="1464563"/>
                  </a:lnTo>
                  <a:lnTo>
                    <a:pt x="534924" y="0"/>
                  </a:lnTo>
                  <a:lnTo>
                    <a:pt x="0" y="0"/>
                  </a:lnTo>
                  <a:lnTo>
                    <a:pt x="0" y="1464563"/>
                  </a:lnTo>
                  <a:close/>
                </a:path>
              </a:pathLst>
            </a:custGeom>
            <a:ln w="9525">
              <a:solidFill>
                <a:srgbClr val="DB526A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395471" y="3813047"/>
              <a:ext cx="434340" cy="1064260"/>
            </a:xfrm>
            <a:custGeom>
              <a:avLst/>
              <a:gdLst/>
              <a:ahLst/>
              <a:cxnLst/>
              <a:rect l="l" t="t" r="r" b="b"/>
              <a:pathLst>
                <a:path w="434339" h="1064260">
                  <a:moveTo>
                    <a:pt x="434339" y="0"/>
                  </a:moveTo>
                  <a:lnTo>
                    <a:pt x="0" y="0"/>
                  </a:lnTo>
                  <a:lnTo>
                    <a:pt x="0" y="1063752"/>
                  </a:lnTo>
                  <a:lnTo>
                    <a:pt x="434339" y="1063752"/>
                  </a:lnTo>
                  <a:lnTo>
                    <a:pt x="434339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395471" y="3813047"/>
              <a:ext cx="434340" cy="1064260"/>
            </a:xfrm>
            <a:custGeom>
              <a:avLst/>
              <a:gdLst/>
              <a:ahLst/>
              <a:cxnLst/>
              <a:rect l="l" t="t" r="r" b="b"/>
              <a:pathLst>
                <a:path w="434339" h="1064260">
                  <a:moveTo>
                    <a:pt x="0" y="1063752"/>
                  </a:moveTo>
                  <a:lnTo>
                    <a:pt x="434339" y="1063752"/>
                  </a:lnTo>
                  <a:lnTo>
                    <a:pt x="434339" y="0"/>
                  </a:lnTo>
                  <a:lnTo>
                    <a:pt x="0" y="0"/>
                  </a:lnTo>
                  <a:lnTo>
                    <a:pt x="0" y="1063752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829811" y="3610355"/>
              <a:ext cx="434340" cy="1266825"/>
            </a:xfrm>
            <a:custGeom>
              <a:avLst/>
              <a:gdLst/>
              <a:ahLst/>
              <a:cxnLst/>
              <a:rect l="l" t="t" r="r" b="b"/>
              <a:pathLst>
                <a:path w="434339" h="1266825">
                  <a:moveTo>
                    <a:pt x="434339" y="0"/>
                  </a:moveTo>
                  <a:lnTo>
                    <a:pt x="0" y="0"/>
                  </a:lnTo>
                  <a:lnTo>
                    <a:pt x="0" y="1266444"/>
                  </a:lnTo>
                  <a:lnTo>
                    <a:pt x="434339" y="1266444"/>
                  </a:lnTo>
                  <a:lnTo>
                    <a:pt x="434339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829811" y="3610355"/>
              <a:ext cx="434340" cy="1266825"/>
            </a:xfrm>
            <a:custGeom>
              <a:avLst/>
              <a:gdLst/>
              <a:ahLst/>
              <a:cxnLst/>
              <a:rect l="l" t="t" r="r" b="b"/>
              <a:pathLst>
                <a:path w="434339" h="1266825">
                  <a:moveTo>
                    <a:pt x="0" y="1266444"/>
                  </a:moveTo>
                  <a:lnTo>
                    <a:pt x="434339" y="1266444"/>
                  </a:lnTo>
                  <a:lnTo>
                    <a:pt x="434339" y="0"/>
                  </a:lnTo>
                  <a:lnTo>
                    <a:pt x="0" y="0"/>
                  </a:lnTo>
                  <a:lnTo>
                    <a:pt x="0" y="1266444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264151" y="4149851"/>
              <a:ext cx="434340" cy="727075"/>
            </a:xfrm>
            <a:custGeom>
              <a:avLst/>
              <a:gdLst/>
              <a:ahLst/>
              <a:cxnLst/>
              <a:rect l="l" t="t" r="r" b="b"/>
              <a:pathLst>
                <a:path w="434339" h="727075">
                  <a:moveTo>
                    <a:pt x="434339" y="0"/>
                  </a:moveTo>
                  <a:lnTo>
                    <a:pt x="0" y="0"/>
                  </a:lnTo>
                  <a:lnTo>
                    <a:pt x="0" y="726948"/>
                  </a:lnTo>
                  <a:lnTo>
                    <a:pt x="434339" y="726948"/>
                  </a:lnTo>
                  <a:lnTo>
                    <a:pt x="434339" y="0"/>
                  </a:lnTo>
                  <a:close/>
                </a:path>
              </a:pathLst>
            </a:custGeom>
            <a:solidFill>
              <a:srgbClr val="E997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264151" y="4149851"/>
              <a:ext cx="434340" cy="727075"/>
            </a:xfrm>
            <a:custGeom>
              <a:avLst/>
              <a:gdLst/>
              <a:ahLst/>
              <a:cxnLst/>
              <a:rect l="l" t="t" r="r" b="b"/>
              <a:pathLst>
                <a:path w="434339" h="727075">
                  <a:moveTo>
                    <a:pt x="0" y="726948"/>
                  </a:moveTo>
                  <a:lnTo>
                    <a:pt x="434339" y="726948"/>
                  </a:lnTo>
                  <a:lnTo>
                    <a:pt x="434339" y="0"/>
                  </a:lnTo>
                  <a:lnTo>
                    <a:pt x="0" y="0"/>
                  </a:lnTo>
                  <a:lnTo>
                    <a:pt x="0" y="726948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698491" y="3992879"/>
              <a:ext cx="433070" cy="883919"/>
            </a:xfrm>
            <a:custGeom>
              <a:avLst/>
              <a:gdLst/>
              <a:ahLst/>
              <a:cxnLst/>
              <a:rect l="l" t="t" r="r" b="b"/>
              <a:pathLst>
                <a:path w="433070" h="883920">
                  <a:moveTo>
                    <a:pt x="432815" y="0"/>
                  </a:moveTo>
                  <a:lnTo>
                    <a:pt x="0" y="0"/>
                  </a:lnTo>
                  <a:lnTo>
                    <a:pt x="0" y="883920"/>
                  </a:lnTo>
                  <a:lnTo>
                    <a:pt x="432815" y="883920"/>
                  </a:lnTo>
                  <a:lnTo>
                    <a:pt x="432815" y="0"/>
                  </a:lnTo>
                  <a:close/>
                </a:path>
              </a:pathLst>
            </a:custGeom>
            <a:solidFill>
              <a:srgbClr val="F5C9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698491" y="3992879"/>
              <a:ext cx="433070" cy="883919"/>
            </a:xfrm>
            <a:custGeom>
              <a:avLst/>
              <a:gdLst/>
              <a:ahLst/>
              <a:cxnLst/>
              <a:rect l="l" t="t" r="r" b="b"/>
              <a:pathLst>
                <a:path w="433070" h="883920">
                  <a:moveTo>
                    <a:pt x="0" y="883920"/>
                  </a:moveTo>
                  <a:lnTo>
                    <a:pt x="432815" y="883920"/>
                  </a:lnTo>
                  <a:lnTo>
                    <a:pt x="432815" y="0"/>
                  </a:lnTo>
                  <a:lnTo>
                    <a:pt x="0" y="0"/>
                  </a:lnTo>
                  <a:lnTo>
                    <a:pt x="0" y="88392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223259" y="4876799"/>
              <a:ext cx="2082164" cy="0"/>
            </a:xfrm>
            <a:custGeom>
              <a:avLst/>
              <a:gdLst/>
              <a:ahLst/>
              <a:cxnLst/>
              <a:rect l="l" t="t" r="r" b="b"/>
              <a:pathLst>
                <a:path w="2082164" h="0">
                  <a:moveTo>
                    <a:pt x="0" y="0"/>
                  </a:moveTo>
                  <a:lnTo>
                    <a:pt x="2081783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/>
          <p:cNvGrpSpPr/>
          <p:nvPr/>
        </p:nvGrpSpPr>
        <p:grpSpPr>
          <a:xfrm>
            <a:off x="5847588" y="1577339"/>
            <a:ext cx="2255520" cy="3851275"/>
            <a:chOff x="5847588" y="1577339"/>
            <a:chExt cx="2255520" cy="3851275"/>
          </a:xfrm>
        </p:grpSpPr>
        <p:sp>
          <p:nvSpPr>
            <p:cNvPr id="17" name="object 17"/>
            <p:cNvSpPr/>
            <p:nvPr/>
          </p:nvSpPr>
          <p:spPr>
            <a:xfrm>
              <a:off x="5847588" y="1577339"/>
              <a:ext cx="2255520" cy="3851275"/>
            </a:xfrm>
            <a:custGeom>
              <a:avLst/>
              <a:gdLst/>
              <a:ahLst/>
              <a:cxnLst/>
              <a:rect l="l" t="t" r="r" b="b"/>
              <a:pathLst>
                <a:path w="2255520" h="3851275">
                  <a:moveTo>
                    <a:pt x="2255519" y="0"/>
                  </a:moveTo>
                  <a:lnTo>
                    <a:pt x="0" y="0"/>
                  </a:lnTo>
                  <a:lnTo>
                    <a:pt x="0" y="3851148"/>
                  </a:lnTo>
                  <a:lnTo>
                    <a:pt x="2255519" y="3851148"/>
                  </a:lnTo>
                  <a:lnTo>
                    <a:pt x="2255519" y="0"/>
                  </a:lnTo>
                  <a:close/>
                </a:path>
              </a:pathLst>
            </a:custGeom>
            <a:solidFill>
              <a:srgbClr val="F1F1F1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7345680" y="3244595"/>
              <a:ext cx="535305" cy="1618615"/>
            </a:xfrm>
            <a:custGeom>
              <a:avLst/>
              <a:gdLst/>
              <a:ahLst/>
              <a:cxnLst/>
              <a:rect l="l" t="t" r="r" b="b"/>
              <a:pathLst>
                <a:path w="535304" h="1618614">
                  <a:moveTo>
                    <a:pt x="534924" y="0"/>
                  </a:moveTo>
                  <a:lnTo>
                    <a:pt x="0" y="0"/>
                  </a:lnTo>
                  <a:lnTo>
                    <a:pt x="0" y="1618487"/>
                  </a:lnTo>
                  <a:lnTo>
                    <a:pt x="534924" y="1618487"/>
                  </a:lnTo>
                  <a:lnTo>
                    <a:pt x="534924" y="0"/>
                  </a:lnTo>
                  <a:close/>
                </a:path>
              </a:pathLst>
            </a:custGeom>
            <a:solidFill>
              <a:srgbClr val="F8DD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7345680" y="3244595"/>
              <a:ext cx="535305" cy="1618615"/>
            </a:xfrm>
            <a:custGeom>
              <a:avLst/>
              <a:gdLst/>
              <a:ahLst/>
              <a:cxnLst/>
              <a:rect l="l" t="t" r="r" b="b"/>
              <a:pathLst>
                <a:path w="535304" h="1618614">
                  <a:moveTo>
                    <a:pt x="0" y="1618487"/>
                  </a:moveTo>
                  <a:lnTo>
                    <a:pt x="534924" y="1618487"/>
                  </a:lnTo>
                  <a:lnTo>
                    <a:pt x="534924" y="0"/>
                  </a:lnTo>
                  <a:lnTo>
                    <a:pt x="0" y="0"/>
                  </a:lnTo>
                  <a:lnTo>
                    <a:pt x="0" y="1618487"/>
                  </a:lnTo>
                  <a:close/>
                </a:path>
              </a:pathLst>
            </a:custGeom>
            <a:ln w="9525">
              <a:solidFill>
                <a:srgbClr val="DB526A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143244" y="1671827"/>
              <a:ext cx="1513205" cy="984250"/>
            </a:xfrm>
            <a:custGeom>
              <a:avLst/>
              <a:gdLst/>
              <a:ahLst/>
              <a:cxnLst/>
              <a:rect l="l" t="t" r="r" b="b"/>
              <a:pathLst>
                <a:path w="1513204" h="984250">
                  <a:moveTo>
                    <a:pt x="1227836" y="0"/>
                  </a:moveTo>
                  <a:lnTo>
                    <a:pt x="1182116" y="4063"/>
                  </a:lnTo>
                  <a:lnTo>
                    <a:pt x="1140587" y="39623"/>
                  </a:lnTo>
                  <a:lnTo>
                    <a:pt x="1136396" y="51688"/>
                  </a:lnTo>
                  <a:lnTo>
                    <a:pt x="1153287" y="71246"/>
                  </a:lnTo>
                  <a:lnTo>
                    <a:pt x="1153287" y="94868"/>
                  </a:lnTo>
                  <a:lnTo>
                    <a:pt x="1144778" y="122427"/>
                  </a:lnTo>
                  <a:lnTo>
                    <a:pt x="1128522" y="142493"/>
                  </a:lnTo>
                  <a:lnTo>
                    <a:pt x="1103376" y="142493"/>
                  </a:lnTo>
                  <a:lnTo>
                    <a:pt x="1099185" y="213232"/>
                  </a:lnTo>
                  <a:lnTo>
                    <a:pt x="1111758" y="217296"/>
                  </a:lnTo>
                  <a:lnTo>
                    <a:pt x="1140587" y="201675"/>
                  </a:lnTo>
                  <a:lnTo>
                    <a:pt x="1161669" y="217296"/>
                  </a:lnTo>
                  <a:lnTo>
                    <a:pt x="1177925" y="217296"/>
                  </a:lnTo>
                  <a:lnTo>
                    <a:pt x="1177925" y="233298"/>
                  </a:lnTo>
                  <a:lnTo>
                    <a:pt x="1153287" y="241299"/>
                  </a:lnTo>
                  <a:lnTo>
                    <a:pt x="1140587" y="241299"/>
                  </a:lnTo>
                  <a:lnTo>
                    <a:pt x="1120140" y="280542"/>
                  </a:lnTo>
                  <a:lnTo>
                    <a:pt x="1099185" y="280542"/>
                  </a:lnTo>
                  <a:lnTo>
                    <a:pt x="1074547" y="312165"/>
                  </a:lnTo>
                  <a:lnTo>
                    <a:pt x="1037209" y="312165"/>
                  </a:lnTo>
                  <a:lnTo>
                    <a:pt x="1025144" y="336168"/>
                  </a:lnTo>
                  <a:lnTo>
                    <a:pt x="1033018" y="347725"/>
                  </a:lnTo>
                  <a:lnTo>
                    <a:pt x="1012571" y="355726"/>
                  </a:lnTo>
                  <a:lnTo>
                    <a:pt x="1004188" y="371347"/>
                  </a:lnTo>
                  <a:lnTo>
                    <a:pt x="930147" y="387349"/>
                  </a:lnTo>
                  <a:lnTo>
                    <a:pt x="913384" y="402970"/>
                  </a:lnTo>
                  <a:lnTo>
                    <a:pt x="838835" y="406907"/>
                  </a:lnTo>
                  <a:lnTo>
                    <a:pt x="810006" y="395350"/>
                  </a:lnTo>
                  <a:lnTo>
                    <a:pt x="768477" y="391413"/>
                  </a:lnTo>
                  <a:lnTo>
                    <a:pt x="748030" y="399414"/>
                  </a:lnTo>
                  <a:lnTo>
                    <a:pt x="657225" y="395350"/>
                  </a:lnTo>
                  <a:lnTo>
                    <a:pt x="628269" y="395350"/>
                  </a:lnTo>
                  <a:lnTo>
                    <a:pt x="595249" y="339724"/>
                  </a:lnTo>
                  <a:lnTo>
                    <a:pt x="545338" y="300608"/>
                  </a:lnTo>
                  <a:lnTo>
                    <a:pt x="470789" y="280542"/>
                  </a:lnTo>
                  <a:lnTo>
                    <a:pt x="462915" y="264921"/>
                  </a:lnTo>
                  <a:lnTo>
                    <a:pt x="470789" y="217296"/>
                  </a:lnTo>
                  <a:lnTo>
                    <a:pt x="458723" y="189737"/>
                  </a:lnTo>
                  <a:lnTo>
                    <a:pt x="434086" y="166115"/>
                  </a:lnTo>
                  <a:lnTo>
                    <a:pt x="388493" y="146557"/>
                  </a:lnTo>
                  <a:lnTo>
                    <a:pt x="363728" y="102869"/>
                  </a:lnTo>
                  <a:lnTo>
                    <a:pt x="342773" y="114934"/>
                  </a:lnTo>
                  <a:lnTo>
                    <a:pt x="334899" y="134492"/>
                  </a:lnTo>
                  <a:lnTo>
                    <a:pt x="318135" y="134492"/>
                  </a:lnTo>
                  <a:lnTo>
                    <a:pt x="313944" y="162051"/>
                  </a:lnTo>
                  <a:lnTo>
                    <a:pt x="289179" y="181609"/>
                  </a:lnTo>
                  <a:lnTo>
                    <a:pt x="264541" y="174116"/>
                  </a:lnTo>
                  <a:lnTo>
                    <a:pt x="239903" y="209803"/>
                  </a:lnTo>
                  <a:lnTo>
                    <a:pt x="247777" y="225297"/>
                  </a:lnTo>
                  <a:lnTo>
                    <a:pt x="198374" y="241299"/>
                  </a:lnTo>
                  <a:lnTo>
                    <a:pt x="194183" y="312165"/>
                  </a:lnTo>
                  <a:lnTo>
                    <a:pt x="173736" y="316102"/>
                  </a:lnTo>
                  <a:lnTo>
                    <a:pt x="165354" y="339724"/>
                  </a:lnTo>
                  <a:lnTo>
                    <a:pt x="128016" y="351789"/>
                  </a:lnTo>
                  <a:lnTo>
                    <a:pt x="94996" y="351789"/>
                  </a:lnTo>
                  <a:lnTo>
                    <a:pt x="78232" y="371347"/>
                  </a:lnTo>
                  <a:lnTo>
                    <a:pt x="45085" y="363854"/>
                  </a:lnTo>
                  <a:lnTo>
                    <a:pt x="8382" y="367791"/>
                  </a:lnTo>
                  <a:lnTo>
                    <a:pt x="0" y="406907"/>
                  </a:lnTo>
                  <a:lnTo>
                    <a:pt x="8382" y="402970"/>
                  </a:lnTo>
                  <a:lnTo>
                    <a:pt x="12065" y="442594"/>
                  </a:lnTo>
                  <a:lnTo>
                    <a:pt x="0" y="462660"/>
                  </a:lnTo>
                  <a:lnTo>
                    <a:pt x="8382" y="509777"/>
                  </a:lnTo>
                  <a:lnTo>
                    <a:pt x="0" y="513841"/>
                  </a:lnTo>
                  <a:lnTo>
                    <a:pt x="28829" y="533399"/>
                  </a:lnTo>
                  <a:lnTo>
                    <a:pt x="53594" y="537463"/>
                  </a:lnTo>
                  <a:lnTo>
                    <a:pt x="82423" y="577087"/>
                  </a:lnTo>
                  <a:lnTo>
                    <a:pt x="86614" y="600582"/>
                  </a:lnTo>
                  <a:lnTo>
                    <a:pt x="70358" y="589152"/>
                  </a:lnTo>
                  <a:lnTo>
                    <a:pt x="78232" y="624204"/>
                  </a:lnTo>
                  <a:lnTo>
                    <a:pt x="107569" y="644270"/>
                  </a:lnTo>
                  <a:lnTo>
                    <a:pt x="119634" y="659891"/>
                  </a:lnTo>
                  <a:lnTo>
                    <a:pt x="161163" y="659891"/>
                  </a:lnTo>
                  <a:lnTo>
                    <a:pt x="189992" y="679957"/>
                  </a:lnTo>
                  <a:lnTo>
                    <a:pt x="218947" y="691514"/>
                  </a:lnTo>
                  <a:lnTo>
                    <a:pt x="235711" y="703452"/>
                  </a:lnTo>
                  <a:lnTo>
                    <a:pt x="251968" y="711580"/>
                  </a:lnTo>
                  <a:lnTo>
                    <a:pt x="284988" y="703452"/>
                  </a:lnTo>
                  <a:lnTo>
                    <a:pt x="289179" y="719073"/>
                  </a:lnTo>
                  <a:lnTo>
                    <a:pt x="301879" y="703452"/>
                  </a:lnTo>
                  <a:lnTo>
                    <a:pt x="334899" y="699515"/>
                  </a:lnTo>
                  <a:lnTo>
                    <a:pt x="351155" y="703452"/>
                  </a:lnTo>
                  <a:lnTo>
                    <a:pt x="367919" y="699515"/>
                  </a:lnTo>
                  <a:lnTo>
                    <a:pt x="425704" y="719073"/>
                  </a:lnTo>
                  <a:lnTo>
                    <a:pt x="516509" y="691514"/>
                  </a:lnTo>
                  <a:lnTo>
                    <a:pt x="545338" y="699515"/>
                  </a:lnTo>
                  <a:lnTo>
                    <a:pt x="562229" y="691514"/>
                  </a:lnTo>
                  <a:lnTo>
                    <a:pt x="566420" y="715517"/>
                  </a:lnTo>
                  <a:lnTo>
                    <a:pt x="582676" y="727074"/>
                  </a:lnTo>
                  <a:lnTo>
                    <a:pt x="595249" y="719073"/>
                  </a:lnTo>
                  <a:lnTo>
                    <a:pt x="611505" y="735075"/>
                  </a:lnTo>
                  <a:lnTo>
                    <a:pt x="624078" y="750696"/>
                  </a:lnTo>
                  <a:lnTo>
                    <a:pt x="619887" y="798321"/>
                  </a:lnTo>
                  <a:lnTo>
                    <a:pt x="603123" y="817879"/>
                  </a:lnTo>
                  <a:lnTo>
                    <a:pt x="599440" y="842009"/>
                  </a:lnTo>
                  <a:lnTo>
                    <a:pt x="603123" y="869568"/>
                  </a:lnTo>
                  <a:lnTo>
                    <a:pt x="615696" y="857503"/>
                  </a:lnTo>
                  <a:lnTo>
                    <a:pt x="619887" y="857503"/>
                  </a:lnTo>
                  <a:lnTo>
                    <a:pt x="624078" y="869568"/>
                  </a:lnTo>
                  <a:lnTo>
                    <a:pt x="628269" y="889126"/>
                  </a:lnTo>
                  <a:lnTo>
                    <a:pt x="644652" y="889126"/>
                  </a:lnTo>
                  <a:lnTo>
                    <a:pt x="636143" y="901191"/>
                  </a:lnTo>
                  <a:lnTo>
                    <a:pt x="636143" y="916812"/>
                  </a:lnTo>
                  <a:lnTo>
                    <a:pt x="657225" y="920749"/>
                  </a:lnTo>
                  <a:lnTo>
                    <a:pt x="653034" y="932814"/>
                  </a:lnTo>
                  <a:lnTo>
                    <a:pt x="669290" y="940307"/>
                  </a:lnTo>
                  <a:lnTo>
                    <a:pt x="698627" y="920749"/>
                  </a:lnTo>
                  <a:lnTo>
                    <a:pt x="710692" y="936878"/>
                  </a:lnTo>
                  <a:lnTo>
                    <a:pt x="739648" y="936878"/>
                  </a:lnTo>
                  <a:lnTo>
                    <a:pt x="723392" y="912748"/>
                  </a:lnTo>
                  <a:lnTo>
                    <a:pt x="719074" y="901191"/>
                  </a:lnTo>
                  <a:lnTo>
                    <a:pt x="739648" y="901191"/>
                  </a:lnTo>
                  <a:lnTo>
                    <a:pt x="748030" y="893190"/>
                  </a:lnTo>
                  <a:lnTo>
                    <a:pt x="756412" y="893190"/>
                  </a:lnTo>
                  <a:lnTo>
                    <a:pt x="764794" y="881125"/>
                  </a:lnTo>
                  <a:lnTo>
                    <a:pt x="793623" y="885189"/>
                  </a:lnTo>
                  <a:lnTo>
                    <a:pt x="793623" y="901191"/>
                  </a:lnTo>
                  <a:lnTo>
                    <a:pt x="818388" y="936878"/>
                  </a:lnTo>
                  <a:lnTo>
                    <a:pt x="851408" y="936878"/>
                  </a:lnTo>
                  <a:lnTo>
                    <a:pt x="863981" y="948435"/>
                  </a:lnTo>
                  <a:lnTo>
                    <a:pt x="905002" y="948435"/>
                  </a:lnTo>
                  <a:lnTo>
                    <a:pt x="900811" y="964437"/>
                  </a:lnTo>
                  <a:lnTo>
                    <a:pt x="909193" y="983995"/>
                  </a:lnTo>
                  <a:lnTo>
                    <a:pt x="933831" y="979931"/>
                  </a:lnTo>
                  <a:lnTo>
                    <a:pt x="925957" y="964437"/>
                  </a:lnTo>
                  <a:lnTo>
                    <a:pt x="942213" y="948435"/>
                  </a:lnTo>
                  <a:lnTo>
                    <a:pt x="996315" y="944371"/>
                  </a:lnTo>
                  <a:lnTo>
                    <a:pt x="1049782" y="928750"/>
                  </a:lnTo>
                  <a:lnTo>
                    <a:pt x="1074547" y="940307"/>
                  </a:lnTo>
                  <a:lnTo>
                    <a:pt x="1099185" y="912748"/>
                  </a:lnTo>
                  <a:lnTo>
                    <a:pt x="1140587" y="897254"/>
                  </a:lnTo>
                  <a:lnTo>
                    <a:pt x="1149096" y="873632"/>
                  </a:lnTo>
                  <a:lnTo>
                    <a:pt x="1190498" y="834008"/>
                  </a:lnTo>
                  <a:lnTo>
                    <a:pt x="1190498" y="817879"/>
                  </a:lnTo>
                  <a:lnTo>
                    <a:pt x="1223518" y="798321"/>
                  </a:lnTo>
                  <a:lnTo>
                    <a:pt x="1235710" y="762761"/>
                  </a:lnTo>
                  <a:lnTo>
                    <a:pt x="1252474" y="766698"/>
                  </a:lnTo>
                  <a:lnTo>
                    <a:pt x="1260856" y="747140"/>
                  </a:lnTo>
                  <a:lnTo>
                    <a:pt x="1264539" y="727074"/>
                  </a:lnTo>
                  <a:lnTo>
                    <a:pt x="1256665" y="703452"/>
                  </a:lnTo>
                  <a:lnTo>
                    <a:pt x="1264539" y="671829"/>
                  </a:lnTo>
                  <a:lnTo>
                    <a:pt x="1239901" y="612647"/>
                  </a:lnTo>
                  <a:lnTo>
                    <a:pt x="1227836" y="577087"/>
                  </a:lnTo>
                  <a:lnTo>
                    <a:pt x="1210945" y="553465"/>
                  </a:lnTo>
                  <a:lnTo>
                    <a:pt x="1206754" y="541400"/>
                  </a:lnTo>
                  <a:lnTo>
                    <a:pt x="1223518" y="517905"/>
                  </a:lnTo>
                  <a:lnTo>
                    <a:pt x="1260856" y="494283"/>
                  </a:lnTo>
                  <a:lnTo>
                    <a:pt x="1289685" y="494283"/>
                  </a:lnTo>
                  <a:lnTo>
                    <a:pt x="1289685" y="474217"/>
                  </a:lnTo>
                  <a:lnTo>
                    <a:pt x="1248283" y="470153"/>
                  </a:lnTo>
                  <a:lnTo>
                    <a:pt x="1223518" y="462660"/>
                  </a:lnTo>
                  <a:lnTo>
                    <a:pt x="1215136" y="474217"/>
                  </a:lnTo>
                  <a:lnTo>
                    <a:pt x="1194689" y="474217"/>
                  </a:lnTo>
                  <a:lnTo>
                    <a:pt x="1190498" y="458596"/>
                  </a:lnTo>
                  <a:lnTo>
                    <a:pt x="1173734" y="458596"/>
                  </a:lnTo>
                  <a:lnTo>
                    <a:pt x="1153287" y="423036"/>
                  </a:lnTo>
                  <a:lnTo>
                    <a:pt x="1173734" y="406907"/>
                  </a:lnTo>
                  <a:lnTo>
                    <a:pt x="1198372" y="410971"/>
                  </a:lnTo>
                  <a:lnTo>
                    <a:pt x="1252474" y="363854"/>
                  </a:lnTo>
                  <a:lnTo>
                    <a:pt x="1268730" y="363854"/>
                  </a:lnTo>
                  <a:lnTo>
                    <a:pt x="1281303" y="375284"/>
                  </a:lnTo>
                  <a:lnTo>
                    <a:pt x="1281303" y="383412"/>
                  </a:lnTo>
                  <a:lnTo>
                    <a:pt x="1260856" y="399414"/>
                  </a:lnTo>
                  <a:lnTo>
                    <a:pt x="1268730" y="410971"/>
                  </a:lnTo>
                  <a:lnTo>
                    <a:pt x="1252474" y="423036"/>
                  </a:lnTo>
                  <a:lnTo>
                    <a:pt x="1252474" y="431037"/>
                  </a:lnTo>
                  <a:lnTo>
                    <a:pt x="1272921" y="431037"/>
                  </a:lnTo>
                  <a:lnTo>
                    <a:pt x="1285494" y="410971"/>
                  </a:lnTo>
                  <a:lnTo>
                    <a:pt x="1330706" y="402970"/>
                  </a:lnTo>
                  <a:lnTo>
                    <a:pt x="1334897" y="379348"/>
                  </a:lnTo>
                  <a:lnTo>
                    <a:pt x="1355852" y="379348"/>
                  </a:lnTo>
                  <a:lnTo>
                    <a:pt x="1372108" y="351789"/>
                  </a:lnTo>
                  <a:lnTo>
                    <a:pt x="1422019" y="351789"/>
                  </a:lnTo>
                  <a:lnTo>
                    <a:pt x="1422019" y="332231"/>
                  </a:lnTo>
                  <a:lnTo>
                    <a:pt x="1438275" y="316102"/>
                  </a:lnTo>
                  <a:lnTo>
                    <a:pt x="1462913" y="320166"/>
                  </a:lnTo>
                  <a:lnTo>
                    <a:pt x="1475486" y="280542"/>
                  </a:lnTo>
                  <a:lnTo>
                    <a:pt x="1471295" y="260984"/>
                  </a:lnTo>
                  <a:lnTo>
                    <a:pt x="1455039" y="244855"/>
                  </a:lnTo>
                  <a:lnTo>
                    <a:pt x="1492377" y="217296"/>
                  </a:lnTo>
                  <a:lnTo>
                    <a:pt x="1483995" y="149986"/>
                  </a:lnTo>
                  <a:lnTo>
                    <a:pt x="1504442" y="158114"/>
                  </a:lnTo>
                  <a:lnTo>
                    <a:pt x="1512824" y="146557"/>
                  </a:lnTo>
                  <a:lnTo>
                    <a:pt x="1475486" y="106933"/>
                  </a:lnTo>
                  <a:lnTo>
                    <a:pt x="1442466" y="146557"/>
                  </a:lnTo>
                  <a:lnTo>
                    <a:pt x="1417828" y="114934"/>
                  </a:lnTo>
                  <a:lnTo>
                    <a:pt x="1388872" y="102869"/>
                  </a:lnTo>
                  <a:lnTo>
                    <a:pt x="1343279" y="94868"/>
                  </a:lnTo>
                  <a:lnTo>
                    <a:pt x="1297559" y="51688"/>
                  </a:lnTo>
                  <a:lnTo>
                    <a:pt x="1227836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143244" y="1671827"/>
              <a:ext cx="1513205" cy="984250"/>
            </a:xfrm>
            <a:custGeom>
              <a:avLst/>
              <a:gdLst/>
              <a:ahLst/>
              <a:cxnLst/>
              <a:rect l="l" t="t" r="r" b="b"/>
              <a:pathLst>
                <a:path w="1513204" h="984250">
                  <a:moveTo>
                    <a:pt x="0" y="513841"/>
                  </a:moveTo>
                  <a:lnTo>
                    <a:pt x="28829" y="533399"/>
                  </a:lnTo>
                  <a:lnTo>
                    <a:pt x="53594" y="537463"/>
                  </a:lnTo>
                  <a:lnTo>
                    <a:pt x="82423" y="577087"/>
                  </a:lnTo>
                  <a:lnTo>
                    <a:pt x="86614" y="600582"/>
                  </a:lnTo>
                  <a:lnTo>
                    <a:pt x="70358" y="589152"/>
                  </a:lnTo>
                  <a:lnTo>
                    <a:pt x="78232" y="624204"/>
                  </a:lnTo>
                  <a:lnTo>
                    <a:pt x="107569" y="644270"/>
                  </a:lnTo>
                  <a:lnTo>
                    <a:pt x="119634" y="659891"/>
                  </a:lnTo>
                  <a:lnTo>
                    <a:pt x="161163" y="659891"/>
                  </a:lnTo>
                  <a:lnTo>
                    <a:pt x="189992" y="679957"/>
                  </a:lnTo>
                  <a:lnTo>
                    <a:pt x="218947" y="691514"/>
                  </a:lnTo>
                  <a:lnTo>
                    <a:pt x="235711" y="703452"/>
                  </a:lnTo>
                  <a:lnTo>
                    <a:pt x="251968" y="711580"/>
                  </a:lnTo>
                  <a:lnTo>
                    <a:pt x="284988" y="703452"/>
                  </a:lnTo>
                  <a:lnTo>
                    <a:pt x="289179" y="719073"/>
                  </a:lnTo>
                  <a:lnTo>
                    <a:pt x="301879" y="703452"/>
                  </a:lnTo>
                  <a:lnTo>
                    <a:pt x="334899" y="699515"/>
                  </a:lnTo>
                  <a:lnTo>
                    <a:pt x="351155" y="703452"/>
                  </a:lnTo>
                  <a:lnTo>
                    <a:pt x="367919" y="699515"/>
                  </a:lnTo>
                  <a:lnTo>
                    <a:pt x="425704" y="719073"/>
                  </a:lnTo>
                  <a:lnTo>
                    <a:pt x="450342" y="711580"/>
                  </a:lnTo>
                  <a:lnTo>
                    <a:pt x="516509" y="691514"/>
                  </a:lnTo>
                  <a:lnTo>
                    <a:pt x="545338" y="699515"/>
                  </a:lnTo>
                  <a:lnTo>
                    <a:pt x="562229" y="691514"/>
                  </a:lnTo>
                  <a:lnTo>
                    <a:pt x="566420" y="715517"/>
                  </a:lnTo>
                  <a:lnTo>
                    <a:pt x="582676" y="727074"/>
                  </a:lnTo>
                  <a:lnTo>
                    <a:pt x="595249" y="719073"/>
                  </a:lnTo>
                  <a:lnTo>
                    <a:pt x="611505" y="735075"/>
                  </a:lnTo>
                  <a:lnTo>
                    <a:pt x="624078" y="750696"/>
                  </a:lnTo>
                  <a:lnTo>
                    <a:pt x="619887" y="798321"/>
                  </a:lnTo>
                  <a:lnTo>
                    <a:pt x="603123" y="817879"/>
                  </a:lnTo>
                  <a:lnTo>
                    <a:pt x="599440" y="842009"/>
                  </a:lnTo>
                  <a:lnTo>
                    <a:pt x="603123" y="869568"/>
                  </a:lnTo>
                  <a:lnTo>
                    <a:pt x="615696" y="857503"/>
                  </a:lnTo>
                  <a:lnTo>
                    <a:pt x="619887" y="857503"/>
                  </a:lnTo>
                  <a:lnTo>
                    <a:pt x="624078" y="869568"/>
                  </a:lnTo>
                  <a:lnTo>
                    <a:pt x="628269" y="889126"/>
                  </a:lnTo>
                  <a:lnTo>
                    <a:pt x="644652" y="889126"/>
                  </a:lnTo>
                  <a:lnTo>
                    <a:pt x="636143" y="901191"/>
                  </a:lnTo>
                  <a:lnTo>
                    <a:pt x="636143" y="916812"/>
                  </a:lnTo>
                  <a:lnTo>
                    <a:pt x="657225" y="920749"/>
                  </a:lnTo>
                  <a:lnTo>
                    <a:pt x="653034" y="932814"/>
                  </a:lnTo>
                  <a:lnTo>
                    <a:pt x="669290" y="940307"/>
                  </a:lnTo>
                  <a:lnTo>
                    <a:pt x="698627" y="920749"/>
                  </a:lnTo>
                  <a:lnTo>
                    <a:pt x="710692" y="936878"/>
                  </a:lnTo>
                  <a:lnTo>
                    <a:pt x="739648" y="936878"/>
                  </a:lnTo>
                  <a:lnTo>
                    <a:pt x="723392" y="912748"/>
                  </a:lnTo>
                  <a:lnTo>
                    <a:pt x="719074" y="901191"/>
                  </a:lnTo>
                  <a:lnTo>
                    <a:pt x="739648" y="901191"/>
                  </a:lnTo>
                  <a:lnTo>
                    <a:pt x="748030" y="893190"/>
                  </a:lnTo>
                  <a:lnTo>
                    <a:pt x="756412" y="893190"/>
                  </a:lnTo>
                  <a:lnTo>
                    <a:pt x="764794" y="881125"/>
                  </a:lnTo>
                  <a:lnTo>
                    <a:pt x="793623" y="885189"/>
                  </a:lnTo>
                  <a:lnTo>
                    <a:pt x="793623" y="901191"/>
                  </a:lnTo>
                  <a:lnTo>
                    <a:pt x="818388" y="936878"/>
                  </a:lnTo>
                  <a:lnTo>
                    <a:pt x="851408" y="936878"/>
                  </a:lnTo>
                  <a:lnTo>
                    <a:pt x="863981" y="948435"/>
                  </a:lnTo>
                  <a:lnTo>
                    <a:pt x="905002" y="948435"/>
                  </a:lnTo>
                  <a:lnTo>
                    <a:pt x="900811" y="964437"/>
                  </a:lnTo>
                  <a:lnTo>
                    <a:pt x="909193" y="983995"/>
                  </a:lnTo>
                  <a:lnTo>
                    <a:pt x="933831" y="979931"/>
                  </a:lnTo>
                  <a:lnTo>
                    <a:pt x="925957" y="964437"/>
                  </a:lnTo>
                  <a:lnTo>
                    <a:pt x="942213" y="948435"/>
                  </a:lnTo>
                  <a:lnTo>
                    <a:pt x="996315" y="944371"/>
                  </a:lnTo>
                  <a:lnTo>
                    <a:pt x="1049782" y="928750"/>
                  </a:lnTo>
                  <a:lnTo>
                    <a:pt x="1074547" y="940307"/>
                  </a:lnTo>
                  <a:lnTo>
                    <a:pt x="1099185" y="912748"/>
                  </a:lnTo>
                  <a:lnTo>
                    <a:pt x="1140587" y="897254"/>
                  </a:lnTo>
                  <a:lnTo>
                    <a:pt x="1149096" y="873632"/>
                  </a:lnTo>
                  <a:lnTo>
                    <a:pt x="1190498" y="834008"/>
                  </a:lnTo>
                  <a:lnTo>
                    <a:pt x="1190498" y="817879"/>
                  </a:lnTo>
                  <a:lnTo>
                    <a:pt x="1223518" y="798321"/>
                  </a:lnTo>
                  <a:lnTo>
                    <a:pt x="1235710" y="762761"/>
                  </a:lnTo>
                  <a:lnTo>
                    <a:pt x="1252474" y="766698"/>
                  </a:lnTo>
                  <a:lnTo>
                    <a:pt x="1260856" y="747140"/>
                  </a:lnTo>
                  <a:lnTo>
                    <a:pt x="1264539" y="727074"/>
                  </a:lnTo>
                  <a:lnTo>
                    <a:pt x="1256665" y="703452"/>
                  </a:lnTo>
                  <a:lnTo>
                    <a:pt x="1264539" y="671829"/>
                  </a:lnTo>
                  <a:lnTo>
                    <a:pt x="1239901" y="612647"/>
                  </a:lnTo>
                  <a:lnTo>
                    <a:pt x="1227836" y="577087"/>
                  </a:lnTo>
                  <a:lnTo>
                    <a:pt x="1210945" y="553465"/>
                  </a:lnTo>
                  <a:lnTo>
                    <a:pt x="1206754" y="541400"/>
                  </a:lnTo>
                  <a:lnTo>
                    <a:pt x="1223518" y="517905"/>
                  </a:lnTo>
                  <a:lnTo>
                    <a:pt x="1260856" y="494283"/>
                  </a:lnTo>
                  <a:lnTo>
                    <a:pt x="1289685" y="494283"/>
                  </a:lnTo>
                  <a:lnTo>
                    <a:pt x="1289685" y="474217"/>
                  </a:lnTo>
                  <a:lnTo>
                    <a:pt x="1248283" y="470153"/>
                  </a:lnTo>
                  <a:lnTo>
                    <a:pt x="1223518" y="462660"/>
                  </a:lnTo>
                  <a:lnTo>
                    <a:pt x="1215136" y="474217"/>
                  </a:lnTo>
                  <a:lnTo>
                    <a:pt x="1194689" y="474217"/>
                  </a:lnTo>
                  <a:lnTo>
                    <a:pt x="1190498" y="458596"/>
                  </a:lnTo>
                  <a:lnTo>
                    <a:pt x="1173734" y="458596"/>
                  </a:lnTo>
                  <a:lnTo>
                    <a:pt x="1153287" y="423036"/>
                  </a:lnTo>
                  <a:lnTo>
                    <a:pt x="1173734" y="406907"/>
                  </a:lnTo>
                  <a:lnTo>
                    <a:pt x="1198372" y="410971"/>
                  </a:lnTo>
                  <a:lnTo>
                    <a:pt x="1252474" y="363854"/>
                  </a:lnTo>
                  <a:lnTo>
                    <a:pt x="1268730" y="363854"/>
                  </a:lnTo>
                  <a:lnTo>
                    <a:pt x="1281303" y="375284"/>
                  </a:lnTo>
                  <a:lnTo>
                    <a:pt x="1281303" y="383412"/>
                  </a:lnTo>
                  <a:lnTo>
                    <a:pt x="1260856" y="399414"/>
                  </a:lnTo>
                  <a:lnTo>
                    <a:pt x="1268730" y="410971"/>
                  </a:lnTo>
                  <a:lnTo>
                    <a:pt x="1252474" y="423036"/>
                  </a:lnTo>
                  <a:lnTo>
                    <a:pt x="1252474" y="431037"/>
                  </a:lnTo>
                  <a:lnTo>
                    <a:pt x="1272921" y="431037"/>
                  </a:lnTo>
                  <a:lnTo>
                    <a:pt x="1285494" y="410971"/>
                  </a:lnTo>
                  <a:lnTo>
                    <a:pt x="1330706" y="402970"/>
                  </a:lnTo>
                  <a:lnTo>
                    <a:pt x="1334897" y="379348"/>
                  </a:lnTo>
                  <a:lnTo>
                    <a:pt x="1355852" y="379348"/>
                  </a:lnTo>
                  <a:lnTo>
                    <a:pt x="1372108" y="351789"/>
                  </a:lnTo>
                  <a:lnTo>
                    <a:pt x="1422019" y="351789"/>
                  </a:lnTo>
                  <a:lnTo>
                    <a:pt x="1422019" y="332231"/>
                  </a:lnTo>
                  <a:lnTo>
                    <a:pt x="1438275" y="316102"/>
                  </a:lnTo>
                  <a:lnTo>
                    <a:pt x="1462913" y="320166"/>
                  </a:lnTo>
                  <a:lnTo>
                    <a:pt x="1475486" y="280542"/>
                  </a:lnTo>
                  <a:lnTo>
                    <a:pt x="1471295" y="260984"/>
                  </a:lnTo>
                  <a:lnTo>
                    <a:pt x="1455039" y="244855"/>
                  </a:lnTo>
                  <a:lnTo>
                    <a:pt x="1492377" y="217296"/>
                  </a:lnTo>
                  <a:lnTo>
                    <a:pt x="1483995" y="149986"/>
                  </a:lnTo>
                  <a:lnTo>
                    <a:pt x="1504442" y="158114"/>
                  </a:lnTo>
                  <a:lnTo>
                    <a:pt x="1512824" y="146557"/>
                  </a:lnTo>
                  <a:lnTo>
                    <a:pt x="1475486" y="106933"/>
                  </a:lnTo>
                  <a:lnTo>
                    <a:pt x="1442466" y="146557"/>
                  </a:lnTo>
                  <a:lnTo>
                    <a:pt x="1417828" y="114934"/>
                  </a:lnTo>
                  <a:lnTo>
                    <a:pt x="1388872" y="102869"/>
                  </a:lnTo>
                  <a:lnTo>
                    <a:pt x="1343279" y="94868"/>
                  </a:lnTo>
                  <a:lnTo>
                    <a:pt x="1297559" y="51688"/>
                  </a:lnTo>
                  <a:lnTo>
                    <a:pt x="1227836" y="0"/>
                  </a:lnTo>
                  <a:lnTo>
                    <a:pt x="1182116" y="4063"/>
                  </a:lnTo>
                  <a:lnTo>
                    <a:pt x="1140587" y="39623"/>
                  </a:lnTo>
                  <a:lnTo>
                    <a:pt x="1136396" y="51688"/>
                  </a:lnTo>
                  <a:lnTo>
                    <a:pt x="1153287" y="71246"/>
                  </a:lnTo>
                  <a:lnTo>
                    <a:pt x="1153287" y="94868"/>
                  </a:lnTo>
                  <a:lnTo>
                    <a:pt x="1144778" y="122427"/>
                  </a:lnTo>
                  <a:lnTo>
                    <a:pt x="1128522" y="142493"/>
                  </a:lnTo>
                  <a:lnTo>
                    <a:pt x="1103376" y="142493"/>
                  </a:lnTo>
                  <a:lnTo>
                    <a:pt x="1099185" y="213232"/>
                  </a:lnTo>
                  <a:lnTo>
                    <a:pt x="1111758" y="217296"/>
                  </a:lnTo>
                  <a:lnTo>
                    <a:pt x="1140587" y="201675"/>
                  </a:lnTo>
                  <a:lnTo>
                    <a:pt x="1161669" y="217296"/>
                  </a:lnTo>
                  <a:lnTo>
                    <a:pt x="1177925" y="217296"/>
                  </a:lnTo>
                  <a:lnTo>
                    <a:pt x="1177925" y="233298"/>
                  </a:lnTo>
                  <a:lnTo>
                    <a:pt x="1153287" y="241299"/>
                  </a:lnTo>
                  <a:lnTo>
                    <a:pt x="1140587" y="241299"/>
                  </a:lnTo>
                  <a:lnTo>
                    <a:pt x="1120140" y="280542"/>
                  </a:lnTo>
                  <a:lnTo>
                    <a:pt x="1099185" y="280542"/>
                  </a:lnTo>
                  <a:lnTo>
                    <a:pt x="1074547" y="312165"/>
                  </a:lnTo>
                  <a:lnTo>
                    <a:pt x="1037209" y="312165"/>
                  </a:lnTo>
                  <a:lnTo>
                    <a:pt x="1025144" y="336168"/>
                  </a:lnTo>
                  <a:lnTo>
                    <a:pt x="1033018" y="347725"/>
                  </a:lnTo>
                  <a:lnTo>
                    <a:pt x="1012571" y="355726"/>
                  </a:lnTo>
                  <a:lnTo>
                    <a:pt x="1004188" y="371347"/>
                  </a:lnTo>
                  <a:lnTo>
                    <a:pt x="930147" y="387349"/>
                  </a:lnTo>
                  <a:lnTo>
                    <a:pt x="913384" y="402970"/>
                  </a:lnTo>
                  <a:lnTo>
                    <a:pt x="838835" y="406907"/>
                  </a:lnTo>
                  <a:lnTo>
                    <a:pt x="810006" y="395350"/>
                  </a:lnTo>
                  <a:lnTo>
                    <a:pt x="768477" y="391413"/>
                  </a:lnTo>
                  <a:lnTo>
                    <a:pt x="748030" y="399414"/>
                  </a:lnTo>
                  <a:lnTo>
                    <a:pt x="657225" y="395350"/>
                  </a:lnTo>
                  <a:lnTo>
                    <a:pt x="628269" y="395350"/>
                  </a:lnTo>
                  <a:lnTo>
                    <a:pt x="595249" y="339724"/>
                  </a:lnTo>
                  <a:lnTo>
                    <a:pt x="545338" y="300608"/>
                  </a:lnTo>
                  <a:lnTo>
                    <a:pt x="470789" y="280542"/>
                  </a:lnTo>
                  <a:lnTo>
                    <a:pt x="462915" y="264921"/>
                  </a:lnTo>
                  <a:lnTo>
                    <a:pt x="470789" y="217296"/>
                  </a:lnTo>
                  <a:lnTo>
                    <a:pt x="458723" y="189737"/>
                  </a:lnTo>
                  <a:lnTo>
                    <a:pt x="434086" y="166115"/>
                  </a:lnTo>
                  <a:lnTo>
                    <a:pt x="388493" y="146557"/>
                  </a:lnTo>
                  <a:lnTo>
                    <a:pt x="363728" y="102869"/>
                  </a:lnTo>
                  <a:lnTo>
                    <a:pt x="342773" y="114934"/>
                  </a:lnTo>
                  <a:lnTo>
                    <a:pt x="334899" y="134492"/>
                  </a:lnTo>
                  <a:lnTo>
                    <a:pt x="318135" y="134492"/>
                  </a:lnTo>
                  <a:lnTo>
                    <a:pt x="313944" y="162051"/>
                  </a:lnTo>
                  <a:lnTo>
                    <a:pt x="289179" y="181609"/>
                  </a:lnTo>
                  <a:lnTo>
                    <a:pt x="264541" y="174116"/>
                  </a:lnTo>
                  <a:lnTo>
                    <a:pt x="239903" y="209803"/>
                  </a:lnTo>
                  <a:lnTo>
                    <a:pt x="247777" y="225297"/>
                  </a:lnTo>
                  <a:lnTo>
                    <a:pt x="198374" y="241299"/>
                  </a:lnTo>
                  <a:lnTo>
                    <a:pt x="194183" y="312165"/>
                  </a:lnTo>
                  <a:lnTo>
                    <a:pt x="173736" y="316102"/>
                  </a:lnTo>
                  <a:lnTo>
                    <a:pt x="165354" y="339724"/>
                  </a:lnTo>
                  <a:lnTo>
                    <a:pt x="128016" y="351789"/>
                  </a:lnTo>
                  <a:lnTo>
                    <a:pt x="94996" y="351789"/>
                  </a:lnTo>
                  <a:lnTo>
                    <a:pt x="78232" y="371347"/>
                  </a:lnTo>
                  <a:lnTo>
                    <a:pt x="45085" y="363854"/>
                  </a:lnTo>
                  <a:lnTo>
                    <a:pt x="8382" y="367791"/>
                  </a:lnTo>
                  <a:lnTo>
                    <a:pt x="0" y="406907"/>
                  </a:lnTo>
                  <a:lnTo>
                    <a:pt x="8382" y="402970"/>
                  </a:lnTo>
                  <a:lnTo>
                    <a:pt x="12065" y="442594"/>
                  </a:lnTo>
                  <a:lnTo>
                    <a:pt x="0" y="462660"/>
                  </a:lnTo>
                  <a:lnTo>
                    <a:pt x="8382" y="509777"/>
                  </a:lnTo>
                  <a:lnTo>
                    <a:pt x="0" y="513841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7014972" y="2668523"/>
              <a:ext cx="74295" cy="46990"/>
            </a:xfrm>
            <a:custGeom>
              <a:avLst/>
              <a:gdLst/>
              <a:ahLst/>
              <a:cxnLst/>
              <a:rect l="l" t="t" r="r" b="b"/>
              <a:pathLst>
                <a:path w="74295" h="46989">
                  <a:moveTo>
                    <a:pt x="69977" y="0"/>
                  </a:moveTo>
                  <a:lnTo>
                    <a:pt x="25019" y="0"/>
                  </a:lnTo>
                  <a:lnTo>
                    <a:pt x="0" y="11430"/>
                  </a:lnTo>
                  <a:lnTo>
                    <a:pt x="0" y="35306"/>
                  </a:lnTo>
                  <a:lnTo>
                    <a:pt x="12573" y="46736"/>
                  </a:lnTo>
                  <a:lnTo>
                    <a:pt x="32893" y="46736"/>
                  </a:lnTo>
                  <a:lnTo>
                    <a:pt x="53848" y="38735"/>
                  </a:lnTo>
                  <a:lnTo>
                    <a:pt x="74168" y="15367"/>
                  </a:lnTo>
                  <a:lnTo>
                    <a:pt x="69977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7014972" y="2668523"/>
              <a:ext cx="74295" cy="46990"/>
            </a:xfrm>
            <a:custGeom>
              <a:avLst/>
              <a:gdLst/>
              <a:ahLst/>
              <a:cxnLst/>
              <a:rect l="l" t="t" r="r" b="b"/>
              <a:pathLst>
                <a:path w="74295" h="46989">
                  <a:moveTo>
                    <a:pt x="25019" y="0"/>
                  </a:moveTo>
                  <a:lnTo>
                    <a:pt x="0" y="11430"/>
                  </a:lnTo>
                  <a:lnTo>
                    <a:pt x="0" y="35306"/>
                  </a:lnTo>
                  <a:lnTo>
                    <a:pt x="12573" y="46736"/>
                  </a:lnTo>
                  <a:lnTo>
                    <a:pt x="32893" y="46736"/>
                  </a:lnTo>
                  <a:lnTo>
                    <a:pt x="53848" y="38735"/>
                  </a:lnTo>
                  <a:lnTo>
                    <a:pt x="74168" y="15367"/>
                  </a:lnTo>
                  <a:lnTo>
                    <a:pt x="69977" y="0"/>
                  </a:lnTo>
                  <a:lnTo>
                    <a:pt x="25019" y="0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China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80276" y="2119883"/>
              <a:ext cx="359664" cy="22707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109716" y="4267200"/>
              <a:ext cx="433070" cy="609600"/>
            </a:xfrm>
            <a:custGeom>
              <a:avLst/>
              <a:gdLst/>
              <a:ahLst/>
              <a:cxnLst/>
              <a:rect l="l" t="t" r="r" b="b"/>
              <a:pathLst>
                <a:path w="433070" h="609600">
                  <a:moveTo>
                    <a:pt x="432815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432815" y="609600"/>
                  </a:lnTo>
                  <a:lnTo>
                    <a:pt x="432815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109716" y="4267200"/>
              <a:ext cx="433070" cy="609600"/>
            </a:xfrm>
            <a:custGeom>
              <a:avLst/>
              <a:gdLst/>
              <a:ahLst/>
              <a:cxnLst/>
              <a:rect l="l" t="t" r="r" b="b"/>
              <a:pathLst>
                <a:path w="433070" h="609600">
                  <a:moveTo>
                    <a:pt x="0" y="609600"/>
                  </a:moveTo>
                  <a:lnTo>
                    <a:pt x="432815" y="609600"/>
                  </a:lnTo>
                  <a:lnTo>
                    <a:pt x="432815" y="0"/>
                  </a:lnTo>
                  <a:lnTo>
                    <a:pt x="0" y="0"/>
                  </a:lnTo>
                  <a:lnTo>
                    <a:pt x="0" y="60960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6542532" y="4140707"/>
              <a:ext cx="434340" cy="736600"/>
            </a:xfrm>
            <a:custGeom>
              <a:avLst/>
              <a:gdLst/>
              <a:ahLst/>
              <a:cxnLst/>
              <a:rect l="l" t="t" r="r" b="b"/>
              <a:pathLst>
                <a:path w="434340" h="736600">
                  <a:moveTo>
                    <a:pt x="434340" y="0"/>
                  </a:moveTo>
                  <a:lnTo>
                    <a:pt x="0" y="0"/>
                  </a:lnTo>
                  <a:lnTo>
                    <a:pt x="0" y="736092"/>
                  </a:lnTo>
                  <a:lnTo>
                    <a:pt x="434340" y="736092"/>
                  </a:lnTo>
                  <a:lnTo>
                    <a:pt x="434340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542532" y="4140707"/>
              <a:ext cx="434340" cy="736600"/>
            </a:xfrm>
            <a:custGeom>
              <a:avLst/>
              <a:gdLst/>
              <a:ahLst/>
              <a:cxnLst/>
              <a:rect l="l" t="t" r="r" b="b"/>
              <a:pathLst>
                <a:path w="434340" h="736600">
                  <a:moveTo>
                    <a:pt x="0" y="736092"/>
                  </a:moveTo>
                  <a:lnTo>
                    <a:pt x="434340" y="736092"/>
                  </a:lnTo>
                  <a:lnTo>
                    <a:pt x="434340" y="0"/>
                  </a:lnTo>
                  <a:lnTo>
                    <a:pt x="0" y="0"/>
                  </a:lnTo>
                  <a:lnTo>
                    <a:pt x="0" y="736092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6976872" y="3669791"/>
              <a:ext cx="434340" cy="1207135"/>
            </a:xfrm>
            <a:custGeom>
              <a:avLst/>
              <a:gdLst/>
              <a:ahLst/>
              <a:cxnLst/>
              <a:rect l="l" t="t" r="r" b="b"/>
              <a:pathLst>
                <a:path w="434340" h="1207135">
                  <a:moveTo>
                    <a:pt x="434340" y="0"/>
                  </a:moveTo>
                  <a:lnTo>
                    <a:pt x="0" y="0"/>
                  </a:lnTo>
                  <a:lnTo>
                    <a:pt x="0" y="1207008"/>
                  </a:lnTo>
                  <a:lnTo>
                    <a:pt x="434340" y="1207008"/>
                  </a:lnTo>
                  <a:lnTo>
                    <a:pt x="434340" y="0"/>
                  </a:lnTo>
                  <a:close/>
                </a:path>
              </a:pathLst>
            </a:custGeom>
            <a:solidFill>
              <a:srgbClr val="E997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6976872" y="3669791"/>
              <a:ext cx="434340" cy="1207135"/>
            </a:xfrm>
            <a:custGeom>
              <a:avLst/>
              <a:gdLst/>
              <a:ahLst/>
              <a:cxnLst/>
              <a:rect l="l" t="t" r="r" b="b"/>
              <a:pathLst>
                <a:path w="434340" h="1207135">
                  <a:moveTo>
                    <a:pt x="0" y="1207008"/>
                  </a:moveTo>
                  <a:lnTo>
                    <a:pt x="434340" y="1207008"/>
                  </a:lnTo>
                  <a:lnTo>
                    <a:pt x="434340" y="0"/>
                  </a:lnTo>
                  <a:lnTo>
                    <a:pt x="0" y="0"/>
                  </a:lnTo>
                  <a:lnTo>
                    <a:pt x="0" y="1207008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7411212" y="3471672"/>
              <a:ext cx="434340" cy="1405255"/>
            </a:xfrm>
            <a:custGeom>
              <a:avLst/>
              <a:gdLst/>
              <a:ahLst/>
              <a:cxnLst/>
              <a:rect l="l" t="t" r="r" b="b"/>
              <a:pathLst>
                <a:path w="434340" h="1405254">
                  <a:moveTo>
                    <a:pt x="434340" y="0"/>
                  </a:moveTo>
                  <a:lnTo>
                    <a:pt x="0" y="0"/>
                  </a:lnTo>
                  <a:lnTo>
                    <a:pt x="0" y="1405127"/>
                  </a:lnTo>
                  <a:lnTo>
                    <a:pt x="434340" y="1405127"/>
                  </a:lnTo>
                  <a:lnTo>
                    <a:pt x="434340" y="0"/>
                  </a:lnTo>
                  <a:close/>
                </a:path>
              </a:pathLst>
            </a:custGeom>
            <a:solidFill>
              <a:srgbClr val="F5C9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7411212" y="3471672"/>
              <a:ext cx="434340" cy="1405255"/>
            </a:xfrm>
            <a:custGeom>
              <a:avLst/>
              <a:gdLst/>
              <a:ahLst/>
              <a:cxnLst/>
              <a:rect l="l" t="t" r="r" b="b"/>
              <a:pathLst>
                <a:path w="434340" h="1405254">
                  <a:moveTo>
                    <a:pt x="0" y="1405127"/>
                  </a:moveTo>
                  <a:lnTo>
                    <a:pt x="434340" y="1405127"/>
                  </a:lnTo>
                  <a:lnTo>
                    <a:pt x="434340" y="0"/>
                  </a:lnTo>
                  <a:lnTo>
                    <a:pt x="0" y="0"/>
                  </a:lnTo>
                  <a:lnTo>
                    <a:pt x="0" y="1405127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5935980" y="4876799"/>
              <a:ext cx="2082164" cy="0"/>
            </a:xfrm>
            <a:custGeom>
              <a:avLst/>
              <a:gdLst/>
              <a:ahLst/>
              <a:cxnLst/>
              <a:rect l="l" t="t" r="r" b="b"/>
              <a:pathLst>
                <a:path w="2082165" h="0">
                  <a:moveTo>
                    <a:pt x="0" y="0"/>
                  </a:moveTo>
                  <a:lnTo>
                    <a:pt x="2081783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" name="object 34"/>
          <p:cNvGrpSpPr/>
          <p:nvPr/>
        </p:nvGrpSpPr>
        <p:grpSpPr>
          <a:xfrm>
            <a:off x="370331" y="1577339"/>
            <a:ext cx="2255520" cy="3851275"/>
            <a:chOff x="370331" y="1577339"/>
            <a:chExt cx="2255520" cy="3851275"/>
          </a:xfrm>
        </p:grpSpPr>
        <p:sp>
          <p:nvSpPr>
            <p:cNvPr id="35" name="object 35"/>
            <p:cNvSpPr/>
            <p:nvPr/>
          </p:nvSpPr>
          <p:spPr>
            <a:xfrm>
              <a:off x="370331" y="1577339"/>
              <a:ext cx="2255520" cy="3851275"/>
            </a:xfrm>
            <a:custGeom>
              <a:avLst/>
              <a:gdLst/>
              <a:ahLst/>
              <a:cxnLst/>
              <a:rect l="l" t="t" r="r" b="b"/>
              <a:pathLst>
                <a:path w="2255520" h="3851275">
                  <a:moveTo>
                    <a:pt x="2255520" y="0"/>
                  </a:moveTo>
                  <a:lnTo>
                    <a:pt x="0" y="0"/>
                  </a:lnTo>
                  <a:lnTo>
                    <a:pt x="0" y="3851148"/>
                  </a:lnTo>
                  <a:lnTo>
                    <a:pt x="2255520" y="3851148"/>
                  </a:lnTo>
                  <a:lnTo>
                    <a:pt x="2255520" y="0"/>
                  </a:lnTo>
                  <a:close/>
                </a:path>
              </a:pathLst>
            </a:custGeom>
            <a:solidFill>
              <a:srgbClr val="F1F1F1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563879" y="3099815"/>
              <a:ext cx="533400" cy="1763395"/>
            </a:xfrm>
            <a:custGeom>
              <a:avLst/>
              <a:gdLst/>
              <a:ahLst/>
              <a:cxnLst/>
              <a:rect l="l" t="t" r="r" b="b"/>
              <a:pathLst>
                <a:path w="533400" h="1763395">
                  <a:moveTo>
                    <a:pt x="533400" y="0"/>
                  </a:moveTo>
                  <a:lnTo>
                    <a:pt x="0" y="0"/>
                  </a:lnTo>
                  <a:lnTo>
                    <a:pt x="0" y="1763268"/>
                  </a:lnTo>
                  <a:lnTo>
                    <a:pt x="533400" y="1763268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F8DD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563879" y="3099815"/>
              <a:ext cx="533400" cy="1763395"/>
            </a:xfrm>
            <a:custGeom>
              <a:avLst/>
              <a:gdLst/>
              <a:ahLst/>
              <a:cxnLst/>
              <a:rect l="l" t="t" r="r" b="b"/>
              <a:pathLst>
                <a:path w="533400" h="1763395">
                  <a:moveTo>
                    <a:pt x="0" y="1763268"/>
                  </a:moveTo>
                  <a:lnTo>
                    <a:pt x="533400" y="1763268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1763268"/>
                  </a:lnTo>
                  <a:close/>
                </a:path>
              </a:pathLst>
            </a:custGeom>
            <a:ln w="9525">
              <a:solidFill>
                <a:srgbClr val="DB526A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1103376" y="1729739"/>
              <a:ext cx="873125" cy="1305560"/>
            </a:xfrm>
            <a:custGeom>
              <a:avLst/>
              <a:gdLst/>
              <a:ahLst/>
              <a:cxnLst/>
              <a:rect l="l" t="t" r="r" b="b"/>
              <a:pathLst>
                <a:path w="873125" h="1305560">
                  <a:moveTo>
                    <a:pt x="314198" y="0"/>
                  </a:moveTo>
                  <a:lnTo>
                    <a:pt x="314198" y="34416"/>
                  </a:lnTo>
                  <a:lnTo>
                    <a:pt x="334645" y="72389"/>
                  </a:lnTo>
                  <a:lnTo>
                    <a:pt x="307467" y="76072"/>
                  </a:lnTo>
                  <a:lnTo>
                    <a:pt x="300863" y="90804"/>
                  </a:lnTo>
                  <a:lnTo>
                    <a:pt x="328041" y="98805"/>
                  </a:lnTo>
                  <a:lnTo>
                    <a:pt x="314198" y="113537"/>
                  </a:lnTo>
                  <a:lnTo>
                    <a:pt x="328041" y="125221"/>
                  </a:lnTo>
                  <a:lnTo>
                    <a:pt x="328041" y="136270"/>
                  </a:lnTo>
                  <a:lnTo>
                    <a:pt x="320802" y="144271"/>
                  </a:lnTo>
                  <a:lnTo>
                    <a:pt x="331343" y="166877"/>
                  </a:lnTo>
                  <a:lnTo>
                    <a:pt x="365125" y="185292"/>
                  </a:lnTo>
                  <a:lnTo>
                    <a:pt x="371856" y="216026"/>
                  </a:lnTo>
                  <a:lnTo>
                    <a:pt x="365125" y="216026"/>
                  </a:lnTo>
                  <a:lnTo>
                    <a:pt x="344678" y="185292"/>
                  </a:lnTo>
                  <a:lnTo>
                    <a:pt x="294259" y="166877"/>
                  </a:lnTo>
                  <a:lnTo>
                    <a:pt x="280416" y="185292"/>
                  </a:lnTo>
                  <a:lnTo>
                    <a:pt x="287020" y="230758"/>
                  </a:lnTo>
                  <a:lnTo>
                    <a:pt x="280416" y="235076"/>
                  </a:lnTo>
                  <a:lnTo>
                    <a:pt x="270383" y="216026"/>
                  </a:lnTo>
                  <a:lnTo>
                    <a:pt x="260476" y="219709"/>
                  </a:lnTo>
                  <a:lnTo>
                    <a:pt x="267081" y="242442"/>
                  </a:lnTo>
                  <a:lnTo>
                    <a:pt x="260476" y="249808"/>
                  </a:lnTo>
                  <a:lnTo>
                    <a:pt x="249936" y="249808"/>
                  </a:lnTo>
                  <a:lnTo>
                    <a:pt x="236601" y="235076"/>
                  </a:lnTo>
                  <a:lnTo>
                    <a:pt x="243204" y="219709"/>
                  </a:lnTo>
                  <a:lnTo>
                    <a:pt x="239903" y="181609"/>
                  </a:lnTo>
                  <a:lnTo>
                    <a:pt x="172339" y="193293"/>
                  </a:lnTo>
                  <a:lnTo>
                    <a:pt x="145173" y="212343"/>
                  </a:lnTo>
                  <a:lnTo>
                    <a:pt x="145173" y="227075"/>
                  </a:lnTo>
                  <a:lnTo>
                    <a:pt x="158470" y="238759"/>
                  </a:lnTo>
                  <a:lnTo>
                    <a:pt x="162344" y="257809"/>
                  </a:lnTo>
                  <a:lnTo>
                    <a:pt x="155143" y="261492"/>
                  </a:lnTo>
                  <a:lnTo>
                    <a:pt x="155143" y="280542"/>
                  </a:lnTo>
                  <a:lnTo>
                    <a:pt x="138518" y="355980"/>
                  </a:lnTo>
                  <a:lnTo>
                    <a:pt x="124675" y="363346"/>
                  </a:lnTo>
                  <a:lnTo>
                    <a:pt x="111378" y="359663"/>
                  </a:lnTo>
                  <a:lnTo>
                    <a:pt x="101396" y="382396"/>
                  </a:lnTo>
                  <a:lnTo>
                    <a:pt x="118021" y="389762"/>
                  </a:lnTo>
                  <a:lnTo>
                    <a:pt x="127990" y="416178"/>
                  </a:lnTo>
                  <a:lnTo>
                    <a:pt x="121348" y="438784"/>
                  </a:lnTo>
                  <a:lnTo>
                    <a:pt x="98069" y="457834"/>
                  </a:lnTo>
                  <a:lnTo>
                    <a:pt x="104724" y="465835"/>
                  </a:lnTo>
                  <a:lnTo>
                    <a:pt x="101396" y="480567"/>
                  </a:lnTo>
                  <a:lnTo>
                    <a:pt x="67602" y="492251"/>
                  </a:lnTo>
                  <a:lnTo>
                    <a:pt x="37122" y="480567"/>
                  </a:lnTo>
                  <a:lnTo>
                    <a:pt x="16624" y="495934"/>
                  </a:lnTo>
                  <a:lnTo>
                    <a:pt x="29921" y="533399"/>
                  </a:lnTo>
                  <a:lnTo>
                    <a:pt x="23266" y="601471"/>
                  </a:lnTo>
                  <a:lnTo>
                    <a:pt x="3327" y="616838"/>
                  </a:lnTo>
                  <a:lnTo>
                    <a:pt x="6654" y="651255"/>
                  </a:lnTo>
                  <a:lnTo>
                    <a:pt x="0" y="665860"/>
                  </a:lnTo>
                  <a:lnTo>
                    <a:pt x="16624" y="681227"/>
                  </a:lnTo>
                  <a:lnTo>
                    <a:pt x="13296" y="703960"/>
                  </a:lnTo>
                  <a:lnTo>
                    <a:pt x="33794" y="745743"/>
                  </a:lnTo>
                  <a:lnTo>
                    <a:pt x="23266" y="756792"/>
                  </a:lnTo>
                  <a:lnTo>
                    <a:pt x="9969" y="764158"/>
                  </a:lnTo>
                  <a:lnTo>
                    <a:pt x="3327" y="779525"/>
                  </a:lnTo>
                  <a:lnTo>
                    <a:pt x="13296" y="821181"/>
                  </a:lnTo>
                  <a:lnTo>
                    <a:pt x="33794" y="843914"/>
                  </a:lnTo>
                  <a:lnTo>
                    <a:pt x="19951" y="870330"/>
                  </a:lnTo>
                  <a:lnTo>
                    <a:pt x="19951" y="889380"/>
                  </a:lnTo>
                  <a:lnTo>
                    <a:pt x="29921" y="900429"/>
                  </a:lnTo>
                  <a:lnTo>
                    <a:pt x="53746" y="945768"/>
                  </a:lnTo>
                  <a:lnTo>
                    <a:pt x="70929" y="938402"/>
                  </a:lnTo>
                  <a:lnTo>
                    <a:pt x="74244" y="957452"/>
                  </a:lnTo>
                  <a:lnTo>
                    <a:pt x="104724" y="957452"/>
                  </a:lnTo>
                  <a:lnTo>
                    <a:pt x="104724" y="949451"/>
                  </a:lnTo>
                  <a:lnTo>
                    <a:pt x="138518" y="972184"/>
                  </a:lnTo>
                  <a:lnTo>
                    <a:pt x="158470" y="976502"/>
                  </a:lnTo>
                  <a:lnTo>
                    <a:pt x="188976" y="999235"/>
                  </a:lnTo>
                  <a:lnTo>
                    <a:pt x="138518" y="1059306"/>
                  </a:lnTo>
                  <a:lnTo>
                    <a:pt x="138518" y="1074673"/>
                  </a:lnTo>
                  <a:lnTo>
                    <a:pt x="121348" y="1097406"/>
                  </a:lnTo>
                  <a:lnTo>
                    <a:pt x="121348" y="1116456"/>
                  </a:lnTo>
                  <a:lnTo>
                    <a:pt x="108051" y="1131188"/>
                  </a:lnTo>
                  <a:lnTo>
                    <a:pt x="111378" y="1172844"/>
                  </a:lnTo>
                  <a:lnTo>
                    <a:pt x="101396" y="1210945"/>
                  </a:lnTo>
                  <a:lnTo>
                    <a:pt x="114693" y="1225677"/>
                  </a:lnTo>
                  <a:lnTo>
                    <a:pt x="131876" y="1225677"/>
                  </a:lnTo>
                  <a:lnTo>
                    <a:pt x="135204" y="1233677"/>
                  </a:lnTo>
                  <a:lnTo>
                    <a:pt x="151815" y="1229359"/>
                  </a:lnTo>
                  <a:lnTo>
                    <a:pt x="165671" y="1233677"/>
                  </a:lnTo>
                  <a:lnTo>
                    <a:pt x="182245" y="1225677"/>
                  </a:lnTo>
                  <a:lnTo>
                    <a:pt x="196087" y="1237360"/>
                  </a:lnTo>
                  <a:lnTo>
                    <a:pt x="206121" y="1225677"/>
                  </a:lnTo>
                  <a:lnTo>
                    <a:pt x="192278" y="1199260"/>
                  </a:lnTo>
                  <a:lnTo>
                    <a:pt x="209422" y="1191894"/>
                  </a:lnTo>
                  <a:lnTo>
                    <a:pt x="226568" y="1195577"/>
                  </a:lnTo>
                  <a:lnTo>
                    <a:pt x="229997" y="1214627"/>
                  </a:lnTo>
                  <a:lnTo>
                    <a:pt x="249936" y="1210945"/>
                  </a:lnTo>
                  <a:lnTo>
                    <a:pt x="270383" y="1225677"/>
                  </a:lnTo>
                  <a:lnTo>
                    <a:pt x="267081" y="1210945"/>
                  </a:lnTo>
                  <a:lnTo>
                    <a:pt x="256540" y="1195577"/>
                  </a:lnTo>
                  <a:lnTo>
                    <a:pt x="280416" y="1202943"/>
                  </a:lnTo>
                  <a:lnTo>
                    <a:pt x="294259" y="1218310"/>
                  </a:lnTo>
                  <a:lnTo>
                    <a:pt x="294259" y="1233677"/>
                  </a:lnTo>
                  <a:lnTo>
                    <a:pt x="314198" y="1225677"/>
                  </a:lnTo>
                  <a:lnTo>
                    <a:pt x="361823" y="1271142"/>
                  </a:lnTo>
                  <a:lnTo>
                    <a:pt x="358521" y="1297431"/>
                  </a:lnTo>
                  <a:lnTo>
                    <a:pt x="371856" y="1305433"/>
                  </a:lnTo>
                  <a:lnTo>
                    <a:pt x="381762" y="1293748"/>
                  </a:lnTo>
                  <a:lnTo>
                    <a:pt x="402209" y="1282699"/>
                  </a:lnTo>
                  <a:lnTo>
                    <a:pt x="398907" y="1256410"/>
                  </a:lnTo>
                  <a:lnTo>
                    <a:pt x="432689" y="1263777"/>
                  </a:lnTo>
                  <a:lnTo>
                    <a:pt x="432689" y="1274825"/>
                  </a:lnTo>
                  <a:lnTo>
                    <a:pt x="453263" y="1286383"/>
                  </a:lnTo>
                  <a:lnTo>
                    <a:pt x="476503" y="1282699"/>
                  </a:lnTo>
                  <a:lnTo>
                    <a:pt x="493648" y="1271142"/>
                  </a:lnTo>
                  <a:lnTo>
                    <a:pt x="524128" y="1256410"/>
                  </a:lnTo>
                  <a:lnTo>
                    <a:pt x="571246" y="1256410"/>
                  </a:lnTo>
                  <a:lnTo>
                    <a:pt x="567944" y="1237360"/>
                  </a:lnTo>
                  <a:lnTo>
                    <a:pt x="598424" y="1241043"/>
                  </a:lnTo>
                  <a:lnTo>
                    <a:pt x="601726" y="1256410"/>
                  </a:lnTo>
                  <a:lnTo>
                    <a:pt x="632206" y="1248409"/>
                  </a:lnTo>
                  <a:lnTo>
                    <a:pt x="646049" y="1279016"/>
                  </a:lnTo>
                  <a:lnTo>
                    <a:pt x="659384" y="1279016"/>
                  </a:lnTo>
                  <a:lnTo>
                    <a:pt x="659384" y="1263777"/>
                  </a:lnTo>
                  <a:lnTo>
                    <a:pt x="672719" y="1252092"/>
                  </a:lnTo>
                  <a:lnTo>
                    <a:pt x="656082" y="1241043"/>
                  </a:lnTo>
                  <a:lnTo>
                    <a:pt x="659384" y="1225677"/>
                  </a:lnTo>
                  <a:lnTo>
                    <a:pt x="652780" y="1188211"/>
                  </a:lnTo>
                  <a:lnTo>
                    <a:pt x="642239" y="1176527"/>
                  </a:lnTo>
                  <a:lnTo>
                    <a:pt x="638810" y="1165478"/>
                  </a:lnTo>
                  <a:lnTo>
                    <a:pt x="672719" y="1139189"/>
                  </a:lnTo>
                  <a:lnTo>
                    <a:pt x="703199" y="1134871"/>
                  </a:lnTo>
                  <a:lnTo>
                    <a:pt x="703199" y="1097406"/>
                  </a:lnTo>
                  <a:lnTo>
                    <a:pt x="717042" y="1101089"/>
                  </a:lnTo>
                  <a:lnTo>
                    <a:pt x="730250" y="1108455"/>
                  </a:lnTo>
                  <a:lnTo>
                    <a:pt x="740283" y="1104772"/>
                  </a:lnTo>
                  <a:lnTo>
                    <a:pt x="747522" y="1059306"/>
                  </a:lnTo>
                  <a:lnTo>
                    <a:pt x="733679" y="1040256"/>
                  </a:lnTo>
                  <a:lnTo>
                    <a:pt x="717042" y="1036573"/>
                  </a:lnTo>
                  <a:lnTo>
                    <a:pt x="686562" y="994917"/>
                  </a:lnTo>
                  <a:lnTo>
                    <a:pt x="679831" y="994917"/>
                  </a:lnTo>
                  <a:lnTo>
                    <a:pt x="659384" y="961135"/>
                  </a:lnTo>
                  <a:lnTo>
                    <a:pt x="642239" y="961135"/>
                  </a:lnTo>
                  <a:lnTo>
                    <a:pt x="605028" y="900429"/>
                  </a:lnTo>
                  <a:lnTo>
                    <a:pt x="605028" y="889380"/>
                  </a:lnTo>
                  <a:lnTo>
                    <a:pt x="615569" y="881379"/>
                  </a:lnTo>
                  <a:lnTo>
                    <a:pt x="608457" y="836548"/>
                  </a:lnTo>
                  <a:lnTo>
                    <a:pt x="588391" y="805814"/>
                  </a:lnTo>
                  <a:lnTo>
                    <a:pt x="595122" y="794765"/>
                  </a:lnTo>
                  <a:lnTo>
                    <a:pt x="601726" y="805814"/>
                  </a:lnTo>
                  <a:lnTo>
                    <a:pt x="605028" y="821181"/>
                  </a:lnTo>
                  <a:lnTo>
                    <a:pt x="649351" y="779525"/>
                  </a:lnTo>
                  <a:lnTo>
                    <a:pt x="672719" y="786891"/>
                  </a:lnTo>
                  <a:lnTo>
                    <a:pt x="693166" y="756792"/>
                  </a:lnTo>
                  <a:lnTo>
                    <a:pt x="709803" y="756792"/>
                  </a:lnTo>
                  <a:lnTo>
                    <a:pt x="754126" y="745743"/>
                  </a:lnTo>
                  <a:lnTo>
                    <a:pt x="808482" y="707643"/>
                  </a:lnTo>
                  <a:lnTo>
                    <a:pt x="801243" y="692276"/>
                  </a:lnTo>
                  <a:lnTo>
                    <a:pt x="811784" y="681227"/>
                  </a:lnTo>
                  <a:lnTo>
                    <a:pt x="828421" y="703960"/>
                  </a:lnTo>
                  <a:lnTo>
                    <a:pt x="838326" y="715009"/>
                  </a:lnTo>
                  <a:lnTo>
                    <a:pt x="868807" y="684910"/>
                  </a:lnTo>
                  <a:lnTo>
                    <a:pt x="872744" y="673861"/>
                  </a:lnTo>
                  <a:lnTo>
                    <a:pt x="868807" y="624204"/>
                  </a:lnTo>
                  <a:lnTo>
                    <a:pt x="858901" y="613155"/>
                  </a:lnTo>
                  <a:lnTo>
                    <a:pt x="842263" y="613155"/>
                  </a:lnTo>
                  <a:lnTo>
                    <a:pt x="842263" y="601471"/>
                  </a:lnTo>
                  <a:lnTo>
                    <a:pt x="848868" y="594105"/>
                  </a:lnTo>
                  <a:lnTo>
                    <a:pt x="835025" y="548639"/>
                  </a:lnTo>
                  <a:lnTo>
                    <a:pt x="842263" y="533399"/>
                  </a:lnTo>
                  <a:lnTo>
                    <a:pt x="842263" y="469518"/>
                  </a:lnTo>
                  <a:lnTo>
                    <a:pt x="831722" y="457834"/>
                  </a:lnTo>
                  <a:lnTo>
                    <a:pt x="831722" y="416178"/>
                  </a:lnTo>
                  <a:lnTo>
                    <a:pt x="797941" y="393445"/>
                  </a:lnTo>
                  <a:lnTo>
                    <a:pt x="794512" y="363346"/>
                  </a:lnTo>
                  <a:lnTo>
                    <a:pt x="818388" y="325881"/>
                  </a:lnTo>
                  <a:lnTo>
                    <a:pt x="808482" y="230758"/>
                  </a:lnTo>
                  <a:lnTo>
                    <a:pt x="781304" y="223392"/>
                  </a:lnTo>
                  <a:lnTo>
                    <a:pt x="787908" y="204342"/>
                  </a:lnTo>
                  <a:lnTo>
                    <a:pt x="781304" y="181609"/>
                  </a:lnTo>
                  <a:lnTo>
                    <a:pt x="781304" y="170560"/>
                  </a:lnTo>
                  <a:lnTo>
                    <a:pt x="760730" y="144271"/>
                  </a:lnTo>
                  <a:lnTo>
                    <a:pt x="754126" y="147954"/>
                  </a:lnTo>
                  <a:lnTo>
                    <a:pt x="736981" y="151637"/>
                  </a:lnTo>
                  <a:lnTo>
                    <a:pt x="733679" y="166877"/>
                  </a:lnTo>
                  <a:lnTo>
                    <a:pt x="723646" y="159003"/>
                  </a:lnTo>
                  <a:lnTo>
                    <a:pt x="723646" y="151637"/>
                  </a:lnTo>
                  <a:lnTo>
                    <a:pt x="693166" y="125221"/>
                  </a:lnTo>
                  <a:lnTo>
                    <a:pt x="696468" y="109854"/>
                  </a:lnTo>
                  <a:lnTo>
                    <a:pt x="686562" y="102488"/>
                  </a:lnTo>
                  <a:lnTo>
                    <a:pt x="635508" y="113537"/>
                  </a:lnTo>
                  <a:lnTo>
                    <a:pt x="632206" y="125221"/>
                  </a:lnTo>
                  <a:lnTo>
                    <a:pt x="585089" y="151637"/>
                  </a:lnTo>
                  <a:lnTo>
                    <a:pt x="577977" y="147954"/>
                  </a:lnTo>
                  <a:lnTo>
                    <a:pt x="557911" y="155320"/>
                  </a:lnTo>
                  <a:lnTo>
                    <a:pt x="554609" y="170560"/>
                  </a:lnTo>
                  <a:lnTo>
                    <a:pt x="527558" y="181609"/>
                  </a:lnTo>
                  <a:lnTo>
                    <a:pt x="513588" y="166877"/>
                  </a:lnTo>
                  <a:lnTo>
                    <a:pt x="506984" y="166877"/>
                  </a:lnTo>
                  <a:lnTo>
                    <a:pt x="500380" y="181609"/>
                  </a:lnTo>
                  <a:lnTo>
                    <a:pt x="490347" y="166877"/>
                  </a:lnTo>
                  <a:lnTo>
                    <a:pt x="490347" y="147954"/>
                  </a:lnTo>
                  <a:lnTo>
                    <a:pt x="510286" y="140588"/>
                  </a:lnTo>
                  <a:lnTo>
                    <a:pt x="517525" y="109854"/>
                  </a:lnTo>
                  <a:lnTo>
                    <a:pt x="497078" y="102488"/>
                  </a:lnTo>
                  <a:lnTo>
                    <a:pt x="479806" y="109854"/>
                  </a:lnTo>
                  <a:lnTo>
                    <a:pt x="469900" y="98805"/>
                  </a:lnTo>
                  <a:lnTo>
                    <a:pt x="442722" y="90804"/>
                  </a:lnTo>
                  <a:lnTo>
                    <a:pt x="439420" y="87121"/>
                  </a:lnTo>
                  <a:lnTo>
                    <a:pt x="426084" y="98805"/>
                  </a:lnTo>
                  <a:lnTo>
                    <a:pt x="436118" y="76072"/>
                  </a:lnTo>
                  <a:lnTo>
                    <a:pt x="432689" y="64388"/>
                  </a:lnTo>
                  <a:lnTo>
                    <a:pt x="412242" y="76072"/>
                  </a:lnTo>
                  <a:lnTo>
                    <a:pt x="432689" y="53339"/>
                  </a:lnTo>
                  <a:lnTo>
                    <a:pt x="422783" y="27050"/>
                  </a:lnTo>
                  <a:lnTo>
                    <a:pt x="405638" y="22732"/>
                  </a:lnTo>
                  <a:lnTo>
                    <a:pt x="398907" y="15366"/>
                  </a:lnTo>
                  <a:lnTo>
                    <a:pt x="378460" y="19049"/>
                  </a:lnTo>
                  <a:lnTo>
                    <a:pt x="351282" y="4317"/>
                  </a:lnTo>
                  <a:lnTo>
                    <a:pt x="314198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1103376" y="1729739"/>
              <a:ext cx="873125" cy="1305560"/>
            </a:xfrm>
            <a:custGeom>
              <a:avLst/>
              <a:gdLst/>
              <a:ahLst/>
              <a:cxnLst/>
              <a:rect l="l" t="t" r="r" b="b"/>
              <a:pathLst>
                <a:path w="873125" h="1305560">
                  <a:moveTo>
                    <a:pt x="595122" y="794765"/>
                  </a:moveTo>
                  <a:lnTo>
                    <a:pt x="601726" y="805814"/>
                  </a:lnTo>
                  <a:lnTo>
                    <a:pt x="605028" y="821181"/>
                  </a:lnTo>
                  <a:lnTo>
                    <a:pt x="649351" y="779525"/>
                  </a:lnTo>
                  <a:lnTo>
                    <a:pt x="672719" y="786891"/>
                  </a:lnTo>
                  <a:lnTo>
                    <a:pt x="693166" y="756792"/>
                  </a:lnTo>
                  <a:lnTo>
                    <a:pt x="709803" y="756792"/>
                  </a:lnTo>
                  <a:lnTo>
                    <a:pt x="754126" y="745743"/>
                  </a:lnTo>
                  <a:lnTo>
                    <a:pt x="808482" y="707643"/>
                  </a:lnTo>
                  <a:lnTo>
                    <a:pt x="801243" y="692276"/>
                  </a:lnTo>
                  <a:lnTo>
                    <a:pt x="811784" y="681227"/>
                  </a:lnTo>
                  <a:lnTo>
                    <a:pt x="828421" y="703960"/>
                  </a:lnTo>
                  <a:lnTo>
                    <a:pt x="838326" y="715009"/>
                  </a:lnTo>
                  <a:lnTo>
                    <a:pt x="868807" y="684910"/>
                  </a:lnTo>
                  <a:lnTo>
                    <a:pt x="872744" y="673861"/>
                  </a:lnTo>
                  <a:lnTo>
                    <a:pt x="868807" y="624204"/>
                  </a:lnTo>
                  <a:lnTo>
                    <a:pt x="858901" y="613155"/>
                  </a:lnTo>
                  <a:lnTo>
                    <a:pt x="842263" y="613155"/>
                  </a:lnTo>
                  <a:lnTo>
                    <a:pt x="842263" y="601471"/>
                  </a:lnTo>
                  <a:lnTo>
                    <a:pt x="848868" y="594105"/>
                  </a:lnTo>
                  <a:lnTo>
                    <a:pt x="835025" y="548639"/>
                  </a:lnTo>
                  <a:lnTo>
                    <a:pt x="842263" y="533399"/>
                  </a:lnTo>
                  <a:lnTo>
                    <a:pt x="842263" y="469518"/>
                  </a:lnTo>
                  <a:lnTo>
                    <a:pt x="831722" y="457834"/>
                  </a:lnTo>
                  <a:lnTo>
                    <a:pt x="831722" y="416178"/>
                  </a:lnTo>
                  <a:lnTo>
                    <a:pt x="797941" y="393445"/>
                  </a:lnTo>
                  <a:lnTo>
                    <a:pt x="794512" y="363346"/>
                  </a:lnTo>
                  <a:lnTo>
                    <a:pt x="818388" y="325881"/>
                  </a:lnTo>
                  <a:lnTo>
                    <a:pt x="808482" y="230758"/>
                  </a:lnTo>
                  <a:lnTo>
                    <a:pt x="781304" y="223392"/>
                  </a:lnTo>
                  <a:lnTo>
                    <a:pt x="787908" y="204342"/>
                  </a:lnTo>
                  <a:lnTo>
                    <a:pt x="781304" y="181609"/>
                  </a:lnTo>
                  <a:lnTo>
                    <a:pt x="781304" y="170560"/>
                  </a:lnTo>
                  <a:lnTo>
                    <a:pt x="760730" y="144271"/>
                  </a:lnTo>
                  <a:lnTo>
                    <a:pt x="754126" y="147954"/>
                  </a:lnTo>
                  <a:lnTo>
                    <a:pt x="736981" y="151637"/>
                  </a:lnTo>
                  <a:lnTo>
                    <a:pt x="733679" y="166877"/>
                  </a:lnTo>
                  <a:lnTo>
                    <a:pt x="723646" y="159003"/>
                  </a:lnTo>
                  <a:lnTo>
                    <a:pt x="723646" y="151637"/>
                  </a:lnTo>
                  <a:lnTo>
                    <a:pt x="693166" y="125221"/>
                  </a:lnTo>
                  <a:lnTo>
                    <a:pt x="696468" y="109854"/>
                  </a:lnTo>
                  <a:lnTo>
                    <a:pt x="686562" y="102488"/>
                  </a:lnTo>
                  <a:lnTo>
                    <a:pt x="635508" y="113537"/>
                  </a:lnTo>
                  <a:lnTo>
                    <a:pt x="632206" y="125221"/>
                  </a:lnTo>
                  <a:lnTo>
                    <a:pt x="585089" y="151637"/>
                  </a:lnTo>
                  <a:lnTo>
                    <a:pt x="577977" y="147954"/>
                  </a:lnTo>
                  <a:lnTo>
                    <a:pt x="557911" y="155320"/>
                  </a:lnTo>
                  <a:lnTo>
                    <a:pt x="554609" y="170560"/>
                  </a:lnTo>
                  <a:lnTo>
                    <a:pt x="527558" y="181609"/>
                  </a:lnTo>
                  <a:lnTo>
                    <a:pt x="513588" y="166877"/>
                  </a:lnTo>
                  <a:lnTo>
                    <a:pt x="506984" y="166877"/>
                  </a:lnTo>
                  <a:lnTo>
                    <a:pt x="500380" y="181609"/>
                  </a:lnTo>
                  <a:lnTo>
                    <a:pt x="490347" y="166877"/>
                  </a:lnTo>
                  <a:lnTo>
                    <a:pt x="490347" y="147954"/>
                  </a:lnTo>
                  <a:lnTo>
                    <a:pt x="510286" y="140588"/>
                  </a:lnTo>
                  <a:lnTo>
                    <a:pt x="517525" y="109854"/>
                  </a:lnTo>
                  <a:lnTo>
                    <a:pt x="497078" y="102488"/>
                  </a:lnTo>
                  <a:lnTo>
                    <a:pt x="479806" y="109854"/>
                  </a:lnTo>
                  <a:lnTo>
                    <a:pt x="469900" y="98805"/>
                  </a:lnTo>
                  <a:lnTo>
                    <a:pt x="442722" y="90804"/>
                  </a:lnTo>
                  <a:lnTo>
                    <a:pt x="439420" y="87121"/>
                  </a:lnTo>
                  <a:lnTo>
                    <a:pt x="426084" y="98805"/>
                  </a:lnTo>
                  <a:lnTo>
                    <a:pt x="436118" y="76072"/>
                  </a:lnTo>
                  <a:lnTo>
                    <a:pt x="432689" y="64388"/>
                  </a:lnTo>
                  <a:lnTo>
                    <a:pt x="412242" y="76072"/>
                  </a:lnTo>
                  <a:lnTo>
                    <a:pt x="432689" y="53339"/>
                  </a:lnTo>
                  <a:lnTo>
                    <a:pt x="422783" y="27050"/>
                  </a:lnTo>
                  <a:lnTo>
                    <a:pt x="405638" y="22732"/>
                  </a:lnTo>
                  <a:lnTo>
                    <a:pt x="398907" y="15366"/>
                  </a:lnTo>
                  <a:lnTo>
                    <a:pt x="378460" y="19049"/>
                  </a:lnTo>
                  <a:lnTo>
                    <a:pt x="351282" y="4317"/>
                  </a:lnTo>
                  <a:lnTo>
                    <a:pt x="314198" y="0"/>
                  </a:lnTo>
                  <a:lnTo>
                    <a:pt x="314198" y="34416"/>
                  </a:lnTo>
                  <a:lnTo>
                    <a:pt x="334645" y="72389"/>
                  </a:lnTo>
                  <a:lnTo>
                    <a:pt x="307467" y="76072"/>
                  </a:lnTo>
                  <a:lnTo>
                    <a:pt x="300863" y="90804"/>
                  </a:lnTo>
                  <a:lnTo>
                    <a:pt x="328041" y="98805"/>
                  </a:lnTo>
                  <a:lnTo>
                    <a:pt x="314198" y="113537"/>
                  </a:lnTo>
                  <a:lnTo>
                    <a:pt x="328041" y="125221"/>
                  </a:lnTo>
                  <a:lnTo>
                    <a:pt x="328041" y="136270"/>
                  </a:lnTo>
                  <a:lnTo>
                    <a:pt x="320802" y="144271"/>
                  </a:lnTo>
                  <a:lnTo>
                    <a:pt x="331343" y="166877"/>
                  </a:lnTo>
                  <a:lnTo>
                    <a:pt x="365125" y="185292"/>
                  </a:lnTo>
                  <a:lnTo>
                    <a:pt x="371856" y="216026"/>
                  </a:lnTo>
                  <a:lnTo>
                    <a:pt x="365125" y="216026"/>
                  </a:lnTo>
                  <a:lnTo>
                    <a:pt x="344678" y="185292"/>
                  </a:lnTo>
                  <a:lnTo>
                    <a:pt x="294259" y="166877"/>
                  </a:lnTo>
                  <a:lnTo>
                    <a:pt x="280416" y="185292"/>
                  </a:lnTo>
                  <a:lnTo>
                    <a:pt x="287020" y="230758"/>
                  </a:lnTo>
                  <a:lnTo>
                    <a:pt x="280416" y="235076"/>
                  </a:lnTo>
                  <a:lnTo>
                    <a:pt x="270383" y="216026"/>
                  </a:lnTo>
                  <a:lnTo>
                    <a:pt x="260476" y="219709"/>
                  </a:lnTo>
                  <a:lnTo>
                    <a:pt x="267081" y="242442"/>
                  </a:lnTo>
                  <a:lnTo>
                    <a:pt x="260476" y="249808"/>
                  </a:lnTo>
                  <a:lnTo>
                    <a:pt x="249936" y="249808"/>
                  </a:lnTo>
                  <a:lnTo>
                    <a:pt x="236601" y="235076"/>
                  </a:lnTo>
                  <a:lnTo>
                    <a:pt x="243204" y="219709"/>
                  </a:lnTo>
                  <a:lnTo>
                    <a:pt x="239903" y="181609"/>
                  </a:lnTo>
                  <a:lnTo>
                    <a:pt x="172339" y="193293"/>
                  </a:lnTo>
                  <a:lnTo>
                    <a:pt x="145173" y="212343"/>
                  </a:lnTo>
                  <a:lnTo>
                    <a:pt x="145173" y="227075"/>
                  </a:lnTo>
                  <a:lnTo>
                    <a:pt x="158470" y="238759"/>
                  </a:lnTo>
                  <a:lnTo>
                    <a:pt x="162344" y="257809"/>
                  </a:lnTo>
                  <a:lnTo>
                    <a:pt x="155143" y="261492"/>
                  </a:lnTo>
                  <a:lnTo>
                    <a:pt x="155143" y="280542"/>
                  </a:lnTo>
                  <a:lnTo>
                    <a:pt x="138518" y="355980"/>
                  </a:lnTo>
                  <a:lnTo>
                    <a:pt x="124675" y="363346"/>
                  </a:lnTo>
                  <a:lnTo>
                    <a:pt x="111378" y="359663"/>
                  </a:lnTo>
                  <a:lnTo>
                    <a:pt x="101396" y="382396"/>
                  </a:lnTo>
                  <a:lnTo>
                    <a:pt x="118021" y="389762"/>
                  </a:lnTo>
                  <a:lnTo>
                    <a:pt x="127990" y="416178"/>
                  </a:lnTo>
                  <a:lnTo>
                    <a:pt x="121348" y="438784"/>
                  </a:lnTo>
                  <a:lnTo>
                    <a:pt x="98069" y="457834"/>
                  </a:lnTo>
                  <a:lnTo>
                    <a:pt x="104724" y="465835"/>
                  </a:lnTo>
                  <a:lnTo>
                    <a:pt x="101396" y="480567"/>
                  </a:lnTo>
                  <a:lnTo>
                    <a:pt x="67602" y="492251"/>
                  </a:lnTo>
                  <a:lnTo>
                    <a:pt x="37122" y="480567"/>
                  </a:lnTo>
                  <a:lnTo>
                    <a:pt x="16624" y="495934"/>
                  </a:lnTo>
                  <a:lnTo>
                    <a:pt x="29921" y="533399"/>
                  </a:lnTo>
                  <a:lnTo>
                    <a:pt x="23266" y="601471"/>
                  </a:lnTo>
                  <a:lnTo>
                    <a:pt x="3327" y="616838"/>
                  </a:lnTo>
                  <a:lnTo>
                    <a:pt x="6654" y="651255"/>
                  </a:lnTo>
                  <a:lnTo>
                    <a:pt x="0" y="665860"/>
                  </a:lnTo>
                  <a:lnTo>
                    <a:pt x="16624" y="681227"/>
                  </a:lnTo>
                  <a:lnTo>
                    <a:pt x="13296" y="703960"/>
                  </a:lnTo>
                  <a:lnTo>
                    <a:pt x="33794" y="745743"/>
                  </a:lnTo>
                  <a:lnTo>
                    <a:pt x="23266" y="756792"/>
                  </a:lnTo>
                  <a:lnTo>
                    <a:pt x="9969" y="764158"/>
                  </a:lnTo>
                  <a:lnTo>
                    <a:pt x="3327" y="779525"/>
                  </a:lnTo>
                  <a:lnTo>
                    <a:pt x="13296" y="821181"/>
                  </a:lnTo>
                  <a:lnTo>
                    <a:pt x="33794" y="843914"/>
                  </a:lnTo>
                  <a:lnTo>
                    <a:pt x="19951" y="870330"/>
                  </a:lnTo>
                  <a:lnTo>
                    <a:pt x="19951" y="889380"/>
                  </a:lnTo>
                  <a:lnTo>
                    <a:pt x="29921" y="900429"/>
                  </a:lnTo>
                  <a:lnTo>
                    <a:pt x="53746" y="945768"/>
                  </a:lnTo>
                  <a:lnTo>
                    <a:pt x="70929" y="938402"/>
                  </a:lnTo>
                  <a:lnTo>
                    <a:pt x="74244" y="957452"/>
                  </a:lnTo>
                  <a:lnTo>
                    <a:pt x="104724" y="957452"/>
                  </a:lnTo>
                  <a:lnTo>
                    <a:pt x="104724" y="949451"/>
                  </a:lnTo>
                  <a:lnTo>
                    <a:pt x="138518" y="972184"/>
                  </a:lnTo>
                  <a:lnTo>
                    <a:pt x="158470" y="976502"/>
                  </a:lnTo>
                  <a:lnTo>
                    <a:pt x="188976" y="999235"/>
                  </a:lnTo>
                  <a:lnTo>
                    <a:pt x="138518" y="1059306"/>
                  </a:lnTo>
                  <a:lnTo>
                    <a:pt x="138518" y="1074673"/>
                  </a:lnTo>
                  <a:lnTo>
                    <a:pt x="121348" y="1097406"/>
                  </a:lnTo>
                  <a:lnTo>
                    <a:pt x="121348" y="1116456"/>
                  </a:lnTo>
                  <a:lnTo>
                    <a:pt x="108051" y="1131188"/>
                  </a:lnTo>
                  <a:lnTo>
                    <a:pt x="111378" y="1172844"/>
                  </a:lnTo>
                  <a:lnTo>
                    <a:pt x="101396" y="1210945"/>
                  </a:lnTo>
                  <a:lnTo>
                    <a:pt x="114693" y="1225677"/>
                  </a:lnTo>
                  <a:lnTo>
                    <a:pt x="131876" y="1225677"/>
                  </a:lnTo>
                  <a:lnTo>
                    <a:pt x="135204" y="1233677"/>
                  </a:lnTo>
                  <a:lnTo>
                    <a:pt x="151815" y="1229359"/>
                  </a:lnTo>
                  <a:lnTo>
                    <a:pt x="165671" y="1233677"/>
                  </a:lnTo>
                  <a:lnTo>
                    <a:pt x="182245" y="1225677"/>
                  </a:lnTo>
                  <a:lnTo>
                    <a:pt x="196087" y="1237360"/>
                  </a:lnTo>
                  <a:lnTo>
                    <a:pt x="206121" y="1225677"/>
                  </a:lnTo>
                  <a:lnTo>
                    <a:pt x="192278" y="1199260"/>
                  </a:lnTo>
                  <a:lnTo>
                    <a:pt x="209422" y="1191894"/>
                  </a:lnTo>
                  <a:lnTo>
                    <a:pt x="226568" y="1195577"/>
                  </a:lnTo>
                  <a:lnTo>
                    <a:pt x="229997" y="1214627"/>
                  </a:lnTo>
                  <a:lnTo>
                    <a:pt x="249936" y="1210945"/>
                  </a:lnTo>
                  <a:lnTo>
                    <a:pt x="270383" y="1225677"/>
                  </a:lnTo>
                  <a:lnTo>
                    <a:pt x="267081" y="1210945"/>
                  </a:lnTo>
                  <a:lnTo>
                    <a:pt x="256540" y="1195577"/>
                  </a:lnTo>
                  <a:lnTo>
                    <a:pt x="280416" y="1202943"/>
                  </a:lnTo>
                  <a:lnTo>
                    <a:pt x="294259" y="1218310"/>
                  </a:lnTo>
                  <a:lnTo>
                    <a:pt x="294259" y="1233677"/>
                  </a:lnTo>
                  <a:lnTo>
                    <a:pt x="314198" y="1225677"/>
                  </a:lnTo>
                  <a:lnTo>
                    <a:pt x="361823" y="1271142"/>
                  </a:lnTo>
                  <a:lnTo>
                    <a:pt x="358521" y="1297431"/>
                  </a:lnTo>
                  <a:lnTo>
                    <a:pt x="371856" y="1305433"/>
                  </a:lnTo>
                  <a:lnTo>
                    <a:pt x="381762" y="1293748"/>
                  </a:lnTo>
                  <a:lnTo>
                    <a:pt x="402209" y="1282699"/>
                  </a:lnTo>
                  <a:lnTo>
                    <a:pt x="398907" y="1256410"/>
                  </a:lnTo>
                  <a:lnTo>
                    <a:pt x="432689" y="1263777"/>
                  </a:lnTo>
                  <a:lnTo>
                    <a:pt x="432689" y="1274825"/>
                  </a:lnTo>
                  <a:lnTo>
                    <a:pt x="453263" y="1286383"/>
                  </a:lnTo>
                  <a:lnTo>
                    <a:pt x="476503" y="1282699"/>
                  </a:lnTo>
                  <a:lnTo>
                    <a:pt x="493648" y="1271142"/>
                  </a:lnTo>
                  <a:lnTo>
                    <a:pt x="524128" y="1256410"/>
                  </a:lnTo>
                  <a:lnTo>
                    <a:pt x="571246" y="1256410"/>
                  </a:lnTo>
                  <a:lnTo>
                    <a:pt x="567944" y="1237360"/>
                  </a:lnTo>
                  <a:lnTo>
                    <a:pt x="598424" y="1241043"/>
                  </a:lnTo>
                  <a:lnTo>
                    <a:pt x="601726" y="1256410"/>
                  </a:lnTo>
                  <a:lnTo>
                    <a:pt x="632206" y="1248409"/>
                  </a:lnTo>
                  <a:lnTo>
                    <a:pt x="646049" y="1279016"/>
                  </a:lnTo>
                  <a:lnTo>
                    <a:pt x="659384" y="1279016"/>
                  </a:lnTo>
                  <a:lnTo>
                    <a:pt x="659384" y="1263777"/>
                  </a:lnTo>
                  <a:lnTo>
                    <a:pt x="672719" y="1252092"/>
                  </a:lnTo>
                  <a:lnTo>
                    <a:pt x="656082" y="1241043"/>
                  </a:lnTo>
                  <a:lnTo>
                    <a:pt x="659384" y="1225677"/>
                  </a:lnTo>
                  <a:lnTo>
                    <a:pt x="652780" y="1188211"/>
                  </a:lnTo>
                  <a:lnTo>
                    <a:pt x="642239" y="1176527"/>
                  </a:lnTo>
                  <a:lnTo>
                    <a:pt x="638810" y="1165478"/>
                  </a:lnTo>
                  <a:lnTo>
                    <a:pt x="672719" y="1139189"/>
                  </a:lnTo>
                  <a:lnTo>
                    <a:pt x="703199" y="1134871"/>
                  </a:lnTo>
                  <a:lnTo>
                    <a:pt x="703199" y="1097406"/>
                  </a:lnTo>
                  <a:lnTo>
                    <a:pt x="717042" y="1101089"/>
                  </a:lnTo>
                  <a:lnTo>
                    <a:pt x="730250" y="1108455"/>
                  </a:lnTo>
                  <a:lnTo>
                    <a:pt x="740283" y="1104772"/>
                  </a:lnTo>
                  <a:lnTo>
                    <a:pt x="747522" y="1059306"/>
                  </a:lnTo>
                  <a:lnTo>
                    <a:pt x="733679" y="1040256"/>
                  </a:lnTo>
                  <a:lnTo>
                    <a:pt x="717042" y="1036573"/>
                  </a:lnTo>
                  <a:lnTo>
                    <a:pt x="686562" y="994917"/>
                  </a:lnTo>
                  <a:lnTo>
                    <a:pt x="679831" y="994917"/>
                  </a:lnTo>
                  <a:lnTo>
                    <a:pt x="659384" y="961135"/>
                  </a:lnTo>
                  <a:lnTo>
                    <a:pt x="642239" y="961135"/>
                  </a:lnTo>
                  <a:lnTo>
                    <a:pt x="605028" y="900429"/>
                  </a:lnTo>
                  <a:lnTo>
                    <a:pt x="605028" y="889380"/>
                  </a:lnTo>
                  <a:lnTo>
                    <a:pt x="615569" y="881379"/>
                  </a:lnTo>
                  <a:lnTo>
                    <a:pt x="608457" y="836548"/>
                  </a:lnTo>
                  <a:lnTo>
                    <a:pt x="588391" y="805814"/>
                  </a:lnTo>
                  <a:lnTo>
                    <a:pt x="595122" y="794765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deutschland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5212" y="2217419"/>
              <a:ext cx="411480" cy="262127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617220" y="3285744"/>
              <a:ext cx="433070" cy="1591310"/>
            </a:xfrm>
            <a:custGeom>
              <a:avLst/>
              <a:gdLst/>
              <a:ahLst/>
              <a:cxnLst/>
              <a:rect l="l" t="t" r="r" b="b"/>
              <a:pathLst>
                <a:path w="433069" h="1591310">
                  <a:moveTo>
                    <a:pt x="432816" y="0"/>
                  </a:moveTo>
                  <a:lnTo>
                    <a:pt x="0" y="0"/>
                  </a:lnTo>
                  <a:lnTo>
                    <a:pt x="0" y="1591055"/>
                  </a:lnTo>
                  <a:lnTo>
                    <a:pt x="432816" y="1591055"/>
                  </a:lnTo>
                  <a:lnTo>
                    <a:pt x="432816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617220" y="3285744"/>
              <a:ext cx="433070" cy="1591310"/>
            </a:xfrm>
            <a:custGeom>
              <a:avLst/>
              <a:gdLst/>
              <a:ahLst/>
              <a:cxnLst/>
              <a:rect l="l" t="t" r="r" b="b"/>
              <a:pathLst>
                <a:path w="433069" h="1591310">
                  <a:moveTo>
                    <a:pt x="0" y="1591055"/>
                  </a:moveTo>
                  <a:lnTo>
                    <a:pt x="432816" y="1591055"/>
                  </a:lnTo>
                  <a:lnTo>
                    <a:pt x="432816" y="0"/>
                  </a:lnTo>
                  <a:lnTo>
                    <a:pt x="0" y="0"/>
                  </a:lnTo>
                  <a:lnTo>
                    <a:pt x="0" y="1591055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1050036" y="3438144"/>
              <a:ext cx="434340" cy="1438910"/>
            </a:xfrm>
            <a:custGeom>
              <a:avLst/>
              <a:gdLst/>
              <a:ahLst/>
              <a:cxnLst/>
              <a:rect l="l" t="t" r="r" b="b"/>
              <a:pathLst>
                <a:path w="434340" h="1438910">
                  <a:moveTo>
                    <a:pt x="434340" y="0"/>
                  </a:moveTo>
                  <a:lnTo>
                    <a:pt x="0" y="0"/>
                  </a:lnTo>
                  <a:lnTo>
                    <a:pt x="0" y="1438655"/>
                  </a:lnTo>
                  <a:lnTo>
                    <a:pt x="434340" y="1438655"/>
                  </a:lnTo>
                  <a:lnTo>
                    <a:pt x="434340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1050036" y="3438144"/>
              <a:ext cx="434340" cy="1438910"/>
            </a:xfrm>
            <a:custGeom>
              <a:avLst/>
              <a:gdLst/>
              <a:ahLst/>
              <a:cxnLst/>
              <a:rect l="l" t="t" r="r" b="b"/>
              <a:pathLst>
                <a:path w="434340" h="1438910">
                  <a:moveTo>
                    <a:pt x="0" y="1438655"/>
                  </a:moveTo>
                  <a:lnTo>
                    <a:pt x="434340" y="1438655"/>
                  </a:lnTo>
                  <a:lnTo>
                    <a:pt x="434340" y="0"/>
                  </a:lnTo>
                  <a:lnTo>
                    <a:pt x="0" y="0"/>
                  </a:lnTo>
                  <a:lnTo>
                    <a:pt x="0" y="1438655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1484376" y="4407407"/>
              <a:ext cx="434340" cy="469900"/>
            </a:xfrm>
            <a:custGeom>
              <a:avLst/>
              <a:gdLst/>
              <a:ahLst/>
              <a:cxnLst/>
              <a:rect l="l" t="t" r="r" b="b"/>
              <a:pathLst>
                <a:path w="434339" h="469900">
                  <a:moveTo>
                    <a:pt x="434339" y="0"/>
                  </a:moveTo>
                  <a:lnTo>
                    <a:pt x="0" y="0"/>
                  </a:lnTo>
                  <a:lnTo>
                    <a:pt x="0" y="469392"/>
                  </a:lnTo>
                  <a:lnTo>
                    <a:pt x="434339" y="469392"/>
                  </a:lnTo>
                  <a:lnTo>
                    <a:pt x="434339" y="0"/>
                  </a:lnTo>
                  <a:close/>
                </a:path>
              </a:pathLst>
            </a:custGeom>
            <a:solidFill>
              <a:srgbClr val="E997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1484376" y="4407407"/>
              <a:ext cx="434340" cy="469900"/>
            </a:xfrm>
            <a:custGeom>
              <a:avLst/>
              <a:gdLst/>
              <a:ahLst/>
              <a:cxnLst/>
              <a:rect l="l" t="t" r="r" b="b"/>
              <a:pathLst>
                <a:path w="434339" h="469900">
                  <a:moveTo>
                    <a:pt x="0" y="469392"/>
                  </a:moveTo>
                  <a:lnTo>
                    <a:pt x="434339" y="469392"/>
                  </a:lnTo>
                  <a:lnTo>
                    <a:pt x="434339" y="0"/>
                  </a:lnTo>
                  <a:lnTo>
                    <a:pt x="0" y="0"/>
                  </a:lnTo>
                  <a:lnTo>
                    <a:pt x="0" y="469392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1918715" y="4497323"/>
              <a:ext cx="433070" cy="379730"/>
            </a:xfrm>
            <a:custGeom>
              <a:avLst/>
              <a:gdLst/>
              <a:ahLst/>
              <a:cxnLst/>
              <a:rect l="l" t="t" r="r" b="b"/>
              <a:pathLst>
                <a:path w="433069" h="379729">
                  <a:moveTo>
                    <a:pt x="432816" y="0"/>
                  </a:moveTo>
                  <a:lnTo>
                    <a:pt x="0" y="0"/>
                  </a:lnTo>
                  <a:lnTo>
                    <a:pt x="0" y="379475"/>
                  </a:lnTo>
                  <a:lnTo>
                    <a:pt x="432816" y="379475"/>
                  </a:lnTo>
                  <a:lnTo>
                    <a:pt x="432816" y="0"/>
                  </a:lnTo>
                  <a:close/>
                </a:path>
              </a:pathLst>
            </a:custGeom>
            <a:solidFill>
              <a:srgbClr val="F5C9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1918715" y="4497323"/>
              <a:ext cx="433070" cy="379730"/>
            </a:xfrm>
            <a:custGeom>
              <a:avLst/>
              <a:gdLst/>
              <a:ahLst/>
              <a:cxnLst/>
              <a:rect l="l" t="t" r="r" b="b"/>
              <a:pathLst>
                <a:path w="433069" h="379729">
                  <a:moveTo>
                    <a:pt x="0" y="379475"/>
                  </a:moveTo>
                  <a:lnTo>
                    <a:pt x="432816" y="379475"/>
                  </a:lnTo>
                  <a:lnTo>
                    <a:pt x="432816" y="0"/>
                  </a:lnTo>
                  <a:lnTo>
                    <a:pt x="0" y="0"/>
                  </a:lnTo>
                  <a:lnTo>
                    <a:pt x="0" y="379475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443484" y="4876799"/>
              <a:ext cx="2082164" cy="0"/>
            </a:xfrm>
            <a:custGeom>
              <a:avLst/>
              <a:gdLst/>
              <a:ahLst/>
              <a:cxnLst/>
              <a:rect l="l" t="t" r="r" b="b"/>
              <a:pathLst>
                <a:path w="2082164" h="0">
                  <a:moveTo>
                    <a:pt x="0" y="0"/>
                  </a:moveTo>
                  <a:lnTo>
                    <a:pt x="2081783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/>
          <p:cNvSpPr/>
          <p:nvPr/>
        </p:nvSpPr>
        <p:spPr>
          <a:xfrm>
            <a:off x="10355580" y="53339"/>
            <a:ext cx="1784985" cy="1333500"/>
          </a:xfrm>
          <a:custGeom>
            <a:avLst/>
            <a:gdLst/>
            <a:ahLst/>
            <a:cxnLst/>
            <a:rect l="l" t="t" r="r" b="b"/>
            <a:pathLst>
              <a:path w="1784984" h="1333500">
                <a:moveTo>
                  <a:pt x="309625" y="673099"/>
                </a:moveTo>
                <a:lnTo>
                  <a:pt x="263398" y="685799"/>
                </a:lnTo>
                <a:lnTo>
                  <a:pt x="219435" y="698499"/>
                </a:lnTo>
                <a:lnTo>
                  <a:pt x="178187" y="711199"/>
                </a:lnTo>
                <a:lnTo>
                  <a:pt x="140103" y="736599"/>
                </a:lnTo>
                <a:lnTo>
                  <a:pt x="105636" y="761999"/>
                </a:lnTo>
                <a:lnTo>
                  <a:pt x="75236" y="787399"/>
                </a:lnTo>
                <a:lnTo>
                  <a:pt x="49352" y="825499"/>
                </a:lnTo>
                <a:lnTo>
                  <a:pt x="28436" y="876299"/>
                </a:lnTo>
                <a:lnTo>
                  <a:pt x="12938" y="914399"/>
                </a:lnTo>
                <a:lnTo>
                  <a:pt x="3309" y="952499"/>
                </a:lnTo>
                <a:lnTo>
                  <a:pt x="0" y="1003299"/>
                </a:lnTo>
                <a:lnTo>
                  <a:pt x="3309" y="1054099"/>
                </a:lnTo>
                <a:lnTo>
                  <a:pt x="12938" y="1104899"/>
                </a:lnTo>
                <a:lnTo>
                  <a:pt x="28436" y="1142999"/>
                </a:lnTo>
                <a:lnTo>
                  <a:pt x="49352" y="1181099"/>
                </a:lnTo>
                <a:lnTo>
                  <a:pt x="75236" y="1219199"/>
                </a:lnTo>
                <a:lnTo>
                  <a:pt x="105636" y="1257299"/>
                </a:lnTo>
                <a:lnTo>
                  <a:pt x="140103" y="1282699"/>
                </a:lnTo>
                <a:lnTo>
                  <a:pt x="178187" y="1308099"/>
                </a:lnTo>
                <a:lnTo>
                  <a:pt x="219435" y="1320799"/>
                </a:lnTo>
                <a:lnTo>
                  <a:pt x="263398" y="1333499"/>
                </a:lnTo>
                <a:lnTo>
                  <a:pt x="354687" y="1333499"/>
                </a:lnTo>
                <a:lnTo>
                  <a:pt x="398405" y="1320799"/>
                </a:lnTo>
                <a:lnTo>
                  <a:pt x="440102" y="1308099"/>
                </a:lnTo>
                <a:lnTo>
                  <a:pt x="479102" y="1282699"/>
                </a:lnTo>
                <a:lnTo>
                  <a:pt x="514729" y="1257299"/>
                </a:lnTo>
                <a:lnTo>
                  <a:pt x="546306" y="1231899"/>
                </a:lnTo>
                <a:lnTo>
                  <a:pt x="573159" y="1193799"/>
                </a:lnTo>
                <a:lnTo>
                  <a:pt x="118363" y="1193799"/>
                </a:lnTo>
                <a:lnTo>
                  <a:pt x="87792" y="1155699"/>
                </a:lnTo>
                <a:lnTo>
                  <a:pt x="64865" y="1104899"/>
                </a:lnTo>
                <a:lnTo>
                  <a:pt x="50462" y="1054099"/>
                </a:lnTo>
                <a:lnTo>
                  <a:pt x="45465" y="1003299"/>
                </a:lnTo>
                <a:lnTo>
                  <a:pt x="49725" y="952499"/>
                </a:lnTo>
                <a:lnTo>
                  <a:pt x="62003" y="901699"/>
                </a:lnTo>
                <a:lnTo>
                  <a:pt x="81552" y="863599"/>
                </a:lnTo>
                <a:lnTo>
                  <a:pt x="107624" y="825499"/>
                </a:lnTo>
                <a:lnTo>
                  <a:pt x="139470" y="787399"/>
                </a:lnTo>
                <a:lnTo>
                  <a:pt x="176341" y="761999"/>
                </a:lnTo>
                <a:lnTo>
                  <a:pt x="217490" y="749299"/>
                </a:lnTo>
                <a:lnTo>
                  <a:pt x="262168" y="736599"/>
                </a:lnTo>
                <a:lnTo>
                  <a:pt x="309625" y="723899"/>
                </a:lnTo>
                <a:lnTo>
                  <a:pt x="469587" y="723899"/>
                </a:lnTo>
                <a:lnTo>
                  <a:pt x="449548" y="711199"/>
                </a:lnTo>
                <a:lnTo>
                  <a:pt x="405680" y="698499"/>
                </a:lnTo>
                <a:lnTo>
                  <a:pt x="358785" y="685799"/>
                </a:lnTo>
                <a:lnTo>
                  <a:pt x="309625" y="673099"/>
                </a:lnTo>
                <a:close/>
              </a:path>
              <a:path w="1784984" h="1333500">
                <a:moveTo>
                  <a:pt x="1221263" y="1104899"/>
                </a:moveTo>
                <a:lnTo>
                  <a:pt x="1174622" y="1104899"/>
                </a:lnTo>
                <a:lnTo>
                  <a:pt x="1191964" y="1155699"/>
                </a:lnTo>
                <a:lnTo>
                  <a:pt x="1216251" y="1206499"/>
                </a:lnTo>
                <a:lnTo>
                  <a:pt x="1246734" y="1244599"/>
                </a:lnTo>
                <a:lnTo>
                  <a:pt x="1282668" y="1269999"/>
                </a:lnTo>
                <a:lnTo>
                  <a:pt x="1323304" y="1308099"/>
                </a:lnTo>
                <a:lnTo>
                  <a:pt x="1367897" y="1320799"/>
                </a:lnTo>
                <a:lnTo>
                  <a:pt x="1415698" y="1333499"/>
                </a:lnTo>
                <a:lnTo>
                  <a:pt x="1512369" y="1333499"/>
                </a:lnTo>
                <a:lnTo>
                  <a:pt x="1556891" y="1320799"/>
                </a:lnTo>
                <a:lnTo>
                  <a:pt x="1598991" y="1308099"/>
                </a:lnTo>
                <a:lnTo>
                  <a:pt x="1638136" y="1282699"/>
                </a:lnTo>
                <a:lnTo>
                  <a:pt x="1673793" y="1257299"/>
                </a:lnTo>
                <a:lnTo>
                  <a:pt x="1705429" y="1219199"/>
                </a:lnTo>
                <a:lnTo>
                  <a:pt x="1723482" y="1193799"/>
                </a:lnTo>
                <a:lnTo>
                  <a:pt x="1274698" y="1193799"/>
                </a:lnTo>
                <a:lnTo>
                  <a:pt x="1244147" y="1155699"/>
                </a:lnTo>
                <a:lnTo>
                  <a:pt x="1221263" y="1104899"/>
                </a:lnTo>
                <a:close/>
              </a:path>
              <a:path w="1784984" h="1333500">
                <a:moveTo>
                  <a:pt x="327786" y="838199"/>
                </a:moveTo>
                <a:lnTo>
                  <a:pt x="289091" y="850899"/>
                </a:lnTo>
                <a:lnTo>
                  <a:pt x="257206" y="876299"/>
                </a:lnTo>
                <a:lnTo>
                  <a:pt x="235561" y="901699"/>
                </a:lnTo>
                <a:lnTo>
                  <a:pt x="227583" y="952499"/>
                </a:lnTo>
                <a:lnTo>
                  <a:pt x="230868" y="965199"/>
                </a:lnTo>
                <a:lnTo>
                  <a:pt x="240141" y="990599"/>
                </a:lnTo>
                <a:lnTo>
                  <a:pt x="254533" y="1015999"/>
                </a:lnTo>
                <a:lnTo>
                  <a:pt x="273176" y="1028699"/>
                </a:lnTo>
                <a:lnTo>
                  <a:pt x="227364" y="1054099"/>
                </a:lnTo>
                <a:lnTo>
                  <a:pt x="188525" y="1079499"/>
                </a:lnTo>
                <a:lnTo>
                  <a:pt x="157112" y="1104899"/>
                </a:lnTo>
                <a:lnTo>
                  <a:pt x="133574" y="1155699"/>
                </a:lnTo>
                <a:lnTo>
                  <a:pt x="118363" y="1193799"/>
                </a:lnTo>
                <a:lnTo>
                  <a:pt x="573159" y="1193799"/>
                </a:lnTo>
                <a:lnTo>
                  <a:pt x="580309" y="1181099"/>
                </a:lnTo>
                <a:lnTo>
                  <a:pt x="519048" y="1181099"/>
                </a:lnTo>
                <a:lnTo>
                  <a:pt x="503861" y="1142999"/>
                </a:lnTo>
                <a:lnTo>
                  <a:pt x="480823" y="1104899"/>
                </a:lnTo>
                <a:lnTo>
                  <a:pt x="450798" y="1079499"/>
                </a:lnTo>
                <a:lnTo>
                  <a:pt x="414652" y="1054099"/>
                </a:lnTo>
                <a:lnTo>
                  <a:pt x="373252" y="1028699"/>
                </a:lnTo>
                <a:lnTo>
                  <a:pt x="391949" y="1015999"/>
                </a:lnTo>
                <a:lnTo>
                  <a:pt x="406336" y="1003299"/>
                </a:lnTo>
                <a:lnTo>
                  <a:pt x="415579" y="977899"/>
                </a:lnTo>
                <a:lnTo>
                  <a:pt x="418845" y="952499"/>
                </a:lnTo>
                <a:lnTo>
                  <a:pt x="412297" y="901699"/>
                </a:lnTo>
                <a:lnTo>
                  <a:pt x="393795" y="876299"/>
                </a:lnTo>
                <a:lnTo>
                  <a:pt x="365053" y="850899"/>
                </a:lnTo>
                <a:lnTo>
                  <a:pt x="327786" y="838199"/>
                </a:lnTo>
                <a:close/>
              </a:path>
              <a:path w="1784984" h="1333500">
                <a:moveTo>
                  <a:pt x="1484121" y="838199"/>
                </a:moveTo>
                <a:lnTo>
                  <a:pt x="1445426" y="850899"/>
                </a:lnTo>
                <a:lnTo>
                  <a:pt x="1413541" y="876299"/>
                </a:lnTo>
                <a:lnTo>
                  <a:pt x="1391896" y="901699"/>
                </a:lnTo>
                <a:lnTo>
                  <a:pt x="1383918" y="952499"/>
                </a:lnTo>
                <a:lnTo>
                  <a:pt x="1387203" y="965199"/>
                </a:lnTo>
                <a:lnTo>
                  <a:pt x="1396476" y="990599"/>
                </a:lnTo>
                <a:lnTo>
                  <a:pt x="1410868" y="1015999"/>
                </a:lnTo>
                <a:lnTo>
                  <a:pt x="1429511" y="1028699"/>
                </a:lnTo>
                <a:lnTo>
                  <a:pt x="1387174" y="1054099"/>
                </a:lnTo>
                <a:lnTo>
                  <a:pt x="1348792" y="1079499"/>
                </a:lnTo>
                <a:lnTo>
                  <a:pt x="1316098" y="1104899"/>
                </a:lnTo>
                <a:lnTo>
                  <a:pt x="1290823" y="1155699"/>
                </a:lnTo>
                <a:lnTo>
                  <a:pt x="1274698" y="1193799"/>
                </a:lnTo>
                <a:lnTo>
                  <a:pt x="1723482" y="1193799"/>
                </a:lnTo>
                <a:lnTo>
                  <a:pt x="1732509" y="1181099"/>
                </a:lnTo>
                <a:lnTo>
                  <a:pt x="1675383" y="1181099"/>
                </a:lnTo>
                <a:lnTo>
                  <a:pt x="1660197" y="1142999"/>
                </a:lnTo>
                <a:lnTo>
                  <a:pt x="1637166" y="1104899"/>
                </a:lnTo>
                <a:lnTo>
                  <a:pt x="1607160" y="1079499"/>
                </a:lnTo>
                <a:lnTo>
                  <a:pt x="1571052" y="1054099"/>
                </a:lnTo>
                <a:lnTo>
                  <a:pt x="1529714" y="1028699"/>
                </a:lnTo>
                <a:lnTo>
                  <a:pt x="1549767" y="1015999"/>
                </a:lnTo>
                <a:lnTo>
                  <a:pt x="1567259" y="1003299"/>
                </a:lnTo>
                <a:lnTo>
                  <a:pt x="1579631" y="977899"/>
                </a:lnTo>
                <a:lnTo>
                  <a:pt x="1584324" y="952499"/>
                </a:lnTo>
                <a:lnTo>
                  <a:pt x="1576347" y="901699"/>
                </a:lnTo>
                <a:lnTo>
                  <a:pt x="1554702" y="876299"/>
                </a:lnTo>
                <a:lnTo>
                  <a:pt x="1522817" y="850899"/>
                </a:lnTo>
                <a:lnTo>
                  <a:pt x="1484121" y="838199"/>
                </a:lnTo>
                <a:close/>
              </a:path>
              <a:path w="1784984" h="1333500">
                <a:moveTo>
                  <a:pt x="469587" y="723899"/>
                </a:moveTo>
                <a:lnTo>
                  <a:pt x="309625" y="723899"/>
                </a:lnTo>
                <a:lnTo>
                  <a:pt x="357046" y="736599"/>
                </a:lnTo>
                <a:lnTo>
                  <a:pt x="401694" y="749299"/>
                </a:lnTo>
                <a:lnTo>
                  <a:pt x="442820" y="761999"/>
                </a:lnTo>
                <a:lnTo>
                  <a:pt x="479676" y="787399"/>
                </a:lnTo>
                <a:lnTo>
                  <a:pt x="511511" y="825499"/>
                </a:lnTo>
                <a:lnTo>
                  <a:pt x="537576" y="863599"/>
                </a:lnTo>
                <a:lnTo>
                  <a:pt x="557122" y="901699"/>
                </a:lnTo>
                <a:lnTo>
                  <a:pt x="569400" y="952499"/>
                </a:lnTo>
                <a:lnTo>
                  <a:pt x="573658" y="1003299"/>
                </a:lnTo>
                <a:lnTo>
                  <a:pt x="570233" y="1054099"/>
                </a:lnTo>
                <a:lnTo>
                  <a:pt x="559974" y="1104899"/>
                </a:lnTo>
                <a:lnTo>
                  <a:pt x="542905" y="1142999"/>
                </a:lnTo>
                <a:lnTo>
                  <a:pt x="519048" y="1181099"/>
                </a:lnTo>
                <a:lnTo>
                  <a:pt x="580309" y="1181099"/>
                </a:lnTo>
                <a:lnTo>
                  <a:pt x="594609" y="1155699"/>
                </a:lnTo>
                <a:lnTo>
                  <a:pt x="609980" y="1104899"/>
                </a:lnTo>
                <a:lnTo>
                  <a:pt x="1221263" y="1104899"/>
                </a:lnTo>
                <a:lnTo>
                  <a:pt x="1206904" y="1054099"/>
                </a:lnTo>
                <a:lnTo>
                  <a:pt x="1205660" y="1041399"/>
                </a:lnTo>
                <a:lnTo>
                  <a:pt x="620553" y="1041399"/>
                </a:lnTo>
                <a:lnTo>
                  <a:pt x="626840" y="1015999"/>
                </a:lnTo>
                <a:lnTo>
                  <a:pt x="628268" y="1003299"/>
                </a:lnTo>
                <a:lnTo>
                  <a:pt x="625127" y="965199"/>
                </a:lnTo>
                <a:lnTo>
                  <a:pt x="616854" y="927099"/>
                </a:lnTo>
                <a:lnTo>
                  <a:pt x="605176" y="901699"/>
                </a:lnTo>
                <a:lnTo>
                  <a:pt x="591819" y="863599"/>
                </a:lnTo>
                <a:lnTo>
                  <a:pt x="637363" y="800099"/>
                </a:lnTo>
                <a:lnTo>
                  <a:pt x="555370" y="800099"/>
                </a:lnTo>
                <a:lnTo>
                  <a:pt x="525155" y="761999"/>
                </a:lnTo>
                <a:lnTo>
                  <a:pt x="489627" y="736599"/>
                </a:lnTo>
                <a:lnTo>
                  <a:pt x="469587" y="723899"/>
                </a:lnTo>
                <a:close/>
              </a:path>
              <a:path w="1784984" h="1333500">
                <a:moveTo>
                  <a:pt x="1618563" y="723899"/>
                </a:moveTo>
                <a:lnTo>
                  <a:pt x="1465960" y="723899"/>
                </a:lnTo>
                <a:lnTo>
                  <a:pt x="1516103" y="736599"/>
                </a:lnTo>
                <a:lnTo>
                  <a:pt x="1562870" y="749299"/>
                </a:lnTo>
                <a:lnTo>
                  <a:pt x="1605590" y="761999"/>
                </a:lnTo>
                <a:lnTo>
                  <a:pt x="1643587" y="787399"/>
                </a:lnTo>
                <a:lnTo>
                  <a:pt x="1676187" y="825499"/>
                </a:lnTo>
                <a:lnTo>
                  <a:pt x="1702717" y="863599"/>
                </a:lnTo>
                <a:lnTo>
                  <a:pt x="1722501" y="901699"/>
                </a:lnTo>
                <a:lnTo>
                  <a:pt x="1734866" y="952499"/>
                </a:lnTo>
                <a:lnTo>
                  <a:pt x="1739137" y="1003299"/>
                </a:lnTo>
                <a:lnTo>
                  <a:pt x="1734284" y="1054099"/>
                </a:lnTo>
                <a:lnTo>
                  <a:pt x="1720881" y="1104899"/>
                </a:lnTo>
                <a:lnTo>
                  <a:pt x="1700668" y="1142999"/>
                </a:lnTo>
                <a:lnTo>
                  <a:pt x="1675383" y="1181099"/>
                </a:lnTo>
                <a:lnTo>
                  <a:pt x="1732509" y="1181099"/>
                </a:lnTo>
                <a:lnTo>
                  <a:pt x="1754500" y="1142999"/>
                </a:lnTo>
                <a:lnTo>
                  <a:pt x="1770868" y="1104899"/>
                </a:lnTo>
                <a:lnTo>
                  <a:pt x="1781081" y="1054099"/>
                </a:lnTo>
                <a:lnTo>
                  <a:pt x="1784603" y="1003299"/>
                </a:lnTo>
                <a:lnTo>
                  <a:pt x="1781081" y="952499"/>
                </a:lnTo>
                <a:lnTo>
                  <a:pt x="1770868" y="914399"/>
                </a:lnTo>
                <a:lnTo>
                  <a:pt x="1754500" y="876299"/>
                </a:lnTo>
                <a:lnTo>
                  <a:pt x="1732509" y="825499"/>
                </a:lnTo>
                <a:lnTo>
                  <a:pt x="1705429" y="787399"/>
                </a:lnTo>
                <a:lnTo>
                  <a:pt x="1673793" y="761999"/>
                </a:lnTo>
                <a:lnTo>
                  <a:pt x="1638136" y="736599"/>
                </a:lnTo>
                <a:lnTo>
                  <a:pt x="1618563" y="723899"/>
                </a:lnTo>
                <a:close/>
              </a:path>
              <a:path w="1784984" h="1333500">
                <a:moveTo>
                  <a:pt x="1083489" y="622299"/>
                </a:moveTo>
                <a:lnTo>
                  <a:pt x="1010665" y="622299"/>
                </a:lnTo>
                <a:lnTo>
                  <a:pt x="1183639" y="863599"/>
                </a:lnTo>
                <a:lnTo>
                  <a:pt x="1171711" y="901699"/>
                </a:lnTo>
                <a:lnTo>
                  <a:pt x="1163177" y="939799"/>
                </a:lnTo>
                <a:lnTo>
                  <a:pt x="1158047" y="965199"/>
                </a:lnTo>
                <a:lnTo>
                  <a:pt x="1156334" y="1003299"/>
                </a:lnTo>
                <a:lnTo>
                  <a:pt x="1156334" y="1041399"/>
                </a:lnTo>
                <a:lnTo>
                  <a:pt x="1205660" y="1041399"/>
                </a:lnTo>
                <a:lnTo>
                  <a:pt x="1201927" y="1003299"/>
                </a:lnTo>
                <a:lnTo>
                  <a:pt x="1206186" y="952499"/>
                </a:lnTo>
                <a:lnTo>
                  <a:pt x="1218464" y="901699"/>
                </a:lnTo>
                <a:lnTo>
                  <a:pt x="1238010" y="863599"/>
                </a:lnTo>
                <a:lnTo>
                  <a:pt x="1264075" y="825499"/>
                </a:lnTo>
                <a:lnTo>
                  <a:pt x="1274687" y="812799"/>
                </a:lnTo>
                <a:lnTo>
                  <a:pt x="1220088" y="812799"/>
                </a:lnTo>
                <a:lnTo>
                  <a:pt x="1083489" y="622299"/>
                </a:lnTo>
                <a:close/>
              </a:path>
              <a:path w="1784984" h="1333500">
                <a:moveTo>
                  <a:pt x="1465960" y="673099"/>
                </a:moveTo>
                <a:lnTo>
                  <a:pt x="1416747" y="685799"/>
                </a:lnTo>
                <a:lnTo>
                  <a:pt x="1369817" y="698499"/>
                </a:lnTo>
                <a:lnTo>
                  <a:pt x="1325927" y="711199"/>
                </a:lnTo>
                <a:lnTo>
                  <a:pt x="1285837" y="749299"/>
                </a:lnTo>
                <a:lnTo>
                  <a:pt x="1250305" y="774699"/>
                </a:lnTo>
                <a:lnTo>
                  <a:pt x="1220088" y="812799"/>
                </a:lnTo>
                <a:lnTo>
                  <a:pt x="1274687" y="812799"/>
                </a:lnTo>
                <a:lnTo>
                  <a:pt x="1295910" y="787399"/>
                </a:lnTo>
                <a:lnTo>
                  <a:pt x="1332766" y="761999"/>
                </a:lnTo>
                <a:lnTo>
                  <a:pt x="1373892" y="749299"/>
                </a:lnTo>
                <a:lnTo>
                  <a:pt x="1418540" y="736599"/>
                </a:lnTo>
                <a:lnTo>
                  <a:pt x="1465960" y="723899"/>
                </a:lnTo>
                <a:lnTo>
                  <a:pt x="1618563" y="723899"/>
                </a:lnTo>
                <a:lnTo>
                  <a:pt x="1598991" y="711199"/>
                </a:lnTo>
                <a:lnTo>
                  <a:pt x="1556891" y="698499"/>
                </a:lnTo>
                <a:lnTo>
                  <a:pt x="1512369" y="685799"/>
                </a:lnTo>
                <a:lnTo>
                  <a:pt x="1465960" y="673099"/>
                </a:lnTo>
                <a:close/>
              </a:path>
              <a:path w="1784984" h="1333500">
                <a:moveTo>
                  <a:pt x="920336" y="0"/>
                </a:moveTo>
                <a:lnTo>
                  <a:pt x="827913" y="0"/>
                </a:lnTo>
                <a:lnTo>
                  <a:pt x="783950" y="12699"/>
                </a:lnTo>
                <a:lnTo>
                  <a:pt x="742702" y="25399"/>
                </a:lnTo>
                <a:lnTo>
                  <a:pt x="704618" y="50799"/>
                </a:lnTo>
                <a:lnTo>
                  <a:pt x="670151" y="76199"/>
                </a:lnTo>
                <a:lnTo>
                  <a:pt x="639751" y="114299"/>
                </a:lnTo>
                <a:lnTo>
                  <a:pt x="613867" y="139699"/>
                </a:lnTo>
                <a:lnTo>
                  <a:pt x="592951" y="190499"/>
                </a:lnTo>
                <a:lnTo>
                  <a:pt x="577453" y="228599"/>
                </a:lnTo>
                <a:lnTo>
                  <a:pt x="567824" y="279399"/>
                </a:lnTo>
                <a:lnTo>
                  <a:pt x="564514" y="317499"/>
                </a:lnTo>
                <a:lnTo>
                  <a:pt x="567778" y="368299"/>
                </a:lnTo>
                <a:lnTo>
                  <a:pt x="577252" y="419099"/>
                </a:lnTo>
                <a:lnTo>
                  <a:pt x="592456" y="457199"/>
                </a:lnTo>
                <a:lnTo>
                  <a:pt x="612915" y="507999"/>
                </a:lnTo>
                <a:lnTo>
                  <a:pt x="638150" y="546099"/>
                </a:lnTo>
                <a:lnTo>
                  <a:pt x="667684" y="571499"/>
                </a:lnTo>
                <a:lnTo>
                  <a:pt x="701039" y="596899"/>
                </a:lnTo>
                <a:lnTo>
                  <a:pt x="555370" y="800099"/>
                </a:lnTo>
                <a:lnTo>
                  <a:pt x="637363" y="800099"/>
                </a:lnTo>
                <a:lnTo>
                  <a:pt x="755776" y="634999"/>
                </a:lnTo>
                <a:lnTo>
                  <a:pt x="980350" y="634999"/>
                </a:lnTo>
                <a:lnTo>
                  <a:pt x="1010665" y="622299"/>
                </a:lnTo>
                <a:lnTo>
                  <a:pt x="1083489" y="622299"/>
                </a:lnTo>
                <a:lnTo>
                  <a:pt x="1065275" y="596899"/>
                </a:lnTo>
                <a:lnTo>
                  <a:pt x="1099355" y="558799"/>
                </a:lnTo>
                <a:lnTo>
                  <a:pt x="1128362" y="520699"/>
                </a:lnTo>
                <a:lnTo>
                  <a:pt x="682878" y="520699"/>
                </a:lnTo>
                <a:lnTo>
                  <a:pt x="629380" y="431799"/>
                </a:lnTo>
                <a:lnTo>
                  <a:pt x="614977" y="380999"/>
                </a:lnTo>
                <a:lnTo>
                  <a:pt x="609980" y="317499"/>
                </a:lnTo>
                <a:lnTo>
                  <a:pt x="614244" y="279399"/>
                </a:lnTo>
                <a:lnTo>
                  <a:pt x="626533" y="228599"/>
                </a:lnTo>
                <a:lnTo>
                  <a:pt x="646096" y="177799"/>
                </a:lnTo>
                <a:lnTo>
                  <a:pt x="672181" y="139699"/>
                </a:lnTo>
                <a:lnTo>
                  <a:pt x="704037" y="114299"/>
                </a:lnTo>
                <a:lnTo>
                  <a:pt x="740913" y="88899"/>
                </a:lnTo>
                <a:lnTo>
                  <a:pt x="782056" y="63499"/>
                </a:lnTo>
                <a:lnTo>
                  <a:pt x="826716" y="50799"/>
                </a:lnTo>
                <a:lnTo>
                  <a:pt x="1043568" y="50799"/>
                </a:lnTo>
                <a:lnTo>
                  <a:pt x="1005501" y="25399"/>
                </a:lnTo>
                <a:lnTo>
                  <a:pt x="964274" y="12699"/>
                </a:lnTo>
                <a:lnTo>
                  <a:pt x="920336" y="0"/>
                </a:lnTo>
                <a:close/>
              </a:path>
              <a:path w="1784984" h="1333500">
                <a:moveTo>
                  <a:pt x="980350" y="634999"/>
                </a:moveTo>
                <a:lnTo>
                  <a:pt x="755776" y="634999"/>
                </a:lnTo>
                <a:lnTo>
                  <a:pt x="783183" y="647699"/>
                </a:lnTo>
                <a:lnTo>
                  <a:pt x="811482" y="647699"/>
                </a:lnTo>
                <a:lnTo>
                  <a:pt x="841519" y="660399"/>
                </a:lnTo>
                <a:lnTo>
                  <a:pt x="909528" y="660399"/>
                </a:lnTo>
                <a:lnTo>
                  <a:pt x="945784" y="647699"/>
                </a:lnTo>
                <a:lnTo>
                  <a:pt x="980350" y="634999"/>
                </a:lnTo>
                <a:close/>
              </a:path>
              <a:path w="1784984" h="1333500">
                <a:moveTo>
                  <a:pt x="921853" y="165099"/>
                </a:moveTo>
                <a:lnTo>
                  <a:pt x="849749" y="165099"/>
                </a:lnTo>
                <a:lnTo>
                  <a:pt x="820578" y="190499"/>
                </a:lnTo>
                <a:lnTo>
                  <a:pt x="799933" y="215899"/>
                </a:lnTo>
                <a:lnTo>
                  <a:pt x="792098" y="253999"/>
                </a:lnTo>
                <a:lnTo>
                  <a:pt x="795383" y="279399"/>
                </a:lnTo>
                <a:lnTo>
                  <a:pt x="804656" y="304799"/>
                </a:lnTo>
                <a:lnTo>
                  <a:pt x="819048" y="330199"/>
                </a:lnTo>
                <a:lnTo>
                  <a:pt x="837691" y="342899"/>
                </a:lnTo>
                <a:lnTo>
                  <a:pt x="791013" y="355599"/>
                </a:lnTo>
                <a:lnTo>
                  <a:pt x="750444" y="380999"/>
                </a:lnTo>
                <a:lnTo>
                  <a:pt x="717731" y="419099"/>
                </a:lnTo>
                <a:lnTo>
                  <a:pt x="694627" y="469899"/>
                </a:lnTo>
                <a:lnTo>
                  <a:pt x="682878" y="520699"/>
                </a:lnTo>
                <a:lnTo>
                  <a:pt x="1128362" y="520699"/>
                </a:lnTo>
                <a:lnTo>
                  <a:pt x="1134220" y="507999"/>
                </a:lnTo>
                <a:lnTo>
                  <a:pt x="1083563" y="507999"/>
                </a:lnTo>
                <a:lnTo>
                  <a:pt x="1058175" y="457199"/>
                </a:lnTo>
                <a:lnTo>
                  <a:pt x="1024286" y="406399"/>
                </a:lnTo>
                <a:lnTo>
                  <a:pt x="983587" y="368299"/>
                </a:lnTo>
                <a:lnTo>
                  <a:pt x="937767" y="355599"/>
                </a:lnTo>
                <a:lnTo>
                  <a:pt x="956464" y="330199"/>
                </a:lnTo>
                <a:lnTo>
                  <a:pt x="970851" y="317499"/>
                </a:lnTo>
                <a:lnTo>
                  <a:pt x="980094" y="279399"/>
                </a:lnTo>
                <a:lnTo>
                  <a:pt x="983360" y="253999"/>
                </a:lnTo>
                <a:lnTo>
                  <a:pt x="975383" y="215899"/>
                </a:lnTo>
                <a:lnTo>
                  <a:pt x="953738" y="190499"/>
                </a:lnTo>
                <a:lnTo>
                  <a:pt x="921853" y="165099"/>
                </a:lnTo>
                <a:close/>
              </a:path>
              <a:path w="1784984" h="1333500">
                <a:moveTo>
                  <a:pt x="1043568" y="50799"/>
                </a:moveTo>
                <a:lnTo>
                  <a:pt x="921561" y="50799"/>
                </a:lnTo>
                <a:lnTo>
                  <a:pt x="966209" y="63499"/>
                </a:lnTo>
                <a:lnTo>
                  <a:pt x="1007335" y="88899"/>
                </a:lnTo>
                <a:lnTo>
                  <a:pt x="1044191" y="114299"/>
                </a:lnTo>
                <a:lnTo>
                  <a:pt x="1076026" y="139699"/>
                </a:lnTo>
                <a:lnTo>
                  <a:pt x="1102091" y="177799"/>
                </a:lnTo>
                <a:lnTo>
                  <a:pt x="1121637" y="228599"/>
                </a:lnTo>
                <a:lnTo>
                  <a:pt x="1133915" y="279399"/>
                </a:lnTo>
                <a:lnTo>
                  <a:pt x="1138173" y="317499"/>
                </a:lnTo>
                <a:lnTo>
                  <a:pt x="1134748" y="368299"/>
                </a:lnTo>
                <a:lnTo>
                  <a:pt x="1124489" y="419099"/>
                </a:lnTo>
                <a:lnTo>
                  <a:pt x="1107420" y="469899"/>
                </a:lnTo>
                <a:lnTo>
                  <a:pt x="1083563" y="507999"/>
                </a:lnTo>
                <a:lnTo>
                  <a:pt x="1134220" y="507999"/>
                </a:lnTo>
                <a:lnTo>
                  <a:pt x="1151794" y="469899"/>
                </a:lnTo>
                <a:lnTo>
                  <a:pt x="1169152" y="431799"/>
                </a:lnTo>
                <a:lnTo>
                  <a:pt x="1179934" y="380999"/>
                </a:lnTo>
                <a:lnTo>
                  <a:pt x="1183639" y="317499"/>
                </a:lnTo>
                <a:lnTo>
                  <a:pt x="1180330" y="279399"/>
                </a:lnTo>
                <a:lnTo>
                  <a:pt x="1170701" y="228599"/>
                </a:lnTo>
                <a:lnTo>
                  <a:pt x="1155205" y="190499"/>
                </a:lnTo>
                <a:lnTo>
                  <a:pt x="1134293" y="139699"/>
                </a:lnTo>
                <a:lnTo>
                  <a:pt x="1108415" y="114299"/>
                </a:lnTo>
                <a:lnTo>
                  <a:pt x="1078023" y="76199"/>
                </a:lnTo>
                <a:lnTo>
                  <a:pt x="1043568" y="5079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 descr="$PPTXTitle"/>
          <p:cNvSpPr txBox="1">
            <a:spLocks noGrp="1"/>
          </p:cNvSpPr>
          <p:nvPr>
            <p:ph type="title"/>
          </p:nvPr>
        </p:nvSpPr>
        <p:spPr>
          <a:xfrm>
            <a:off x="430174" y="296926"/>
            <a:ext cx="10812780" cy="1260475"/>
          </a:xfrm>
          <a:prstGeom prst="rect"/>
        </p:spPr>
        <p:txBody>
          <a:bodyPr wrap="square" lIns="0" tIns="88265" rIns="0" bIns="0" rtlCol="0" vert="horz">
            <a:spAutoFit/>
          </a:bodyPr>
          <a:lstStyle/>
          <a:p>
            <a:pPr marL="12700" marR="5080">
              <a:lnSpc>
                <a:spcPts val="3260"/>
              </a:lnSpc>
              <a:spcBef>
                <a:spcPts val="695"/>
              </a:spcBef>
            </a:pPr>
            <a:r>
              <a:rPr dirty="0">
                <a:solidFill>
                  <a:srgbClr val="000000"/>
                </a:solidFill>
              </a:rPr>
              <a:t>Readiness for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online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car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purchases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very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high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in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China, </a:t>
            </a:r>
            <a:r>
              <a:rPr dirty="0" spc="-10">
                <a:solidFill>
                  <a:srgbClr val="000000"/>
                </a:solidFill>
              </a:rPr>
              <a:t>while </a:t>
            </a:r>
            <a:r>
              <a:rPr dirty="0">
                <a:solidFill>
                  <a:srgbClr val="000000"/>
                </a:solidFill>
              </a:rPr>
              <a:t>rather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low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in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Germany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– the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US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falls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in</a:t>
            </a:r>
            <a:r>
              <a:rPr dirty="0" spc="-10">
                <a:solidFill>
                  <a:srgbClr val="000000"/>
                </a:solidFill>
              </a:rPr>
              <a:t> between</a:t>
            </a: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Willingness</a:t>
            </a:r>
            <a:r>
              <a:rPr dirty="0" sz="1800" spc="-6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to</a:t>
            </a:r>
            <a:r>
              <a:rPr dirty="0" sz="1800" spc="-3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make</a:t>
            </a:r>
            <a:r>
              <a:rPr dirty="0" sz="1800" spc="-3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car</a:t>
            </a:r>
            <a:r>
              <a:rPr dirty="0" sz="1800" spc="-2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purchases</a:t>
            </a:r>
            <a:r>
              <a:rPr dirty="0" sz="1800" spc="-4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A21F1F"/>
                </a:solidFill>
                <a:latin typeface="Arial"/>
                <a:cs typeface="Arial"/>
              </a:rPr>
              <a:t>online</a:t>
            </a:r>
            <a:endParaRPr sz="18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578354" y="6500876"/>
            <a:ext cx="1867535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>
                <a:latin typeface="Arial"/>
                <a:cs typeface="Arial"/>
              </a:rPr>
              <a:t>Source:</a:t>
            </a:r>
            <a:r>
              <a:rPr dirty="0" sz="750" spc="-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PwC</a:t>
            </a:r>
            <a:r>
              <a:rPr dirty="0" sz="750" spc="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Strategy&amp;</a:t>
            </a:r>
            <a:r>
              <a:rPr dirty="0" sz="750" spc="-2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consumer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research</a:t>
            </a:r>
            <a:endParaRPr sz="750">
              <a:latin typeface="Arial"/>
              <a:cs typeface="Arial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8692895" y="1754123"/>
            <a:ext cx="3055620" cy="1213485"/>
          </a:xfrm>
          <a:custGeom>
            <a:avLst/>
            <a:gdLst/>
            <a:ahLst/>
            <a:cxnLst/>
            <a:rect l="l" t="t" r="r" b="b"/>
            <a:pathLst>
              <a:path w="3055620" h="1213485">
                <a:moveTo>
                  <a:pt x="3055620" y="0"/>
                </a:moveTo>
                <a:lnTo>
                  <a:pt x="0" y="0"/>
                </a:lnTo>
                <a:lnTo>
                  <a:pt x="0" y="1213103"/>
                </a:lnTo>
                <a:lnTo>
                  <a:pt x="3055620" y="1213103"/>
                </a:lnTo>
                <a:lnTo>
                  <a:pt x="305562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8772270" y="2128774"/>
            <a:ext cx="2529205" cy="4527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400" b="1" i="1">
                <a:solidFill>
                  <a:srgbClr val="A21F1F"/>
                </a:solidFill>
                <a:latin typeface="Arial"/>
                <a:cs typeface="Arial"/>
              </a:rPr>
              <a:t>Question:</a:t>
            </a:r>
            <a:r>
              <a:rPr dirty="0" sz="1400" spc="-55" b="1" i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“Would</a:t>
            </a:r>
            <a:r>
              <a:rPr dirty="0" sz="1400" spc="-5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you</a:t>
            </a:r>
            <a:r>
              <a:rPr dirty="0" sz="1400" spc="-3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buy</a:t>
            </a:r>
            <a:r>
              <a:rPr dirty="0" sz="1400" spc="-25" i="1">
                <a:latin typeface="Arial"/>
                <a:cs typeface="Arial"/>
              </a:rPr>
              <a:t> </a:t>
            </a:r>
            <a:r>
              <a:rPr dirty="0" sz="1400" spc="-20" i="1">
                <a:latin typeface="Arial"/>
                <a:cs typeface="Arial"/>
              </a:rPr>
              <a:t>your</a:t>
            </a:r>
            <a:r>
              <a:rPr dirty="0" sz="1400" spc="-2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next</a:t>
            </a:r>
            <a:r>
              <a:rPr dirty="0" sz="1400" spc="-3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car</a:t>
            </a:r>
            <a:r>
              <a:rPr dirty="0" sz="1400" spc="-20" i="1">
                <a:latin typeface="Arial"/>
                <a:cs typeface="Arial"/>
              </a:rPr>
              <a:t> </a:t>
            </a:r>
            <a:r>
              <a:rPr dirty="0" sz="1400" spc="-10" i="1">
                <a:latin typeface="Arial"/>
                <a:cs typeface="Arial"/>
              </a:rPr>
              <a:t>online?</a:t>
            </a:r>
            <a:endParaRPr sz="14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8614664" y="4042664"/>
            <a:ext cx="314071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willingness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buy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car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online </a:t>
            </a:r>
            <a:r>
              <a:rPr dirty="0" sz="1400" b="1">
                <a:latin typeface="Arial"/>
                <a:cs typeface="Arial"/>
              </a:rPr>
              <a:t>varies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significantly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across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countries</a:t>
            </a:r>
            <a:r>
              <a:rPr dirty="0" sz="1400" spc="-10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8614664" y="4682744"/>
            <a:ext cx="3138170" cy="666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Arial"/>
                <a:cs typeface="Arial"/>
              </a:rPr>
              <a:t>In</a:t>
            </a:r>
            <a:r>
              <a:rPr dirty="0" sz="1400" spc="-5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China</a:t>
            </a:r>
            <a:r>
              <a:rPr dirty="0" sz="1400">
                <a:latin typeface="Arial"/>
                <a:cs typeface="Arial"/>
              </a:rPr>
              <a:t>,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people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are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particularly</a:t>
            </a:r>
            <a:r>
              <a:rPr dirty="0" sz="1400" spc="-65" b="1">
                <a:latin typeface="Arial"/>
                <a:cs typeface="Arial"/>
              </a:rPr>
              <a:t> </a:t>
            </a:r>
            <a:r>
              <a:rPr dirty="0" sz="1400" spc="-20" b="1">
                <a:latin typeface="Arial"/>
                <a:cs typeface="Arial"/>
              </a:rPr>
              <a:t>open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completing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certain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steps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or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even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the </a:t>
            </a:r>
            <a:r>
              <a:rPr dirty="0" sz="1400">
                <a:latin typeface="Arial"/>
                <a:cs typeface="Arial"/>
              </a:rPr>
              <a:t>entire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buying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process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online.</a:t>
            </a:r>
            <a:endParaRPr sz="14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614664" y="5536488"/>
            <a:ext cx="2895600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"/>
                <a:cs typeface="Arial"/>
              </a:rPr>
              <a:t>In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contrast,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majority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in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Germany </a:t>
            </a:r>
            <a:r>
              <a:rPr dirty="0" sz="1400">
                <a:latin typeface="Arial"/>
                <a:cs typeface="Arial"/>
              </a:rPr>
              <a:t>feel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more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comfortable</a:t>
            </a:r>
            <a:r>
              <a:rPr dirty="0" sz="1400" spc="-60" b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with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store processes.</a:t>
            </a:r>
            <a:r>
              <a:rPr dirty="0" sz="1400" spc="-10" b="1">
                <a:latin typeface="Arial"/>
                <a:cs typeface="Arial"/>
              </a:rPr>
              <a:t>”</a:t>
            </a:r>
            <a:endParaRPr sz="1400">
              <a:latin typeface="Arial"/>
              <a:cs typeface="Arial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8609076" y="3560064"/>
            <a:ext cx="182880" cy="413384"/>
          </a:xfrm>
          <a:custGeom>
            <a:avLst/>
            <a:gdLst/>
            <a:ahLst/>
            <a:cxnLst/>
            <a:rect l="l" t="t" r="r" b="b"/>
            <a:pathLst>
              <a:path w="182879" h="413385">
                <a:moveTo>
                  <a:pt x="182879" y="0"/>
                </a:moveTo>
                <a:lnTo>
                  <a:pt x="0" y="0"/>
                </a:lnTo>
                <a:lnTo>
                  <a:pt x="0" y="198120"/>
                </a:lnTo>
                <a:lnTo>
                  <a:pt x="84962" y="198120"/>
                </a:lnTo>
                <a:lnTo>
                  <a:pt x="80898" y="241935"/>
                </a:lnTo>
                <a:lnTo>
                  <a:pt x="67055" y="278511"/>
                </a:lnTo>
                <a:lnTo>
                  <a:pt x="41020" y="307340"/>
                </a:lnTo>
                <a:lnTo>
                  <a:pt x="0" y="328041"/>
                </a:lnTo>
                <a:lnTo>
                  <a:pt x="0" y="412877"/>
                </a:lnTo>
                <a:lnTo>
                  <a:pt x="43941" y="402463"/>
                </a:lnTo>
                <a:lnTo>
                  <a:pt x="83692" y="383921"/>
                </a:lnTo>
                <a:lnTo>
                  <a:pt x="117982" y="358013"/>
                </a:lnTo>
                <a:lnTo>
                  <a:pt x="146176" y="325501"/>
                </a:lnTo>
                <a:lnTo>
                  <a:pt x="167004" y="287274"/>
                </a:lnTo>
                <a:lnTo>
                  <a:pt x="179577" y="244094"/>
                </a:lnTo>
                <a:lnTo>
                  <a:pt x="182752" y="198120"/>
                </a:lnTo>
                <a:lnTo>
                  <a:pt x="1828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8883268" y="3560064"/>
            <a:ext cx="182880" cy="413384"/>
          </a:xfrm>
          <a:custGeom>
            <a:avLst/>
            <a:gdLst/>
            <a:ahLst/>
            <a:cxnLst/>
            <a:rect l="l" t="t" r="r" b="b"/>
            <a:pathLst>
              <a:path w="182879" h="413385">
                <a:moveTo>
                  <a:pt x="182879" y="0"/>
                </a:moveTo>
                <a:lnTo>
                  <a:pt x="0" y="0"/>
                </a:lnTo>
                <a:lnTo>
                  <a:pt x="0" y="198120"/>
                </a:lnTo>
                <a:lnTo>
                  <a:pt x="84962" y="198120"/>
                </a:lnTo>
                <a:lnTo>
                  <a:pt x="81025" y="241935"/>
                </a:lnTo>
                <a:lnTo>
                  <a:pt x="67182" y="278511"/>
                </a:lnTo>
                <a:lnTo>
                  <a:pt x="41020" y="307340"/>
                </a:lnTo>
                <a:lnTo>
                  <a:pt x="0" y="328041"/>
                </a:lnTo>
                <a:lnTo>
                  <a:pt x="0" y="412877"/>
                </a:lnTo>
                <a:lnTo>
                  <a:pt x="44068" y="402463"/>
                </a:lnTo>
                <a:lnTo>
                  <a:pt x="83692" y="383921"/>
                </a:lnTo>
                <a:lnTo>
                  <a:pt x="118109" y="358013"/>
                </a:lnTo>
                <a:lnTo>
                  <a:pt x="146176" y="325501"/>
                </a:lnTo>
                <a:lnTo>
                  <a:pt x="167004" y="287274"/>
                </a:lnTo>
                <a:lnTo>
                  <a:pt x="179577" y="244094"/>
                </a:lnTo>
                <a:lnTo>
                  <a:pt x="182752" y="198120"/>
                </a:lnTo>
                <a:lnTo>
                  <a:pt x="1828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1344422" y="4904994"/>
            <a:ext cx="2933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00" spc="-20" b="1">
                <a:latin typeface="Arial"/>
                <a:cs typeface="Arial"/>
              </a:rPr>
              <a:t>2023</a:t>
            </a:r>
            <a:endParaRPr sz="10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08964" y="3093211"/>
            <a:ext cx="2654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00" spc="-25" b="1">
                <a:latin typeface="Arial"/>
                <a:cs typeface="Arial"/>
              </a:rPr>
              <a:t>41%</a:t>
            </a:r>
            <a:endParaRPr sz="10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010791" y="4303267"/>
            <a:ext cx="2654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00" spc="-25" b="1">
                <a:latin typeface="Arial"/>
                <a:cs typeface="Arial"/>
              </a:rPr>
              <a:t>10%</a:t>
            </a:r>
            <a:endParaRPr sz="10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142390" y="3244087"/>
            <a:ext cx="2654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00" spc="-25" b="1">
                <a:latin typeface="Arial"/>
                <a:cs typeface="Arial"/>
              </a:rPr>
              <a:t>37%</a:t>
            </a:r>
            <a:endParaRPr sz="10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577339" y="4214240"/>
            <a:ext cx="2654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00" spc="-25" b="1">
                <a:latin typeface="Arial"/>
                <a:cs typeface="Arial"/>
              </a:rPr>
              <a:t>12%</a:t>
            </a:r>
            <a:endParaRPr sz="1000">
              <a:latin typeface="Arial"/>
              <a:cs typeface="Arial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451104" y="6106667"/>
            <a:ext cx="180340" cy="134620"/>
          </a:xfrm>
          <a:custGeom>
            <a:avLst/>
            <a:gdLst/>
            <a:ahLst/>
            <a:cxnLst/>
            <a:rect l="l" t="t" r="r" b="b"/>
            <a:pathLst>
              <a:path w="180340" h="134620">
                <a:moveTo>
                  <a:pt x="179832" y="0"/>
                </a:moveTo>
                <a:lnTo>
                  <a:pt x="0" y="0"/>
                </a:lnTo>
                <a:lnTo>
                  <a:pt x="0" y="134112"/>
                </a:lnTo>
                <a:lnTo>
                  <a:pt x="179832" y="134112"/>
                </a:lnTo>
                <a:lnTo>
                  <a:pt x="179832" y="0"/>
                </a:lnTo>
                <a:close/>
              </a:path>
            </a:pathLst>
          </a:custGeom>
          <a:solidFill>
            <a:srgbClr val="F5C9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451104" y="5497067"/>
            <a:ext cx="180340" cy="134620"/>
          </a:xfrm>
          <a:custGeom>
            <a:avLst/>
            <a:gdLst/>
            <a:ahLst/>
            <a:cxnLst/>
            <a:rect l="l" t="t" r="r" b="b"/>
            <a:pathLst>
              <a:path w="180340" h="134620">
                <a:moveTo>
                  <a:pt x="179832" y="0"/>
                </a:moveTo>
                <a:lnTo>
                  <a:pt x="0" y="0"/>
                </a:lnTo>
                <a:lnTo>
                  <a:pt x="0" y="134111"/>
                </a:lnTo>
                <a:lnTo>
                  <a:pt x="179832" y="134111"/>
                </a:lnTo>
                <a:lnTo>
                  <a:pt x="179832" y="0"/>
                </a:lnTo>
                <a:close/>
              </a:path>
            </a:pathLst>
          </a:custGeom>
          <a:solidFill>
            <a:srgbClr val="A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451104" y="5903976"/>
            <a:ext cx="180340" cy="132715"/>
          </a:xfrm>
          <a:custGeom>
            <a:avLst/>
            <a:gdLst/>
            <a:ahLst/>
            <a:cxnLst/>
            <a:rect l="l" t="t" r="r" b="b"/>
            <a:pathLst>
              <a:path w="180340" h="132714">
                <a:moveTo>
                  <a:pt x="179832" y="0"/>
                </a:moveTo>
                <a:lnTo>
                  <a:pt x="0" y="0"/>
                </a:lnTo>
                <a:lnTo>
                  <a:pt x="0" y="132587"/>
                </a:lnTo>
                <a:lnTo>
                  <a:pt x="179832" y="132587"/>
                </a:lnTo>
                <a:lnTo>
                  <a:pt x="179832" y="0"/>
                </a:lnTo>
                <a:close/>
              </a:path>
            </a:pathLst>
          </a:custGeom>
          <a:solidFill>
            <a:srgbClr val="E997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451104" y="5701284"/>
            <a:ext cx="180340" cy="132715"/>
          </a:xfrm>
          <a:custGeom>
            <a:avLst/>
            <a:gdLst/>
            <a:ahLst/>
            <a:cxnLst/>
            <a:rect l="l" t="t" r="r" b="b"/>
            <a:pathLst>
              <a:path w="180340" h="132714">
                <a:moveTo>
                  <a:pt x="179832" y="0"/>
                </a:moveTo>
                <a:lnTo>
                  <a:pt x="0" y="0"/>
                </a:lnTo>
                <a:lnTo>
                  <a:pt x="0" y="132587"/>
                </a:lnTo>
                <a:lnTo>
                  <a:pt x="179832" y="132587"/>
                </a:lnTo>
                <a:lnTo>
                  <a:pt x="179832" y="0"/>
                </a:lnTo>
                <a:close/>
              </a:path>
            </a:pathLst>
          </a:custGeom>
          <a:solidFill>
            <a:srgbClr val="DB52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 txBox="1"/>
          <p:nvPr/>
        </p:nvSpPr>
        <p:spPr>
          <a:xfrm>
            <a:off x="4357370" y="3957065"/>
            <a:ext cx="2654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00" spc="-25" b="1">
                <a:latin typeface="Arial"/>
                <a:cs typeface="Arial"/>
              </a:rPr>
              <a:t>18%</a:t>
            </a:r>
            <a:endParaRPr sz="100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4124578" y="4904994"/>
            <a:ext cx="2933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00" spc="-20" b="1">
                <a:latin typeface="Arial"/>
                <a:cs typeface="Arial"/>
              </a:rPr>
              <a:t>2023</a:t>
            </a:r>
            <a:endParaRPr sz="100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922521" y="3417189"/>
            <a:ext cx="2654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00" spc="-25" b="1">
                <a:latin typeface="Arial"/>
                <a:cs typeface="Arial"/>
              </a:rPr>
              <a:t>32%</a:t>
            </a:r>
            <a:endParaRPr sz="10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3489071" y="3620515"/>
            <a:ext cx="2654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00" spc="-25" b="1">
                <a:latin typeface="Arial"/>
                <a:cs typeface="Arial"/>
              </a:rPr>
              <a:t>27%</a:t>
            </a:r>
            <a:endParaRPr sz="100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4790821" y="3799713"/>
            <a:ext cx="2654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00" spc="-25" b="1">
                <a:latin typeface="Arial"/>
                <a:cs typeface="Arial"/>
              </a:rPr>
              <a:t>22%</a:t>
            </a:r>
            <a:endParaRPr sz="100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6837933" y="4904994"/>
            <a:ext cx="2933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00" spc="-20" b="1">
                <a:latin typeface="Arial"/>
                <a:cs typeface="Arial"/>
              </a:rPr>
              <a:t>2023</a:t>
            </a:r>
            <a:endParaRPr sz="100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504176" y="3279140"/>
            <a:ext cx="2654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00" spc="-25" b="1">
                <a:latin typeface="Arial"/>
                <a:cs typeface="Arial"/>
              </a:rPr>
              <a:t>36%</a:t>
            </a:r>
            <a:endParaRPr sz="100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6202426" y="4074667"/>
            <a:ext cx="2654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00" spc="-25" b="1">
                <a:latin typeface="Arial"/>
                <a:cs typeface="Arial"/>
              </a:rPr>
              <a:t>15%</a:t>
            </a:r>
            <a:endParaRPr sz="100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6635750" y="3947540"/>
            <a:ext cx="2654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00" spc="-25" b="1">
                <a:latin typeface="Arial"/>
                <a:cs typeface="Arial"/>
              </a:rPr>
              <a:t>19%</a:t>
            </a:r>
            <a:endParaRPr sz="100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7070725" y="3477514"/>
            <a:ext cx="2654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00" spc="-25" b="1">
                <a:latin typeface="Arial"/>
                <a:cs typeface="Arial"/>
              </a:rPr>
              <a:t>31%</a:t>
            </a:r>
            <a:endParaRPr sz="100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430174" y="80518"/>
            <a:ext cx="21666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"/>
                <a:cs typeface="Arial"/>
              </a:rPr>
              <a:t>Consumer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–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Smart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Mobility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80" name="object 8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3483" y="5135879"/>
            <a:ext cx="2136648" cy="99060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89732" y="5135879"/>
            <a:ext cx="2136647" cy="99060"/>
          </a:xfrm>
          <a:prstGeom prst="rect">
            <a:avLst/>
          </a:prstGeom>
        </p:spPr>
      </p:pic>
      <p:pic>
        <p:nvPicPr>
          <p:cNvPr id="82" name="object 8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935979" y="5135879"/>
            <a:ext cx="2136648" cy="99060"/>
          </a:xfrm>
          <a:prstGeom prst="rect">
            <a:avLst/>
          </a:prstGeom>
        </p:spPr>
      </p:pic>
      <p:sp>
        <p:nvSpPr>
          <p:cNvPr id="83" name="object 83"/>
          <p:cNvSpPr txBox="1"/>
          <p:nvPr/>
        </p:nvSpPr>
        <p:spPr>
          <a:xfrm>
            <a:off x="2263394" y="4988814"/>
            <a:ext cx="2489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20" i="1">
                <a:latin typeface="Arial"/>
                <a:cs typeface="Arial"/>
              </a:rPr>
              <a:t>High</a:t>
            </a:r>
            <a:endParaRPr sz="900">
              <a:latin typeface="Arial"/>
              <a:cs typeface="Aria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4987163" y="4988814"/>
            <a:ext cx="2489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20" i="1">
                <a:latin typeface="Arial"/>
                <a:cs typeface="Arial"/>
              </a:rPr>
              <a:t>High</a:t>
            </a:r>
            <a:endParaRPr sz="900">
              <a:latin typeface="Arial"/>
              <a:cs typeface="Arial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7726933" y="4988814"/>
            <a:ext cx="2489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20" i="1">
                <a:latin typeface="Arial"/>
                <a:cs typeface="Arial"/>
              </a:rPr>
              <a:t>High</a:t>
            </a:r>
            <a:endParaRPr sz="900">
              <a:latin typeface="Arial"/>
              <a:cs typeface="Arial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6051550" y="4988814"/>
            <a:ext cx="22415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25" i="1">
                <a:latin typeface="Arial"/>
                <a:cs typeface="Arial"/>
              </a:rPr>
              <a:t>Low</a:t>
            </a:r>
            <a:endParaRPr sz="900">
              <a:latin typeface="Arial"/>
              <a:cs typeface="Arial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3314065" y="4988814"/>
            <a:ext cx="22415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25" i="1">
                <a:latin typeface="Arial"/>
                <a:cs typeface="Arial"/>
              </a:rPr>
              <a:t>Low</a:t>
            </a:r>
            <a:endParaRPr sz="900">
              <a:latin typeface="Arial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534009" y="4988814"/>
            <a:ext cx="22415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25" i="1">
                <a:latin typeface="Arial"/>
                <a:cs typeface="Arial"/>
              </a:rPr>
              <a:t>Low</a:t>
            </a:r>
            <a:endParaRPr sz="900">
              <a:latin typeface="Arial"/>
              <a:cs typeface="Arial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668527" y="5215254"/>
            <a:ext cx="5659755" cy="10502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52450">
              <a:lnSpc>
                <a:spcPct val="100000"/>
              </a:lnSpc>
              <a:spcBef>
                <a:spcPts val="100"/>
              </a:spcBef>
              <a:tabLst>
                <a:tab pos="3319145" algn="l"/>
              </a:tabLst>
            </a:pPr>
            <a:r>
              <a:rPr dirty="0" sz="900" spc="-10">
                <a:latin typeface="Arial"/>
                <a:cs typeface="Arial"/>
              </a:rPr>
              <a:t>Willingness</a:t>
            </a:r>
            <a:r>
              <a:rPr dirty="0" sz="900">
                <a:latin typeface="Arial"/>
                <a:cs typeface="Arial"/>
              </a:rPr>
              <a:t>	</a:t>
            </a:r>
            <a:r>
              <a:rPr dirty="0" sz="900" spc="-10">
                <a:latin typeface="Arial"/>
                <a:cs typeface="Arial"/>
              </a:rPr>
              <a:t>Willingness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dirty="0" sz="1000">
                <a:latin typeface="Arial"/>
                <a:cs typeface="Arial"/>
              </a:rPr>
              <a:t>I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would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rather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do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everything</a:t>
            </a:r>
            <a:r>
              <a:rPr dirty="0" sz="1000" spc="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at</a:t>
            </a:r>
            <a:r>
              <a:rPr dirty="0" sz="1000" spc="-3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the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store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z="1000">
                <a:latin typeface="Arial"/>
                <a:cs typeface="Arial"/>
              </a:rPr>
              <a:t>I</a:t>
            </a:r>
            <a:r>
              <a:rPr dirty="0" sz="1000" spc="-3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would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configure</a:t>
            </a:r>
            <a:r>
              <a:rPr dirty="0" sz="1000" spc="-4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it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online,</a:t>
            </a:r>
            <a:r>
              <a:rPr dirty="0" sz="1000" spc="-3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but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sign</a:t>
            </a:r>
            <a:r>
              <a:rPr dirty="0" sz="1000" spc="-3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and</a:t>
            </a:r>
            <a:r>
              <a:rPr dirty="0" sz="1000" spc="-4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test</a:t>
            </a:r>
            <a:r>
              <a:rPr dirty="0" sz="1000" spc="-4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drive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it</a:t>
            </a:r>
            <a:r>
              <a:rPr dirty="0" sz="1000" spc="-3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at</a:t>
            </a:r>
            <a:r>
              <a:rPr dirty="0" sz="1000" spc="-3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the</a:t>
            </a:r>
            <a:r>
              <a:rPr dirty="0" sz="1000" spc="-4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store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33400"/>
              </a:lnSpc>
            </a:pPr>
            <a:r>
              <a:rPr dirty="0" sz="1000">
                <a:latin typeface="Arial"/>
                <a:cs typeface="Arial"/>
              </a:rPr>
              <a:t>Yes,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I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feel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comfortable</a:t>
            </a:r>
            <a:r>
              <a:rPr dirty="0" sz="1000" spc="-3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configuring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and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signing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online,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but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I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would prefer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to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do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test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drive at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the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store </a:t>
            </a:r>
            <a:r>
              <a:rPr dirty="0" sz="1000">
                <a:latin typeface="Arial"/>
                <a:cs typeface="Arial"/>
              </a:rPr>
              <a:t>Yes,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I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feel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comfortable</a:t>
            </a:r>
            <a:r>
              <a:rPr dirty="0" sz="1000" spc="-3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with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doing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all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steps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online</a:t>
            </a:r>
            <a:endParaRPr sz="1000">
              <a:latin typeface="Arial"/>
              <a:cs typeface="Arial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6697091" y="5215254"/>
            <a:ext cx="5949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Arial"/>
                <a:cs typeface="Arial"/>
              </a:rPr>
              <a:t>Willingness</a:t>
            </a:r>
            <a:endParaRPr sz="900">
              <a:latin typeface="Arial"/>
              <a:cs typeface="Arial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11612626" y="6500876"/>
            <a:ext cx="132080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 spc="-25">
                <a:latin typeface="Arial"/>
                <a:cs typeface="Arial"/>
              </a:rPr>
              <a:t>17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92" name="object 92"/>
          <p:cNvGrpSpPr/>
          <p:nvPr/>
        </p:nvGrpSpPr>
        <p:grpSpPr>
          <a:xfrm>
            <a:off x="3415093" y="1845373"/>
            <a:ext cx="1632585" cy="995680"/>
            <a:chOff x="3415093" y="1845373"/>
            <a:chExt cx="1632585" cy="995680"/>
          </a:xfrm>
        </p:grpSpPr>
        <p:pic>
          <p:nvPicPr>
            <p:cNvPr id="93" name="object 9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52253" y="1845373"/>
              <a:ext cx="1495043" cy="940308"/>
            </a:xfrm>
            <a:prstGeom prst="rect">
              <a:avLst/>
            </a:prstGeom>
          </p:spPr>
        </p:pic>
        <p:sp>
          <p:nvSpPr>
            <p:cNvPr id="94" name="object 94"/>
            <p:cNvSpPr/>
            <p:nvPr/>
          </p:nvSpPr>
          <p:spPr>
            <a:xfrm>
              <a:off x="3419855" y="2828543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19">
                  <a:moveTo>
                    <a:pt x="5969" y="0"/>
                  </a:moveTo>
                  <a:lnTo>
                    <a:pt x="1651" y="0"/>
                  </a:lnTo>
                  <a:lnTo>
                    <a:pt x="0" y="1651"/>
                  </a:lnTo>
                  <a:lnTo>
                    <a:pt x="0" y="3810"/>
                  </a:lnTo>
                  <a:lnTo>
                    <a:pt x="0" y="5969"/>
                  </a:lnTo>
                  <a:lnTo>
                    <a:pt x="1651" y="7620"/>
                  </a:lnTo>
                  <a:lnTo>
                    <a:pt x="5969" y="7620"/>
                  </a:lnTo>
                  <a:lnTo>
                    <a:pt x="7620" y="5969"/>
                  </a:lnTo>
                  <a:lnTo>
                    <a:pt x="7620" y="1651"/>
                  </a:lnTo>
                  <a:lnTo>
                    <a:pt x="5969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3419855" y="2828543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20" h="7619">
                  <a:moveTo>
                    <a:pt x="0" y="3810"/>
                  </a:moveTo>
                  <a:lnTo>
                    <a:pt x="0" y="1651"/>
                  </a:lnTo>
                  <a:lnTo>
                    <a:pt x="1651" y="0"/>
                  </a:lnTo>
                  <a:lnTo>
                    <a:pt x="3810" y="0"/>
                  </a:lnTo>
                  <a:lnTo>
                    <a:pt x="5969" y="0"/>
                  </a:lnTo>
                  <a:lnTo>
                    <a:pt x="7620" y="1651"/>
                  </a:lnTo>
                  <a:lnTo>
                    <a:pt x="7620" y="3810"/>
                  </a:lnTo>
                  <a:lnTo>
                    <a:pt x="7620" y="5969"/>
                  </a:lnTo>
                  <a:lnTo>
                    <a:pt x="5969" y="7620"/>
                  </a:lnTo>
                  <a:lnTo>
                    <a:pt x="3810" y="7620"/>
                  </a:lnTo>
                  <a:lnTo>
                    <a:pt x="1651" y="7620"/>
                  </a:lnTo>
                  <a:lnTo>
                    <a:pt x="0" y="5969"/>
                  </a:lnTo>
                  <a:lnTo>
                    <a:pt x="0" y="381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6" name="object 96" descr="USA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032504" y="2154935"/>
              <a:ext cx="452627" cy="286512"/>
            </a:xfrm>
            <a:prstGeom prst="rect">
              <a:avLst/>
            </a:prstGeom>
          </p:spPr>
        </p:pic>
      </p:grpSp>
      <p:pic>
        <p:nvPicPr>
          <p:cNvPr id="97" name="object 9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343834" y="2533179"/>
            <a:ext cx="1275940" cy="134261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6341160"/>
            <a:ext cx="1062355" cy="3003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300"/>
              </a:lnSpc>
              <a:spcBef>
                <a:spcPts val="95"/>
              </a:spcBef>
            </a:pPr>
            <a:r>
              <a:rPr dirty="0" sz="750">
                <a:latin typeface="Arial"/>
                <a:cs typeface="Arial"/>
              </a:rPr>
              <a:t>Digital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Auto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Report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-20">
                <a:latin typeface="Arial"/>
                <a:cs typeface="Arial"/>
              </a:rPr>
              <a:t>2023</a:t>
            </a:r>
            <a:r>
              <a:rPr dirty="0" sz="750" spc="-10">
                <a:latin typeface="Arial"/>
                <a:cs typeface="Arial"/>
              </a:rPr>
              <a:t> Strategy&amp;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49389" y="3855529"/>
            <a:ext cx="7821930" cy="1630045"/>
            <a:chOff x="449389" y="3855529"/>
            <a:chExt cx="7821930" cy="1630045"/>
          </a:xfrm>
        </p:grpSpPr>
        <p:sp>
          <p:nvSpPr>
            <p:cNvPr id="4" name="object 4"/>
            <p:cNvSpPr/>
            <p:nvPr/>
          </p:nvSpPr>
          <p:spPr>
            <a:xfrm>
              <a:off x="454151" y="3860291"/>
              <a:ext cx="7812405" cy="1620520"/>
            </a:xfrm>
            <a:custGeom>
              <a:avLst/>
              <a:gdLst/>
              <a:ahLst/>
              <a:cxnLst/>
              <a:rect l="l" t="t" r="r" b="b"/>
              <a:pathLst>
                <a:path w="7812405" h="1620520">
                  <a:moveTo>
                    <a:pt x="7812024" y="0"/>
                  </a:moveTo>
                  <a:lnTo>
                    <a:pt x="0" y="0"/>
                  </a:lnTo>
                  <a:lnTo>
                    <a:pt x="0" y="1620012"/>
                  </a:lnTo>
                  <a:lnTo>
                    <a:pt x="7812024" y="1620012"/>
                  </a:lnTo>
                  <a:lnTo>
                    <a:pt x="7812024" y="0"/>
                  </a:lnTo>
                  <a:close/>
                </a:path>
              </a:pathLst>
            </a:custGeom>
            <a:solidFill>
              <a:srgbClr val="F8DD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54151" y="3860291"/>
              <a:ext cx="7812405" cy="1620520"/>
            </a:xfrm>
            <a:custGeom>
              <a:avLst/>
              <a:gdLst/>
              <a:ahLst/>
              <a:cxnLst/>
              <a:rect l="l" t="t" r="r" b="b"/>
              <a:pathLst>
                <a:path w="7812405" h="1620520">
                  <a:moveTo>
                    <a:pt x="0" y="1620012"/>
                  </a:moveTo>
                  <a:lnTo>
                    <a:pt x="7812024" y="1620012"/>
                  </a:lnTo>
                  <a:lnTo>
                    <a:pt x="7812024" y="0"/>
                  </a:lnTo>
                  <a:lnTo>
                    <a:pt x="0" y="0"/>
                  </a:lnTo>
                  <a:lnTo>
                    <a:pt x="0" y="1620012"/>
                  </a:lnTo>
                  <a:close/>
                </a:path>
              </a:pathLst>
            </a:custGeom>
            <a:ln w="9525">
              <a:solidFill>
                <a:srgbClr val="DB526A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02920" y="3928871"/>
              <a:ext cx="325120" cy="1496695"/>
            </a:xfrm>
            <a:custGeom>
              <a:avLst/>
              <a:gdLst/>
              <a:ahLst/>
              <a:cxnLst/>
              <a:rect l="l" t="t" r="r" b="b"/>
              <a:pathLst>
                <a:path w="325119" h="1496695">
                  <a:moveTo>
                    <a:pt x="74549" y="1441323"/>
                  </a:moveTo>
                  <a:lnTo>
                    <a:pt x="19519" y="1441323"/>
                  </a:lnTo>
                  <a:lnTo>
                    <a:pt x="19519" y="1478788"/>
                  </a:lnTo>
                  <a:lnTo>
                    <a:pt x="21069" y="1485328"/>
                  </a:lnTo>
                  <a:lnTo>
                    <a:pt x="25285" y="1491018"/>
                  </a:lnTo>
                  <a:lnTo>
                    <a:pt x="31496" y="1495044"/>
                  </a:lnTo>
                  <a:lnTo>
                    <a:pt x="39052" y="1496568"/>
                  </a:lnTo>
                  <a:lnTo>
                    <a:pt x="55029" y="1496568"/>
                  </a:lnTo>
                  <a:lnTo>
                    <a:pt x="62560" y="1495044"/>
                  </a:lnTo>
                  <a:lnTo>
                    <a:pt x="68770" y="1491018"/>
                  </a:lnTo>
                  <a:lnTo>
                    <a:pt x="72986" y="1485328"/>
                  </a:lnTo>
                  <a:lnTo>
                    <a:pt x="74549" y="1478788"/>
                  </a:lnTo>
                  <a:lnTo>
                    <a:pt x="74549" y="1441323"/>
                  </a:lnTo>
                  <a:close/>
                </a:path>
                <a:path w="325119" h="1496695">
                  <a:moveTo>
                    <a:pt x="156591" y="302260"/>
                  </a:moveTo>
                  <a:lnTo>
                    <a:pt x="117081" y="302260"/>
                  </a:lnTo>
                  <a:lnTo>
                    <a:pt x="117081" y="326644"/>
                  </a:lnTo>
                  <a:lnTo>
                    <a:pt x="118605" y="334784"/>
                  </a:lnTo>
                  <a:lnTo>
                    <a:pt x="122796" y="341401"/>
                  </a:lnTo>
                  <a:lnTo>
                    <a:pt x="129006" y="345846"/>
                  </a:lnTo>
                  <a:lnTo>
                    <a:pt x="136626" y="347472"/>
                  </a:lnTo>
                  <a:lnTo>
                    <a:pt x="144475" y="345846"/>
                  </a:lnTo>
                  <a:lnTo>
                    <a:pt x="150812" y="341401"/>
                  </a:lnTo>
                  <a:lnTo>
                    <a:pt x="155041" y="334784"/>
                  </a:lnTo>
                  <a:lnTo>
                    <a:pt x="156591" y="326644"/>
                  </a:lnTo>
                  <a:lnTo>
                    <a:pt x="156591" y="302260"/>
                  </a:lnTo>
                  <a:close/>
                </a:path>
                <a:path w="325119" h="1496695">
                  <a:moveTo>
                    <a:pt x="273875" y="44704"/>
                  </a:moveTo>
                  <a:lnTo>
                    <a:pt x="268046" y="38989"/>
                  </a:lnTo>
                  <a:lnTo>
                    <a:pt x="149529" y="38989"/>
                  </a:lnTo>
                  <a:lnTo>
                    <a:pt x="144119" y="44704"/>
                  </a:lnTo>
                  <a:lnTo>
                    <a:pt x="144119" y="59817"/>
                  </a:lnTo>
                  <a:lnTo>
                    <a:pt x="149529" y="65532"/>
                  </a:lnTo>
                  <a:lnTo>
                    <a:pt x="268046" y="65532"/>
                  </a:lnTo>
                  <a:lnTo>
                    <a:pt x="273875" y="59817"/>
                  </a:lnTo>
                  <a:lnTo>
                    <a:pt x="273875" y="44704"/>
                  </a:lnTo>
                  <a:close/>
                </a:path>
                <a:path w="325119" h="1496695">
                  <a:moveTo>
                    <a:pt x="280454" y="1441323"/>
                  </a:moveTo>
                  <a:lnTo>
                    <a:pt x="225425" y="1441323"/>
                  </a:lnTo>
                  <a:lnTo>
                    <a:pt x="225425" y="1478788"/>
                  </a:lnTo>
                  <a:lnTo>
                    <a:pt x="226999" y="1485328"/>
                  </a:lnTo>
                  <a:lnTo>
                    <a:pt x="231406" y="1491018"/>
                  </a:lnTo>
                  <a:lnTo>
                    <a:pt x="238150" y="1495044"/>
                  </a:lnTo>
                  <a:lnTo>
                    <a:pt x="246722" y="1496568"/>
                  </a:lnTo>
                  <a:lnTo>
                    <a:pt x="260921" y="1496568"/>
                  </a:lnTo>
                  <a:lnTo>
                    <a:pt x="268465" y="1495044"/>
                  </a:lnTo>
                  <a:lnTo>
                    <a:pt x="274675" y="1491018"/>
                  </a:lnTo>
                  <a:lnTo>
                    <a:pt x="278892" y="1485328"/>
                  </a:lnTo>
                  <a:lnTo>
                    <a:pt x="280454" y="1478788"/>
                  </a:lnTo>
                  <a:lnTo>
                    <a:pt x="280454" y="1441323"/>
                  </a:lnTo>
                  <a:close/>
                </a:path>
                <a:path w="325119" h="1496695">
                  <a:moveTo>
                    <a:pt x="300494" y="302260"/>
                  </a:moveTo>
                  <a:lnTo>
                    <a:pt x="260985" y="302260"/>
                  </a:lnTo>
                  <a:lnTo>
                    <a:pt x="260985" y="326644"/>
                  </a:lnTo>
                  <a:lnTo>
                    <a:pt x="262521" y="334784"/>
                  </a:lnTo>
                  <a:lnTo>
                    <a:pt x="266750" y="341401"/>
                  </a:lnTo>
                  <a:lnTo>
                    <a:pt x="273088" y="345846"/>
                  </a:lnTo>
                  <a:lnTo>
                    <a:pt x="280949" y="347472"/>
                  </a:lnTo>
                  <a:lnTo>
                    <a:pt x="288556" y="345846"/>
                  </a:lnTo>
                  <a:lnTo>
                    <a:pt x="294767" y="341401"/>
                  </a:lnTo>
                  <a:lnTo>
                    <a:pt x="298958" y="334784"/>
                  </a:lnTo>
                  <a:lnTo>
                    <a:pt x="300494" y="326644"/>
                  </a:lnTo>
                  <a:lnTo>
                    <a:pt x="300494" y="302260"/>
                  </a:lnTo>
                  <a:close/>
                </a:path>
                <a:path w="325119" h="1496695">
                  <a:moveTo>
                    <a:pt x="301752" y="1354074"/>
                  </a:moveTo>
                  <a:lnTo>
                    <a:pt x="300050" y="1343812"/>
                  </a:lnTo>
                  <a:lnTo>
                    <a:pt x="299923" y="1343050"/>
                  </a:lnTo>
                  <a:lnTo>
                    <a:pt x="299885" y="1342809"/>
                  </a:lnTo>
                  <a:lnTo>
                    <a:pt x="296430" y="1336294"/>
                  </a:lnTo>
                  <a:lnTo>
                    <a:pt x="294868" y="1333347"/>
                  </a:lnTo>
                  <a:lnTo>
                    <a:pt x="287515" y="1326222"/>
                  </a:lnTo>
                  <a:lnTo>
                    <a:pt x="280454" y="1322806"/>
                  </a:lnTo>
                  <a:lnTo>
                    <a:pt x="280454" y="1357630"/>
                  </a:lnTo>
                  <a:lnTo>
                    <a:pt x="280454" y="1364742"/>
                  </a:lnTo>
                  <a:lnTo>
                    <a:pt x="278257" y="1375943"/>
                  </a:lnTo>
                  <a:lnTo>
                    <a:pt x="272237" y="1384973"/>
                  </a:lnTo>
                  <a:lnTo>
                    <a:pt x="263220" y="1391005"/>
                  </a:lnTo>
                  <a:lnTo>
                    <a:pt x="252056" y="1393190"/>
                  </a:lnTo>
                  <a:lnTo>
                    <a:pt x="240868" y="1391005"/>
                  </a:lnTo>
                  <a:lnTo>
                    <a:pt x="231851" y="1384973"/>
                  </a:lnTo>
                  <a:lnTo>
                    <a:pt x="225831" y="1375943"/>
                  </a:lnTo>
                  <a:lnTo>
                    <a:pt x="223647" y="1364742"/>
                  </a:lnTo>
                  <a:lnTo>
                    <a:pt x="223647" y="1357630"/>
                  </a:lnTo>
                  <a:lnTo>
                    <a:pt x="230746" y="1346962"/>
                  </a:lnTo>
                  <a:lnTo>
                    <a:pt x="236080" y="1341628"/>
                  </a:lnTo>
                  <a:lnTo>
                    <a:pt x="243179" y="1336294"/>
                  </a:lnTo>
                  <a:lnTo>
                    <a:pt x="252056" y="1336294"/>
                  </a:lnTo>
                  <a:lnTo>
                    <a:pt x="280454" y="1357630"/>
                  </a:lnTo>
                  <a:lnTo>
                    <a:pt x="280454" y="1322806"/>
                  </a:lnTo>
                  <a:lnTo>
                    <a:pt x="278676" y="1321943"/>
                  </a:lnTo>
                  <a:lnTo>
                    <a:pt x="277533" y="1318387"/>
                  </a:lnTo>
                  <a:lnTo>
                    <a:pt x="257644" y="1256030"/>
                  </a:lnTo>
                  <a:lnTo>
                    <a:pt x="253822" y="1244041"/>
                  </a:lnTo>
                  <a:lnTo>
                    <a:pt x="253822" y="1318387"/>
                  </a:lnTo>
                  <a:lnTo>
                    <a:pt x="78105" y="1318387"/>
                  </a:lnTo>
                  <a:lnTo>
                    <a:pt x="78105" y="1357630"/>
                  </a:lnTo>
                  <a:lnTo>
                    <a:pt x="78105" y="1364742"/>
                  </a:lnTo>
                  <a:lnTo>
                    <a:pt x="75933" y="1375943"/>
                  </a:lnTo>
                  <a:lnTo>
                    <a:pt x="70104" y="1384973"/>
                  </a:lnTo>
                  <a:lnTo>
                    <a:pt x="61620" y="1391005"/>
                  </a:lnTo>
                  <a:lnTo>
                    <a:pt x="51473" y="1393190"/>
                  </a:lnTo>
                  <a:lnTo>
                    <a:pt x="40284" y="1391005"/>
                  </a:lnTo>
                  <a:lnTo>
                    <a:pt x="31280" y="1384973"/>
                  </a:lnTo>
                  <a:lnTo>
                    <a:pt x="25260" y="1375943"/>
                  </a:lnTo>
                  <a:lnTo>
                    <a:pt x="23075" y="1364742"/>
                  </a:lnTo>
                  <a:lnTo>
                    <a:pt x="23075" y="1357630"/>
                  </a:lnTo>
                  <a:lnTo>
                    <a:pt x="51473" y="1336294"/>
                  </a:lnTo>
                  <a:lnTo>
                    <a:pt x="60350" y="1336294"/>
                  </a:lnTo>
                  <a:lnTo>
                    <a:pt x="67449" y="1341628"/>
                  </a:lnTo>
                  <a:lnTo>
                    <a:pt x="72771" y="1346962"/>
                  </a:lnTo>
                  <a:lnTo>
                    <a:pt x="76327" y="1352296"/>
                  </a:lnTo>
                  <a:lnTo>
                    <a:pt x="78105" y="1357630"/>
                  </a:lnTo>
                  <a:lnTo>
                    <a:pt x="78105" y="1318387"/>
                  </a:lnTo>
                  <a:lnTo>
                    <a:pt x="47929" y="1318387"/>
                  </a:lnTo>
                  <a:lnTo>
                    <a:pt x="67449" y="1256030"/>
                  </a:lnTo>
                  <a:lnTo>
                    <a:pt x="232524" y="1256030"/>
                  </a:lnTo>
                  <a:lnTo>
                    <a:pt x="253822" y="1318387"/>
                  </a:lnTo>
                  <a:lnTo>
                    <a:pt x="253822" y="1244041"/>
                  </a:lnTo>
                  <a:lnTo>
                    <a:pt x="250278" y="1232916"/>
                  </a:lnTo>
                  <a:lnTo>
                    <a:pt x="51473" y="1232916"/>
                  </a:lnTo>
                  <a:lnTo>
                    <a:pt x="23075" y="1321943"/>
                  </a:lnTo>
                  <a:lnTo>
                    <a:pt x="13474" y="1327213"/>
                  </a:lnTo>
                  <a:lnTo>
                    <a:pt x="6210" y="1334681"/>
                  </a:lnTo>
                  <a:lnTo>
                    <a:pt x="1600" y="1343812"/>
                  </a:lnTo>
                  <a:lnTo>
                    <a:pt x="0" y="1354074"/>
                  </a:lnTo>
                  <a:lnTo>
                    <a:pt x="0" y="1394968"/>
                  </a:lnTo>
                  <a:lnTo>
                    <a:pt x="2794" y="1408849"/>
                  </a:lnTo>
                  <a:lnTo>
                    <a:pt x="10426" y="1420202"/>
                  </a:lnTo>
                  <a:lnTo>
                    <a:pt x="21704" y="1427848"/>
                  </a:lnTo>
                  <a:lnTo>
                    <a:pt x="35496" y="1430655"/>
                  </a:lnTo>
                  <a:lnTo>
                    <a:pt x="266255" y="1430655"/>
                  </a:lnTo>
                  <a:lnTo>
                    <a:pt x="280035" y="1427848"/>
                  </a:lnTo>
                  <a:lnTo>
                    <a:pt x="291312" y="1420202"/>
                  </a:lnTo>
                  <a:lnTo>
                    <a:pt x="298945" y="1408849"/>
                  </a:lnTo>
                  <a:lnTo>
                    <a:pt x="301752" y="1394968"/>
                  </a:lnTo>
                  <a:lnTo>
                    <a:pt x="301752" y="1393190"/>
                  </a:lnTo>
                  <a:lnTo>
                    <a:pt x="301752" y="1354074"/>
                  </a:lnTo>
                  <a:close/>
                </a:path>
                <a:path w="325119" h="1496695">
                  <a:moveTo>
                    <a:pt x="324612" y="62357"/>
                  </a:moveTo>
                  <a:lnTo>
                    <a:pt x="324192" y="61468"/>
                  </a:lnTo>
                  <a:lnTo>
                    <a:pt x="324192" y="60198"/>
                  </a:lnTo>
                  <a:lnTo>
                    <a:pt x="323786" y="59309"/>
                  </a:lnTo>
                  <a:lnTo>
                    <a:pt x="323786" y="58928"/>
                  </a:lnTo>
                  <a:lnTo>
                    <a:pt x="323367" y="58928"/>
                  </a:lnTo>
                  <a:lnTo>
                    <a:pt x="309016" y="21717"/>
                  </a:lnTo>
                  <a:lnTo>
                    <a:pt x="304228" y="9271"/>
                  </a:lnTo>
                  <a:lnTo>
                    <a:pt x="302158" y="3556"/>
                  </a:lnTo>
                  <a:lnTo>
                    <a:pt x="300494" y="2463"/>
                  </a:lnTo>
                  <a:lnTo>
                    <a:pt x="300494" y="242062"/>
                  </a:lnTo>
                  <a:lnTo>
                    <a:pt x="300494" y="251460"/>
                  </a:lnTo>
                  <a:lnTo>
                    <a:pt x="298411" y="255905"/>
                  </a:lnTo>
                  <a:lnTo>
                    <a:pt x="292582" y="262001"/>
                  </a:lnTo>
                  <a:lnTo>
                    <a:pt x="288429" y="263779"/>
                  </a:lnTo>
                  <a:lnTo>
                    <a:pt x="279692" y="263779"/>
                  </a:lnTo>
                  <a:lnTo>
                    <a:pt x="275539" y="262001"/>
                  </a:lnTo>
                  <a:lnTo>
                    <a:pt x="269709" y="255905"/>
                  </a:lnTo>
                  <a:lnTo>
                    <a:pt x="268046" y="251460"/>
                  </a:lnTo>
                  <a:lnTo>
                    <a:pt x="268046" y="242062"/>
                  </a:lnTo>
                  <a:lnTo>
                    <a:pt x="269709" y="237744"/>
                  </a:lnTo>
                  <a:lnTo>
                    <a:pt x="272630" y="234569"/>
                  </a:lnTo>
                  <a:lnTo>
                    <a:pt x="278015" y="230860"/>
                  </a:lnTo>
                  <a:lnTo>
                    <a:pt x="284213" y="229616"/>
                  </a:lnTo>
                  <a:lnTo>
                    <a:pt x="290347" y="230860"/>
                  </a:lnTo>
                  <a:lnTo>
                    <a:pt x="295503" y="234569"/>
                  </a:lnTo>
                  <a:lnTo>
                    <a:pt x="298411" y="237744"/>
                  </a:lnTo>
                  <a:lnTo>
                    <a:pt x="300494" y="242062"/>
                  </a:lnTo>
                  <a:lnTo>
                    <a:pt x="300494" y="2463"/>
                  </a:lnTo>
                  <a:lnTo>
                    <a:pt x="299237" y="1638"/>
                  </a:lnTo>
                  <a:lnTo>
                    <a:pt x="299237" y="69088"/>
                  </a:lnTo>
                  <a:lnTo>
                    <a:pt x="299237" y="196088"/>
                  </a:lnTo>
                  <a:lnTo>
                    <a:pt x="292442" y="199771"/>
                  </a:lnTo>
                  <a:lnTo>
                    <a:pt x="273608" y="207835"/>
                  </a:lnTo>
                  <a:lnTo>
                    <a:pt x="245021" y="215912"/>
                  </a:lnTo>
                  <a:lnTo>
                    <a:pt x="208991" y="219583"/>
                  </a:lnTo>
                  <a:lnTo>
                    <a:pt x="172720" y="215912"/>
                  </a:lnTo>
                  <a:lnTo>
                    <a:pt x="149936" y="209511"/>
                  </a:lnTo>
                  <a:lnTo>
                    <a:pt x="149936" y="242062"/>
                  </a:lnTo>
                  <a:lnTo>
                    <a:pt x="149936" y="251460"/>
                  </a:lnTo>
                  <a:lnTo>
                    <a:pt x="147866" y="255905"/>
                  </a:lnTo>
                  <a:lnTo>
                    <a:pt x="142036" y="262001"/>
                  </a:lnTo>
                  <a:lnTo>
                    <a:pt x="137883" y="263779"/>
                  </a:lnTo>
                  <a:lnTo>
                    <a:pt x="129146" y="263779"/>
                  </a:lnTo>
                  <a:lnTo>
                    <a:pt x="124993" y="262001"/>
                  </a:lnTo>
                  <a:lnTo>
                    <a:pt x="119164" y="255905"/>
                  </a:lnTo>
                  <a:lnTo>
                    <a:pt x="117500" y="251460"/>
                  </a:lnTo>
                  <a:lnTo>
                    <a:pt x="117500" y="242062"/>
                  </a:lnTo>
                  <a:lnTo>
                    <a:pt x="119164" y="237744"/>
                  </a:lnTo>
                  <a:lnTo>
                    <a:pt x="122072" y="234569"/>
                  </a:lnTo>
                  <a:lnTo>
                    <a:pt x="127228" y="230860"/>
                  </a:lnTo>
                  <a:lnTo>
                    <a:pt x="133350" y="229616"/>
                  </a:lnTo>
                  <a:lnTo>
                    <a:pt x="139560" y="230860"/>
                  </a:lnTo>
                  <a:lnTo>
                    <a:pt x="144945" y="234569"/>
                  </a:lnTo>
                  <a:lnTo>
                    <a:pt x="147866" y="237744"/>
                  </a:lnTo>
                  <a:lnTo>
                    <a:pt x="149936" y="242062"/>
                  </a:lnTo>
                  <a:lnTo>
                    <a:pt x="149936" y="209511"/>
                  </a:lnTo>
                  <a:lnTo>
                    <a:pt x="144005" y="207835"/>
                  </a:lnTo>
                  <a:lnTo>
                    <a:pt x="125133" y="199771"/>
                  </a:lnTo>
                  <a:lnTo>
                    <a:pt x="118338" y="196088"/>
                  </a:lnTo>
                  <a:lnTo>
                    <a:pt x="118338" y="69088"/>
                  </a:lnTo>
                  <a:lnTo>
                    <a:pt x="118745" y="69088"/>
                  </a:lnTo>
                  <a:lnTo>
                    <a:pt x="118745" y="67310"/>
                  </a:lnTo>
                  <a:lnTo>
                    <a:pt x="119164" y="66421"/>
                  </a:lnTo>
                  <a:lnTo>
                    <a:pt x="132054" y="28321"/>
                  </a:lnTo>
                  <a:lnTo>
                    <a:pt x="133718" y="24384"/>
                  </a:lnTo>
                  <a:lnTo>
                    <a:pt x="137045" y="21717"/>
                  </a:lnTo>
                  <a:lnTo>
                    <a:pt x="280530" y="21717"/>
                  </a:lnTo>
                  <a:lnTo>
                    <a:pt x="284276" y="24384"/>
                  </a:lnTo>
                  <a:lnTo>
                    <a:pt x="285521" y="28321"/>
                  </a:lnTo>
                  <a:lnTo>
                    <a:pt x="298411" y="66421"/>
                  </a:lnTo>
                  <a:lnTo>
                    <a:pt x="298831" y="67310"/>
                  </a:lnTo>
                  <a:lnTo>
                    <a:pt x="298831" y="68199"/>
                  </a:lnTo>
                  <a:lnTo>
                    <a:pt x="299237" y="69088"/>
                  </a:lnTo>
                  <a:lnTo>
                    <a:pt x="299237" y="1638"/>
                  </a:lnTo>
                  <a:lnTo>
                    <a:pt x="296748" y="0"/>
                  </a:lnTo>
                  <a:lnTo>
                    <a:pt x="120827" y="0"/>
                  </a:lnTo>
                  <a:lnTo>
                    <a:pt x="115417" y="3556"/>
                  </a:lnTo>
                  <a:lnTo>
                    <a:pt x="113347" y="9271"/>
                  </a:lnTo>
                  <a:lnTo>
                    <a:pt x="94208" y="58928"/>
                  </a:lnTo>
                  <a:lnTo>
                    <a:pt x="94208" y="59309"/>
                  </a:lnTo>
                  <a:lnTo>
                    <a:pt x="93789" y="59309"/>
                  </a:lnTo>
                  <a:lnTo>
                    <a:pt x="93789" y="60198"/>
                  </a:lnTo>
                  <a:lnTo>
                    <a:pt x="93383" y="61468"/>
                  </a:lnTo>
                  <a:lnTo>
                    <a:pt x="93383" y="62357"/>
                  </a:lnTo>
                  <a:lnTo>
                    <a:pt x="92964" y="62865"/>
                  </a:lnTo>
                  <a:lnTo>
                    <a:pt x="92964" y="284226"/>
                  </a:lnTo>
                  <a:lnTo>
                    <a:pt x="99199" y="290830"/>
                  </a:lnTo>
                  <a:lnTo>
                    <a:pt x="318376" y="290830"/>
                  </a:lnTo>
                  <a:lnTo>
                    <a:pt x="324612" y="284226"/>
                  </a:lnTo>
                  <a:lnTo>
                    <a:pt x="324612" y="263779"/>
                  </a:lnTo>
                  <a:lnTo>
                    <a:pt x="324612" y="229616"/>
                  </a:lnTo>
                  <a:lnTo>
                    <a:pt x="324612" y="219583"/>
                  </a:lnTo>
                  <a:lnTo>
                    <a:pt x="324612" y="62357"/>
                  </a:lnTo>
                  <a:close/>
                </a:path>
              </a:pathLst>
            </a:custGeom>
            <a:solidFill>
              <a:srgbClr val="7C7C7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5903" y="5002021"/>
              <a:ext cx="166115" cy="17652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87679" y="4636007"/>
              <a:ext cx="363220" cy="213360"/>
            </a:xfrm>
            <a:custGeom>
              <a:avLst/>
              <a:gdLst/>
              <a:ahLst/>
              <a:cxnLst/>
              <a:rect l="l" t="t" r="r" b="b"/>
              <a:pathLst>
                <a:path w="363219" h="213360">
                  <a:moveTo>
                    <a:pt x="81610" y="66675"/>
                  </a:moveTo>
                  <a:lnTo>
                    <a:pt x="73367" y="66675"/>
                  </a:lnTo>
                  <a:lnTo>
                    <a:pt x="44606" y="72517"/>
                  </a:lnTo>
                  <a:lnTo>
                    <a:pt x="44784" y="72517"/>
                  </a:lnTo>
                  <a:lnTo>
                    <a:pt x="21534" y="88233"/>
                  </a:lnTo>
                  <a:lnTo>
                    <a:pt x="7780" y="108612"/>
                  </a:lnTo>
                  <a:lnTo>
                    <a:pt x="5765" y="111658"/>
                  </a:lnTo>
                  <a:lnTo>
                    <a:pt x="0" y="140081"/>
                  </a:lnTo>
                  <a:lnTo>
                    <a:pt x="5782" y="168568"/>
                  </a:lnTo>
                  <a:lnTo>
                    <a:pt x="21534" y="191865"/>
                  </a:lnTo>
                  <a:lnTo>
                    <a:pt x="44860" y="207589"/>
                  </a:lnTo>
                  <a:lnTo>
                    <a:pt x="73367" y="213360"/>
                  </a:lnTo>
                  <a:lnTo>
                    <a:pt x="99656" y="208422"/>
                  </a:lnTo>
                  <a:lnTo>
                    <a:pt x="121692" y="194913"/>
                  </a:lnTo>
                  <a:lnTo>
                    <a:pt x="123384" y="192786"/>
                  </a:lnTo>
                  <a:lnTo>
                    <a:pt x="73367" y="192786"/>
                  </a:lnTo>
                  <a:lnTo>
                    <a:pt x="52603" y="188604"/>
                  </a:lnTo>
                  <a:lnTo>
                    <a:pt x="35860" y="177244"/>
                  </a:lnTo>
                  <a:lnTo>
                    <a:pt x="24681" y="160478"/>
                  </a:lnTo>
                  <a:lnTo>
                    <a:pt x="20612" y="140081"/>
                  </a:lnTo>
                  <a:lnTo>
                    <a:pt x="24681" y="119169"/>
                  </a:lnTo>
                  <a:lnTo>
                    <a:pt x="35860" y="102139"/>
                  </a:lnTo>
                  <a:lnTo>
                    <a:pt x="52603" y="90681"/>
                  </a:lnTo>
                  <a:lnTo>
                    <a:pt x="73367" y="86487"/>
                  </a:lnTo>
                  <a:lnTo>
                    <a:pt x="122923" y="86487"/>
                  </a:lnTo>
                  <a:lnTo>
                    <a:pt x="119707" y="83119"/>
                  </a:lnTo>
                  <a:lnTo>
                    <a:pt x="104686" y="73279"/>
                  </a:lnTo>
                  <a:lnTo>
                    <a:pt x="106829" y="67564"/>
                  </a:lnTo>
                  <a:lnTo>
                    <a:pt x="84912" y="67564"/>
                  </a:lnTo>
                  <a:lnTo>
                    <a:pt x="81610" y="66675"/>
                  </a:lnTo>
                  <a:close/>
                </a:path>
                <a:path w="363219" h="213360">
                  <a:moveTo>
                    <a:pt x="321497" y="74930"/>
                  </a:moveTo>
                  <a:lnTo>
                    <a:pt x="238239" y="74930"/>
                  </a:lnTo>
                  <a:lnTo>
                    <a:pt x="243179" y="82423"/>
                  </a:lnTo>
                  <a:lnTo>
                    <a:pt x="231974" y="94075"/>
                  </a:lnTo>
                  <a:lnTo>
                    <a:pt x="223396" y="107823"/>
                  </a:lnTo>
                  <a:lnTo>
                    <a:pt x="217908" y="123285"/>
                  </a:lnTo>
                  <a:lnTo>
                    <a:pt x="215976" y="140081"/>
                  </a:lnTo>
                  <a:lnTo>
                    <a:pt x="221760" y="168568"/>
                  </a:lnTo>
                  <a:lnTo>
                    <a:pt x="237515" y="191865"/>
                  </a:lnTo>
                  <a:lnTo>
                    <a:pt x="260842" y="207589"/>
                  </a:lnTo>
                  <a:lnTo>
                    <a:pt x="289344" y="213360"/>
                  </a:lnTo>
                  <a:lnTo>
                    <a:pt x="317851" y="207589"/>
                  </a:lnTo>
                  <a:lnTo>
                    <a:pt x="339811" y="192786"/>
                  </a:lnTo>
                  <a:lnTo>
                    <a:pt x="289344" y="192786"/>
                  </a:lnTo>
                  <a:lnTo>
                    <a:pt x="268579" y="188604"/>
                  </a:lnTo>
                  <a:lnTo>
                    <a:pt x="251836" y="177244"/>
                  </a:lnTo>
                  <a:lnTo>
                    <a:pt x="240657" y="160478"/>
                  </a:lnTo>
                  <a:lnTo>
                    <a:pt x="236588" y="140081"/>
                  </a:lnTo>
                  <a:lnTo>
                    <a:pt x="237717" y="129286"/>
                  </a:lnTo>
                  <a:lnTo>
                    <a:pt x="237785" y="128639"/>
                  </a:lnTo>
                  <a:lnTo>
                    <a:pt x="241223" y="118078"/>
                  </a:lnTo>
                  <a:lnTo>
                    <a:pt x="246671" y="108612"/>
                  </a:lnTo>
                  <a:lnTo>
                    <a:pt x="253898" y="100457"/>
                  </a:lnTo>
                  <a:lnTo>
                    <a:pt x="277539" y="100457"/>
                  </a:lnTo>
                  <a:lnTo>
                    <a:pt x="271208" y="89789"/>
                  </a:lnTo>
                  <a:lnTo>
                    <a:pt x="282752" y="86487"/>
                  </a:lnTo>
                  <a:lnTo>
                    <a:pt x="338594" y="86487"/>
                  </a:lnTo>
                  <a:lnTo>
                    <a:pt x="321497" y="74930"/>
                  </a:lnTo>
                  <a:close/>
                </a:path>
                <a:path w="363219" h="213360">
                  <a:moveTo>
                    <a:pt x="145910" y="149987"/>
                  </a:moveTo>
                  <a:lnTo>
                    <a:pt x="125298" y="149987"/>
                  </a:lnTo>
                  <a:lnTo>
                    <a:pt x="118693" y="167068"/>
                  </a:lnTo>
                  <a:lnTo>
                    <a:pt x="107062" y="180625"/>
                  </a:lnTo>
                  <a:lnTo>
                    <a:pt x="91567" y="189563"/>
                  </a:lnTo>
                  <a:lnTo>
                    <a:pt x="73367" y="192786"/>
                  </a:lnTo>
                  <a:lnTo>
                    <a:pt x="123384" y="192786"/>
                  </a:lnTo>
                  <a:lnTo>
                    <a:pt x="137702" y="174783"/>
                  </a:lnTo>
                  <a:lnTo>
                    <a:pt x="145910" y="149987"/>
                  </a:lnTo>
                  <a:close/>
                </a:path>
                <a:path w="363219" h="213360">
                  <a:moveTo>
                    <a:pt x="338594" y="86487"/>
                  </a:moveTo>
                  <a:lnTo>
                    <a:pt x="289344" y="86487"/>
                  </a:lnTo>
                  <a:lnTo>
                    <a:pt x="309760" y="90681"/>
                  </a:lnTo>
                  <a:lnTo>
                    <a:pt x="326542" y="102139"/>
                  </a:lnTo>
                  <a:lnTo>
                    <a:pt x="337914" y="119169"/>
                  </a:lnTo>
                  <a:lnTo>
                    <a:pt x="342099" y="140081"/>
                  </a:lnTo>
                  <a:lnTo>
                    <a:pt x="337914" y="160478"/>
                  </a:lnTo>
                  <a:lnTo>
                    <a:pt x="326542" y="177244"/>
                  </a:lnTo>
                  <a:lnTo>
                    <a:pt x="309760" y="188604"/>
                  </a:lnTo>
                  <a:lnTo>
                    <a:pt x="289344" y="192786"/>
                  </a:lnTo>
                  <a:lnTo>
                    <a:pt x="339811" y="192786"/>
                  </a:lnTo>
                  <a:lnTo>
                    <a:pt x="341177" y="191865"/>
                  </a:lnTo>
                  <a:lnTo>
                    <a:pt x="356929" y="168568"/>
                  </a:lnTo>
                  <a:lnTo>
                    <a:pt x="362712" y="140081"/>
                  </a:lnTo>
                  <a:lnTo>
                    <a:pt x="356946" y="111658"/>
                  </a:lnTo>
                  <a:lnTo>
                    <a:pt x="354931" y="108612"/>
                  </a:lnTo>
                  <a:lnTo>
                    <a:pt x="341177" y="88233"/>
                  </a:lnTo>
                  <a:lnTo>
                    <a:pt x="338594" y="86487"/>
                  </a:lnTo>
                  <a:close/>
                </a:path>
                <a:path w="363219" h="213360">
                  <a:moveTo>
                    <a:pt x="122923" y="86487"/>
                  </a:moveTo>
                  <a:lnTo>
                    <a:pt x="77482" y="86487"/>
                  </a:lnTo>
                  <a:lnTo>
                    <a:pt x="79133" y="87376"/>
                  </a:lnTo>
                  <a:lnTo>
                    <a:pt x="59347" y="149987"/>
                  </a:lnTo>
                  <a:lnTo>
                    <a:pt x="182181" y="149987"/>
                  </a:lnTo>
                  <a:lnTo>
                    <a:pt x="197642" y="129286"/>
                  </a:lnTo>
                  <a:lnTo>
                    <a:pt x="87376" y="129286"/>
                  </a:lnTo>
                  <a:lnTo>
                    <a:pt x="98094" y="93091"/>
                  </a:lnTo>
                  <a:lnTo>
                    <a:pt x="129232" y="93091"/>
                  </a:lnTo>
                  <a:lnTo>
                    <a:pt x="122923" y="86487"/>
                  </a:lnTo>
                  <a:close/>
                </a:path>
                <a:path w="363219" h="213360">
                  <a:moveTo>
                    <a:pt x="277539" y="100457"/>
                  </a:moveTo>
                  <a:lnTo>
                    <a:pt x="253898" y="100457"/>
                  </a:lnTo>
                  <a:lnTo>
                    <a:pt x="280276" y="145034"/>
                  </a:lnTo>
                  <a:lnTo>
                    <a:pt x="297586" y="134239"/>
                  </a:lnTo>
                  <a:lnTo>
                    <a:pt x="277539" y="100457"/>
                  </a:lnTo>
                  <a:close/>
                </a:path>
                <a:path w="363219" h="213360">
                  <a:moveTo>
                    <a:pt x="129232" y="93091"/>
                  </a:moveTo>
                  <a:lnTo>
                    <a:pt x="98094" y="93091"/>
                  </a:lnTo>
                  <a:lnTo>
                    <a:pt x="107797" y="99657"/>
                  </a:lnTo>
                  <a:lnTo>
                    <a:pt x="115720" y="108092"/>
                  </a:lnTo>
                  <a:lnTo>
                    <a:pt x="121632" y="118078"/>
                  </a:lnTo>
                  <a:lnTo>
                    <a:pt x="125298" y="129286"/>
                  </a:lnTo>
                  <a:lnTo>
                    <a:pt x="145910" y="129286"/>
                  </a:lnTo>
                  <a:lnTo>
                    <a:pt x="141090" y="111658"/>
                  </a:lnTo>
                  <a:lnTo>
                    <a:pt x="132099" y="96091"/>
                  </a:lnTo>
                  <a:lnTo>
                    <a:pt x="129232" y="93091"/>
                  </a:lnTo>
                  <a:close/>
                </a:path>
                <a:path w="363219" h="213360">
                  <a:moveTo>
                    <a:pt x="257180" y="66675"/>
                  </a:moveTo>
                  <a:lnTo>
                    <a:pt x="219278" y="66675"/>
                  </a:lnTo>
                  <a:lnTo>
                    <a:pt x="172288" y="129286"/>
                  </a:lnTo>
                  <a:lnTo>
                    <a:pt x="197642" y="129286"/>
                  </a:lnTo>
                  <a:lnTo>
                    <a:pt x="238239" y="74930"/>
                  </a:lnTo>
                  <a:lnTo>
                    <a:pt x="321497" y="74930"/>
                  </a:lnTo>
                  <a:lnTo>
                    <a:pt x="317927" y="72517"/>
                  </a:lnTo>
                  <a:lnTo>
                    <a:pt x="260489" y="72517"/>
                  </a:lnTo>
                  <a:lnTo>
                    <a:pt x="257180" y="66675"/>
                  </a:lnTo>
                  <a:close/>
                </a:path>
                <a:path w="363219" h="213360">
                  <a:moveTo>
                    <a:pt x="289344" y="66675"/>
                  </a:moveTo>
                  <a:lnTo>
                    <a:pt x="281937" y="66998"/>
                  </a:lnTo>
                  <a:lnTo>
                    <a:pt x="274607" y="68024"/>
                  </a:lnTo>
                  <a:lnTo>
                    <a:pt x="267432" y="69836"/>
                  </a:lnTo>
                  <a:lnTo>
                    <a:pt x="260489" y="72517"/>
                  </a:lnTo>
                  <a:lnTo>
                    <a:pt x="318105" y="72517"/>
                  </a:lnTo>
                  <a:lnTo>
                    <a:pt x="289344" y="66675"/>
                  </a:lnTo>
                  <a:close/>
                </a:path>
                <a:path w="363219" h="213360">
                  <a:moveTo>
                    <a:pt x="109639" y="42037"/>
                  </a:moveTo>
                  <a:lnTo>
                    <a:pt x="89027" y="42037"/>
                  </a:lnTo>
                  <a:lnTo>
                    <a:pt x="89027" y="55245"/>
                  </a:lnTo>
                  <a:lnTo>
                    <a:pt x="84912" y="67564"/>
                  </a:lnTo>
                  <a:lnTo>
                    <a:pt x="106829" y="67564"/>
                  </a:lnTo>
                  <a:lnTo>
                    <a:pt x="107041" y="66998"/>
                  </a:lnTo>
                  <a:lnTo>
                    <a:pt x="107162" y="66675"/>
                  </a:lnTo>
                  <a:lnTo>
                    <a:pt x="257180" y="66675"/>
                  </a:lnTo>
                  <a:lnTo>
                    <a:pt x="249770" y="53594"/>
                  </a:lnTo>
                  <a:lnTo>
                    <a:pt x="249770" y="46101"/>
                  </a:lnTo>
                  <a:lnTo>
                    <a:pt x="109639" y="46101"/>
                  </a:lnTo>
                  <a:lnTo>
                    <a:pt x="109639" y="42037"/>
                  </a:lnTo>
                  <a:close/>
                </a:path>
                <a:path w="363219" h="213360">
                  <a:moveTo>
                    <a:pt x="249770" y="0"/>
                  </a:moveTo>
                  <a:lnTo>
                    <a:pt x="208559" y="0"/>
                  </a:lnTo>
                  <a:lnTo>
                    <a:pt x="208559" y="19812"/>
                  </a:lnTo>
                  <a:lnTo>
                    <a:pt x="229171" y="19812"/>
                  </a:lnTo>
                  <a:lnTo>
                    <a:pt x="229171" y="46101"/>
                  </a:lnTo>
                  <a:lnTo>
                    <a:pt x="249770" y="46101"/>
                  </a:lnTo>
                  <a:lnTo>
                    <a:pt x="249770" y="0"/>
                  </a:lnTo>
                  <a:close/>
                </a:path>
                <a:path w="363219" h="213360">
                  <a:moveTo>
                    <a:pt x="128600" y="21463"/>
                  </a:moveTo>
                  <a:lnTo>
                    <a:pt x="79959" y="21463"/>
                  </a:lnTo>
                  <a:lnTo>
                    <a:pt x="79959" y="42037"/>
                  </a:lnTo>
                  <a:lnTo>
                    <a:pt x="128600" y="42037"/>
                  </a:lnTo>
                  <a:lnTo>
                    <a:pt x="128600" y="21463"/>
                  </a:lnTo>
                  <a:close/>
                </a:path>
              </a:pathLst>
            </a:custGeom>
            <a:solidFill>
              <a:srgbClr val="7C7C7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1999" y="4484115"/>
              <a:ext cx="175259" cy="18542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12036" y="3942587"/>
              <a:ext cx="441959" cy="360045"/>
            </a:xfrm>
            <a:custGeom>
              <a:avLst/>
              <a:gdLst/>
              <a:ahLst/>
              <a:cxnLst/>
              <a:rect l="l" t="t" r="r" b="b"/>
              <a:pathLst>
                <a:path w="441960" h="360045">
                  <a:moveTo>
                    <a:pt x="123444" y="0"/>
                  </a:moveTo>
                  <a:lnTo>
                    <a:pt x="0" y="0"/>
                  </a:lnTo>
                  <a:lnTo>
                    <a:pt x="0" y="128016"/>
                  </a:lnTo>
                  <a:lnTo>
                    <a:pt x="123444" y="128016"/>
                  </a:lnTo>
                  <a:lnTo>
                    <a:pt x="123444" y="0"/>
                  </a:lnTo>
                  <a:close/>
                </a:path>
                <a:path w="441960" h="360045">
                  <a:moveTo>
                    <a:pt x="441960" y="231648"/>
                  </a:moveTo>
                  <a:lnTo>
                    <a:pt x="0" y="231648"/>
                  </a:lnTo>
                  <a:lnTo>
                    <a:pt x="0" y="359664"/>
                  </a:lnTo>
                  <a:lnTo>
                    <a:pt x="441960" y="359664"/>
                  </a:lnTo>
                  <a:lnTo>
                    <a:pt x="441960" y="231648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812035" y="3942587"/>
              <a:ext cx="441959" cy="360045"/>
            </a:xfrm>
            <a:custGeom>
              <a:avLst/>
              <a:gdLst/>
              <a:ahLst/>
              <a:cxnLst/>
              <a:rect l="l" t="t" r="r" b="b"/>
              <a:pathLst>
                <a:path w="441960" h="360045">
                  <a:moveTo>
                    <a:pt x="123443" y="0"/>
                  </a:moveTo>
                  <a:lnTo>
                    <a:pt x="0" y="0"/>
                  </a:lnTo>
                  <a:lnTo>
                    <a:pt x="0" y="128016"/>
                  </a:lnTo>
                  <a:lnTo>
                    <a:pt x="123443" y="128016"/>
                  </a:lnTo>
                  <a:lnTo>
                    <a:pt x="123443" y="0"/>
                  </a:lnTo>
                  <a:close/>
                </a:path>
                <a:path w="441960" h="360045">
                  <a:moveTo>
                    <a:pt x="441959" y="231647"/>
                  </a:moveTo>
                  <a:lnTo>
                    <a:pt x="0" y="231647"/>
                  </a:lnTo>
                  <a:lnTo>
                    <a:pt x="0" y="359664"/>
                  </a:lnTo>
                  <a:lnTo>
                    <a:pt x="441959" y="359664"/>
                  </a:lnTo>
                  <a:lnTo>
                    <a:pt x="441959" y="231647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935480" y="3942587"/>
              <a:ext cx="708660" cy="360045"/>
            </a:xfrm>
            <a:custGeom>
              <a:avLst/>
              <a:gdLst/>
              <a:ahLst/>
              <a:cxnLst/>
              <a:rect l="l" t="t" r="r" b="b"/>
              <a:pathLst>
                <a:path w="708660" h="360045">
                  <a:moveTo>
                    <a:pt x="513588" y="231648"/>
                  </a:moveTo>
                  <a:lnTo>
                    <a:pt x="318516" y="231648"/>
                  </a:lnTo>
                  <a:lnTo>
                    <a:pt x="318516" y="359664"/>
                  </a:lnTo>
                  <a:lnTo>
                    <a:pt x="513588" y="359664"/>
                  </a:lnTo>
                  <a:lnTo>
                    <a:pt x="513588" y="231648"/>
                  </a:lnTo>
                  <a:close/>
                </a:path>
                <a:path w="708660" h="360045">
                  <a:moveTo>
                    <a:pt x="708660" y="0"/>
                  </a:moveTo>
                  <a:lnTo>
                    <a:pt x="0" y="0"/>
                  </a:lnTo>
                  <a:lnTo>
                    <a:pt x="0" y="128016"/>
                  </a:lnTo>
                  <a:lnTo>
                    <a:pt x="708660" y="128016"/>
                  </a:lnTo>
                  <a:lnTo>
                    <a:pt x="708660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935479" y="3942587"/>
              <a:ext cx="708660" cy="360045"/>
            </a:xfrm>
            <a:custGeom>
              <a:avLst/>
              <a:gdLst/>
              <a:ahLst/>
              <a:cxnLst/>
              <a:rect l="l" t="t" r="r" b="b"/>
              <a:pathLst>
                <a:path w="708660" h="360045">
                  <a:moveTo>
                    <a:pt x="708660" y="0"/>
                  </a:moveTo>
                  <a:lnTo>
                    <a:pt x="0" y="0"/>
                  </a:lnTo>
                  <a:lnTo>
                    <a:pt x="0" y="128016"/>
                  </a:lnTo>
                  <a:lnTo>
                    <a:pt x="708660" y="128016"/>
                  </a:lnTo>
                  <a:lnTo>
                    <a:pt x="708660" y="0"/>
                  </a:lnTo>
                  <a:close/>
                </a:path>
                <a:path w="708660" h="360045">
                  <a:moveTo>
                    <a:pt x="513588" y="231647"/>
                  </a:moveTo>
                  <a:lnTo>
                    <a:pt x="318516" y="231647"/>
                  </a:lnTo>
                  <a:lnTo>
                    <a:pt x="318516" y="359664"/>
                  </a:lnTo>
                  <a:lnTo>
                    <a:pt x="513588" y="359664"/>
                  </a:lnTo>
                  <a:lnTo>
                    <a:pt x="513588" y="231647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449068" y="3942587"/>
              <a:ext cx="1134110" cy="360045"/>
            </a:xfrm>
            <a:custGeom>
              <a:avLst/>
              <a:gdLst/>
              <a:ahLst/>
              <a:cxnLst/>
              <a:rect l="l" t="t" r="r" b="b"/>
              <a:pathLst>
                <a:path w="1134110" h="360045">
                  <a:moveTo>
                    <a:pt x="1133856" y="231648"/>
                  </a:moveTo>
                  <a:lnTo>
                    <a:pt x="0" y="231648"/>
                  </a:lnTo>
                  <a:lnTo>
                    <a:pt x="0" y="359664"/>
                  </a:lnTo>
                  <a:lnTo>
                    <a:pt x="1133856" y="359664"/>
                  </a:lnTo>
                  <a:lnTo>
                    <a:pt x="1133856" y="231648"/>
                  </a:lnTo>
                  <a:close/>
                </a:path>
                <a:path w="1134110" h="360045">
                  <a:moveTo>
                    <a:pt x="1133856" y="0"/>
                  </a:moveTo>
                  <a:lnTo>
                    <a:pt x="195072" y="0"/>
                  </a:lnTo>
                  <a:lnTo>
                    <a:pt x="195072" y="128016"/>
                  </a:lnTo>
                  <a:lnTo>
                    <a:pt x="1133856" y="128016"/>
                  </a:lnTo>
                  <a:lnTo>
                    <a:pt x="1133856" y="0"/>
                  </a:lnTo>
                  <a:close/>
                </a:path>
              </a:pathLst>
            </a:custGeom>
            <a:solidFill>
              <a:srgbClr val="B4B4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449068" y="3942587"/>
              <a:ext cx="1134110" cy="360045"/>
            </a:xfrm>
            <a:custGeom>
              <a:avLst/>
              <a:gdLst/>
              <a:ahLst/>
              <a:cxnLst/>
              <a:rect l="l" t="t" r="r" b="b"/>
              <a:pathLst>
                <a:path w="1134110" h="360045">
                  <a:moveTo>
                    <a:pt x="1133856" y="0"/>
                  </a:moveTo>
                  <a:lnTo>
                    <a:pt x="195072" y="0"/>
                  </a:lnTo>
                  <a:lnTo>
                    <a:pt x="195072" y="128016"/>
                  </a:lnTo>
                  <a:lnTo>
                    <a:pt x="1133856" y="128016"/>
                  </a:lnTo>
                  <a:lnTo>
                    <a:pt x="1133856" y="0"/>
                  </a:lnTo>
                  <a:close/>
                </a:path>
                <a:path w="1134110" h="360045">
                  <a:moveTo>
                    <a:pt x="1133856" y="231647"/>
                  </a:moveTo>
                  <a:lnTo>
                    <a:pt x="0" y="231647"/>
                  </a:lnTo>
                  <a:lnTo>
                    <a:pt x="0" y="359664"/>
                  </a:lnTo>
                  <a:lnTo>
                    <a:pt x="1133856" y="359664"/>
                  </a:lnTo>
                  <a:lnTo>
                    <a:pt x="1133856" y="231647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812035" y="3890771"/>
              <a:ext cx="0" cy="463550"/>
            </a:xfrm>
            <a:custGeom>
              <a:avLst/>
              <a:gdLst/>
              <a:ahLst/>
              <a:cxnLst/>
              <a:rect l="l" t="t" r="r" b="b"/>
              <a:pathLst>
                <a:path w="0" h="463550">
                  <a:moveTo>
                    <a:pt x="0" y="0"/>
                  </a:moveTo>
                  <a:lnTo>
                    <a:pt x="0" y="46329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/>
          <p:cNvGrpSpPr/>
          <p:nvPr/>
        </p:nvGrpSpPr>
        <p:grpSpPr>
          <a:xfrm>
            <a:off x="1807273" y="2241804"/>
            <a:ext cx="1780539" cy="463550"/>
            <a:chOff x="1807273" y="2241804"/>
            <a:chExt cx="1780539" cy="463550"/>
          </a:xfrm>
        </p:grpSpPr>
        <p:sp>
          <p:nvSpPr>
            <p:cNvPr id="18" name="object 18"/>
            <p:cNvSpPr/>
            <p:nvPr/>
          </p:nvSpPr>
          <p:spPr>
            <a:xfrm>
              <a:off x="1812035" y="2293619"/>
              <a:ext cx="372110" cy="360045"/>
            </a:xfrm>
            <a:custGeom>
              <a:avLst/>
              <a:gdLst/>
              <a:ahLst/>
              <a:cxnLst/>
              <a:rect l="l" t="t" r="r" b="b"/>
              <a:pathLst>
                <a:path w="372110" h="360044">
                  <a:moveTo>
                    <a:pt x="335280" y="0"/>
                  </a:moveTo>
                  <a:lnTo>
                    <a:pt x="0" y="0"/>
                  </a:lnTo>
                  <a:lnTo>
                    <a:pt x="0" y="128016"/>
                  </a:lnTo>
                  <a:lnTo>
                    <a:pt x="335280" y="128016"/>
                  </a:lnTo>
                  <a:lnTo>
                    <a:pt x="335280" y="0"/>
                  </a:lnTo>
                  <a:close/>
                </a:path>
                <a:path w="372110" h="360044">
                  <a:moveTo>
                    <a:pt x="371856" y="231648"/>
                  </a:moveTo>
                  <a:lnTo>
                    <a:pt x="0" y="231648"/>
                  </a:lnTo>
                  <a:lnTo>
                    <a:pt x="0" y="359664"/>
                  </a:lnTo>
                  <a:lnTo>
                    <a:pt x="371856" y="359664"/>
                  </a:lnTo>
                  <a:lnTo>
                    <a:pt x="371856" y="231648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147315" y="2293619"/>
              <a:ext cx="868680" cy="360045"/>
            </a:xfrm>
            <a:custGeom>
              <a:avLst/>
              <a:gdLst/>
              <a:ahLst/>
              <a:cxnLst/>
              <a:rect l="l" t="t" r="r" b="b"/>
              <a:pathLst>
                <a:path w="868680" h="360044">
                  <a:moveTo>
                    <a:pt x="461772" y="231648"/>
                  </a:moveTo>
                  <a:lnTo>
                    <a:pt x="36576" y="231648"/>
                  </a:lnTo>
                  <a:lnTo>
                    <a:pt x="36576" y="359664"/>
                  </a:lnTo>
                  <a:lnTo>
                    <a:pt x="461772" y="359664"/>
                  </a:lnTo>
                  <a:lnTo>
                    <a:pt x="461772" y="231648"/>
                  </a:lnTo>
                  <a:close/>
                </a:path>
                <a:path w="868680" h="360044">
                  <a:moveTo>
                    <a:pt x="868680" y="0"/>
                  </a:moveTo>
                  <a:lnTo>
                    <a:pt x="0" y="0"/>
                  </a:lnTo>
                  <a:lnTo>
                    <a:pt x="0" y="128016"/>
                  </a:lnTo>
                  <a:lnTo>
                    <a:pt x="868680" y="128016"/>
                  </a:lnTo>
                  <a:lnTo>
                    <a:pt x="868680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147315" y="2293620"/>
              <a:ext cx="868680" cy="360045"/>
            </a:xfrm>
            <a:custGeom>
              <a:avLst/>
              <a:gdLst/>
              <a:ahLst/>
              <a:cxnLst/>
              <a:rect l="l" t="t" r="r" b="b"/>
              <a:pathLst>
                <a:path w="868680" h="360044">
                  <a:moveTo>
                    <a:pt x="868680" y="0"/>
                  </a:moveTo>
                  <a:lnTo>
                    <a:pt x="0" y="0"/>
                  </a:lnTo>
                  <a:lnTo>
                    <a:pt x="0" y="128016"/>
                  </a:lnTo>
                  <a:lnTo>
                    <a:pt x="868680" y="128016"/>
                  </a:lnTo>
                  <a:lnTo>
                    <a:pt x="868680" y="0"/>
                  </a:lnTo>
                  <a:close/>
                </a:path>
                <a:path w="868680" h="360044">
                  <a:moveTo>
                    <a:pt x="461772" y="231647"/>
                  </a:moveTo>
                  <a:lnTo>
                    <a:pt x="36576" y="231647"/>
                  </a:lnTo>
                  <a:lnTo>
                    <a:pt x="36576" y="359664"/>
                  </a:lnTo>
                  <a:lnTo>
                    <a:pt x="461772" y="359664"/>
                  </a:lnTo>
                  <a:lnTo>
                    <a:pt x="461772" y="231647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609088" y="2293619"/>
              <a:ext cx="974090" cy="360045"/>
            </a:xfrm>
            <a:custGeom>
              <a:avLst/>
              <a:gdLst/>
              <a:ahLst/>
              <a:cxnLst/>
              <a:rect l="l" t="t" r="r" b="b"/>
              <a:pathLst>
                <a:path w="974089" h="360044">
                  <a:moveTo>
                    <a:pt x="955548" y="0"/>
                  </a:moveTo>
                  <a:lnTo>
                    <a:pt x="406908" y="0"/>
                  </a:lnTo>
                  <a:lnTo>
                    <a:pt x="406908" y="128016"/>
                  </a:lnTo>
                  <a:lnTo>
                    <a:pt x="955548" y="128016"/>
                  </a:lnTo>
                  <a:lnTo>
                    <a:pt x="955548" y="0"/>
                  </a:lnTo>
                  <a:close/>
                </a:path>
                <a:path w="974089" h="360044">
                  <a:moveTo>
                    <a:pt x="973836" y="231648"/>
                  </a:moveTo>
                  <a:lnTo>
                    <a:pt x="0" y="231648"/>
                  </a:lnTo>
                  <a:lnTo>
                    <a:pt x="0" y="359664"/>
                  </a:lnTo>
                  <a:lnTo>
                    <a:pt x="973836" y="359664"/>
                  </a:lnTo>
                  <a:lnTo>
                    <a:pt x="973836" y="231648"/>
                  </a:lnTo>
                  <a:close/>
                </a:path>
              </a:pathLst>
            </a:custGeom>
            <a:solidFill>
              <a:srgbClr val="B4B4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609087" y="2293620"/>
              <a:ext cx="974090" cy="360045"/>
            </a:xfrm>
            <a:custGeom>
              <a:avLst/>
              <a:gdLst/>
              <a:ahLst/>
              <a:cxnLst/>
              <a:rect l="l" t="t" r="r" b="b"/>
              <a:pathLst>
                <a:path w="974089" h="360044">
                  <a:moveTo>
                    <a:pt x="955548" y="0"/>
                  </a:moveTo>
                  <a:lnTo>
                    <a:pt x="406908" y="0"/>
                  </a:lnTo>
                  <a:lnTo>
                    <a:pt x="406908" y="128016"/>
                  </a:lnTo>
                  <a:lnTo>
                    <a:pt x="955548" y="128016"/>
                  </a:lnTo>
                  <a:lnTo>
                    <a:pt x="955548" y="0"/>
                  </a:lnTo>
                  <a:close/>
                </a:path>
                <a:path w="974089" h="360044">
                  <a:moveTo>
                    <a:pt x="973836" y="231647"/>
                  </a:moveTo>
                  <a:lnTo>
                    <a:pt x="0" y="231647"/>
                  </a:lnTo>
                  <a:lnTo>
                    <a:pt x="0" y="359664"/>
                  </a:lnTo>
                  <a:lnTo>
                    <a:pt x="973836" y="359664"/>
                  </a:lnTo>
                  <a:lnTo>
                    <a:pt x="973836" y="231647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812035" y="2241804"/>
              <a:ext cx="0" cy="463550"/>
            </a:xfrm>
            <a:custGeom>
              <a:avLst/>
              <a:gdLst/>
              <a:ahLst/>
              <a:cxnLst/>
              <a:rect l="l" t="t" r="r" b="b"/>
              <a:pathLst>
                <a:path w="0" h="463550">
                  <a:moveTo>
                    <a:pt x="0" y="0"/>
                  </a:moveTo>
                  <a:lnTo>
                    <a:pt x="0" y="46329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1506727" y="2282189"/>
            <a:ext cx="25146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20" b="1">
                <a:latin typeface="Arial"/>
                <a:cs typeface="Arial"/>
              </a:rPr>
              <a:t>2021</a:t>
            </a:r>
            <a:endParaRPr sz="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06727" y="2513838"/>
            <a:ext cx="25146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20" b="1">
                <a:latin typeface="Arial"/>
                <a:cs typeface="Arial"/>
              </a:rPr>
              <a:t>2023</a:t>
            </a:r>
            <a:endParaRPr sz="8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0355580" y="53339"/>
            <a:ext cx="1784985" cy="1333500"/>
          </a:xfrm>
          <a:custGeom>
            <a:avLst/>
            <a:gdLst/>
            <a:ahLst/>
            <a:cxnLst/>
            <a:rect l="l" t="t" r="r" b="b"/>
            <a:pathLst>
              <a:path w="1784984" h="1333500">
                <a:moveTo>
                  <a:pt x="309625" y="673099"/>
                </a:moveTo>
                <a:lnTo>
                  <a:pt x="263398" y="685799"/>
                </a:lnTo>
                <a:lnTo>
                  <a:pt x="219435" y="698499"/>
                </a:lnTo>
                <a:lnTo>
                  <a:pt x="178187" y="711199"/>
                </a:lnTo>
                <a:lnTo>
                  <a:pt x="140103" y="736599"/>
                </a:lnTo>
                <a:lnTo>
                  <a:pt x="105636" y="761999"/>
                </a:lnTo>
                <a:lnTo>
                  <a:pt x="75236" y="787399"/>
                </a:lnTo>
                <a:lnTo>
                  <a:pt x="49352" y="825499"/>
                </a:lnTo>
                <a:lnTo>
                  <a:pt x="28436" y="876299"/>
                </a:lnTo>
                <a:lnTo>
                  <a:pt x="12938" y="914399"/>
                </a:lnTo>
                <a:lnTo>
                  <a:pt x="3309" y="952499"/>
                </a:lnTo>
                <a:lnTo>
                  <a:pt x="0" y="1003299"/>
                </a:lnTo>
                <a:lnTo>
                  <a:pt x="3309" y="1054099"/>
                </a:lnTo>
                <a:lnTo>
                  <a:pt x="12938" y="1104899"/>
                </a:lnTo>
                <a:lnTo>
                  <a:pt x="28436" y="1142999"/>
                </a:lnTo>
                <a:lnTo>
                  <a:pt x="49352" y="1181099"/>
                </a:lnTo>
                <a:lnTo>
                  <a:pt x="75236" y="1219199"/>
                </a:lnTo>
                <a:lnTo>
                  <a:pt x="105636" y="1257299"/>
                </a:lnTo>
                <a:lnTo>
                  <a:pt x="140103" y="1282699"/>
                </a:lnTo>
                <a:lnTo>
                  <a:pt x="178187" y="1308099"/>
                </a:lnTo>
                <a:lnTo>
                  <a:pt x="219435" y="1320799"/>
                </a:lnTo>
                <a:lnTo>
                  <a:pt x="263398" y="1333499"/>
                </a:lnTo>
                <a:lnTo>
                  <a:pt x="354687" y="1333499"/>
                </a:lnTo>
                <a:lnTo>
                  <a:pt x="398405" y="1320799"/>
                </a:lnTo>
                <a:lnTo>
                  <a:pt x="440102" y="1308099"/>
                </a:lnTo>
                <a:lnTo>
                  <a:pt x="479102" y="1282699"/>
                </a:lnTo>
                <a:lnTo>
                  <a:pt x="514729" y="1257299"/>
                </a:lnTo>
                <a:lnTo>
                  <a:pt x="546306" y="1231899"/>
                </a:lnTo>
                <a:lnTo>
                  <a:pt x="573159" y="1193799"/>
                </a:lnTo>
                <a:lnTo>
                  <a:pt x="118363" y="1193799"/>
                </a:lnTo>
                <a:lnTo>
                  <a:pt x="87792" y="1155699"/>
                </a:lnTo>
                <a:lnTo>
                  <a:pt x="64865" y="1104899"/>
                </a:lnTo>
                <a:lnTo>
                  <a:pt x="50462" y="1054099"/>
                </a:lnTo>
                <a:lnTo>
                  <a:pt x="45465" y="1003299"/>
                </a:lnTo>
                <a:lnTo>
                  <a:pt x="49725" y="952499"/>
                </a:lnTo>
                <a:lnTo>
                  <a:pt x="62003" y="901699"/>
                </a:lnTo>
                <a:lnTo>
                  <a:pt x="81552" y="863599"/>
                </a:lnTo>
                <a:lnTo>
                  <a:pt x="107624" y="825499"/>
                </a:lnTo>
                <a:lnTo>
                  <a:pt x="139470" y="787399"/>
                </a:lnTo>
                <a:lnTo>
                  <a:pt x="176341" y="761999"/>
                </a:lnTo>
                <a:lnTo>
                  <a:pt x="217490" y="749299"/>
                </a:lnTo>
                <a:lnTo>
                  <a:pt x="262168" y="736599"/>
                </a:lnTo>
                <a:lnTo>
                  <a:pt x="309625" y="723899"/>
                </a:lnTo>
                <a:lnTo>
                  <a:pt x="469587" y="723899"/>
                </a:lnTo>
                <a:lnTo>
                  <a:pt x="449548" y="711199"/>
                </a:lnTo>
                <a:lnTo>
                  <a:pt x="405680" y="698499"/>
                </a:lnTo>
                <a:lnTo>
                  <a:pt x="358785" y="685799"/>
                </a:lnTo>
                <a:lnTo>
                  <a:pt x="309625" y="673099"/>
                </a:lnTo>
                <a:close/>
              </a:path>
              <a:path w="1784984" h="1333500">
                <a:moveTo>
                  <a:pt x="1221263" y="1104899"/>
                </a:moveTo>
                <a:lnTo>
                  <a:pt x="1174622" y="1104899"/>
                </a:lnTo>
                <a:lnTo>
                  <a:pt x="1191964" y="1155699"/>
                </a:lnTo>
                <a:lnTo>
                  <a:pt x="1216251" y="1206499"/>
                </a:lnTo>
                <a:lnTo>
                  <a:pt x="1246734" y="1244599"/>
                </a:lnTo>
                <a:lnTo>
                  <a:pt x="1282668" y="1269999"/>
                </a:lnTo>
                <a:lnTo>
                  <a:pt x="1323304" y="1308099"/>
                </a:lnTo>
                <a:lnTo>
                  <a:pt x="1367897" y="1320799"/>
                </a:lnTo>
                <a:lnTo>
                  <a:pt x="1415698" y="1333499"/>
                </a:lnTo>
                <a:lnTo>
                  <a:pt x="1512369" y="1333499"/>
                </a:lnTo>
                <a:lnTo>
                  <a:pt x="1556891" y="1320799"/>
                </a:lnTo>
                <a:lnTo>
                  <a:pt x="1598991" y="1308099"/>
                </a:lnTo>
                <a:lnTo>
                  <a:pt x="1638136" y="1282699"/>
                </a:lnTo>
                <a:lnTo>
                  <a:pt x="1673793" y="1257299"/>
                </a:lnTo>
                <a:lnTo>
                  <a:pt x="1705429" y="1219199"/>
                </a:lnTo>
                <a:lnTo>
                  <a:pt x="1723482" y="1193799"/>
                </a:lnTo>
                <a:lnTo>
                  <a:pt x="1274698" y="1193799"/>
                </a:lnTo>
                <a:lnTo>
                  <a:pt x="1244147" y="1155699"/>
                </a:lnTo>
                <a:lnTo>
                  <a:pt x="1221263" y="1104899"/>
                </a:lnTo>
                <a:close/>
              </a:path>
              <a:path w="1784984" h="1333500">
                <a:moveTo>
                  <a:pt x="327786" y="838199"/>
                </a:moveTo>
                <a:lnTo>
                  <a:pt x="289091" y="850899"/>
                </a:lnTo>
                <a:lnTo>
                  <a:pt x="257206" y="876299"/>
                </a:lnTo>
                <a:lnTo>
                  <a:pt x="235561" y="901699"/>
                </a:lnTo>
                <a:lnTo>
                  <a:pt x="227583" y="952499"/>
                </a:lnTo>
                <a:lnTo>
                  <a:pt x="230868" y="965199"/>
                </a:lnTo>
                <a:lnTo>
                  <a:pt x="240141" y="990599"/>
                </a:lnTo>
                <a:lnTo>
                  <a:pt x="254533" y="1015999"/>
                </a:lnTo>
                <a:lnTo>
                  <a:pt x="273176" y="1028699"/>
                </a:lnTo>
                <a:lnTo>
                  <a:pt x="227364" y="1054099"/>
                </a:lnTo>
                <a:lnTo>
                  <a:pt x="188525" y="1079499"/>
                </a:lnTo>
                <a:lnTo>
                  <a:pt x="157112" y="1104899"/>
                </a:lnTo>
                <a:lnTo>
                  <a:pt x="133574" y="1155699"/>
                </a:lnTo>
                <a:lnTo>
                  <a:pt x="118363" y="1193799"/>
                </a:lnTo>
                <a:lnTo>
                  <a:pt x="573159" y="1193799"/>
                </a:lnTo>
                <a:lnTo>
                  <a:pt x="580309" y="1181099"/>
                </a:lnTo>
                <a:lnTo>
                  <a:pt x="519048" y="1181099"/>
                </a:lnTo>
                <a:lnTo>
                  <a:pt x="503861" y="1142999"/>
                </a:lnTo>
                <a:lnTo>
                  <a:pt x="480823" y="1104899"/>
                </a:lnTo>
                <a:lnTo>
                  <a:pt x="450798" y="1079499"/>
                </a:lnTo>
                <a:lnTo>
                  <a:pt x="414652" y="1054099"/>
                </a:lnTo>
                <a:lnTo>
                  <a:pt x="373252" y="1028699"/>
                </a:lnTo>
                <a:lnTo>
                  <a:pt x="391949" y="1015999"/>
                </a:lnTo>
                <a:lnTo>
                  <a:pt x="406336" y="1003299"/>
                </a:lnTo>
                <a:lnTo>
                  <a:pt x="415579" y="977899"/>
                </a:lnTo>
                <a:lnTo>
                  <a:pt x="418845" y="952499"/>
                </a:lnTo>
                <a:lnTo>
                  <a:pt x="412297" y="901699"/>
                </a:lnTo>
                <a:lnTo>
                  <a:pt x="393795" y="876299"/>
                </a:lnTo>
                <a:lnTo>
                  <a:pt x="365053" y="850899"/>
                </a:lnTo>
                <a:lnTo>
                  <a:pt x="327786" y="838199"/>
                </a:lnTo>
                <a:close/>
              </a:path>
              <a:path w="1784984" h="1333500">
                <a:moveTo>
                  <a:pt x="1484121" y="838199"/>
                </a:moveTo>
                <a:lnTo>
                  <a:pt x="1445426" y="850899"/>
                </a:lnTo>
                <a:lnTo>
                  <a:pt x="1413541" y="876299"/>
                </a:lnTo>
                <a:lnTo>
                  <a:pt x="1391896" y="901699"/>
                </a:lnTo>
                <a:lnTo>
                  <a:pt x="1383918" y="952499"/>
                </a:lnTo>
                <a:lnTo>
                  <a:pt x="1387203" y="965199"/>
                </a:lnTo>
                <a:lnTo>
                  <a:pt x="1396476" y="990599"/>
                </a:lnTo>
                <a:lnTo>
                  <a:pt x="1410868" y="1015999"/>
                </a:lnTo>
                <a:lnTo>
                  <a:pt x="1429511" y="1028699"/>
                </a:lnTo>
                <a:lnTo>
                  <a:pt x="1387174" y="1054099"/>
                </a:lnTo>
                <a:lnTo>
                  <a:pt x="1348792" y="1079499"/>
                </a:lnTo>
                <a:lnTo>
                  <a:pt x="1316098" y="1104899"/>
                </a:lnTo>
                <a:lnTo>
                  <a:pt x="1290823" y="1155699"/>
                </a:lnTo>
                <a:lnTo>
                  <a:pt x="1274698" y="1193799"/>
                </a:lnTo>
                <a:lnTo>
                  <a:pt x="1723482" y="1193799"/>
                </a:lnTo>
                <a:lnTo>
                  <a:pt x="1732509" y="1181099"/>
                </a:lnTo>
                <a:lnTo>
                  <a:pt x="1675383" y="1181099"/>
                </a:lnTo>
                <a:lnTo>
                  <a:pt x="1660197" y="1142999"/>
                </a:lnTo>
                <a:lnTo>
                  <a:pt x="1637166" y="1104899"/>
                </a:lnTo>
                <a:lnTo>
                  <a:pt x="1607160" y="1079499"/>
                </a:lnTo>
                <a:lnTo>
                  <a:pt x="1571052" y="1054099"/>
                </a:lnTo>
                <a:lnTo>
                  <a:pt x="1529714" y="1028699"/>
                </a:lnTo>
                <a:lnTo>
                  <a:pt x="1549767" y="1015999"/>
                </a:lnTo>
                <a:lnTo>
                  <a:pt x="1567259" y="1003299"/>
                </a:lnTo>
                <a:lnTo>
                  <a:pt x="1579631" y="977899"/>
                </a:lnTo>
                <a:lnTo>
                  <a:pt x="1584324" y="952499"/>
                </a:lnTo>
                <a:lnTo>
                  <a:pt x="1576347" y="901699"/>
                </a:lnTo>
                <a:lnTo>
                  <a:pt x="1554702" y="876299"/>
                </a:lnTo>
                <a:lnTo>
                  <a:pt x="1522817" y="850899"/>
                </a:lnTo>
                <a:lnTo>
                  <a:pt x="1484121" y="838199"/>
                </a:lnTo>
                <a:close/>
              </a:path>
              <a:path w="1784984" h="1333500">
                <a:moveTo>
                  <a:pt x="469587" y="723899"/>
                </a:moveTo>
                <a:lnTo>
                  <a:pt x="309625" y="723899"/>
                </a:lnTo>
                <a:lnTo>
                  <a:pt x="357046" y="736599"/>
                </a:lnTo>
                <a:lnTo>
                  <a:pt x="401694" y="749299"/>
                </a:lnTo>
                <a:lnTo>
                  <a:pt x="442820" y="761999"/>
                </a:lnTo>
                <a:lnTo>
                  <a:pt x="479676" y="787399"/>
                </a:lnTo>
                <a:lnTo>
                  <a:pt x="511511" y="825499"/>
                </a:lnTo>
                <a:lnTo>
                  <a:pt x="537576" y="863599"/>
                </a:lnTo>
                <a:lnTo>
                  <a:pt x="557122" y="901699"/>
                </a:lnTo>
                <a:lnTo>
                  <a:pt x="569400" y="952499"/>
                </a:lnTo>
                <a:lnTo>
                  <a:pt x="573658" y="1003299"/>
                </a:lnTo>
                <a:lnTo>
                  <a:pt x="570233" y="1054099"/>
                </a:lnTo>
                <a:lnTo>
                  <a:pt x="559974" y="1104899"/>
                </a:lnTo>
                <a:lnTo>
                  <a:pt x="542905" y="1142999"/>
                </a:lnTo>
                <a:lnTo>
                  <a:pt x="519048" y="1181099"/>
                </a:lnTo>
                <a:lnTo>
                  <a:pt x="580309" y="1181099"/>
                </a:lnTo>
                <a:lnTo>
                  <a:pt x="594609" y="1155699"/>
                </a:lnTo>
                <a:lnTo>
                  <a:pt x="609980" y="1104899"/>
                </a:lnTo>
                <a:lnTo>
                  <a:pt x="1221263" y="1104899"/>
                </a:lnTo>
                <a:lnTo>
                  <a:pt x="1206904" y="1054099"/>
                </a:lnTo>
                <a:lnTo>
                  <a:pt x="1205660" y="1041399"/>
                </a:lnTo>
                <a:lnTo>
                  <a:pt x="620553" y="1041399"/>
                </a:lnTo>
                <a:lnTo>
                  <a:pt x="626840" y="1015999"/>
                </a:lnTo>
                <a:lnTo>
                  <a:pt x="628268" y="1003299"/>
                </a:lnTo>
                <a:lnTo>
                  <a:pt x="625127" y="965199"/>
                </a:lnTo>
                <a:lnTo>
                  <a:pt x="616854" y="927099"/>
                </a:lnTo>
                <a:lnTo>
                  <a:pt x="605176" y="901699"/>
                </a:lnTo>
                <a:lnTo>
                  <a:pt x="591819" y="863599"/>
                </a:lnTo>
                <a:lnTo>
                  <a:pt x="637363" y="800099"/>
                </a:lnTo>
                <a:lnTo>
                  <a:pt x="555370" y="800099"/>
                </a:lnTo>
                <a:lnTo>
                  <a:pt x="525155" y="761999"/>
                </a:lnTo>
                <a:lnTo>
                  <a:pt x="489627" y="736599"/>
                </a:lnTo>
                <a:lnTo>
                  <a:pt x="469587" y="723899"/>
                </a:lnTo>
                <a:close/>
              </a:path>
              <a:path w="1784984" h="1333500">
                <a:moveTo>
                  <a:pt x="1618563" y="723899"/>
                </a:moveTo>
                <a:lnTo>
                  <a:pt x="1465960" y="723899"/>
                </a:lnTo>
                <a:lnTo>
                  <a:pt x="1516103" y="736599"/>
                </a:lnTo>
                <a:lnTo>
                  <a:pt x="1562870" y="749299"/>
                </a:lnTo>
                <a:lnTo>
                  <a:pt x="1605590" y="761999"/>
                </a:lnTo>
                <a:lnTo>
                  <a:pt x="1643587" y="787399"/>
                </a:lnTo>
                <a:lnTo>
                  <a:pt x="1676187" y="825499"/>
                </a:lnTo>
                <a:lnTo>
                  <a:pt x="1702717" y="863599"/>
                </a:lnTo>
                <a:lnTo>
                  <a:pt x="1722501" y="901699"/>
                </a:lnTo>
                <a:lnTo>
                  <a:pt x="1734866" y="952499"/>
                </a:lnTo>
                <a:lnTo>
                  <a:pt x="1739137" y="1003299"/>
                </a:lnTo>
                <a:lnTo>
                  <a:pt x="1734284" y="1054099"/>
                </a:lnTo>
                <a:lnTo>
                  <a:pt x="1720881" y="1104899"/>
                </a:lnTo>
                <a:lnTo>
                  <a:pt x="1700668" y="1142999"/>
                </a:lnTo>
                <a:lnTo>
                  <a:pt x="1675383" y="1181099"/>
                </a:lnTo>
                <a:lnTo>
                  <a:pt x="1732509" y="1181099"/>
                </a:lnTo>
                <a:lnTo>
                  <a:pt x="1754500" y="1142999"/>
                </a:lnTo>
                <a:lnTo>
                  <a:pt x="1770868" y="1104899"/>
                </a:lnTo>
                <a:lnTo>
                  <a:pt x="1781081" y="1054099"/>
                </a:lnTo>
                <a:lnTo>
                  <a:pt x="1784603" y="1003299"/>
                </a:lnTo>
                <a:lnTo>
                  <a:pt x="1781081" y="952499"/>
                </a:lnTo>
                <a:lnTo>
                  <a:pt x="1770868" y="914399"/>
                </a:lnTo>
                <a:lnTo>
                  <a:pt x="1754500" y="876299"/>
                </a:lnTo>
                <a:lnTo>
                  <a:pt x="1732509" y="825499"/>
                </a:lnTo>
                <a:lnTo>
                  <a:pt x="1705429" y="787399"/>
                </a:lnTo>
                <a:lnTo>
                  <a:pt x="1673793" y="761999"/>
                </a:lnTo>
                <a:lnTo>
                  <a:pt x="1638136" y="736599"/>
                </a:lnTo>
                <a:lnTo>
                  <a:pt x="1618563" y="723899"/>
                </a:lnTo>
                <a:close/>
              </a:path>
              <a:path w="1784984" h="1333500">
                <a:moveTo>
                  <a:pt x="1083489" y="622299"/>
                </a:moveTo>
                <a:lnTo>
                  <a:pt x="1010665" y="622299"/>
                </a:lnTo>
                <a:lnTo>
                  <a:pt x="1183639" y="863599"/>
                </a:lnTo>
                <a:lnTo>
                  <a:pt x="1171711" y="901699"/>
                </a:lnTo>
                <a:lnTo>
                  <a:pt x="1163177" y="939799"/>
                </a:lnTo>
                <a:lnTo>
                  <a:pt x="1158047" y="965199"/>
                </a:lnTo>
                <a:lnTo>
                  <a:pt x="1156334" y="1003299"/>
                </a:lnTo>
                <a:lnTo>
                  <a:pt x="1156334" y="1041399"/>
                </a:lnTo>
                <a:lnTo>
                  <a:pt x="1205660" y="1041399"/>
                </a:lnTo>
                <a:lnTo>
                  <a:pt x="1201927" y="1003299"/>
                </a:lnTo>
                <a:lnTo>
                  <a:pt x="1206186" y="952499"/>
                </a:lnTo>
                <a:lnTo>
                  <a:pt x="1218464" y="901699"/>
                </a:lnTo>
                <a:lnTo>
                  <a:pt x="1238010" y="863599"/>
                </a:lnTo>
                <a:lnTo>
                  <a:pt x="1264075" y="825499"/>
                </a:lnTo>
                <a:lnTo>
                  <a:pt x="1274687" y="812799"/>
                </a:lnTo>
                <a:lnTo>
                  <a:pt x="1220088" y="812799"/>
                </a:lnTo>
                <a:lnTo>
                  <a:pt x="1083489" y="622299"/>
                </a:lnTo>
                <a:close/>
              </a:path>
              <a:path w="1784984" h="1333500">
                <a:moveTo>
                  <a:pt x="1465960" y="673099"/>
                </a:moveTo>
                <a:lnTo>
                  <a:pt x="1416747" y="685799"/>
                </a:lnTo>
                <a:lnTo>
                  <a:pt x="1369817" y="698499"/>
                </a:lnTo>
                <a:lnTo>
                  <a:pt x="1325927" y="711199"/>
                </a:lnTo>
                <a:lnTo>
                  <a:pt x="1285837" y="749299"/>
                </a:lnTo>
                <a:lnTo>
                  <a:pt x="1250305" y="774699"/>
                </a:lnTo>
                <a:lnTo>
                  <a:pt x="1220088" y="812799"/>
                </a:lnTo>
                <a:lnTo>
                  <a:pt x="1274687" y="812799"/>
                </a:lnTo>
                <a:lnTo>
                  <a:pt x="1295910" y="787399"/>
                </a:lnTo>
                <a:lnTo>
                  <a:pt x="1332766" y="761999"/>
                </a:lnTo>
                <a:lnTo>
                  <a:pt x="1373892" y="749299"/>
                </a:lnTo>
                <a:lnTo>
                  <a:pt x="1418540" y="736599"/>
                </a:lnTo>
                <a:lnTo>
                  <a:pt x="1465960" y="723899"/>
                </a:lnTo>
                <a:lnTo>
                  <a:pt x="1618563" y="723899"/>
                </a:lnTo>
                <a:lnTo>
                  <a:pt x="1598991" y="711199"/>
                </a:lnTo>
                <a:lnTo>
                  <a:pt x="1556891" y="698499"/>
                </a:lnTo>
                <a:lnTo>
                  <a:pt x="1512369" y="685799"/>
                </a:lnTo>
                <a:lnTo>
                  <a:pt x="1465960" y="673099"/>
                </a:lnTo>
                <a:close/>
              </a:path>
              <a:path w="1784984" h="1333500">
                <a:moveTo>
                  <a:pt x="920336" y="0"/>
                </a:moveTo>
                <a:lnTo>
                  <a:pt x="827913" y="0"/>
                </a:lnTo>
                <a:lnTo>
                  <a:pt x="783950" y="12699"/>
                </a:lnTo>
                <a:lnTo>
                  <a:pt x="742702" y="25399"/>
                </a:lnTo>
                <a:lnTo>
                  <a:pt x="704618" y="50799"/>
                </a:lnTo>
                <a:lnTo>
                  <a:pt x="670151" y="76199"/>
                </a:lnTo>
                <a:lnTo>
                  <a:pt x="639751" y="114299"/>
                </a:lnTo>
                <a:lnTo>
                  <a:pt x="613867" y="139699"/>
                </a:lnTo>
                <a:lnTo>
                  <a:pt x="592951" y="190499"/>
                </a:lnTo>
                <a:lnTo>
                  <a:pt x="577453" y="228599"/>
                </a:lnTo>
                <a:lnTo>
                  <a:pt x="567824" y="279399"/>
                </a:lnTo>
                <a:lnTo>
                  <a:pt x="564514" y="317499"/>
                </a:lnTo>
                <a:lnTo>
                  <a:pt x="567778" y="368299"/>
                </a:lnTo>
                <a:lnTo>
                  <a:pt x="577252" y="419099"/>
                </a:lnTo>
                <a:lnTo>
                  <a:pt x="592456" y="457199"/>
                </a:lnTo>
                <a:lnTo>
                  <a:pt x="612915" y="507999"/>
                </a:lnTo>
                <a:lnTo>
                  <a:pt x="638150" y="546099"/>
                </a:lnTo>
                <a:lnTo>
                  <a:pt x="667684" y="571499"/>
                </a:lnTo>
                <a:lnTo>
                  <a:pt x="701039" y="596899"/>
                </a:lnTo>
                <a:lnTo>
                  <a:pt x="555370" y="800099"/>
                </a:lnTo>
                <a:lnTo>
                  <a:pt x="637363" y="800099"/>
                </a:lnTo>
                <a:lnTo>
                  <a:pt x="755776" y="634999"/>
                </a:lnTo>
                <a:lnTo>
                  <a:pt x="980350" y="634999"/>
                </a:lnTo>
                <a:lnTo>
                  <a:pt x="1010665" y="622299"/>
                </a:lnTo>
                <a:lnTo>
                  <a:pt x="1083489" y="622299"/>
                </a:lnTo>
                <a:lnTo>
                  <a:pt x="1065275" y="596899"/>
                </a:lnTo>
                <a:lnTo>
                  <a:pt x="1099355" y="558799"/>
                </a:lnTo>
                <a:lnTo>
                  <a:pt x="1128362" y="520699"/>
                </a:lnTo>
                <a:lnTo>
                  <a:pt x="682878" y="520699"/>
                </a:lnTo>
                <a:lnTo>
                  <a:pt x="629380" y="431799"/>
                </a:lnTo>
                <a:lnTo>
                  <a:pt x="614977" y="380999"/>
                </a:lnTo>
                <a:lnTo>
                  <a:pt x="609980" y="317499"/>
                </a:lnTo>
                <a:lnTo>
                  <a:pt x="614244" y="279399"/>
                </a:lnTo>
                <a:lnTo>
                  <a:pt x="626533" y="228599"/>
                </a:lnTo>
                <a:lnTo>
                  <a:pt x="646096" y="177799"/>
                </a:lnTo>
                <a:lnTo>
                  <a:pt x="672181" y="139699"/>
                </a:lnTo>
                <a:lnTo>
                  <a:pt x="704037" y="114299"/>
                </a:lnTo>
                <a:lnTo>
                  <a:pt x="740913" y="88899"/>
                </a:lnTo>
                <a:lnTo>
                  <a:pt x="782056" y="63499"/>
                </a:lnTo>
                <a:lnTo>
                  <a:pt x="826716" y="50799"/>
                </a:lnTo>
                <a:lnTo>
                  <a:pt x="1043568" y="50799"/>
                </a:lnTo>
                <a:lnTo>
                  <a:pt x="1005501" y="25399"/>
                </a:lnTo>
                <a:lnTo>
                  <a:pt x="964274" y="12699"/>
                </a:lnTo>
                <a:lnTo>
                  <a:pt x="920336" y="0"/>
                </a:lnTo>
                <a:close/>
              </a:path>
              <a:path w="1784984" h="1333500">
                <a:moveTo>
                  <a:pt x="980350" y="634999"/>
                </a:moveTo>
                <a:lnTo>
                  <a:pt x="755776" y="634999"/>
                </a:lnTo>
                <a:lnTo>
                  <a:pt x="783183" y="647699"/>
                </a:lnTo>
                <a:lnTo>
                  <a:pt x="811482" y="647699"/>
                </a:lnTo>
                <a:lnTo>
                  <a:pt x="841519" y="660399"/>
                </a:lnTo>
                <a:lnTo>
                  <a:pt x="909528" y="660399"/>
                </a:lnTo>
                <a:lnTo>
                  <a:pt x="945784" y="647699"/>
                </a:lnTo>
                <a:lnTo>
                  <a:pt x="980350" y="634999"/>
                </a:lnTo>
                <a:close/>
              </a:path>
              <a:path w="1784984" h="1333500">
                <a:moveTo>
                  <a:pt x="921853" y="165099"/>
                </a:moveTo>
                <a:lnTo>
                  <a:pt x="849749" y="165099"/>
                </a:lnTo>
                <a:lnTo>
                  <a:pt x="820578" y="190499"/>
                </a:lnTo>
                <a:lnTo>
                  <a:pt x="799933" y="215899"/>
                </a:lnTo>
                <a:lnTo>
                  <a:pt x="792098" y="253999"/>
                </a:lnTo>
                <a:lnTo>
                  <a:pt x="795383" y="279399"/>
                </a:lnTo>
                <a:lnTo>
                  <a:pt x="804656" y="304799"/>
                </a:lnTo>
                <a:lnTo>
                  <a:pt x="819048" y="330199"/>
                </a:lnTo>
                <a:lnTo>
                  <a:pt x="837691" y="342899"/>
                </a:lnTo>
                <a:lnTo>
                  <a:pt x="791013" y="355599"/>
                </a:lnTo>
                <a:lnTo>
                  <a:pt x="750444" y="380999"/>
                </a:lnTo>
                <a:lnTo>
                  <a:pt x="717731" y="419099"/>
                </a:lnTo>
                <a:lnTo>
                  <a:pt x="694627" y="469899"/>
                </a:lnTo>
                <a:lnTo>
                  <a:pt x="682878" y="520699"/>
                </a:lnTo>
                <a:lnTo>
                  <a:pt x="1128362" y="520699"/>
                </a:lnTo>
                <a:lnTo>
                  <a:pt x="1134220" y="507999"/>
                </a:lnTo>
                <a:lnTo>
                  <a:pt x="1083563" y="507999"/>
                </a:lnTo>
                <a:lnTo>
                  <a:pt x="1058175" y="457199"/>
                </a:lnTo>
                <a:lnTo>
                  <a:pt x="1024286" y="406399"/>
                </a:lnTo>
                <a:lnTo>
                  <a:pt x="983587" y="368299"/>
                </a:lnTo>
                <a:lnTo>
                  <a:pt x="937767" y="355599"/>
                </a:lnTo>
                <a:lnTo>
                  <a:pt x="956464" y="330199"/>
                </a:lnTo>
                <a:lnTo>
                  <a:pt x="970851" y="317499"/>
                </a:lnTo>
                <a:lnTo>
                  <a:pt x="980094" y="279399"/>
                </a:lnTo>
                <a:lnTo>
                  <a:pt x="983360" y="253999"/>
                </a:lnTo>
                <a:lnTo>
                  <a:pt x="975383" y="215899"/>
                </a:lnTo>
                <a:lnTo>
                  <a:pt x="953738" y="190499"/>
                </a:lnTo>
                <a:lnTo>
                  <a:pt x="921853" y="165099"/>
                </a:lnTo>
                <a:close/>
              </a:path>
              <a:path w="1784984" h="1333500">
                <a:moveTo>
                  <a:pt x="1043568" y="50799"/>
                </a:moveTo>
                <a:lnTo>
                  <a:pt x="921561" y="50799"/>
                </a:lnTo>
                <a:lnTo>
                  <a:pt x="966209" y="63499"/>
                </a:lnTo>
                <a:lnTo>
                  <a:pt x="1007335" y="88899"/>
                </a:lnTo>
                <a:lnTo>
                  <a:pt x="1044191" y="114299"/>
                </a:lnTo>
                <a:lnTo>
                  <a:pt x="1076026" y="139699"/>
                </a:lnTo>
                <a:lnTo>
                  <a:pt x="1102091" y="177799"/>
                </a:lnTo>
                <a:lnTo>
                  <a:pt x="1121637" y="228599"/>
                </a:lnTo>
                <a:lnTo>
                  <a:pt x="1133915" y="279399"/>
                </a:lnTo>
                <a:lnTo>
                  <a:pt x="1138173" y="317499"/>
                </a:lnTo>
                <a:lnTo>
                  <a:pt x="1134748" y="368299"/>
                </a:lnTo>
                <a:lnTo>
                  <a:pt x="1124489" y="419099"/>
                </a:lnTo>
                <a:lnTo>
                  <a:pt x="1107420" y="469899"/>
                </a:lnTo>
                <a:lnTo>
                  <a:pt x="1083563" y="507999"/>
                </a:lnTo>
                <a:lnTo>
                  <a:pt x="1134220" y="507999"/>
                </a:lnTo>
                <a:lnTo>
                  <a:pt x="1151794" y="469899"/>
                </a:lnTo>
                <a:lnTo>
                  <a:pt x="1169152" y="431799"/>
                </a:lnTo>
                <a:lnTo>
                  <a:pt x="1179934" y="380999"/>
                </a:lnTo>
                <a:lnTo>
                  <a:pt x="1183639" y="317499"/>
                </a:lnTo>
                <a:lnTo>
                  <a:pt x="1180330" y="279399"/>
                </a:lnTo>
                <a:lnTo>
                  <a:pt x="1170701" y="228599"/>
                </a:lnTo>
                <a:lnTo>
                  <a:pt x="1155205" y="190499"/>
                </a:lnTo>
                <a:lnTo>
                  <a:pt x="1134293" y="139699"/>
                </a:lnTo>
                <a:lnTo>
                  <a:pt x="1108415" y="114299"/>
                </a:lnTo>
                <a:lnTo>
                  <a:pt x="1078023" y="76199"/>
                </a:lnTo>
                <a:lnTo>
                  <a:pt x="1043568" y="5079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$PPTXTitle"/>
          <p:cNvSpPr txBox="1">
            <a:spLocks noGrp="1"/>
          </p:cNvSpPr>
          <p:nvPr>
            <p:ph type="title"/>
          </p:nvPr>
        </p:nvSpPr>
        <p:spPr>
          <a:xfrm>
            <a:off x="430174" y="296926"/>
            <a:ext cx="11087735" cy="928369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55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Even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as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immediate</a:t>
            </a:r>
            <a:r>
              <a:rPr dirty="0" spc="-10">
                <a:solidFill>
                  <a:srgbClr val="000000"/>
                </a:solidFill>
              </a:rPr>
              <a:t> COVID-</a:t>
            </a:r>
            <a:r>
              <a:rPr dirty="0">
                <a:solidFill>
                  <a:srgbClr val="000000"/>
                </a:solidFill>
              </a:rPr>
              <a:t>19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risks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decline,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using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one’s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 spc="-25">
                <a:solidFill>
                  <a:srgbClr val="000000"/>
                </a:solidFill>
              </a:rPr>
              <a:t>own</a:t>
            </a:r>
          </a:p>
          <a:p>
            <a:pPr marL="12700">
              <a:lnSpc>
                <a:spcPts val="3550"/>
              </a:lnSpc>
            </a:pPr>
            <a:r>
              <a:rPr dirty="0">
                <a:solidFill>
                  <a:srgbClr val="000000"/>
                </a:solidFill>
              </a:rPr>
              <a:t>car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remains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popular;</a:t>
            </a:r>
            <a:r>
              <a:rPr dirty="0" spc="-6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increasing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use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of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shared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modes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in</a:t>
            </a:r>
            <a:r>
              <a:rPr dirty="0" spc="-10">
                <a:solidFill>
                  <a:srgbClr val="000000"/>
                </a:solidFill>
              </a:rPr>
              <a:t> China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2578354" y="6500876"/>
            <a:ext cx="1867535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>
                <a:latin typeface="Arial"/>
                <a:cs typeface="Arial"/>
              </a:rPr>
              <a:t>Source:</a:t>
            </a:r>
            <a:r>
              <a:rPr dirty="0" sz="750" spc="-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PwC</a:t>
            </a:r>
            <a:r>
              <a:rPr dirty="0" sz="750" spc="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Strategy&amp;</a:t>
            </a:r>
            <a:r>
              <a:rPr dirty="0" sz="750" spc="-2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consumer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research</a:t>
            </a:r>
            <a:endParaRPr sz="7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30174" y="1257680"/>
            <a:ext cx="51327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Mobility</a:t>
            </a:r>
            <a:r>
              <a:rPr dirty="0" sz="1800" spc="-4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pattern</a:t>
            </a:r>
            <a:r>
              <a:rPr dirty="0" sz="1800" spc="-1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after</a:t>
            </a:r>
            <a:r>
              <a:rPr dirty="0" sz="1800" spc="-10" b="1">
                <a:solidFill>
                  <a:srgbClr val="A21F1F"/>
                </a:solidFill>
                <a:latin typeface="Arial"/>
                <a:cs typeface="Arial"/>
              </a:rPr>
              <a:t> COVID-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19</a:t>
            </a:r>
            <a:r>
              <a:rPr dirty="0" sz="1800" spc="-1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restrictions</a:t>
            </a:r>
            <a:r>
              <a:rPr dirty="0" sz="1800" spc="-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spc="-25" b="1">
                <a:solidFill>
                  <a:srgbClr val="A21F1F"/>
                </a:solidFill>
                <a:latin typeface="Arial"/>
                <a:cs typeface="Arial"/>
              </a:rPr>
              <a:t>(%)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54736" y="3436620"/>
            <a:ext cx="315595" cy="274320"/>
          </a:xfrm>
          <a:custGeom>
            <a:avLst/>
            <a:gdLst/>
            <a:ahLst/>
            <a:cxnLst/>
            <a:rect l="l" t="t" r="r" b="b"/>
            <a:pathLst>
              <a:path w="315594" h="274320">
                <a:moveTo>
                  <a:pt x="77939" y="216915"/>
                </a:moveTo>
                <a:lnTo>
                  <a:pt x="20408" y="216915"/>
                </a:lnTo>
                <a:lnTo>
                  <a:pt x="20408" y="255777"/>
                </a:lnTo>
                <a:lnTo>
                  <a:pt x="22033" y="262586"/>
                </a:lnTo>
                <a:lnTo>
                  <a:pt x="26442" y="268525"/>
                </a:lnTo>
                <a:lnTo>
                  <a:pt x="32940" y="272726"/>
                </a:lnTo>
                <a:lnTo>
                  <a:pt x="40830" y="274319"/>
                </a:lnTo>
                <a:lnTo>
                  <a:pt x="57531" y="274319"/>
                </a:lnTo>
                <a:lnTo>
                  <a:pt x="65413" y="272726"/>
                </a:lnTo>
                <a:lnTo>
                  <a:pt x="71907" y="268525"/>
                </a:lnTo>
                <a:lnTo>
                  <a:pt x="76315" y="262586"/>
                </a:lnTo>
                <a:lnTo>
                  <a:pt x="77939" y="255777"/>
                </a:lnTo>
                <a:lnTo>
                  <a:pt x="77939" y="216915"/>
                </a:lnTo>
                <a:close/>
              </a:path>
              <a:path w="315594" h="274320">
                <a:moveTo>
                  <a:pt x="293204" y="216915"/>
                </a:moveTo>
                <a:lnTo>
                  <a:pt x="235673" y="216915"/>
                </a:lnTo>
                <a:lnTo>
                  <a:pt x="235673" y="255777"/>
                </a:lnTo>
                <a:lnTo>
                  <a:pt x="237327" y="262586"/>
                </a:lnTo>
                <a:lnTo>
                  <a:pt x="241938" y="268525"/>
                </a:lnTo>
                <a:lnTo>
                  <a:pt x="248982" y="272726"/>
                </a:lnTo>
                <a:lnTo>
                  <a:pt x="257937" y="274319"/>
                </a:lnTo>
                <a:lnTo>
                  <a:pt x="272783" y="274319"/>
                </a:lnTo>
                <a:lnTo>
                  <a:pt x="280672" y="272726"/>
                </a:lnTo>
                <a:lnTo>
                  <a:pt x="287170" y="268525"/>
                </a:lnTo>
                <a:lnTo>
                  <a:pt x="291580" y="262586"/>
                </a:lnTo>
                <a:lnTo>
                  <a:pt x="293204" y="255777"/>
                </a:lnTo>
                <a:lnTo>
                  <a:pt x="293204" y="216915"/>
                </a:lnTo>
                <a:close/>
              </a:path>
              <a:path w="315594" h="274320">
                <a:moveTo>
                  <a:pt x="261658" y="0"/>
                </a:moveTo>
                <a:lnTo>
                  <a:pt x="53809" y="0"/>
                </a:lnTo>
                <a:lnTo>
                  <a:pt x="24130" y="92709"/>
                </a:lnTo>
                <a:lnTo>
                  <a:pt x="14096" y="98194"/>
                </a:lnTo>
                <a:lnTo>
                  <a:pt x="6497" y="105917"/>
                </a:lnTo>
                <a:lnTo>
                  <a:pt x="1682" y="115355"/>
                </a:lnTo>
                <a:lnTo>
                  <a:pt x="0" y="125983"/>
                </a:lnTo>
                <a:lnTo>
                  <a:pt x="0" y="168655"/>
                </a:lnTo>
                <a:lnTo>
                  <a:pt x="2928" y="183076"/>
                </a:lnTo>
                <a:lnTo>
                  <a:pt x="10901" y="194865"/>
                </a:lnTo>
                <a:lnTo>
                  <a:pt x="22701" y="202820"/>
                </a:lnTo>
                <a:lnTo>
                  <a:pt x="37109" y="205739"/>
                </a:lnTo>
                <a:lnTo>
                  <a:pt x="278358" y="205739"/>
                </a:lnTo>
                <a:lnTo>
                  <a:pt x="292766" y="202820"/>
                </a:lnTo>
                <a:lnTo>
                  <a:pt x="304566" y="194865"/>
                </a:lnTo>
                <a:lnTo>
                  <a:pt x="312539" y="183076"/>
                </a:lnTo>
                <a:lnTo>
                  <a:pt x="315468" y="168655"/>
                </a:lnTo>
                <a:lnTo>
                  <a:pt x="315468" y="166877"/>
                </a:lnTo>
                <a:lnTo>
                  <a:pt x="53809" y="166877"/>
                </a:lnTo>
                <a:lnTo>
                  <a:pt x="42126" y="164574"/>
                </a:lnTo>
                <a:lnTo>
                  <a:pt x="32707" y="158257"/>
                </a:lnTo>
                <a:lnTo>
                  <a:pt x="26418" y="148822"/>
                </a:lnTo>
                <a:lnTo>
                  <a:pt x="24130" y="137159"/>
                </a:lnTo>
                <a:lnTo>
                  <a:pt x="24130" y="129793"/>
                </a:lnTo>
                <a:lnTo>
                  <a:pt x="53809" y="107441"/>
                </a:lnTo>
                <a:lnTo>
                  <a:pt x="309857" y="107441"/>
                </a:lnTo>
                <a:lnTo>
                  <a:pt x="308275" y="104489"/>
                </a:lnTo>
                <a:lnTo>
                  <a:pt x="300589" y="97123"/>
                </a:lnTo>
                <a:lnTo>
                  <a:pt x="291338" y="92709"/>
                </a:lnTo>
                <a:lnTo>
                  <a:pt x="290158" y="89026"/>
                </a:lnTo>
                <a:lnTo>
                  <a:pt x="50101" y="89026"/>
                </a:lnTo>
                <a:lnTo>
                  <a:pt x="70510" y="24129"/>
                </a:lnTo>
                <a:lnTo>
                  <a:pt x="269383" y="24129"/>
                </a:lnTo>
                <a:lnTo>
                  <a:pt x="261658" y="0"/>
                </a:lnTo>
                <a:close/>
              </a:path>
              <a:path w="315594" h="274320">
                <a:moveTo>
                  <a:pt x="254228" y="107441"/>
                </a:moveTo>
                <a:lnTo>
                  <a:pt x="63093" y="107441"/>
                </a:lnTo>
                <a:lnTo>
                  <a:pt x="70510" y="113029"/>
                </a:lnTo>
                <a:lnTo>
                  <a:pt x="76085" y="118617"/>
                </a:lnTo>
                <a:lnTo>
                  <a:pt x="79794" y="124205"/>
                </a:lnTo>
                <a:lnTo>
                  <a:pt x="81648" y="129793"/>
                </a:lnTo>
                <a:lnTo>
                  <a:pt x="81648" y="137159"/>
                </a:lnTo>
                <a:lnTo>
                  <a:pt x="79386" y="148822"/>
                </a:lnTo>
                <a:lnTo>
                  <a:pt x="73296" y="158257"/>
                </a:lnTo>
                <a:lnTo>
                  <a:pt x="64422" y="164574"/>
                </a:lnTo>
                <a:lnTo>
                  <a:pt x="53809" y="166877"/>
                </a:lnTo>
                <a:lnTo>
                  <a:pt x="263512" y="166877"/>
                </a:lnTo>
                <a:lnTo>
                  <a:pt x="251827" y="164574"/>
                </a:lnTo>
                <a:lnTo>
                  <a:pt x="242403" y="158257"/>
                </a:lnTo>
                <a:lnTo>
                  <a:pt x="236110" y="148822"/>
                </a:lnTo>
                <a:lnTo>
                  <a:pt x="233819" y="137159"/>
                </a:lnTo>
                <a:lnTo>
                  <a:pt x="233819" y="129793"/>
                </a:lnTo>
                <a:lnTo>
                  <a:pt x="241236" y="118617"/>
                </a:lnTo>
                <a:lnTo>
                  <a:pt x="246811" y="113029"/>
                </a:lnTo>
                <a:lnTo>
                  <a:pt x="254228" y="107441"/>
                </a:lnTo>
                <a:close/>
              </a:path>
              <a:path w="315594" h="274320">
                <a:moveTo>
                  <a:pt x="309857" y="107441"/>
                </a:moveTo>
                <a:lnTo>
                  <a:pt x="263512" y="107441"/>
                </a:lnTo>
                <a:lnTo>
                  <a:pt x="270409" y="108402"/>
                </a:lnTo>
                <a:lnTo>
                  <a:pt x="276961" y="110934"/>
                </a:lnTo>
                <a:lnTo>
                  <a:pt x="282818" y="114514"/>
                </a:lnTo>
                <a:lnTo>
                  <a:pt x="287629" y="118617"/>
                </a:lnTo>
                <a:lnTo>
                  <a:pt x="291338" y="124205"/>
                </a:lnTo>
                <a:lnTo>
                  <a:pt x="293204" y="129793"/>
                </a:lnTo>
                <a:lnTo>
                  <a:pt x="293204" y="137159"/>
                </a:lnTo>
                <a:lnTo>
                  <a:pt x="290913" y="148822"/>
                </a:lnTo>
                <a:lnTo>
                  <a:pt x="284621" y="158257"/>
                </a:lnTo>
                <a:lnTo>
                  <a:pt x="275197" y="164574"/>
                </a:lnTo>
                <a:lnTo>
                  <a:pt x="263512" y="166877"/>
                </a:lnTo>
                <a:lnTo>
                  <a:pt x="315468" y="166877"/>
                </a:lnTo>
                <a:lnTo>
                  <a:pt x="315468" y="125983"/>
                </a:lnTo>
                <a:lnTo>
                  <a:pt x="313562" y="114514"/>
                </a:lnTo>
                <a:lnTo>
                  <a:pt x="313524" y="114284"/>
                </a:lnTo>
                <a:lnTo>
                  <a:pt x="309857" y="107441"/>
                </a:lnTo>
                <a:close/>
              </a:path>
              <a:path w="315594" h="274320">
                <a:moveTo>
                  <a:pt x="269383" y="24129"/>
                </a:moveTo>
                <a:lnTo>
                  <a:pt x="243090" y="24129"/>
                </a:lnTo>
                <a:lnTo>
                  <a:pt x="265366" y="89026"/>
                </a:lnTo>
                <a:lnTo>
                  <a:pt x="290158" y="89026"/>
                </a:lnTo>
                <a:lnTo>
                  <a:pt x="269383" y="24129"/>
                </a:lnTo>
                <a:close/>
              </a:path>
            </a:pathLst>
          </a:custGeom>
          <a:solidFill>
            <a:srgbClr val="7C7C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31876" y="2368295"/>
            <a:ext cx="361315" cy="213360"/>
          </a:xfrm>
          <a:custGeom>
            <a:avLst/>
            <a:gdLst/>
            <a:ahLst/>
            <a:cxnLst/>
            <a:rect l="l" t="t" r="r" b="b"/>
            <a:pathLst>
              <a:path w="361315" h="213360">
                <a:moveTo>
                  <a:pt x="81267" y="66675"/>
                </a:moveTo>
                <a:lnTo>
                  <a:pt x="73063" y="66675"/>
                </a:lnTo>
                <a:lnTo>
                  <a:pt x="44420" y="72517"/>
                </a:lnTo>
                <a:lnTo>
                  <a:pt x="44597" y="72517"/>
                </a:lnTo>
                <a:lnTo>
                  <a:pt x="21443" y="88233"/>
                </a:lnTo>
                <a:lnTo>
                  <a:pt x="7747" y="108612"/>
                </a:lnTo>
                <a:lnTo>
                  <a:pt x="5741" y="111658"/>
                </a:lnTo>
                <a:lnTo>
                  <a:pt x="0" y="140081"/>
                </a:lnTo>
                <a:lnTo>
                  <a:pt x="5758" y="168568"/>
                </a:lnTo>
                <a:lnTo>
                  <a:pt x="21443" y="191865"/>
                </a:lnTo>
                <a:lnTo>
                  <a:pt x="44673" y="207589"/>
                </a:lnTo>
                <a:lnTo>
                  <a:pt x="73063" y="213360"/>
                </a:lnTo>
                <a:lnTo>
                  <a:pt x="99237" y="208422"/>
                </a:lnTo>
                <a:lnTo>
                  <a:pt x="121183" y="194913"/>
                </a:lnTo>
                <a:lnTo>
                  <a:pt x="122868" y="192786"/>
                </a:lnTo>
                <a:lnTo>
                  <a:pt x="73063" y="192786"/>
                </a:lnTo>
                <a:lnTo>
                  <a:pt x="52386" y="188604"/>
                </a:lnTo>
                <a:lnTo>
                  <a:pt x="35710" y="177244"/>
                </a:lnTo>
                <a:lnTo>
                  <a:pt x="24576" y="160478"/>
                </a:lnTo>
                <a:lnTo>
                  <a:pt x="20523" y="140081"/>
                </a:lnTo>
                <a:lnTo>
                  <a:pt x="24576" y="119169"/>
                </a:lnTo>
                <a:lnTo>
                  <a:pt x="35710" y="102139"/>
                </a:lnTo>
                <a:lnTo>
                  <a:pt x="52386" y="90681"/>
                </a:lnTo>
                <a:lnTo>
                  <a:pt x="73063" y="86487"/>
                </a:lnTo>
                <a:lnTo>
                  <a:pt x="122409" y="86487"/>
                </a:lnTo>
                <a:lnTo>
                  <a:pt x="119206" y="83119"/>
                </a:lnTo>
                <a:lnTo>
                  <a:pt x="104254" y="73279"/>
                </a:lnTo>
                <a:lnTo>
                  <a:pt x="106386" y="67564"/>
                </a:lnTo>
                <a:lnTo>
                  <a:pt x="84556" y="67564"/>
                </a:lnTo>
                <a:lnTo>
                  <a:pt x="81267" y="66675"/>
                </a:lnTo>
                <a:close/>
              </a:path>
              <a:path w="361315" h="213360">
                <a:moveTo>
                  <a:pt x="320145" y="74930"/>
                </a:moveTo>
                <a:lnTo>
                  <a:pt x="237236" y="74930"/>
                </a:lnTo>
                <a:lnTo>
                  <a:pt x="242163" y="82423"/>
                </a:lnTo>
                <a:lnTo>
                  <a:pt x="231003" y="94075"/>
                </a:lnTo>
                <a:lnTo>
                  <a:pt x="222461" y="107823"/>
                </a:lnTo>
                <a:lnTo>
                  <a:pt x="216997" y="123285"/>
                </a:lnTo>
                <a:lnTo>
                  <a:pt x="215074" y="140081"/>
                </a:lnTo>
                <a:lnTo>
                  <a:pt x="220832" y="168568"/>
                </a:lnTo>
                <a:lnTo>
                  <a:pt x="236516" y="191865"/>
                </a:lnTo>
                <a:lnTo>
                  <a:pt x="259742" y="207589"/>
                </a:lnTo>
                <a:lnTo>
                  <a:pt x="288124" y="213360"/>
                </a:lnTo>
                <a:lnTo>
                  <a:pt x="316514" y="207589"/>
                </a:lnTo>
                <a:lnTo>
                  <a:pt x="338383" y="192786"/>
                </a:lnTo>
                <a:lnTo>
                  <a:pt x="288124" y="192786"/>
                </a:lnTo>
                <a:lnTo>
                  <a:pt x="267449" y="188604"/>
                </a:lnTo>
                <a:lnTo>
                  <a:pt x="250778" y="177244"/>
                </a:lnTo>
                <a:lnTo>
                  <a:pt x="239649" y="160478"/>
                </a:lnTo>
                <a:lnTo>
                  <a:pt x="235597" y="140081"/>
                </a:lnTo>
                <a:lnTo>
                  <a:pt x="236722" y="129286"/>
                </a:lnTo>
                <a:lnTo>
                  <a:pt x="236790" y="128639"/>
                </a:lnTo>
                <a:lnTo>
                  <a:pt x="240214" y="118078"/>
                </a:lnTo>
                <a:lnTo>
                  <a:pt x="245638" y="108612"/>
                </a:lnTo>
                <a:lnTo>
                  <a:pt x="252831" y="100457"/>
                </a:lnTo>
                <a:lnTo>
                  <a:pt x="276371" y="100457"/>
                </a:lnTo>
                <a:lnTo>
                  <a:pt x="270065" y="89789"/>
                </a:lnTo>
                <a:lnTo>
                  <a:pt x="281559" y="86487"/>
                </a:lnTo>
                <a:lnTo>
                  <a:pt x="337171" y="86487"/>
                </a:lnTo>
                <a:lnTo>
                  <a:pt x="320145" y="74930"/>
                </a:lnTo>
                <a:close/>
              </a:path>
              <a:path w="361315" h="213360">
                <a:moveTo>
                  <a:pt x="145300" y="149987"/>
                </a:moveTo>
                <a:lnTo>
                  <a:pt x="124777" y="149987"/>
                </a:lnTo>
                <a:lnTo>
                  <a:pt x="118195" y="167068"/>
                </a:lnTo>
                <a:lnTo>
                  <a:pt x="106611" y="180625"/>
                </a:lnTo>
                <a:lnTo>
                  <a:pt x="91182" y="189563"/>
                </a:lnTo>
                <a:lnTo>
                  <a:pt x="73063" y="192786"/>
                </a:lnTo>
                <a:lnTo>
                  <a:pt x="122868" y="192786"/>
                </a:lnTo>
                <a:lnTo>
                  <a:pt x="137128" y="174783"/>
                </a:lnTo>
                <a:lnTo>
                  <a:pt x="145300" y="149987"/>
                </a:lnTo>
                <a:close/>
              </a:path>
              <a:path w="361315" h="213360">
                <a:moveTo>
                  <a:pt x="337171" y="86487"/>
                </a:moveTo>
                <a:lnTo>
                  <a:pt x="288124" y="86487"/>
                </a:lnTo>
                <a:lnTo>
                  <a:pt x="308458" y="90681"/>
                </a:lnTo>
                <a:lnTo>
                  <a:pt x="325172" y="102139"/>
                </a:lnTo>
                <a:lnTo>
                  <a:pt x="336497" y="119169"/>
                </a:lnTo>
                <a:lnTo>
                  <a:pt x="340664" y="140081"/>
                </a:lnTo>
                <a:lnTo>
                  <a:pt x="336497" y="160478"/>
                </a:lnTo>
                <a:lnTo>
                  <a:pt x="325172" y="177244"/>
                </a:lnTo>
                <a:lnTo>
                  <a:pt x="308458" y="188604"/>
                </a:lnTo>
                <a:lnTo>
                  <a:pt x="288124" y="192786"/>
                </a:lnTo>
                <a:lnTo>
                  <a:pt x="338383" y="192786"/>
                </a:lnTo>
                <a:lnTo>
                  <a:pt x="339744" y="191865"/>
                </a:lnTo>
                <a:lnTo>
                  <a:pt x="355429" y="168568"/>
                </a:lnTo>
                <a:lnTo>
                  <a:pt x="361188" y="140081"/>
                </a:lnTo>
                <a:lnTo>
                  <a:pt x="355446" y="111658"/>
                </a:lnTo>
                <a:lnTo>
                  <a:pt x="353440" y="108612"/>
                </a:lnTo>
                <a:lnTo>
                  <a:pt x="339744" y="88233"/>
                </a:lnTo>
                <a:lnTo>
                  <a:pt x="337171" y="86487"/>
                </a:lnTo>
                <a:close/>
              </a:path>
              <a:path w="361315" h="213360">
                <a:moveTo>
                  <a:pt x="122409" y="86487"/>
                </a:moveTo>
                <a:lnTo>
                  <a:pt x="77165" y="86487"/>
                </a:lnTo>
                <a:lnTo>
                  <a:pt x="78803" y="87376"/>
                </a:lnTo>
                <a:lnTo>
                  <a:pt x="59105" y="149987"/>
                </a:lnTo>
                <a:lnTo>
                  <a:pt x="181419" y="149987"/>
                </a:lnTo>
                <a:lnTo>
                  <a:pt x="196813" y="129286"/>
                </a:lnTo>
                <a:lnTo>
                  <a:pt x="87007" y="129286"/>
                </a:lnTo>
                <a:lnTo>
                  <a:pt x="97688" y="93091"/>
                </a:lnTo>
                <a:lnTo>
                  <a:pt x="128691" y="93091"/>
                </a:lnTo>
                <a:lnTo>
                  <a:pt x="122409" y="86487"/>
                </a:lnTo>
                <a:close/>
              </a:path>
              <a:path w="361315" h="213360">
                <a:moveTo>
                  <a:pt x="276371" y="100457"/>
                </a:moveTo>
                <a:lnTo>
                  <a:pt x="252831" y="100457"/>
                </a:lnTo>
                <a:lnTo>
                  <a:pt x="279095" y="145034"/>
                </a:lnTo>
                <a:lnTo>
                  <a:pt x="296341" y="134239"/>
                </a:lnTo>
                <a:lnTo>
                  <a:pt x="276371" y="100457"/>
                </a:lnTo>
                <a:close/>
              </a:path>
              <a:path w="361315" h="213360">
                <a:moveTo>
                  <a:pt x="128691" y="93091"/>
                </a:moveTo>
                <a:lnTo>
                  <a:pt x="97688" y="93091"/>
                </a:lnTo>
                <a:lnTo>
                  <a:pt x="107346" y="99657"/>
                </a:lnTo>
                <a:lnTo>
                  <a:pt x="115233" y="108092"/>
                </a:lnTo>
                <a:lnTo>
                  <a:pt x="121120" y="118078"/>
                </a:lnTo>
                <a:lnTo>
                  <a:pt x="124777" y="129286"/>
                </a:lnTo>
                <a:lnTo>
                  <a:pt x="145300" y="129286"/>
                </a:lnTo>
                <a:lnTo>
                  <a:pt x="140499" y="111658"/>
                </a:lnTo>
                <a:lnTo>
                  <a:pt x="131545" y="96091"/>
                </a:lnTo>
                <a:lnTo>
                  <a:pt x="128691" y="93091"/>
                </a:lnTo>
                <a:close/>
              </a:path>
              <a:path w="361315" h="213360">
                <a:moveTo>
                  <a:pt x="256104" y="66675"/>
                </a:moveTo>
                <a:lnTo>
                  <a:pt x="218351" y="66675"/>
                </a:lnTo>
                <a:lnTo>
                  <a:pt x="171564" y="129286"/>
                </a:lnTo>
                <a:lnTo>
                  <a:pt x="196813" y="129286"/>
                </a:lnTo>
                <a:lnTo>
                  <a:pt x="237236" y="74930"/>
                </a:lnTo>
                <a:lnTo>
                  <a:pt x="320145" y="74930"/>
                </a:lnTo>
                <a:lnTo>
                  <a:pt x="316590" y="72517"/>
                </a:lnTo>
                <a:lnTo>
                  <a:pt x="259397" y="72517"/>
                </a:lnTo>
                <a:lnTo>
                  <a:pt x="256104" y="66675"/>
                </a:lnTo>
                <a:close/>
              </a:path>
              <a:path w="361315" h="213360">
                <a:moveTo>
                  <a:pt x="288124" y="66675"/>
                </a:moveTo>
                <a:lnTo>
                  <a:pt x="280753" y="66998"/>
                </a:lnTo>
                <a:lnTo>
                  <a:pt x="273456" y="68024"/>
                </a:lnTo>
                <a:lnTo>
                  <a:pt x="266311" y="69836"/>
                </a:lnTo>
                <a:lnTo>
                  <a:pt x="259397" y="72517"/>
                </a:lnTo>
                <a:lnTo>
                  <a:pt x="316767" y="72517"/>
                </a:lnTo>
                <a:lnTo>
                  <a:pt x="288124" y="66675"/>
                </a:lnTo>
                <a:close/>
              </a:path>
              <a:path w="361315" h="213360">
                <a:moveTo>
                  <a:pt x="109181" y="42037"/>
                </a:moveTo>
                <a:lnTo>
                  <a:pt x="88658" y="42037"/>
                </a:lnTo>
                <a:lnTo>
                  <a:pt x="88658" y="55245"/>
                </a:lnTo>
                <a:lnTo>
                  <a:pt x="84556" y="67564"/>
                </a:lnTo>
                <a:lnTo>
                  <a:pt x="106386" y="67564"/>
                </a:lnTo>
                <a:lnTo>
                  <a:pt x="106597" y="66998"/>
                </a:lnTo>
                <a:lnTo>
                  <a:pt x="106718" y="66675"/>
                </a:lnTo>
                <a:lnTo>
                  <a:pt x="256104" y="66675"/>
                </a:lnTo>
                <a:lnTo>
                  <a:pt x="248729" y="53594"/>
                </a:lnTo>
                <a:lnTo>
                  <a:pt x="248729" y="46101"/>
                </a:lnTo>
                <a:lnTo>
                  <a:pt x="109181" y="46101"/>
                </a:lnTo>
                <a:lnTo>
                  <a:pt x="109181" y="42037"/>
                </a:lnTo>
                <a:close/>
              </a:path>
              <a:path w="361315" h="213360">
                <a:moveTo>
                  <a:pt x="248729" y="0"/>
                </a:moveTo>
                <a:lnTo>
                  <a:pt x="207683" y="0"/>
                </a:lnTo>
                <a:lnTo>
                  <a:pt x="207683" y="19812"/>
                </a:lnTo>
                <a:lnTo>
                  <a:pt x="228206" y="19812"/>
                </a:lnTo>
                <a:lnTo>
                  <a:pt x="228206" y="46101"/>
                </a:lnTo>
                <a:lnTo>
                  <a:pt x="248729" y="46101"/>
                </a:lnTo>
                <a:lnTo>
                  <a:pt x="248729" y="0"/>
                </a:lnTo>
                <a:close/>
              </a:path>
              <a:path w="361315" h="213360">
                <a:moveTo>
                  <a:pt x="128054" y="21463"/>
                </a:moveTo>
                <a:lnTo>
                  <a:pt x="79629" y="21463"/>
                </a:lnTo>
                <a:lnTo>
                  <a:pt x="79629" y="42037"/>
                </a:lnTo>
                <a:lnTo>
                  <a:pt x="128054" y="42037"/>
                </a:lnTo>
                <a:lnTo>
                  <a:pt x="128054" y="21463"/>
                </a:lnTo>
                <a:close/>
              </a:path>
            </a:pathLst>
          </a:custGeom>
          <a:solidFill>
            <a:srgbClr val="7C7C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27887" y="2828544"/>
            <a:ext cx="167640" cy="396240"/>
          </a:xfrm>
          <a:custGeom>
            <a:avLst/>
            <a:gdLst/>
            <a:ahLst/>
            <a:cxnLst/>
            <a:rect l="l" t="t" r="r" b="b"/>
            <a:pathLst>
              <a:path w="167640" h="396239">
                <a:moveTo>
                  <a:pt x="133451" y="255651"/>
                </a:moveTo>
                <a:lnTo>
                  <a:pt x="34188" y="255651"/>
                </a:lnTo>
                <a:lnTo>
                  <a:pt x="38938" y="259588"/>
                </a:lnTo>
                <a:lnTo>
                  <a:pt x="38938" y="392303"/>
                </a:lnTo>
                <a:lnTo>
                  <a:pt x="43218" y="396240"/>
                </a:lnTo>
                <a:lnTo>
                  <a:pt x="124421" y="396240"/>
                </a:lnTo>
                <a:lnTo>
                  <a:pt x="129171" y="392303"/>
                </a:lnTo>
                <a:lnTo>
                  <a:pt x="129171" y="259588"/>
                </a:lnTo>
                <a:lnTo>
                  <a:pt x="133451" y="255651"/>
                </a:lnTo>
                <a:close/>
              </a:path>
              <a:path w="167640" h="396239">
                <a:moveTo>
                  <a:pt x="83578" y="96393"/>
                </a:moveTo>
                <a:lnTo>
                  <a:pt x="44245" y="104965"/>
                </a:lnTo>
                <a:lnTo>
                  <a:pt x="13823" y="128075"/>
                </a:lnTo>
                <a:lnTo>
                  <a:pt x="0" y="167259"/>
                </a:lnTo>
                <a:lnTo>
                  <a:pt x="0" y="252095"/>
                </a:lnTo>
                <a:lnTo>
                  <a:pt x="4279" y="255651"/>
                </a:lnTo>
                <a:lnTo>
                  <a:pt x="163360" y="255651"/>
                </a:lnTo>
                <a:lnTo>
                  <a:pt x="167640" y="252095"/>
                </a:lnTo>
                <a:lnTo>
                  <a:pt x="167640" y="167259"/>
                </a:lnTo>
                <a:lnTo>
                  <a:pt x="154015" y="128075"/>
                </a:lnTo>
                <a:lnTo>
                  <a:pt x="123462" y="104965"/>
                </a:lnTo>
                <a:lnTo>
                  <a:pt x="83578" y="96774"/>
                </a:lnTo>
                <a:lnTo>
                  <a:pt x="83578" y="96393"/>
                </a:lnTo>
                <a:close/>
              </a:path>
              <a:path w="167640" h="396239">
                <a:moveTo>
                  <a:pt x="84061" y="96393"/>
                </a:moveTo>
                <a:lnTo>
                  <a:pt x="84061" y="96774"/>
                </a:lnTo>
                <a:lnTo>
                  <a:pt x="89602" y="96774"/>
                </a:lnTo>
                <a:lnTo>
                  <a:pt x="84061" y="96393"/>
                </a:lnTo>
                <a:close/>
              </a:path>
              <a:path w="167640" h="396239">
                <a:moveTo>
                  <a:pt x="84061" y="0"/>
                </a:moveTo>
                <a:lnTo>
                  <a:pt x="63874" y="3434"/>
                </a:lnTo>
                <a:lnTo>
                  <a:pt x="47250" y="12811"/>
                </a:lnTo>
                <a:lnTo>
                  <a:pt x="35969" y="26735"/>
                </a:lnTo>
                <a:lnTo>
                  <a:pt x="31813" y="43815"/>
                </a:lnTo>
                <a:lnTo>
                  <a:pt x="35969" y="60894"/>
                </a:lnTo>
                <a:lnTo>
                  <a:pt x="47250" y="74818"/>
                </a:lnTo>
                <a:lnTo>
                  <a:pt x="63874" y="84195"/>
                </a:lnTo>
                <a:lnTo>
                  <a:pt x="84061" y="87630"/>
                </a:lnTo>
                <a:lnTo>
                  <a:pt x="104444" y="84195"/>
                </a:lnTo>
                <a:lnTo>
                  <a:pt x="121042" y="74818"/>
                </a:lnTo>
                <a:lnTo>
                  <a:pt x="132208" y="60894"/>
                </a:lnTo>
                <a:lnTo>
                  <a:pt x="136296" y="43815"/>
                </a:lnTo>
                <a:lnTo>
                  <a:pt x="132208" y="26735"/>
                </a:lnTo>
                <a:lnTo>
                  <a:pt x="121042" y="12811"/>
                </a:lnTo>
                <a:lnTo>
                  <a:pt x="104444" y="3434"/>
                </a:lnTo>
                <a:lnTo>
                  <a:pt x="84061" y="0"/>
                </a:lnTo>
                <a:close/>
              </a:path>
            </a:pathLst>
          </a:custGeom>
          <a:solidFill>
            <a:srgbClr val="7C7C7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3" name="object 33"/>
          <p:cNvGrpSpPr/>
          <p:nvPr/>
        </p:nvGrpSpPr>
        <p:grpSpPr>
          <a:xfrm>
            <a:off x="530380" y="5614415"/>
            <a:ext cx="364490" cy="294640"/>
            <a:chOff x="530380" y="5614415"/>
            <a:chExt cx="364490" cy="294640"/>
          </a:xfrm>
        </p:grpSpPr>
        <p:sp>
          <p:nvSpPr>
            <p:cNvPr id="34" name="object 34"/>
            <p:cNvSpPr/>
            <p:nvPr/>
          </p:nvSpPr>
          <p:spPr>
            <a:xfrm>
              <a:off x="530380" y="5614415"/>
              <a:ext cx="364490" cy="294640"/>
            </a:xfrm>
            <a:custGeom>
              <a:avLst/>
              <a:gdLst/>
              <a:ahLst/>
              <a:cxnLst/>
              <a:rect l="l" t="t" r="r" b="b"/>
              <a:pathLst>
                <a:path w="364490" h="294639">
                  <a:moveTo>
                    <a:pt x="223923" y="0"/>
                  </a:moveTo>
                  <a:lnTo>
                    <a:pt x="137791" y="0"/>
                  </a:lnTo>
                  <a:lnTo>
                    <a:pt x="137791" y="22428"/>
                  </a:lnTo>
                  <a:lnTo>
                    <a:pt x="123026" y="22858"/>
                  </a:lnTo>
                  <a:lnTo>
                    <a:pt x="78724" y="27419"/>
                  </a:lnTo>
                  <a:lnTo>
                    <a:pt x="39354" y="74777"/>
                  </a:lnTo>
                  <a:lnTo>
                    <a:pt x="24584" y="77266"/>
                  </a:lnTo>
                  <a:lnTo>
                    <a:pt x="9" y="121707"/>
                  </a:lnTo>
                  <a:lnTo>
                    <a:pt x="0" y="122525"/>
                  </a:lnTo>
                  <a:lnTo>
                    <a:pt x="510" y="129496"/>
                  </a:lnTo>
                  <a:lnTo>
                    <a:pt x="2433" y="136156"/>
                  </a:lnTo>
                  <a:lnTo>
                    <a:pt x="6202" y="141416"/>
                  </a:lnTo>
                  <a:lnTo>
                    <a:pt x="12277" y="144576"/>
                  </a:lnTo>
                  <a:lnTo>
                    <a:pt x="22120" y="144576"/>
                  </a:lnTo>
                  <a:lnTo>
                    <a:pt x="22120" y="244284"/>
                  </a:lnTo>
                  <a:lnTo>
                    <a:pt x="27047" y="246773"/>
                  </a:lnTo>
                  <a:lnTo>
                    <a:pt x="27047" y="274193"/>
                  </a:lnTo>
                  <a:lnTo>
                    <a:pt x="28393" y="282564"/>
                  </a:lnTo>
                  <a:lnTo>
                    <a:pt x="32275" y="288834"/>
                  </a:lnTo>
                  <a:lnTo>
                    <a:pt x="38465" y="292768"/>
                  </a:lnTo>
                  <a:lnTo>
                    <a:pt x="46732" y="294132"/>
                  </a:lnTo>
                  <a:lnTo>
                    <a:pt x="100872" y="294132"/>
                  </a:lnTo>
                  <a:lnTo>
                    <a:pt x="108101" y="292418"/>
                  </a:lnTo>
                  <a:lnTo>
                    <a:pt x="114406" y="287901"/>
                  </a:lnTo>
                  <a:lnTo>
                    <a:pt x="118866" y="281514"/>
                  </a:lnTo>
                  <a:lnTo>
                    <a:pt x="120557" y="274193"/>
                  </a:lnTo>
                  <a:lnTo>
                    <a:pt x="120557" y="266712"/>
                  </a:lnTo>
                  <a:lnTo>
                    <a:pt x="54111" y="266712"/>
                  </a:lnTo>
                  <a:lnTo>
                    <a:pt x="54111" y="224332"/>
                  </a:lnTo>
                  <a:lnTo>
                    <a:pt x="49196" y="221843"/>
                  </a:lnTo>
                  <a:lnTo>
                    <a:pt x="49311" y="146676"/>
                  </a:lnTo>
                  <a:lnTo>
                    <a:pt x="56460" y="122525"/>
                  </a:lnTo>
                  <a:lnTo>
                    <a:pt x="56575" y="122135"/>
                  </a:lnTo>
                  <a:lnTo>
                    <a:pt x="29922" y="117235"/>
                  </a:lnTo>
                  <a:lnTo>
                    <a:pt x="29486" y="117235"/>
                  </a:lnTo>
                  <a:lnTo>
                    <a:pt x="31962" y="102196"/>
                  </a:lnTo>
                  <a:lnTo>
                    <a:pt x="59039" y="102196"/>
                  </a:lnTo>
                  <a:lnTo>
                    <a:pt x="78724" y="54838"/>
                  </a:lnTo>
                  <a:lnTo>
                    <a:pt x="81187" y="52349"/>
                  </a:lnTo>
                  <a:lnTo>
                    <a:pt x="130714" y="48141"/>
                  </a:lnTo>
                  <a:lnTo>
                    <a:pt x="180241" y="46739"/>
                  </a:lnTo>
                  <a:lnTo>
                    <a:pt x="313299" y="46739"/>
                  </a:lnTo>
                  <a:lnTo>
                    <a:pt x="312531" y="44869"/>
                  </a:lnTo>
                  <a:lnTo>
                    <a:pt x="253769" y="23990"/>
                  </a:lnTo>
                  <a:lnTo>
                    <a:pt x="223923" y="22428"/>
                  </a:lnTo>
                  <a:lnTo>
                    <a:pt x="223923" y="0"/>
                  </a:lnTo>
                  <a:close/>
                </a:path>
                <a:path w="364490" h="294639">
                  <a:moveTo>
                    <a:pt x="273148" y="264223"/>
                  </a:moveTo>
                  <a:lnTo>
                    <a:pt x="246072" y="264223"/>
                  </a:lnTo>
                  <a:lnTo>
                    <a:pt x="246072" y="274193"/>
                  </a:lnTo>
                  <a:lnTo>
                    <a:pt x="247380" y="281514"/>
                  </a:lnTo>
                  <a:lnTo>
                    <a:pt x="250998" y="287901"/>
                  </a:lnTo>
                  <a:lnTo>
                    <a:pt x="256460" y="292418"/>
                  </a:lnTo>
                  <a:lnTo>
                    <a:pt x="263305" y="294132"/>
                  </a:lnTo>
                  <a:lnTo>
                    <a:pt x="317446" y="294132"/>
                  </a:lnTo>
                  <a:lnTo>
                    <a:pt x="325713" y="292768"/>
                  </a:lnTo>
                  <a:lnTo>
                    <a:pt x="331903" y="288834"/>
                  </a:lnTo>
                  <a:lnTo>
                    <a:pt x="335785" y="282564"/>
                  </a:lnTo>
                  <a:lnTo>
                    <a:pt x="337131" y="274193"/>
                  </a:lnTo>
                  <a:lnTo>
                    <a:pt x="337131" y="266712"/>
                  </a:lnTo>
                  <a:lnTo>
                    <a:pt x="273148" y="266712"/>
                  </a:lnTo>
                  <a:lnTo>
                    <a:pt x="273148" y="264223"/>
                  </a:lnTo>
                  <a:close/>
                </a:path>
                <a:path w="364490" h="294639">
                  <a:moveTo>
                    <a:pt x="91030" y="229323"/>
                  </a:moveTo>
                  <a:lnTo>
                    <a:pt x="91030" y="266712"/>
                  </a:lnTo>
                  <a:lnTo>
                    <a:pt x="120557" y="266712"/>
                  </a:lnTo>
                  <a:lnTo>
                    <a:pt x="120557" y="264223"/>
                  </a:lnTo>
                  <a:lnTo>
                    <a:pt x="273148" y="264223"/>
                  </a:lnTo>
                  <a:lnTo>
                    <a:pt x="273148" y="233680"/>
                  </a:lnTo>
                  <a:lnTo>
                    <a:pt x="183013" y="233680"/>
                  </a:lnTo>
                  <a:lnTo>
                    <a:pt x="144906" y="233213"/>
                  </a:lnTo>
                  <a:lnTo>
                    <a:pt x="103336" y="231813"/>
                  </a:lnTo>
                  <a:lnTo>
                    <a:pt x="91030" y="229323"/>
                  </a:lnTo>
                  <a:close/>
                </a:path>
                <a:path w="364490" h="294639">
                  <a:moveTo>
                    <a:pt x="313299" y="46739"/>
                  </a:moveTo>
                  <a:lnTo>
                    <a:pt x="180241" y="46739"/>
                  </a:lnTo>
                  <a:lnTo>
                    <a:pt x="230692" y="48141"/>
                  </a:lnTo>
                  <a:lnTo>
                    <a:pt x="282990" y="52349"/>
                  </a:lnTo>
                  <a:lnTo>
                    <a:pt x="285454" y="54838"/>
                  </a:lnTo>
                  <a:lnTo>
                    <a:pt x="305139" y="102196"/>
                  </a:lnTo>
                  <a:lnTo>
                    <a:pt x="334679" y="102196"/>
                  </a:lnTo>
                  <a:lnTo>
                    <a:pt x="334679" y="117235"/>
                  </a:lnTo>
                  <a:lnTo>
                    <a:pt x="334295" y="117235"/>
                  </a:lnTo>
                  <a:lnTo>
                    <a:pt x="310067" y="122135"/>
                  </a:lnTo>
                  <a:lnTo>
                    <a:pt x="314905" y="146676"/>
                  </a:lnTo>
                  <a:lnTo>
                    <a:pt x="314982" y="221843"/>
                  </a:lnTo>
                  <a:lnTo>
                    <a:pt x="310067" y="224332"/>
                  </a:lnTo>
                  <a:lnTo>
                    <a:pt x="310067" y="266712"/>
                  </a:lnTo>
                  <a:lnTo>
                    <a:pt x="337131" y="266712"/>
                  </a:lnTo>
                  <a:lnTo>
                    <a:pt x="337131" y="244284"/>
                  </a:lnTo>
                  <a:lnTo>
                    <a:pt x="344522" y="241782"/>
                  </a:lnTo>
                  <a:lnTo>
                    <a:pt x="344522" y="144576"/>
                  </a:lnTo>
                  <a:lnTo>
                    <a:pt x="346986" y="144576"/>
                  </a:lnTo>
                  <a:lnTo>
                    <a:pt x="353829" y="141416"/>
                  </a:lnTo>
                  <a:lnTo>
                    <a:pt x="359287" y="136156"/>
                  </a:lnTo>
                  <a:lnTo>
                    <a:pt x="362900" y="129496"/>
                  </a:lnTo>
                  <a:lnTo>
                    <a:pt x="364138" y="122525"/>
                  </a:lnTo>
                  <a:lnTo>
                    <a:pt x="364168" y="121707"/>
                  </a:lnTo>
                  <a:lnTo>
                    <a:pt x="361782" y="95145"/>
                  </a:lnTo>
                  <a:lnTo>
                    <a:pt x="361743" y="94716"/>
                  </a:lnTo>
                  <a:lnTo>
                    <a:pt x="324824" y="74777"/>
                  </a:lnTo>
                  <a:lnTo>
                    <a:pt x="313299" y="46739"/>
                  </a:lnTo>
                  <a:close/>
                </a:path>
                <a:path w="364490" h="294639">
                  <a:moveTo>
                    <a:pt x="246072" y="264223"/>
                  </a:moveTo>
                  <a:lnTo>
                    <a:pt x="120557" y="264223"/>
                  </a:lnTo>
                  <a:lnTo>
                    <a:pt x="152633" y="265623"/>
                  </a:lnTo>
                  <a:lnTo>
                    <a:pt x="183319" y="266090"/>
                  </a:lnTo>
                  <a:lnTo>
                    <a:pt x="214003" y="265623"/>
                  </a:lnTo>
                  <a:lnTo>
                    <a:pt x="246072" y="264223"/>
                  </a:lnTo>
                  <a:close/>
                </a:path>
                <a:path w="364490" h="294639">
                  <a:moveTo>
                    <a:pt x="273148" y="229323"/>
                  </a:moveTo>
                  <a:lnTo>
                    <a:pt x="260842" y="231813"/>
                  </a:lnTo>
                  <a:lnTo>
                    <a:pt x="220658" y="233213"/>
                  </a:lnTo>
                  <a:lnTo>
                    <a:pt x="183013" y="233680"/>
                  </a:lnTo>
                  <a:lnTo>
                    <a:pt x="273148" y="233680"/>
                  </a:lnTo>
                  <a:lnTo>
                    <a:pt x="273148" y="229323"/>
                  </a:lnTo>
                  <a:close/>
                </a:path>
              </a:pathLst>
            </a:custGeom>
            <a:solidFill>
              <a:srgbClr val="7C7C7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5884" y="5681911"/>
              <a:ext cx="231647" cy="124528"/>
            </a:xfrm>
            <a:prstGeom prst="rect">
              <a:avLst/>
            </a:prstGeom>
          </p:spPr>
        </p:pic>
      </p:grpSp>
      <p:sp>
        <p:nvSpPr>
          <p:cNvPr id="36" name="object 36"/>
          <p:cNvSpPr/>
          <p:nvPr/>
        </p:nvSpPr>
        <p:spPr>
          <a:xfrm>
            <a:off x="8609076" y="3122676"/>
            <a:ext cx="182880" cy="413384"/>
          </a:xfrm>
          <a:custGeom>
            <a:avLst/>
            <a:gdLst/>
            <a:ahLst/>
            <a:cxnLst/>
            <a:rect l="l" t="t" r="r" b="b"/>
            <a:pathLst>
              <a:path w="182879" h="413385">
                <a:moveTo>
                  <a:pt x="182879" y="0"/>
                </a:moveTo>
                <a:lnTo>
                  <a:pt x="0" y="0"/>
                </a:lnTo>
                <a:lnTo>
                  <a:pt x="0" y="198120"/>
                </a:lnTo>
                <a:lnTo>
                  <a:pt x="84962" y="198120"/>
                </a:lnTo>
                <a:lnTo>
                  <a:pt x="80898" y="241935"/>
                </a:lnTo>
                <a:lnTo>
                  <a:pt x="67055" y="278511"/>
                </a:lnTo>
                <a:lnTo>
                  <a:pt x="41020" y="307340"/>
                </a:lnTo>
                <a:lnTo>
                  <a:pt x="0" y="328041"/>
                </a:lnTo>
                <a:lnTo>
                  <a:pt x="0" y="412877"/>
                </a:lnTo>
                <a:lnTo>
                  <a:pt x="43941" y="402463"/>
                </a:lnTo>
                <a:lnTo>
                  <a:pt x="83692" y="383921"/>
                </a:lnTo>
                <a:lnTo>
                  <a:pt x="117982" y="358013"/>
                </a:lnTo>
                <a:lnTo>
                  <a:pt x="146176" y="325501"/>
                </a:lnTo>
                <a:lnTo>
                  <a:pt x="167004" y="287274"/>
                </a:lnTo>
                <a:lnTo>
                  <a:pt x="179577" y="244094"/>
                </a:lnTo>
                <a:lnTo>
                  <a:pt x="182752" y="198120"/>
                </a:lnTo>
                <a:lnTo>
                  <a:pt x="1828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8883268" y="3122676"/>
            <a:ext cx="182880" cy="413384"/>
          </a:xfrm>
          <a:custGeom>
            <a:avLst/>
            <a:gdLst/>
            <a:ahLst/>
            <a:cxnLst/>
            <a:rect l="l" t="t" r="r" b="b"/>
            <a:pathLst>
              <a:path w="182879" h="413385">
                <a:moveTo>
                  <a:pt x="182879" y="0"/>
                </a:moveTo>
                <a:lnTo>
                  <a:pt x="0" y="0"/>
                </a:lnTo>
                <a:lnTo>
                  <a:pt x="0" y="198120"/>
                </a:lnTo>
                <a:lnTo>
                  <a:pt x="84962" y="198120"/>
                </a:lnTo>
                <a:lnTo>
                  <a:pt x="81025" y="241935"/>
                </a:lnTo>
                <a:lnTo>
                  <a:pt x="67182" y="278511"/>
                </a:lnTo>
                <a:lnTo>
                  <a:pt x="41020" y="307340"/>
                </a:lnTo>
                <a:lnTo>
                  <a:pt x="0" y="328041"/>
                </a:lnTo>
                <a:lnTo>
                  <a:pt x="0" y="412877"/>
                </a:lnTo>
                <a:lnTo>
                  <a:pt x="44068" y="402463"/>
                </a:lnTo>
                <a:lnTo>
                  <a:pt x="83692" y="383921"/>
                </a:lnTo>
                <a:lnTo>
                  <a:pt x="118109" y="358013"/>
                </a:lnTo>
                <a:lnTo>
                  <a:pt x="146176" y="325501"/>
                </a:lnTo>
                <a:lnTo>
                  <a:pt x="167004" y="287274"/>
                </a:lnTo>
                <a:lnTo>
                  <a:pt x="179577" y="244094"/>
                </a:lnTo>
                <a:lnTo>
                  <a:pt x="182752" y="198120"/>
                </a:lnTo>
                <a:lnTo>
                  <a:pt x="1828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8" name="object 38" descr="deutschland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16123" y="1850135"/>
            <a:ext cx="452627" cy="286512"/>
          </a:xfrm>
          <a:prstGeom prst="rect">
            <a:avLst/>
          </a:prstGeom>
        </p:spPr>
      </p:pic>
      <p:pic>
        <p:nvPicPr>
          <p:cNvPr id="39" name="object 39" descr="USA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34128" y="1851660"/>
            <a:ext cx="451103" cy="284988"/>
          </a:xfrm>
          <a:prstGeom prst="rect">
            <a:avLst/>
          </a:prstGeom>
        </p:spPr>
      </p:pic>
      <p:pic>
        <p:nvPicPr>
          <p:cNvPr id="40" name="object 40" descr="China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50607" y="1863851"/>
            <a:ext cx="431292" cy="272796"/>
          </a:xfrm>
          <a:prstGeom prst="rect">
            <a:avLst/>
          </a:prstGeom>
        </p:spPr>
      </p:pic>
      <p:sp>
        <p:nvSpPr>
          <p:cNvPr id="41" name="object 41"/>
          <p:cNvSpPr txBox="1"/>
          <p:nvPr/>
        </p:nvSpPr>
        <p:spPr>
          <a:xfrm>
            <a:off x="430174" y="80518"/>
            <a:ext cx="21666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"/>
                <a:cs typeface="Arial"/>
              </a:rPr>
              <a:t>Consumer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–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Smart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Mobility</a:t>
            </a:r>
            <a:endParaRPr sz="14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572500" y="1737360"/>
            <a:ext cx="3619500" cy="124523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84455" rIns="0" bIns="0" rtlCol="0" vert="horz">
            <a:spAutoFit/>
          </a:bodyPr>
          <a:lstStyle/>
          <a:p>
            <a:pPr marL="212090" marR="252729">
              <a:lnSpc>
                <a:spcPct val="100000"/>
              </a:lnSpc>
              <a:spcBef>
                <a:spcPts val="665"/>
              </a:spcBef>
            </a:pPr>
            <a:r>
              <a:rPr dirty="0" sz="1400" b="1" i="1">
                <a:solidFill>
                  <a:srgbClr val="A21F1F"/>
                </a:solidFill>
                <a:latin typeface="Arial"/>
                <a:cs typeface="Arial"/>
              </a:rPr>
              <a:t>Question:</a:t>
            </a:r>
            <a:r>
              <a:rPr dirty="0" sz="1400" spc="-40" b="1" i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400" spc="-10" i="1">
                <a:latin typeface="Arial"/>
                <a:cs typeface="Arial"/>
              </a:rPr>
              <a:t>“COVID-</a:t>
            </a:r>
            <a:r>
              <a:rPr dirty="0" sz="1400" i="1">
                <a:latin typeface="Arial"/>
                <a:cs typeface="Arial"/>
              </a:rPr>
              <a:t>19</a:t>
            </a:r>
            <a:r>
              <a:rPr dirty="0" sz="1400" spc="-2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has</a:t>
            </a:r>
            <a:r>
              <a:rPr dirty="0" sz="1400" spc="-10" i="1">
                <a:latin typeface="Arial"/>
                <a:cs typeface="Arial"/>
              </a:rPr>
              <a:t> temporarily</a:t>
            </a:r>
            <a:r>
              <a:rPr dirty="0" sz="1400" spc="-1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changed</a:t>
            </a:r>
            <a:r>
              <a:rPr dirty="0" sz="1400" spc="-7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our</a:t>
            </a:r>
            <a:r>
              <a:rPr dirty="0" sz="1400" spc="-3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mobility</a:t>
            </a:r>
            <a:r>
              <a:rPr dirty="0" sz="1400" spc="-3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behavior</a:t>
            </a:r>
            <a:r>
              <a:rPr dirty="0" sz="1400" spc="-5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in</a:t>
            </a:r>
            <a:r>
              <a:rPr dirty="0" sz="1400" spc="-10" i="1">
                <a:latin typeface="Arial"/>
                <a:cs typeface="Arial"/>
              </a:rPr>
              <a:t> </a:t>
            </a:r>
            <a:r>
              <a:rPr dirty="0" sz="1400" spc="-20" i="1">
                <a:latin typeface="Arial"/>
                <a:cs typeface="Arial"/>
              </a:rPr>
              <a:t>many </a:t>
            </a:r>
            <a:r>
              <a:rPr dirty="0" sz="1400" i="1">
                <a:latin typeface="Arial"/>
                <a:cs typeface="Arial"/>
              </a:rPr>
              <a:t>aspects.</a:t>
            </a:r>
            <a:r>
              <a:rPr dirty="0" sz="1400" spc="-4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How</a:t>
            </a:r>
            <a:r>
              <a:rPr dirty="0" sz="1400" spc="-2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do</a:t>
            </a:r>
            <a:r>
              <a:rPr dirty="0" sz="1400" spc="-2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you</a:t>
            </a:r>
            <a:r>
              <a:rPr dirty="0" sz="1400" spc="-2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plan</a:t>
            </a:r>
            <a:r>
              <a:rPr dirty="0" sz="1400" spc="-3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to</a:t>
            </a:r>
            <a:r>
              <a:rPr dirty="0" sz="1400" spc="-2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use</a:t>
            </a:r>
            <a:r>
              <a:rPr dirty="0" sz="1400" spc="-25" i="1">
                <a:latin typeface="Arial"/>
                <a:cs typeface="Arial"/>
              </a:rPr>
              <a:t> </a:t>
            </a:r>
            <a:r>
              <a:rPr dirty="0" sz="1400" spc="-10" i="1">
                <a:latin typeface="Arial"/>
                <a:cs typeface="Arial"/>
              </a:rPr>
              <a:t>modes </a:t>
            </a:r>
            <a:r>
              <a:rPr dirty="0" sz="1400" i="1">
                <a:latin typeface="Arial"/>
                <a:cs typeface="Arial"/>
              </a:rPr>
              <a:t>[…]</a:t>
            </a:r>
            <a:r>
              <a:rPr dirty="0" sz="1400" spc="-2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of</a:t>
            </a:r>
            <a:r>
              <a:rPr dirty="0" sz="1400" spc="-2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transport</a:t>
            </a:r>
            <a:r>
              <a:rPr dirty="0" sz="1400" spc="-5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once</a:t>
            </a:r>
            <a:r>
              <a:rPr dirty="0" sz="1400" spc="-2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we</a:t>
            </a:r>
            <a:r>
              <a:rPr dirty="0" sz="1400" spc="-1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have</a:t>
            </a:r>
            <a:r>
              <a:rPr dirty="0" sz="1400" spc="-3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left</a:t>
            </a:r>
            <a:r>
              <a:rPr dirty="0" sz="1400" spc="-15" i="1">
                <a:latin typeface="Arial"/>
                <a:cs typeface="Arial"/>
              </a:rPr>
              <a:t> </a:t>
            </a:r>
            <a:r>
              <a:rPr dirty="0" sz="1400" spc="-25" i="1">
                <a:latin typeface="Arial"/>
                <a:cs typeface="Arial"/>
              </a:rPr>
              <a:t>the </a:t>
            </a:r>
            <a:r>
              <a:rPr dirty="0" sz="1400" i="1">
                <a:latin typeface="Arial"/>
                <a:cs typeface="Arial"/>
              </a:rPr>
              <a:t>pandemic</a:t>
            </a:r>
            <a:r>
              <a:rPr dirty="0" sz="1400" spc="-6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behind</a:t>
            </a:r>
            <a:r>
              <a:rPr dirty="0" sz="1400" spc="-35" i="1">
                <a:latin typeface="Arial"/>
                <a:cs typeface="Arial"/>
              </a:rPr>
              <a:t> </a:t>
            </a:r>
            <a:r>
              <a:rPr dirty="0" sz="1400" spc="-20" i="1">
                <a:latin typeface="Arial"/>
                <a:cs typeface="Arial"/>
              </a:rPr>
              <a:t>us?”</a:t>
            </a:r>
            <a:endParaRPr sz="14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781555" y="6115811"/>
            <a:ext cx="143510" cy="105410"/>
          </a:xfrm>
          <a:custGeom>
            <a:avLst/>
            <a:gdLst/>
            <a:ahLst/>
            <a:cxnLst/>
            <a:rect l="l" t="t" r="r" b="b"/>
            <a:pathLst>
              <a:path w="143510" h="105410">
                <a:moveTo>
                  <a:pt x="143256" y="0"/>
                </a:moveTo>
                <a:lnTo>
                  <a:pt x="0" y="0"/>
                </a:lnTo>
                <a:lnTo>
                  <a:pt x="0" y="105156"/>
                </a:lnTo>
                <a:lnTo>
                  <a:pt x="143256" y="105156"/>
                </a:lnTo>
                <a:lnTo>
                  <a:pt x="143256" y="0"/>
                </a:lnTo>
                <a:close/>
              </a:path>
            </a:pathLst>
          </a:custGeom>
          <a:solidFill>
            <a:srgbClr val="A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2308860" y="6115811"/>
            <a:ext cx="142240" cy="105410"/>
          </a:xfrm>
          <a:custGeom>
            <a:avLst/>
            <a:gdLst/>
            <a:ahLst/>
            <a:cxnLst/>
            <a:rect l="l" t="t" r="r" b="b"/>
            <a:pathLst>
              <a:path w="142239" h="105410">
                <a:moveTo>
                  <a:pt x="141731" y="0"/>
                </a:moveTo>
                <a:lnTo>
                  <a:pt x="0" y="0"/>
                </a:lnTo>
                <a:lnTo>
                  <a:pt x="0" y="105156"/>
                </a:lnTo>
                <a:lnTo>
                  <a:pt x="141731" y="105156"/>
                </a:lnTo>
                <a:lnTo>
                  <a:pt x="141731" y="0"/>
                </a:lnTo>
                <a:close/>
              </a:path>
            </a:pathLst>
          </a:custGeom>
          <a:solidFill>
            <a:srgbClr val="DB52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2869692" y="6115811"/>
            <a:ext cx="143510" cy="105410"/>
          </a:xfrm>
          <a:custGeom>
            <a:avLst/>
            <a:gdLst/>
            <a:ahLst/>
            <a:cxnLst/>
            <a:rect l="l" t="t" r="r" b="b"/>
            <a:pathLst>
              <a:path w="143510" h="105410">
                <a:moveTo>
                  <a:pt x="143256" y="0"/>
                </a:moveTo>
                <a:lnTo>
                  <a:pt x="0" y="0"/>
                </a:lnTo>
                <a:lnTo>
                  <a:pt x="0" y="105156"/>
                </a:lnTo>
                <a:lnTo>
                  <a:pt x="143256" y="105156"/>
                </a:lnTo>
                <a:lnTo>
                  <a:pt x="143256" y="0"/>
                </a:lnTo>
                <a:close/>
              </a:path>
            </a:pathLst>
          </a:custGeom>
          <a:solidFill>
            <a:srgbClr val="B4B4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1962404" y="6096101"/>
            <a:ext cx="255904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0">
                <a:latin typeface="Arial"/>
                <a:cs typeface="Arial"/>
              </a:rPr>
              <a:t>More</a:t>
            </a:r>
            <a:endParaRPr sz="8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489454" y="6096101"/>
            <a:ext cx="29400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0">
                <a:latin typeface="Arial"/>
                <a:cs typeface="Arial"/>
              </a:rPr>
              <a:t>Same</a:t>
            </a:r>
            <a:endParaRPr sz="8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051429" y="6096101"/>
            <a:ext cx="65722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latin typeface="Arial"/>
                <a:cs typeface="Arial"/>
              </a:rPr>
              <a:t>Less/not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at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 spc="-25">
                <a:latin typeface="Arial"/>
                <a:cs typeface="Arial"/>
              </a:rPr>
              <a:t>all</a:t>
            </a:r>
            <a:endParaRPr sz="8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584438" y="3572383"/>
            <a:ext cx="3148330" cy="8801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Arial"/>
                <a:cs typeface="Arial"/>
              </a:rPr>
              <a:t>Using</a:t>
            </a:r>
            <a:r>
              <a:rPr dirty="0" sz="1400" spc="-5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one’s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own</a:t>
            </a:r>
            <a:r>
              <a:rPr dirty="0" sz="1400" spc="-6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car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is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still</a:t>
            </a:r>
            <a:r>
              <a:rPr dirty="0" sz="1400" spc="-5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seen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as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most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convenient</a:t>
            </a:r>
            <a:r>
              <a:rPr dirty="0" sz="1400" spc="-65" b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means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of </a:t>
            </a:r>
            <a:r>
              <a:rPr dirty="0" sz="1400">
                <a:latin typeface="Arial"/>
                <a:cs typeface="Arial"/>
              </a:rPr>
              <a:t>transportation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–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with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highest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increase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in </a:t>
            </a:r>
            <a:r>
              <a:rPr dirty="0" sz="1400">
                <a:latin typeface="Arial"/>
                <a:cs typeface="Arial"/>
              </a:rPr>
              <a:t>demand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in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Germany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and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 spc="-25" b="1">
                <a:latin typeface="Arial"/>
                <a:cs typeface="Arial"/>
              </a:rPr>
              <a:t>US.</a:t>
            </a:r>
            <a:endParaRPr sz="14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584438" y="4639436"/>
            <a:ext cx="2606675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Arial"/>
                <a:cs typeface="Arial"/>
              </a:rPr>
              <a:t>In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China</a:t>
            </a:r>
            <a:r>
              <a:rPr dirty="0" sz="1400">
                <a:latin typeface="Arial"/>
                <a:cs typeface="Arial"/>
              </a:rPr>
              <a:t>,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consumers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plan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use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Arial"/>
                <a:cs typeface="Arial"/>
              </a:rPr>
              <a:t>shared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modes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more.</a:t>
            </a:r>
            <a:endParaRPr sz="14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584438" y="5279516"/>
            <a:ext cx="2754630" cy="666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Arial"/>
                <a:cs typeface="Arial"/>
              </a:rPr>
              <a:t>Across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all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regions</a:t>
            </a:r>
            <a:r>
              <a:rPr dirty="0" sz="1400">
                <a:latin typeface="Arial"/>
                <a:cs typeface="Arial"/>
              </a:rPr>
              <a:t>,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number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of </a:t>
            </a:r>
            <a:r>
              <a:rPr dirty="0" sz="1400">
                <a:latin typeface="Arial"/>
                <a:cs typeface="Arial"/>
              </a:rPr>
              <a:t>people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planning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use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public </a:t>
            </a:r>
            <a:r>
              <a:rPr dirty="0" sz="1400" b="1">
                <a:latin typeface="Arial"/>
                <a:cs typeface="Arial"/>
              </a:rPr>
              <a:t>transport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more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has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increased.”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1807273" y="2790444"/>
            <a:ext cx="1780539" cy="463550"/>
            <a:chOff x="1807273" y="2790444"/>
            <a:chExt cx="1780539" cy="463550"/>
          </a:xfrm>
        </p:grpSpPr>
        <p:sp>
          <p:nvSpPr>
            <p:cNvPr id="53" name="object 53"/>
            <p:cNvSpPr/>
            <p:nvPr/>
          </p:nvSpPr>
          <p:spPr>
            <a:xfrm>
              <a:off x="1812035" y="2842259"/>
              <a:ext cx="425450" cy="361315"/>
            </a:xfrm>
            <a:custGeom>
              <a:avLst/>
              <a:gdLst/>
              <a:ahLst/>
              <a:cxnLst/>
              <a:rect l="l" t="t" r="r" b="b"/>
              <a:pathLst>
                <a:path w="425450" h="361314">
                  <a:moveTo>
                    <a:pt x="353568" y="0"/>
                  </a:moveTo>
                  <a:lnTo>
                    <a:pt x="0" y="0"/>
                  </a:lnTo>
                  <a:lnTo>
                    <a:pt x="0" y="129540"/>
                  </a:lnTo>
                  <a:lnTo>
                    <a:pt x="353568" y="129540"/>
                  </a:lnTo>
                  <a:lnTo>
                    <a:pt x="353568" y="0"/>
                  </a:lnTo>
                  <a:close/>
                </a:path>
                <a:path w="425450" h="361314">
                  <a:moveTo>
                    <a:pt x="425196" y="231648"/>
                  </a:moveTo>
                  <a:lnTo>
                    <a:pt x="0" y="231648"/>
                  </a:lnTo>
                  <a:lnTo>
                    <a:pt x="0" y="361188"/>
                  </a:lnTo>
                  <a:lnTo>
                    <a:pt x="425196" y="361188"/>
                  </a:lnTo>
                  <a:lnTo>
                    <a:pt x="425196" y="231648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2165604" y="2842259"/>
              <a:ext cx="1187450" cy="361315"/>
            </a:xfrm>
            <a:custGeom>
              <a:avLst/>
              <a:gdLst/>
              <a:ahLst/>
              <a:cxnLst/>
              <a:rect l="l" t="t" r="r" b="b"/>
              <a:pathLst>
                <a:path w="1187450" h="361314">
                  <a:moveTo>
                    <a:pt x="815340" y="231648"/>
                  </a:moveTo>
                  <a:lnTo>
                    <a:pt x="71628" y="231648"/>
                  </a:lnTo>
                  <a:lnTo>
                    <a:pt x="71628" y="361188"/>
                  </a:lnTo>
                  <a:lnTo>
                    <a:pt x="815340" y="361188"/>
                  </a:lnTo>
                  <a:lnTo>
                    <a:pt x="815340" y="231648"/>
                  </a:lnTo>
                  <a:close/>
                </a:path>
                <a:path w="1187450" h="361314">
                  <a:moveTo>
                    <a:pt x="1187196" y="0"/>
                  </a:moveTo>
                  <a:lnTo>
                    <a:pt x="0" y="0"/>
                  </a:lnTo>
                  <a:lnTo>
                    <a:pt x="0" y="129540"/>
                  </a:lnTo>
                  <a:lnTo>
                    <a:pt x="1187196" y="129540"/>
                  </a:lnTo>
                  <a:lnTo>
                    <a:pt x="1187196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2165603" y="2842260"/>
              <a:ext cx="1187450" cy="361315"/>
            </a:xfrm>
            <a:custGeom>
              <a:avLst/>
              <a:gdLst/>
              <a:ahLst/>
              <a:cxnLst/>
              <a:rect l="l" t="t" r="r" b="b"/>
              <a:pathLst>
                <a:path w="1187450" h="361314">
                  <a:moveTo>
                    <a:pt x="1187196" y="0"/>
                  </a:moveTo>
                  <a:lnTo>
                    <a:pt x="0" y="0"/>
                  </a:lnTo>
                  <a:lnTo>
                    <a:pt x="0" y="129539"/>
                  </a:lnTo>
                  <a:lnTo>
                    <a:pt x="1187196" y="129539"/>
                  </a:lnTo>
                  <a:lnTo>
                    <a:pt x="1187196" y="0"/>
                  </a:lnTo>
                  <a:close/>
                </a:path>
                <a:path w="1187450" h="361314">
                  <a:moveTo>
                    <a:pt x="815340" y="231647"/>
                  </a:moveTo>
                  <a:lnTo>
                    <a:pt x="71628" y="231647"/>
                  </a:lnTo>
                  <a:lnTo>
                    <a:pt x="71628" y="361188"/>
                  </a:lnTo>
                  <a:lnTo>
                    <a:pt x="815340" y="361188"/>
                  </a:lnTo>
                  <a:lnTo>
                    <a:pt x="815340" y="231647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2980944" y="2842259"/>
              <a:ext cx="601980" cy="361315"/>
            </a:xfrm>
            <a:custGeom>
              <a:avLst/>
              <a:gdLst/>
              <a:ahLst/>
              <a:cxnLst/>
              <a:rect l="l" t="t" r="r" b="b"/>
              <a:pathLst>
                <a:path w="601979" h="361314">
                  <a:moveTo>
                    <a:pt x="583692" y="0"/>
                  </a:moveTo>
                  <a:lnTo>
                    <a:pt x="371856" y="0"/>
                  </a:lnTo>
                  <a:lnTo>
                    <a:pt x="371856" y="129540"/>
                  </a:lnTo>
                  <a:lnTo>
                    <a:pt x="583692" y="129540"/>
                  </a:lnTo>
                  <a:lnTo>
                    <a:pt x="583692" y="0"/>
                  </a:lnTo>
                  <a:close/>
                </a:path>
                <a:path w="601979" h="361314">
                  <a:moveTo>
                    <a:pt x="601980" y="231648"/>
                  </a:moveTo>
                  <a:lnTo>
                    <a:pt x="0" y="231648"/>
                  </a:lnTo>
                  <a:lnTo>
                    <a:pt x="0" y="361188"/>
                  </a:lnTo>
                  <a:lnTo>
                    <a:pt x="601980" y="361188"/>
                  </a:lnTo>
                  <a:lnTo>
                    <a:pt x="601980" y="231648"/>
                  </a:lnTo>
                  <a:close/>
                </a:path>
              </a:pathLst>
            </a:custGeom>
            <a:solidFill>
              <a:srgbClr val="B4B4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2980943" y="2842260"/>
              <a:ext cx="601980" cy="361315"/>
            </a:xfrm>
            <a:custGeom>
              <a:avLst/>
              <a:gdLst/>
              <a:ahLst/>
              <a:cxnLst/>
              <a:rect l="l" t="t" r="r" b="b"/>
              <a:pathLst>
                <a:path w="601979" h="361314">
                  <a:moveTo>
                    <a:pt x="583692" y="0"/>
                  </a:moveTo>
                  <a:lnTo>
                    <a:pt x="371856" y="0"/>
                  </a:lnTo>
                  <a:lnTo>
                    <a:pt x="371856" y="129539"/>
                  </a:lnTo>
                  <a:lnTo>
                    <a:pt x="583692" y="129539"/>
                  </a:lnTo>
                  <a:lnTo>
                    <a:pt x="583692" y="0"/>
                  </a:lnTo>
                  <a:close/>
                </a:path>
                <a:path w="601979" h="361314">
                  <a:moveTo>
                    <a:pt x="601980" y="231647"/>
                  </a:moveTo>
                  <a:lnTo>
                    <a:pt x="0" y="231647"/>
                  </a:lnTo>
                  <a:lnTo>
                    <a:pt x="0" y="361188"/>
                  </a:lnTo>
                  <a:lnTo>
                    <a:pt x="601980" y="361188"/>
                  </a:lnTo>
                  <a:lnTo>
                    <a:pt x="601980" y="231647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1812035" y="2790444"/>
              <a:ext cx="0" cy="463550"/>
            </a:xfrm>
            <a:custGeom>
              <a:avLst/>
              <a:gdLst/>
              <a:ahLst/>
              <a:cxnLst/>
              <a:rect l="l" t="t" r="r" b="b"/>
              <a:pathLst>
                <a:path w="0" h="463550">
                  <a:moveTo>
                    <a:pt x="0" y="0"/>
                  </a:moveTo>
                  <a:lnTo>
                    <a:pt x="0" y="46329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/>
          <p:cNvSpPr txBox="1"/>
          <p:nvPr/>
        </p:nvSpPr>
        <p:spPr>
          <a:xfrm>
            <a:off x="1506727" y="2831338"/>
            <a:ext cx="25146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20" b="1">
                <a:latin typeface="Arial"/>
                <a:cs typeface="Arial"/>
              </a:rPr>
              <a:t>2021</a:t>
            </a:r>
            <a:endParaRPr sz="8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970280" y="2950845"/>
            <a:ext cx="787400" cy="5784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925"/>
              </a:lnSpc>
              <a:spcBef>
                <a:spcPts val="105"/>
              </a:spcBef>
            </a:pPr>
            <a:r>
              <a:rPr dirty="0" sz="800" b="1">
                <a:latin typeface="Arial"/>
                <a:cs typeface="Arial"/>
              </a:rPr>
              <a:t>By</a:t>
            </a:r>
            <a:r>
              <a:rPr dirty="0" sz="800" spc="-10" b="1">
                <a:latin typeface="Arial"/>
                <a:cs typeface="Arial"/>
              </a:rPr>
              <a:t> </a:t>
            </a:r>
            <a:r>
              <a:rPr dirty="0" sz="800" spc="-20" b="1">
                <a:latin typeface="Arial"/>
                <a:cs typeface="Arial"/>
              </a:rPr>
              <a:t>foot</a:t>
            </a:r>
            <a:endParaRPr sz="800">
              <a:latin typeface="Arial"/>
              <a:cs typeface="Arial"/>
            </a:endParaRPr>
          </a:p>
          <a:p>
            <a:pPr marL="548640">
              <a:lnSpc>
                <a:spcPts val="925"/>
              </a:lnSpc>
            </a:pPr>
            <a:r>
              <a:rPr dirty="0" sz="800" spc="-20" b="1">
                <a:latin typeface="Arial"/>
                <a:cs typeface="Arial"/>
              </a:rPr>
              <a:t>2023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800">
              <a:latin typeface="Arial"/>
              <a:cs typeface="Arial"/>
            </a:endParaRPr>
          </a:p>
          <a:p>
            <a:pPr marL="548640">
              <a:lnSpc>
                <a:spcPct val="100000"/>
              </a:lnSpc>
            </a:pPr>
            <a:r>
              <a:rPr dirty="0" sz="800" spc="-20" b="1">
                <a:latin typeface="Arial"/>
                <a:cs typeface="Arial"/>
              </a:rPr>
              <a:t>2021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1807273" y="3340608"/>
            <a:ext cx="1780539" cy="463550"/>
            <a:chOff x="1807273" y="3340608"/>
            <a:chExt cx="1780539" cy="463550"/>
          </a:xfrm>
        </p:grpSpPr>
        <p:sp>
          <p:nvSpPr>
            <p:cNvPr id="62" name="object 62"/>
            <p:cNvSpPr/>
            <p:nvPr/>
          </p:nvSpPr>
          <p:spPr>
            <a:xfrm>
              <a:off x="1812035" y="3390899"/>
              <a:ext cx="744220" cy="361315"/>
            </a:xfrm>
            <a:custGeom>
              <a:avLst/>
              <a:gdLst/>
              <a:ahLst/>
              <a:cxnLst/>
              <a:rect l="l" t="t" r="r" b="b"/>
              <a:pathLst>
                <a:path w="744219" h="361314">
                  <a:moveTo>
                    <a:pt x="477012" y="0"/>
                  </a:moveTo>
                  <a:lnTo>
                    <a:pt x="0" y="0"/>
                  </a:lnTo>
                  <a:lnTo>
                    <a:pt x="0" y="129540"/>
                  </a:lnTo>
                  <a:lnTo>
                    <a:pt x="477012" y="129540"/>
                  </a:lnTo>
                  <a:lnTo>
                    <a:pt x="477012" y="0"/>
                  </a:lnTo>
                  <a:close/>
                </a:path>
                <a:path w="744219" h="361314">
                  <a:moveTo>
                    <a:pt x="743712" y="233172"/>
                  </a:moveTo>
                  <a:lnTo>
                    <a:pt x="0" y="233172"/>
                  </a:lnTo>
                  <a:lnTo>
                    <a:pt x="0" y="361188"/>
                  </a:lnTo>
                  <a:lnTo>
                    <a:pt x="743712" y="361188"/>
                  </a:lnTo>
                  <a:lnTo>
                    <a:pt x="743712" y="233172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2289048" y="3390899"/>
              <a:ext cx="1134110" cy="361315"/>
            </a:xfrm>
            <a:custGeom>
              <a:avLst/>
              <a:gdLst/>
              <a:ahLst/>
              <a:cxnLst/>
              <a:rect l="l" t="t" r="r" b="b"/>
              <a:pathLst>
                <a:path w="1134110" h="361314">
                  <a:moveTo>
                    <a:pt x="1028700" y="233172"/>
                  </a:moveTo>
                  <a:lnTo>
                    <a:pt x="266700" y="233172"/>
                  </a:lnTo>
                  <a:lnTo>
                    <a:pt x="266700" y="361188"/>
                  </a:lnTo>
                  <a:lnTo>
                    <a:pt x="1028700" y="361188"/>
                  </a:lnTo>
                  <a:lnTo>
                    <a:pt x="1028700" y="233172"/>
                  </a:lnTo>
                  <a:close/>
                </a:path>
                <a:path w="1134110" h="361314">
                  <a:moveTo>
                    <a:pt x="1133856" y="0"/>
                  </a:moveTo>
                  <a:lnTo>
                    <a:pt x="0" y="0"/>
                  </a:lnTo>
                  <a:lnTo>
                    <a:pt x="0" y="129540"/>
                  </a:lnTo>
                  <a:lnTo>
                    <a:pt x="1133856" y="129540"/>
                  </a:lnTo>
                  <a:lnTo>
                    <a:pt x="1133856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2289047" y="3390900"/>
              <a:ext cx="1134110" cy="361315"/>
            </a:xfrm>
            <a:custGeom>
              <a:avLst/>
              <a:gdLst/>
              <a:ahLst/>
              <a:cxnLst/>
              <a:rect l="l" t="t" r="r" b="b"/>
              <a:pathLst>
                <a:path w="1134110" h="361314">
                  <a:moveTo>
                    <a:pt x="1133856" y="0"/>
                  </a:moveTo>
                  <a:lnTo>
                    <a:pt x="0" y="0"/>
                  </a:lnTo>
                  <a:lnTo>
                    <a:pt x="0" y="129539"/>
                  </a:lnTo>
                  <a:lnTo>
                    <a:pt x="1133856" y="129539"/>
                  </a:lnTo>
                  <a:lnTo>
                    <a:pt x="1133856" y="0"/>
                  </a:lnTo>
                  <a:close/>
                </a:path>
                <a:path w="1134110" h="361314">
                  <a:moveTo>
                    <a:pt x="1028700" y="233172"/>
                  </a:moveTo>
                  <a:lnTo>
                    <a:pt x="266700" y="233172"/>
                  </a:lnTo>
                  <a:lnTo>
                    <a:pt x="266700" y="361188"/>
                  </a:lnTo>
                  <a:lnTo>
                    <a:pt x="1028700" y="361188"/>
                  </a:lnTo>
                  <a:lnTo>
                    <a:pt x="1028700" y="233172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3317748" y="3390899"/>
              <a:ext cx="265430" cy="361315"/>
            </a:xfrm>
            <a:custGeom>
              <a:avLst/>
              <a:gdLst/>
              <a:ahLst/>
              <a:cxnLst/>
              <a:rect l="l" t="t" r="r" b="b"/>
              <a:pathLst>
                <a:path w="265429" h="361314">
                  <a:moveTo>
                    <a:pt x="265176" y="233172"/>
                  </a:moveTo>
                  <a:lnTo>
                    <a:pt x="0" y="233172"/>
                  </a:lnTo>
                  <a:lnTo>
                    <a:pt x="0" y="361188"/>
                  </a:lnTo>
                  <a:lnTo>
                    <a:pt x="265176" y="361188"/>
                  </a:lnTo>
                  <a:lnTo>
                    <a:pt x="265176" y="233172"/>
                  </a:lnTo>
                  <a:close/>
                </a:path>
                <a:path w="265429" h="361314">
                  <a:moveTo>
                    <a:pt x="265176" y="0"/>
                  </a:moveTo>
                  <a:lnTo>
                    <a:pt x="105156" y="0"/>
                  </a:lnTo>
                  <a:lnTo>
                    <a:pt x="105156" y="129540"/>
                  </a:lnTo>
                  <a:lnTo>
                    <a:pt x="265176" y="129540"/>
                  </a:lnTo>
                  <a:lnTo>
                    <a:pt x="265176" y="0"/>
                  </a:lnTo>
                  <a:close/>
                </a:path>
              </a:pathLst>
            </a:custGeom>
            <a:solidFill>
              <a:srgbClr val="B4B4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3317747" y="3390900"/>
              <a:ext cx="265430" cy="361315"/>
            </a:xfrm>
            <a:custGeom>
              <a:avLst/>
              <a:gdLst/>
              <a:ahLst/>
              <a:cxnLst/>
              <a:rect l="l" t="t" r="r" b="b"/>
              <a:pathLst>
                <a:path w="265429" h="361314">
                  <a:moveTo>
                    <a:pt x="265175" y="0"/>
                  </a:moveTo>
                  <a:lnTo>
                    <a:pt x="105155" y="0"/>
                  </a:lnTo>
                  <a:lnTo>
                    <a:pt x="105155" y="129539"/>
                  </a:lnTo>
                  <a:lnTo>
                    <a:pt x="265175" y="129539"/>
                  </a:lnTo>
                  <a:lnTo>
                    <a:pt x="265175" y="0"/>
                  </a:lnTo>
                  <a:close/>
                </a:path>
                <a:path w="265429" h="361314">
                  <a:moveTo>
                    <a:pt x="265175" y="233172"/>
                  </a:moveTo>
                  <a:lnTo>
                    <a:pt x="0" y="233172"/>
                  </a:lnTo>
                  <a:lnTo>
                    <a:pt x="0" y="361188"/>
                  </a:lnTo>
                  <a:lnTo>
                    <a:pt x="265175" y="361188"/>
                  </a:lnTo>
                  <a:lnTo>
                    <a:pt x="265175" y="233172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1812035" y="3340608"/>
              <a:ext cx="0" cy="463550"/>
            </a:xfrm>
            <a:custGeom>
              <a:avLst/>
              <a:gdLst/>
              <a:ahLst/>
              <a:cxnLst/>
              <a:rect l="l" t="t" r="r" b="b"/>
              <a:pathLst>
                <a:path w="0" h="463550">
                  <a:moveTo>
                    <a:pt x="0" y="0"/>
                  </a:moveTo>
                  <a:lnTo>
                    <a:pt x="0" y="46329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8" name="object 68"/>
          <p:cNvSpPr txBox="1"/>
          <p:nvPr/>
        </p:nvSpPr>
        <p:spPr>
          <a:xfrm>
            <a:off x="1506727" y="3612641"/>
            <a:ext cx="25146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0" b="1">
                <a:latin typeface="Arial"/>
                <a:cs typeface="Arial"/>
              </a:rPr>
              <a:t>2023</a:t>
            </a:r>
            <a:endParaRPr sz="80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506727" y="3931665"/>
            <a:ext cx="25146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0" b="1">
                <a:latin typeface="Arial"/>
                <a:cs typeface="Arial"/>
              </a:rPr>
              <a:t>2021</a:t>
            </a:r>
            <a:endParaRPr sz="80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506727" y="4163695"/>
            <a:ext cx="25146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0" b="1">
                <a:latin typeface="Arial"/>
                <a:cs typeface="Arial"/>
              </a:rPr>
              <a:t>2023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1807273" y="3890771"/>
            <a:ext cx="6378575" cy="2101850"/>
            <a:chOff x="1807273" y="3890771"/>
            <a:chExt cx="6378575" cy="2101850"/>
          </a:xfrm>
        </p:grpSpPr>
        <p:sp>
          <p:nvSpPr>
            <p:cNvPr id="72" name="object 72"/>
            <p:cNvSpPr/>
            <p:nvPr/>
          </p:nvSpPr>
          <p:spPr>
            <a:xfrm>
              <a:off x="1812035" y="4485131"/>
              <a:ext cx="52069" cy="361315"/>
            </a:xfrm>
            <a:custGeom>
              <a:avLst/>
              <a:gdLst/>
              <a:ahLst/>
              <a:cxnLst/>
              <a:rect l="l" t="t" r="r" b="b"/>
              <a:pathLst>
                <a:path w="52069" h="361314">
                  <a:moveTo>
                    <a:pt x="51816" y="231648"/>
                  </a:moveTo>
                  <a:lnTo>
                    <a:pt x="0" y="231648"/>
                  </a:lnTo>
                  <a:lnTo>
                    <a:pt x="0" y="361188"/>
                  </a:lnTo>
                  <a:lnTo>
                    <a:pt x="51816" y="361188"/>
                  </a:lnTo>
                  <a:lnTo>
                    <a:pt x="51816" y="231648"/>
                  </a:lnTo>
                  <a:close/>
                </a:path>
                <a:path w="52069" h="361314">
                  <a:moveTo>
                    <a:pt x="51816" y="0"/>
                  </a:moveTo>
                  <a:lnTo>
                    <a:pt x="0" y="0"/>
                  </a:lnTo>
                  <a:lnTo>
                    <a:pt x="0" y="129540"/>
                  </a:lnTo>
                  <a:lnTo>
                    <a:pt x="51816" y="129540"/>
                  </a:lnTo>
                  <a:lnTo>
                    <a:pt x="51816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1812035" y="4485131"/>
              <a:ext cx="52069" cy="361315"/>
            </a:xfrm>
            <a:custGeom>
              <a:avLst/>
              <a:gdLst/>
              <a:ahLst/>
              <a:cxnLst/>
              <a:rect l="l" t="t" r="r" b="b"/>
              <a:pathLst>
                <a:path w="52069" h="361314">
                  <a:moveTo>
                    <a:pt x="51816" y="0"/>
                  </a:moveTo>
                  <a:lnTo>
                    <a:pt x="0" y="0"/>
                  </a:lnTo>
                  <a:lnTo>
                    <a:pt x="0" y="129540"/>
                  </a:lnTo>
                  <a:lnTo>
                    <a:pt x="51816" y="129540"/>
                  </a:lnTo>
                  <a:lnTo>
                    <a:pt x="51816" y="0"/>
                  </a:lnTo>
                  <a:close/>
                </a:path>
                <a:path w="52069" h="361314">
                  <a:moveTo>
                    <a:pt x="51816" y="231648"/>
                  </a:moveTo>
                  <a:lnTo>
                    <a:pt x="0" y="231648"/>
                  </a:lnTo>
                  <a:lnTo>
                    <a:pt x="0" y="361188"/>
                  </a:lnTo>
                  <a:lnTo>
                    <a:pt x="51816" y="361188"/>
                  </a:lnTo>
                  <a:lnTo>
                    <a:pt x="51816" y="231648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1863851" y="4485131"/>
              <a:ext cx="248920" cy="361315"/>
            </a:xfrm>
            <a:custGeom>
              <a:avLst/>
              <a:gdLst/>
              <a:ahLst/>
              <a:cxnLst/>
              <a:rect l="l" t="t" r="r" b="b"/>
              <a:pathLst>
                <a:path w="248919" h="361314">
                  <a:moveTo>
                    <a:pt x="106680" y="231648"/>
                  </a:moveTo>
                  <a:lnTo>
                    <a:pt x="0" y="231648"/>
                  </a:lnTo>
                  <a:lnTo>
                    <a:pt x="0" y="361188"/>
                  </a:lnTo>
                  <a:lnTo>
                    <a:pt x="106680" y="361188"/>
                  </a:lnTo>
                  <a:lnTo>
                    <a:pt x="106680" y="231648"/>
                  </a:lnTo>
                  <a:close/>
                </a:path>
                <a:path w="248919" h="361314">
                  <a:moveTo>
                    <a:pt x="248412" y="0"/>
                  </a:moveTo>
                  <a:lnTo>
                    <a:pt x="0" y="0"/>
                  </a:lnTo>
                  <a:lnTo>
                    <a:pt x="0" y="129540"/>
                  </a:lnTo>
                  <a:lnTo>
                    <a:pt x="248412" y="129540"/>
                  </a:lnTo>
                  <a:lnTo>
                    <a:pt x="248412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1863851" y="4485131"/>
              <a:ext cx="248920" cy="361315"/>
            </a:xfrm>
            <a:custGeom>
              <a:avLst/>
              <a:gdLst/>
              <a:ahLst/>
              <a:cxnLst/>
              <a:rect l="l" t="t" r="r" b="b"/>
              <a:pathLst>
                <a:path w="248919" h="361314">
                  <a:moveTo>
                    <a:pt x="248412" y="0"/>
                  </a:moveTo>
                  <a:lnTo>
                    <a:pt x="0" y="0"/>
                  </a:lnTo>
                  <a:lnTo>
                    <a:pt x="0" y="129540"/>
                  </a:lnTo>
                  <a:lnTo>
                    <a:pt x="248412" y="129540"/>
                  </a:lnTo>
                  <a:lnTo>
                    <a:pt x="248412" y="0"/>
                  </a:lnTo>
                  <a:close/>
                </a:path>
                <a:path w="248919" h="361314">
                  <a:moveTo>
                    <a:pt x="106680" y="231648"/>
                  </a:moveTo>
                  <a:lnTo>
                    <a:pt x="0" y="231648"/>
                  </a:lnTo>
                  <a:lnTo>
                    <a:pt x="0" y="361188"/>
                  </a:lnTo>
                  <a:lnTo>
                    <a:pt x="106680" y="361188"/>
                  </a:lnTo>
                  <a:lnTo>
                    <a:pt x="106680" y="231648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1970531" y="4485131"/>
              <a:ext cx="1612900" cy="361315"/>
            </a:xfrm>
            <a:custGeom>
              <a:avLst/>
              <a:gdLst/>
              <a:ahLst/>
              <a:cxnLst/>
              <a:rect l="l" t="t" r="r" b="b"/>
              <a:pathLst>
                <a:path w="1612900" h="361314">
                  <a:moveTo>
                    <a:pt x="1612392" y="231648"/>
                  </a:moveTo>
                  <a:lnTo>
                    <a:pt x="0" y="231648"/>
                  </a:lnTo>
                  <a:lnTo>
                    <a:pt x="0" y="361188"/>
                  </a:lnTo>
                  <a:lnTo>
                    <a:pt x="1612392" y="361188"/>
                  </a:lnTo>
                  <a:lnTo>
                    <a:pt x="1612392" y="231648"/>
                  </a:lnTo>
                  <a:close/>
                </a:path>
                <a:path w="1612900" h="361314">
                  <a:moveTo>
                    <a:pt x="1612392" y="0"/>
                  </a:moveTo>
                  <a:lnTo>
                    <a:pt x="141732" y="0"/>
                  </a:lnTo>
                  <a:lnTo>
                    <a:pt x="141732" y="129540"/>
                  </a:lnTo>
                  <a:lnTo>
                    <a:pt x="1612392" y="129540"/>
                  </a:lnTo>
                  <a:lnTo>
                    <a:pt x="1612392" y="0"/>
                  </a:lnTo>
                  <a:close/>
                </a:path>
              </a:pathLst>
            </a:custGeom>
            <a:solidFill>
              <a:srgbClr val="B4B4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1970531" y="4485131"/>
              <a:ext cx="1612900" cy="361315"/>
            </a:xfrm>
            <a:custGeom>
              <a:avLst/>
              <a:gdLst/>
              <a:ahLst/>
              <a:cxnLst/>
              <a:rect l="l" t="t" r="r" b="b"/>
              <a:pathLst>
                <a:path w="1612900" h="361314">
                  <a:moveTo>
                    <a:pt x="1612391" y="0"/>
                  </a:moveTo>
                  <a:lnTo>
                    <a:pt x="141731" y="0"/>
                  </a:lnTo>
                  <a:lnTo>
                    <a:pt x="141731" y="129540"/>
                  </a:lnTo>
                  <a:lnTo>
                    <a:pt x="1612391" y="129540"/>
                  </a:lnTo>
                  <a:lnTo>
                    <a:pt x="1612391" y="0"/>
                  </a:lnTo>
                  <a:close/>
                </a:path>
                <a:path w="1612900" h="361314">
                  <a:moveTo>
                    <a:pt x="1612391" y="231648"/>
                  </a:moveTo>
                  <a:lnTo>
                    <a:pt x="0" y="231648"/>
                  </a:lnTo>
                  <a:lnTo>
                    <a:pt x="0" y="361188"/>
                  </a:lnTo>
                  <a:lnTo>
                    <a:pt x="1612391" y="361188"/>
                  </a:lnTo>
                  <a:lnTo>
                    <a:pt x="1612391" y="231648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1812035" y="4433315"/>
              <a:ext cx="0" cy="464820"/>
            </a:xfrm>
            <a:custGeom>
              <a:avLst/>
              <a:gdLst/>
              <a:ahLst/>
              <a:cxnLst/>
              <a:rect l="l" t="t" r="r" b="b"/>
              <a:pathLst>
                <a:path w="0" h="464820">
                  <a:moveTo>
                    <a:pt x="0" y="0"/>
                  </a:moveTo>
                  <a:lnTo>
                    <a:pt x="0" y="464819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1812035" y="5039867"/>
              <a:ext cx="88900" cy="360045"/>
            </a:xfrm>
            <a:custGeom>
              <a:avLst/>
              <a:gdLst/>
              <a:ahLst/>
              <a:cxnLst/>
              <a:rect l="l" t="t" r="r" b="b"/>
              <a:pathLst>
                <a:path w="88900" h="360045">
                  <a:moveTo>
                    <a:pt x="70104" y="231648"/>
                  </a:moveTo>
                  <a:lnTo>
                    <a:pt x="0" y="231648"/>
                  </a:lnTo>
                  <a:lnTo>
                    <a:pt x="0" y="359664"/>
                  </a:lnTo>
                  <a:lnTo>
                    <a:pt x="70104" y="359664"/>
                  </a:lnTo>
                  <a:lnTo>
                    <a:pt x="70104" y="231648"/>
                  </a:lnTo>
                  <a:close/>
                </a:path>
                <a:path w="88900" h="360045">
                  <a:moveTo>
                    <a:pt x="88392" y="0"/>
                  </a:moveTo>
                  <a:lnTo>
                    <a:pt x="0" y="0"/>
                  </a:lnTo>
                  <a:lnTo>
                    <a:pt x="0" y="128016"/>
                  </a:lnTo>
                  <a:lnTo>
                    <a:pt x="88392" y="128016"/>
                  </a:lnTo>
                  <a:lnTo>
                    <a:pt x="88392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1812035" y="5039867"/>
              <a:ext cx="88900" cy="360045"/>
            </a:xfrm>
            <a:custGeom>
              <a:avLst/>
              <a:gdLst/>
              <a:ahLst/>
              <a:cxnLst/>
              <a:rect l="l" t="t" r="r" b="b"/>
              <a:pathLst>
                <a:path w="88900" h="360045">
                  <a:moveTo>
                    <a:pt x="88392" y="0"/>
                  </a:moveTo>
                  <a:lnTo>
                    <a:pt x="0" y="0"/>
                  </a:lnTo>
                  <a:lnTo>
                    <a:pt x="0" y="128015"/>
                  </a:lnTo>
                  <a:lnTo>
                    <a:pt x="88392" y="128015"/>
                  </a:lnTo>
                  <a:lnTo>
                    <a:pt x="88392" y="0"/>
                  </a:lnTo>
                  <a:close/>
                </a:path>
                <a:path w="88900" h="360045">
                  <a:moveTo>
                    <a:pt x="70104" y="231647"/>
                  </a:moveTo>
                  <a:lnTo>
                    <a:pt x="0" y="231647"/>
                  </a:lnTo>
                  <a:lnTo>
                    <a:pt x="0" y="359663"/>
                  </a:lnTo>
                  <a:lnTo>
                    <a:pt x="70104" y="359663"/>
                  </a:lnTo>
                  <a:lnTo>
                    <a:pt x="70104" y="231647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1882139" y="5039867"/>
              <a:ext cx="337185" cy="360045"/>
            </a:xfrm>
            <a:custGeom>
              <a:avLst/>
              <a:gdLst/>
              <a:ahLst/>
              <a:cxnLst/>
              <a:rect l="l" t="t" r="r" b="b"/>
              <a:pathLst>
                <a:path w="337185" h="360045">
                  <a:moveTo>
                    <a:pt x="141732" y="231648"/>
                  </a:moveTo>
                  <a:lnTo>
                    <a:pt x="0" y="231648"/>
                  </a:lnTo>
                  <a:lnTo>
                    <a:pt x="0" y="359664"/>
                  </a:lnTo>
                  <a:lnTo>
                    <a:pt x="141732" y="359664"/>
                  </a:lnTo>
                  <a:lnTo>
                    <a:pt x="141732" y="231648"/>
                  </a:lnTo>
                  <a:close/>
                </a:path>
                <a:path w="337185" h="360045">
                  <a:moveTo>
                    <a:pt x="336804" y="0"/>
                  </a:moveTo>
                  <a:lnTo>
                    <a:pt x="18288" y="0"/>
                  </a:lnTo>
                  <a:lnTo>
                    <a:pt x="18288" y="128016"/>
                  </a:lnTo>
                  <a:lnTo>
                    <a:pt x="336804" y="128016"/>
                  </a:lnTo>
                  <a:lnTo>
                    <a:pt x="336804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1882139" y="5039867"/>
              <a:ext cx="337185" cy="360045"/>
            </a:xfrm>
            <a:custGeom>
              <a:avLst/>
              <a:gdLst/>
              <a:ahLst/>
              <a:cxnLst/>
              <a:rect l="l" t="t" r="r" b="b"/>
              <a:pathLst>
                <a:path w="337185" h="360045">
                  <a:moveTo>
                    <a:pt x="336804" y="0"/>
                  </a:moveTo>
                  <a:lnTo>
                    <a:pt x="18288" y="0"/>
                  </a:lnTo>
                  <a:lnTo>
                    <a:pt x="18288" y="128015"/>
                  </a:lnTo>
                  <a:lnTo>
                    <a:pt x="336804" y="128015"/>
                  </a:lnTo>
                  <a:lnTo>
                    <a:pt x="336804" y="0"/>
                  </a:lnTo>
                  <a:close/>
                </a:path>
                <a:path w="337185" h="360045">
                  <a:moveTo>
                    <a:pt x="141732" y="231647"/>
                  </a:moveTo>
                  <a:lnTo>
                    <a:pt x="0" y="231647"/>
                  </a:lnTo>
                  <a:lnTo>
                    <a:pt x="0" y="359663"/>
                  </a:lnTo>
                  <a:lnTo>
                    <a:pt x="141732" y="359663"/>
                  </a:lnTo>
                  <a:lnTo>
                    <a:pt x="141732" y="231647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2023872" y="5039867"/>
              <a:ext cx="1559560" cy="360045"/>
            </a:xfrm>
            <a:custGeom>
              <a:avLst/>
              <a:gdLst/>
              <a:ahLst/>
              <a:cxnLst/>
              <a:rect l="l" t="t" r="r" b="b"/>
              <a:pathLst>
                <a:path w="1559560" h="360045">
                  <a:moveTo>
                    <a:pt x="1559052" y="231648"/>
                  </a:moveTo>
                  <a:lnTo>
                    <a:pt x="0" y="231648"/>
                  </a:lnTo>
                  <a:lnTo>
                    <a:pt x="0" y="359664"/>
                  </a:lnTo>
                  <a:lnTo>
                    <a:pt x="1559052" y="359664"/>
                  </a:lnTo>
                  <a:lnTo>
                    <a:pt x="1559052" y="231648"/>
                  </a:lnTo>
                  <a:close/>
                </a:path>
                <a:path w="1559560" h="360045">
                  <a:moveTo>
                    <a:pt x="1559052" y="0"/>
                  </a:moveTo>
                  <a:lnTo>
                    <a:pt x="195072" y="0"/>
                  </a:lnTo>
                  <a:lnTo>
                    <a:pt x="195072" y="128016"/>
                  </a:lnTo>
                  <a:lnTo>
                    <a:pt x="1559052" y="128016"/>
                  </a:lnTo>
                  <a:lnTo>
                    <a:pt x="1559052" y="0"/>
                  </a:lnTo>
                  <a:close/>
                </a:path>
              </a:pathLst>
            </a:custGeom>
            <a:solidFill>
              <a:srgbClr val="B4B4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2023871" y="5039867"/>
              <a:ext cx="1559560" cy="360045"/>
            </a:xfrm>
            <a:custGeom>
              <a:avLst/>
              <a:gdLst/>
              <a:ahLst/>
              <a:cxnLst/>
              <a:rect l="l" t="t" r="r" b="b"/>
              <a:pathLst>
                <a:path w="1559560" h="360045">
                  <a:moveTo>
                    <a:pt x="1559052" y="0"/>
                  </a:moveTo>
                  <a:lnTo>
                    <a:pt x="195071" y="0"/>
                  </a:lnTo>
                  <a:lnTo>
                    <a:pt x="195071" y="128015"/>
                  </a:lnTo>
                  <a:lnTo>
                    <a:pt x="1559052" y="128015"/>
                  </a:lnTo>
                  <a:lnTo>
                    <a:pt x="1559052" y="0"/>
                  </a:lnTo>
                  <a:close/>
                </a:path>
                <a:path w="1559560" h="360045">
                  <a:moveTo>
                    <a:pt x="1559052" y="231647"/>
                  </a:moveTo>
                  <a:lnTo>
                    <a:pt x="0" y="231647"/>
                  </a:lnTo>
                  <a:lnTo>
                    <a:pt x="0" y="359663"/>
                  </a:lnTo>
                  <a:lnTo>
                    <a:pt x="1559052" y="359663"/>
                  </a:lnTo>
                  <a:lnTo>
                    <a:pt x="1559052" y="231647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1812035" y="4988051"/>
              <a:ext cx="0" cy="463550"/>
            </a:xfrm>
            <a:custGeom>
              <a:avLst/>
              <a:gdLst/>
              <a:ahLst/>
              <a:cxnLst/>
              <a:rect l="l" t="t" r="r" b="b"/>
              <a:pathLst>
                <a:path w="0" h="463550">
                  <a:moveTo>
                    <a:pt x="0" y="0"/>
                  </a:moveTo>
                  <a:lnTo>
                    <a:pt x="0" y="46329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1812035" y="5580887"/>
              <a:ext cx="70485" cy="360045"/>
            </a:xfrm>
            <a:custGeom>
              <a:avLst/>
              <a:gdLst/>
              <a:ahLst/>
              <a:cxnLst/>
              <a:rect l="l" t="t" r="r" b="b"/>
              <a:pathLst>
                <a:path w="70485" h="360045">
                  <a:moveTo>
                    <a:pt x="70104" y="231648"/>
                  </a:moveTo>
                  <a:lnTo>
                    <a:pt x="0" y="231648"/>
                  </a:lnTo>
                  <a:lnTo>
                    <a:pt x="0" y="359664"/>
                  </a:lnTo>
                  <a:lnTo>
                    <a:pt x="70104" y="359664"/>
                  </a:lnTo>
                  <a:lnTo>
                    <a:pt x="70104" y="231648"/>
                  </a:lnTo>
                  <a:close/>
                </a:path>
                <a:path w="70485" h="360045">
                  <a:moveTo>
                    <a:pt x="70104" y="0"/>
                  </a:moveTo>
                  <a:lnTo>
                    <a:pt x="0" y="0"/>
                  </a:lnTo>
                  <a:lnTo>
                    <a:pt x="0" y="128016"/>
                  </a:lnTo>
                  <a:lnTo>
                    <a:pt x="70104" y="128016"/>
                  </a:lnTo>
                  <a:lnTo>
                    <a:pt x="70104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1882139" y="5580887"/>
              <a:ext cx="355600" cy="360045"/>
            </a:xfrm>
            <a:custGeom>
              <a:avLst/>
              <a:gdLst/>
              <a:ahLst/>
              <a:cxnLst/>
              <a:rect l="l" t="t" r="r" b="b"/>
              <a:pathLst>
                <a:path w="355600" h="360045">
                  <a:moveTo>
                    <a:pt x="213360" y="231648"/>
                  </a:moveTo>
                  <a:lnTo>
                    <a:pt x="0" y="231648"/>
                  </a:lnTo>
                  <a:lnTo>
                    <a:pt x="0" y="359664"/>
                  </a:lnTo>
                  <a:lnTo>
                    <a:pt x="213360" y="359664"/>
                  </a:lnTo>
                  <a:lnTo>
                    <a:pt x="213360" y="231648"/>
                  </a:lnTo>
                  <a:close/>
                </a:path>
                <a:path w="355600" h="360045">
                  <a:moveTo>
                    <a:pt x="355092" y="0"/>
                  </a:moveTo>
                  <a:lnTo>
                    <a:pt x="0" y="0"/>
                  </a:lnTo>
                  <a:lnTo>
                    <a:pt x="0" y="128016"/>
                  </a:lnTo>
                  <a:lnTo>
                    <a:pt x="355092" y="128016"/>
                  </a:lnTo>
                  <a:lnTo>
                    <a:pt x="355092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1882139" y="5580887"/>
              <a:ext cx="355600" cy="360045"/>
            </a:xfrm>
            <a:custGeom>
              <a:avLst/>
              <a:gdLst/>
              <a:ahLst/>
              <a:cxnLst/>
              <a:rect l="l" t="t" r="r" b="b"/>
              <a:pathLst>
                <a:path w="355600" h="360045">
                  <a:moveTo>
                    <a:pt x="355092" y="0"/>
                  </a:moveTo>
                  <a:lnTo>
                    <a:pt x="0" y="0"/>
                  </a:lnTo>
                  <a:lnTo>
                    <a:pt x="0" y="128016"/>
                  </a:lnTo>
                  <a:lnTo>
                    <a:pt x="355092" y="128016"/>
                  </a:lnTo>
                  <a:lnTo>
                    <a:pt x="355092" y="0"/>
                  </a:lnTo>
                  <a:close/>
                </a:path>
                <a:path w="355600" h="360045">
                  <a:moveTo>
                    <a:pt x="213360" y="231647"/>
                  </a:moveTo>
                  <a:lnTo>
                    <a:pt x="0" y="231647"/>
                  </a:lnTo>
                  <a:lnTo>
                    <a:pt x="0" y="359664"/>
                  </a:lnTo>
                  <a:lnTo>
                    <a:pt x="213360" y="359664"/>
                  </a:lnTo>
                  <a:lnTo>
                    <a:pt x="213360" y="231647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2095500" y="5580887"/>
              <a:ext cx="1487805" cy="360045"/>
            </a:xfrm>
            <a:custGeom>
              <a:avLst/>
              <a:gdLst/>
              <a:ahLst/>
              <a:cxnLst/>
              <a:rect l="l" t="t" r="r" b="b"/>
              <a:pathLst>
                <a:path w="1487804" h="360045">
                  <a:moveTo>
                    <a:pt x="1487424" y="231648"/>
                  </a:moveTo>
                  <a:lnTo>
                    <a:pt x="0" y="231648"/>
                  </a:lnTo>
                  <a:lnTo>
                    <a:pt x="0" y="359664"/>
                  </a:lnTo>
                  <a:lnTo>
                    <a:pt x="1487424" y="359664"/>
                  </a:lnTo>
                  <a:lnTo>
                    <a:pt x="1487424" y="231648"/>
                  </a:lnTo>
                  <a:close/>
                </a:path>
                <a:path w="1487804" h="360045">
                  <a:moveTo>
                    <a:pt x="1487424" y="0"/>
                  </a:moveTo>
                  <a:lnTo>
                    <a:pt x="141732" y="0"/>
                  </a:lnTo>
                  <a:lnTo>
                    <a:pt x="141732" y="128016"/>
                  </a:lnTo>
                  <a:lnTo>
                    <a:pt x="1487424" y="128016"/>
                  </a:lnTo>
                  <a:lnTo>
                    <a:pt x="1487424" y="0"/>
                  </a:lnTo>
                  <a:close/>
                </a:path>
              </a:pathLst>
            </a:custGeom>
            <a:solidFill>
              <a:srgbClr val="B4B4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2095499" y="5580887"/>
              <a:ext cx="1487805" cy="360045"/>
            </a:xfrm>
            <a:custGeom>
              <a:avLst/>
              <a:gdLst/>
              <a:ahLst/>
              <a:cxnLst/>
              <a:rect l="l" t="t" r="r" b="b"/>
              <a:pathLst>
                <a:path w="1487804" h="360045">
                  <a:moveTo>
                    <a:pt x="1487424" y="0"/>
                  </a:moveTo>
                  <a:lnTo>
                    <a:pt x="141732" y="0"/>
                  </a:lnTo>
                  <a:lnTo>
                    <a:pt x="141732" y="128016"/>
                  </a:lnTo>
                  <a:lnTo>
                    <a:pt x="1487424" y="128016"/>
                  </a:lnTo>
                  <a:lnTo>
                    <a:pt x="1487424" y="0"/>
                  </a:lnTo>
                  <a:close/>
                </a:path>
                <a:path w="1487804" h="360045">
                  <a:moveTo>
                    <a:pt x="1487424" y="231647"/>
                  </a:moveTo>
                  <a:lnTo>
                    <a:pt x="0" y="231647"/>
                  </a:lnTo>
                  <a:lnTo>
                    <a:pt x="0" y="359664"/>
                  </a:lnTo>
                  <a:lnTo>
                    <a:pt x="1487424" y="359664"/>
                  </a:lnTo>
                  <a:lnTo>
                    <a:pt x="1487424" y="231647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1812035" y="5529071"/>
              <a:ext cx="0" cy="463550"/>
            </a:xfrm>
            <a:custGeom>
              <a:avLst/>
              <a:gdLst/>
              <a:ahLst/>
              <a:cxnLst/>
              <a:rect l="l" t="t" r="r" b="b"/>
              <a:pathLst>
                <a:path w="0" h="463550">
                  <a:moveTo>
                    <a:pt x="0" y="0"/>
                  </a:moveTo>
                  <a:lnTo>
                    <a:pt x="0" y="46329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4107180" y="3942587"/>
              <a:ext cx="123825" cy="360045"/>
            </a:xfrm>
            <a:custGeom>
              <a:avLst/>
              <a:gdLst/>
              <a:ahLst/>
              <a:cxnLst/>
              <a:rect l="l" t="t" r="r" b="b"/>
              <a:pathLst>
                <a:path w="123825" h="360045">
                  <a:moveTo>
                    <a:pt x="53340" y="0"/>
                  </a:moveTo>
                  <a:lnTo>
                    <a:pt x="0" y="0"/>
                  </a:lnTo>
                  <a:lnTo>
                    <a:pt x="0" y="128016"/>
                  </a:lnTo>
                  <a:lnTo>
                    <a:pt x="53340" y="128016"/>
                  </a:lnTo>
                  <a:lnTo>
                    <a:pt x="53340" y="0"/>
                  </a:lnTo>
                  <a:close/>
                </a:path>
                <a:path w="123825" h="360045">
                  <a:moveTo>
                    <a:pt x="123444" y="231648"/>
                  </a:moveTo>
                  <a:lnTo>
                    <a:pt x="0" y="231648"/>
                  </a:lnTo>
                  <a:lnTo>
                    <a:pt x="0" y="359664"/>
                  </a:lnTo>
                  <a:lnTo>
                    <a:pt x="123444" y="359664"/>
                  </a:lnTo>
                  <a:lnTo>
                    <a:pt x="123444" y="231648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4107179" y="3942587"/>
              <a:ext cx="123825" cy="360045"/>
            </a:xfrm>
            <a:custGeom>
              <a:avLst/>
              <a:gdLst/>
              <a:ahLst/>
              <a:cxnLst/>
              <a:rect l="l" t="t" r="r" b="b"/>
              <a:pathLst>
                <a:path w="123825" h="360045">
                  <a:moveTo>
                    <a:pt x="53339" y="0"/>
                  </a:moveTo>
                  <a:lnTo>
                    <a:pt x="0" y="0"/>
                  </a:lnTo>
                  <a:lnTo>
                    <a:pt x="0" y="128016"/>
                  </a:lnTo>
                  <a:lnTo>
                    <a:pt x="53339" y="128016"/>
                  </a:lnTo>
                  <a:lnTo>
                    <a:pt x="53339" y="0"/>
                  </a:lnTo>
                  <a:close/>
                </a:path>
                <a:path w="123825" h="360045">
                  <a:moveTo>
                    <a:pt x="123443" y="231647"/>
                  </a:moveTo>
                  <a:lnTo>
                    <a:pt x="0" y="231647"/>
                  </a:lnTo>
                  <a:lnTo>
                    <a:pt x="0" y="359664"/>
                  </a:lnTo>
                  <a:lnTo>
                    <a:pt x="123443" y="359664"/>
                  </a:lnTo>
                  <a:lnTo>
                    <a:pt x="123443" y="231647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4160520" y="3942587"/>
              <a:ext cx="584200" cy="360045"/>
            </a:xfrm>
            <a:custGeom>
              <a:avLst/>
              <a:gdLst/>
              <a:ahLst/>
              <a:cxnLst/>
              <a:rect l="l" t="t" r="r" b="b"/>
              <a:pathLst>
                <a:path w="584200" h="360045">
                  <a:moveTo>
                    <a:pt x="336804" y="231648"/>
                  </a:moveTo>
                  <a:lnTo>
                    <a:pt x="70104" y="231648"/>
                  </a:lnTo>
                  <a:lnTo>
                    <a:pt x="70104" y="359664"/>
                  </a:lnTo>
                  <a:lnTo>
                    <a:pt x="336804" y="359664"/>
                  </a:lnTo>
                  <a:lnTo>
                    <a:pt x="336804" y="231648"/>
                  </a:lnTo>
                  <a:close/>
                </a:path>
                <a:path w="584200" h="360045">
                  <a:moveTo>
                    <a:pt x="583692" y="0"/>
                  </a:moveTo>
                  <a:lnTo>
                    <a:pt x="0" y="0"/>
                  </a:lnTo>
                  <a:lnTo>
                    <a:pt x="0" y="128016"/>
                  </a:lnTo>
                  <a:lnTo>
                    <a:pt x="583692" y="128016"/>
                  </a:lnTo>
                  <a:lnTo>
                    <a:pt x="583692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4160519" y="3942587"/>
              <a:ext cx="584200" cy="360045"/>
            </a:xfrm>
            <a:custGeom>
              <a:avLst/>
              <a:gdLst/>
              <a:ahLst/>
              <a:cxnLst/>
              <a:rect l="l" t="t" r="r" b="b"/>
              <a:pathLst>
                <a:path w="584200" h="360045">
                  <a:moveTo>
                    <a:pt x="583691" y="0"/>
                  </a:moveTo>
                  <a:lnTo>
                    <a:pt x="0" y="0"/>
                  </a:lnTo>
                  <a:lnTo>
                    <a:pt x="0" y="128016"/>
                  </a:lnTo>
                  <a:lnTo>
                    <a:pt x="583691" y="128016"/>
                  </a:lnTo>
                  <a:lnTo>
                    <a:pt x="583691" y="0"/>
                  </a:lnTo>
                  <a:close/>
                </a:path>
                <a:path w="584200" h="360045">
                  <a:moveTo>
                    <a:pt x="336803" y="231647"/>
                  </a:moveTo>
                  <a:lnTo>
                    <a:pt x="70103" y="231647"/>
                  </a:lnTo>
                  <a:lnTo>
                    <a:pt x="70103" y="359664"/>
                  </a:lnTo>
                  <a:lnTo>
                    <a:pt x="336803" y="359664"/>
                  </a:lnTo>
                  <a:lnTo>
                    <a:pt x="336803" y="231647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4497324" y="3942587"/>
              <a:ext cx="1381125" cy="360045"/>
            </a:xfrm>
            <a:custGeom>
              <a:avLst/>
              <a:gdLst/>
              <a:ahLst/>
              <a:cxnLst/>
              <a:rect l="l" t="t" r="r" b="b"/>
              <a:pathLst>
                <a:path w="1381125" h="360045">
                  <a:moveTo>
                    <a:pt x="1380744" y="231648"/>
                  </a:moveTo>
                  <a:lnTo>
                    <a:pt x="0" y="231648"/>
                  </a:lnTo>
                  <a:lnTo>
                    <a:pt x="0" y="359664"/>
                  </a:lnTo>
                  <a:lnTo>
                    <a:pt x="1380744" y="359664"/>
                  </a:lnTo>
                  <a:lnTo>
                    <a:pt x="1380744" y="231648"/>
                  </a:lnTo>
                  <a:close/>
                </a:path>
                <a:path w="1381125" h="360045">
                  <a:moveTo>
                    <a:pt x="1380744" y="0"/>
                  </a:moveTo>
                  <a:lnTo>
                    <a:pt x="246888" y="0"/>
                  </a:lnTo>
                  <a:lnTo>
                    <a:pt x="246888" y="128016"/>
                  </a:lnTo>
                  <a:lnTo>
                    <a:pt x="1380744" y="128016"/>
                  </a:lnTo>
                  <a:lnTo>
                    <a:pt x="1380744" y="0"/>
                  </a:lnTo>
                  <a:close/>
                </a:path>
              </a:pathLst>
            </a:custGeom>
            <a:solidFill>
              <a:srgbClr val="B4B4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4497323" y="3942587"/>
              <a:ext cx="1381125" cy="360045"/>
            </a:xfrm>
            <a:custGeom>
              <a:avLst/>
              <a:gdLst/>
              <a:ahLst/>
              <a:cxnLst/>
              <a:rect l="l" t="t" r="r" b="b"/>
              <a:pathLst>
                <a:path w="1381125" h="360045">
                  <a:moveTo>
                    <a:pt x="1380743" y="0"/>
                  </a:moveTo>
                  <a:lnTo>
                    <a:pt x="246887" y="0"/>
                  </a:lnTo>
                  <a:lnTo>
                    <a:pt x="246887" y="128016"/>
                  </a:lnTo>
                  <a:lnTo>
                    <a:pt x="1380743" y="128016"/>
                  </a:lnTo>
                  <a:lnTo>
                    <a:pt x="1380743" y="0"/>
                  </a:lnTo>
                  <a:close/>
                </a:path>
                <a:path w="1381125" h="360045">
                  <a:moveTo>
                    <a:pt x="1380743" y="231647"/>
                  </a:moveTo>
                  <a:lnTo>
                    <a:pt x="0" y="231647"/>
                  </a:lnTo>
                  <a:lnTo>
                    <a:pt x="0" y="359664"/>
                  </a:lnTo>
                  <a:lnTo>
                    <a:pt x="1380743" y="359664"/>
                  </a:lnTo>
                  <a:lnTo>
                    <a:pt x="1380743" y="231647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4107179" y="3890771"/>
              <a:ext cx="0" cy="463550"/>
            </a:xfrm>
            <a:custGeom>
              <a:avLst/>
              <a:gdLst/>
              <a:ahLst/>
              <a:cxnLst/>
              <a:rect l="l" t="t" r="r" b="b"/>
              <a:pathLst>
                <a:path w="0" h="463550">
                  <a:moveTo>
                    <a:pt x="0" y="0"/>
                  </a:moveTo>
                  <a:lnTo>
                    <a:pt x="0" y="46329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4107180" y="4485131"/>
              <a:ext cx="53340" cy="361315"/>
            </a:xfrm>
            <a:custGeom>
              <a:avLst/>
              <a:gdLst/>
              <a:ahLst/>
              <a:cxnLst/>
              <a:rect l="l" t="t" r="r" b="b"/>
              <a:pathLst>
                <a:path w="53339" h="361314">
                  <a:moveTo>
                    <a:pt x="53340" y="231648"/>
                  </a:moveTo>
                  <a:lnTo>
                    <a:pt x="0" y="231648"/>
                  </a:lnTo>
                  <a:lnTo>
                    <a:pt x="0" y="361188"/>
                  </a:lnTo>
                  <a:lnTo>
                    <a:pt x="53340" y="361188"/>
                  </a:lnTo>
                  <a:lnTo>
                    <a:pt x="53340" y="231648"/>
                  </a:lnTo>
                  <a:close/>
                </a:path>
                <a:path w="53339" h="361314">
                  <a:moveTo>
                    <a:pt x="53340" y="0"/>
                  </a:moveTo>
                  <a:lnTo>
                    <a:pt x="0" y="0"/>
                  </a:lnTo>
                  <a:lnTo>
                    <a:pt x="0" y="129540"/>
                  </a:lnTo>
                  <a:lnTo>
                    <a:pt x="53340" y="129540"/>
                  </a:lnTo>
                  <a:lnTo>
                    <a:pt x="53340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4107179" y="4485131"/>
              <a:ext cx="53340" cy="361315"/>
            </a:xfrm>
            <a:custGeom>
              <a:avLst/>
              <a:gdLst/>
              <a:ahLst/>
              <a:cxnLst/>
              <a:rect l="l" t="t" r="r" b="b"/>
              <a:pathLst>
                <a:path w="53339" h="361314">
                  <a:moveTo>
                    <a:pt x="53339" y="0"/>
                  </a:moveTo>
                  <a:lnTo>
                    <a:pt x="0" y="0"/>
                  </a:lnTo>
                  <a:lnTo>
                    <a:pt x="0" y="129540"/>
                  </a:lnTo>
                  <a:lnTo>
                    <a:pt x="53339" y="129540"/>
                  </a:lnTo>
                  <a:lnTo>
                    <a:pt x="53339" y="0"/>
                  </a:lnTo>
                  <a:close/>
                </a:path>
                <a:path w="53339" h="361314">
                  <a:moveTo>
                    <a:pt x="53339" y="231648"/>
                  </a:moveTo>
                  <a:lnTo>
                    <a:pt x="0" y="231648"/>
                  </a:lnTo>
                  <a:lnTo>
                    <a:pt x="0" y="361188"/>
                  </a:lnTo>
                  <a:lnTo>
                    <a:pt x="53339" y="361188"/>
                  </a:lnTo>
                  <a:lnTo>
                    <a:pt x="53339" y="231648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4160520" y="4485131"/>
              <a:ext cx="388620" cy="361315"/>
            </a:xfrm>
            <a:custGeom>
              <a:avLst/>
              <a:gdLst/>
              <a:ahLst/>
              <a:cxnLst/>
              <a:rect l="l" t="t" r="r" b="b"/>
              <a:pathLst>
                <a:path w="388620" h="361314">
                  <a:moveTo>
                    <a:pt x="176784" y="231648"/>
                  </a:moveTo>
                  <a:lnTo>
                    <a:pt x="0" y="231648"/>
                  </a:lnTo>
                  <a:lnTo>
                    <a:pt x="0" y="361188"/>
                  </a:lnTo>
                  <a:lnTo>
                    <a:pt x="176784" y="361188"/>
                  </a:lnTo>
                  <a:lnTo>
                    <a:pt x="176784" y="231648"/>
                  </a:lnTo>
                  <a:close/>
                </a:path>
                <a:path w="388620" h="361314">
                  <a:moveTo>
                    <a:pt x="388620" y="0"/>
                  </a:moveTo>
                  <a:lnTo>
                    <a:pt x="0" y="0"/>
                  </a:lnTo>
                  <a:lnTo>
                    <a:pt x="0" y="129540"/>
                  </a:lnTo>
                  <a:lnTo>
                    <a:pt x="388620" y="129540"/>
                  </a:lnTo>
                  <a:lnTo>
                    <a:pt x="388620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4160519" y="4485131"/>
              <a:ext cx="388620" cy="361315"/>
            </a:xfrm>
            <a:custGeom>
              <a:avLst/>
              <a:gdLst/>
              <a:ahLst/>
              <a:cxnLst/>
              <a:rect l="l" t="t" r="r" b="b"/>
              <a:pathLst>
                <a:path w="388620" h="361314">
                  <a:moveTo>
                    <a:pt x="388620" y="0"/>
                  </a:moveTo>
                  <a:lnTo>
                    <a:pt x="0" y="0"/>
                  </a:lnTo>
                  <a:lnTo>
                    <a:pt x="0" y="129540"/>
                  </a:lnTo>
                  <a:lnTo>
                    <a:pt x="388620" y="129540"/>
                  </a:lnTo>
                  <a:lnTo>
                    <a:pt x="388620" y="0"/>
                  </a:lnTo>
                  <a:close/>
                </a:path>
                <a:path w="388620" h="361314">
                  <a:moveTo>
                    <a:pt x="176784" y="231648"/>
                  </a:moveTo>
                  <a:lnTo>
                    <a:pt x="0" y="231648"/>
                  </a:lnTo>
                  <a:lnTo>
                    <a:pt x="0" y="361188"/>
                  </a:lnTo>
                  <a:lnTo>
                    <a:pt x="176784" y="361188"/>
                  </a:lnTo>
                  <a:lnTo>
                    <a:pt x="176784" y="231648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4337304" y="4485131"/>
              <a:ext cx="1541145" cy="361315"/>
            </a:xfrm>
            <a:custGeom>
              <a:avLst/>
              <a:gdLst/>
              <a:ahLst/>
              <a:cxnLst/>
              <a:rect l="l" t="t" r="r" b="b"/>
              <a:pathLst>
                <a:path w="1541145" h="361314">
                  <a:moveTo>
                    <a:pt x="1540764" y="231648"/>
                  </a:moveTo>
                  <a:lnTo>
                    <a:pt x="0" y="231648"/>
                  </a:lnTo>
                  <a:lnTo>
                    <a:pt x="0" y="361188"/>
                  </a:lnTo>
                  <a:lnTo>
                    <a:pt x="1540764" y="361188"/>
                  </a:lnTo>
                  <a:lnTo>
                    <a:pt x="1540764" y="231648"/>
                  </a:lnTo>
                  <a:close/>
                </a:path>
                <a:path w="1541145" h="361314">
                  <a:moveTo>
                    <a:pt x="1540764" y="0"/>
                  </a:moveTo>
                  <a:lnTo>
                    <a:pt x="211836" y="0"/>
                  </a:lnTo>
                  <a:lnTo>
                    <a:pt x="211836" y="129540"/>
                  </a:lnTo>
                  <a:lnTo>
                    <a:pt x="1540764" y="129540"/>
                  </a:lnTo>
                  <a:lnTo>
                    <a:pt x="1540764" y="0"/>
                  </a:lnTo>
                  <a:close/>
                </a:path>
              </a:pathLst>
            </a:custGeom>
            <a:solidFill>
              <a:srgbClr val="B4B4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4337303" y="4485131"/>
              <a:ext cx="1541145" cy="361315"/>
            </a:xfrm>
            <a:custGeom>
              <a:avLst/>
              <a:gdLst/>
              <a:ahLst/>
              <a:cxnLst/>
              <a:rect l="l" t="t" r="r" b="b"/>
              <a:pathLst>
                <a:path w="1541145" h="361314">
                  <a:moveTo>
                    <a:pt x="1540764" y="0"/>
                  </a:moveTo>
                  <a:lnTo>
                    <a:pt x="211835" y="0"/>
                  </a:lnTo>
                  <a:lnTo>
                    <a:pt x="211835" y="129540"/>
                  </a:lnTo>
                  <a:lnTo>
                    <a:pt x="1540764" y="129540"/>
                  </a:lnTo>
                  <a:lnTo>
                    <a:pt x="1540764" y="0"/>
                  </a:lnTo>
                  <a:close/>
                </a:path>
                <a:path w="1541145" h="361314">
                  <a:moveTo>
                    <a:pt x="1540764" y="231648"/>
                  </a:moveTo>
                  <a:lnTo>
                    <a:pt x="0" y="231648"/>
                  </a:lnTo>
                  <a:lnTo>
                    <a:pt x="0" y="361188"/>
                  </a:lnTo>
                  <a:lnTo>
                    <a:pt x="1540764" y="361188"/>
                  </a:lnTo>
                  <a:lnTo>
                    <a:pt x="1540764" y="231648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4107179" y="4433315"/>
              <a:ext cx="0" cy="464820"/>
            </a:xfrm>
            <a:custGeom>
              <a:avLst/>
              <a:gdLst/>
              <a:ahLst/>
              <a:cxnLst/>
              <a:rect l="l" t="t" r="r" b="b"/>
              <a:pathLst>
                <a:path w="0" h="464820">
                  <a:moveTo>
                    <a:pt x="0" y="0"/>
                  </a:moveTo>
                  <a:lnTo>
                    <a:pt x="0" y="464819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4107180" y="5039867"/>
              <a:ext cx="123825" cy="360045"/>
            </a:xfrm>
            <a:custGeom>
              <a:avLst/>
              <a:gdLst/>
              <a:ahLst/>
              <a:cxnLst/>
              <a:rect l="l" t="t" r="r" b="b"/>
              <a:pathLst>
                <a:path w="123825" h="360045">
                  <a:moveTo>
                    <a:pt x="35052" y="0"/>
                  </a:moveTo>
                  <a:lnTo>
                    <a:pt x="0" y="0"/>
                  </a:lnTo>
                  <a:lnTo>
                    <a:pt x="0" y="128016"/>
                  </a:lnTo>
                  <a:lnTo>
                    <a:pt x="35052" y="128016"/>
                  </a:lnTo>
                  <a:lnTo>
                    <a:pt x="35052" y="0"/>
                  </a:lnTo>
                  <a:close/>
                </a:path>
                <a:path w="123825" h="360045">
                  <a:moveTo>
                    <a:pt x="123444" y="231648"/>
                  </a:moveTo>
                  <a:lnTo>
                    <a:pt x="0" y="231648"/>
                  </a:lnTo>
                  <a:lnTo>
                    <a:pt x="0" y="359664"/>
                  </a:lnTo>
                  <a:lnTo>
                    <a:pt x="123444" y="359664"/>
                  </a:lnTo>
                  <a:lnTo>
                    <a:pt x="123444" y="231648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4107179" y="5039867"/>
              <a:ext cx="123825" cy="360045"/>
            </a:xfrm>
            <a:custGeom>
              <a:avLst/>
              <a:gdLst/>
              <a:ahLst/>
              <a:cxnLst/>
              <a:rect l="l" t="t" r="r" b="b"/>
              <a:pathLst>
                <a:path w="123825" h="360045">
                  <a:moveTo>
                    <a:pt x="35051" y="0"/>
                  </a:moveTo>
                  <a:lnTo>
                    <a:pt x="0" y="0"/>
                  </a:lnTo>
                  <a:lnTo>
                    <a:pt x="0" y="128015"/>
                  </a:lnTo>
                  <a:lnTo>
                    <a:pt x="35051" y="128015"/>
                  </a:lnTo>
                  <a:lnTo>
                    <a:pt x="35051" y="0"/>
                  </a:lnTo>
                  <a:close/>
                </a:path>
                <a:path w="123825" h="360045">
                  <a:moveTo>
                    <a:pt x="123443" y="231647"/>
                  </a:moveTo>
                  <a:lnTo>
                    <a:pt x="0" y="231647"/>
                  </a:lnTo>
                  <a:lnTo>
                    <a:pt x="0" y="359663"/>
                  </a:lnTo>
                  <a:lnTo>
                    <a:pt x="123443" y="359663"/>
                  </a:lnTo>
                  <a:lnTo>
                    <a:pt x="123443" y="231647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4142232" y="5039867"/>
              <a:ext cx="655320" cy="360045"/>
            </a:xfrm>
            <a:custGeom>
              <a:avLst/>
              <a:gdLst/>
              <a:ahLst/>
              <a:cxnLst/>
              <a:rect l="l" t="t" r="r" b="b"/>
              <a:pathLst>
                <a:path w="655320" h="360045">
                  <a:moveTo>
                    <a:pt x="355092" y="231648"/>
                  </a:moveTo>
                  <a:lnTo>
                    <a:pt x="88392" y="231648"/>
                  </a:lnTo>
                  <a:lnTo>
                    <a:pt x="88392" y="359664"/>
                  </a:lnTo>
                  <a:lnTo>
                    <a:pt x="355092" y="359664"/>
                  </a:lnTo>
                  <a:lnTo>
                    <a:pt x="355092" y="231648"/>
                  </a:lnTo>
                  <a:close/>
                </a:path>
                <a:path w="655320" h="360045">
                  <a:moveTo>
                    <a:pt x="655320" y="0"/>
                  </a:moveTo>
                  <a:lnTo>
                    <a:pt x="0" y="0"/>
                  </a:lnTo>
                  <a:lnTo>
                    <a:pt x="0" y="128016"/>
                  </a:lnTo>
                  <a:lnTo>
                    <a:pt x="655320" y="128016"/>
                  </a:lnTo>
                  <a:lnTo>
                    <a:pt x="655320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4142231" y="5039867"/>
              <a:ext cx="655320" cy="360045"/>
            </a:xfrm>
            <a:custGeom>
              <a:avLst/>
              <a:gdLst/>
              <a:ahLst/>
              <a:cxnLst/>
              <a:rect l="l" t="t" r="r" b="b"/>
              <a:pathLst>
                <a:path w="655320" h="360045">
                  <a:moveTo>
                    <a:pt x="655320" y="0"/>
                  </a:moveTo>
                  <a:lnTo>
                    <a:pt x="0" y="0"/>
                  </a:lnTo>
                  <a:lnTo>
                    <a:pt x="0" y="128015"/>
                  </a:lnTo>
                  <a:lnTo>
                    <a:pt x="655320" y="128015"/>
                  </a:lnTo>
                  <a:lnTo>
                    <a:pt x="655320" y="0"/>
                  </a:lnTo>
                  <a:close/>
                </a:path>
                <a:path w="655320" h="360045">
                  <a:moveTo>
                    <a:pt x="355092" y="231647"/>
                  </a:moveTo>
                  <a:lnTo>
                    <a:pt x="88392" y="231647"/>
                  </a:lnTo>
                  <a:lnTo>
                    <a:pt x="88392" y="359663"/>
                  </a:lnTo>
                  <a:lnTo>
                    <a:pt x="355092" y="359663"/>
                  </a:lnTo>
                  <a:lnTo>
                    <a:pt x="355092" y="231647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4497324" y="5039867"/>
              <a:ext cx="1381125" cy="360045"/>
            </a:xfrm>
            <a:custGeom>
              <a:avLst/>
              <a:gdLst/>
              <a:ahLst/>
              <a:cxnLst/>
              <a:rect l="l" t="t" r="r" b="b"/>
              <a:pathLst>
                <a:path w="1381125" h="360045">
                  <a:moveTo>
                    <a:pt x="1380744" y="231648"/>
                  </a:moveTo>
                  <a:lnTo>
                    <a:pt x="0" y="231648"/>
                  </a:lnTo>
                  <a:lnTo>
                    <a:pt x="0" y="359664"/>
                  </a:lnTo>
                  <a:lnTo>
                    <a:pt x="1380744" y="359664"/>
                  </a:lnTo>
                  <a:lnTo>
                    <a:pt x="1380744" y="231648"/>
                  </a:lnTo>
                  <a:close/>
                </a:path>
                <a:path w="1381125" h="360045">
                  <a:moveTo>
                    <a:pt x="1380744" y="0"/>
                  </a:moveTo>
                  <a:lnTo>
                    <a:pt x="300228" y="0"/>
                  </a:lnTo>
                  <a:lnTo>
                    <a:pt x="300228" y="128016"/>
                  </a:lnTo>
                  <a:lnTo>
                    <a:pt x="1380744" y="128016"/>
                  </a:lnTo>
                  <a:lnTo>
                    <a:pt x="1380744" y="0"/>
                  </a:lnTo>
                  <a:close/>
                </a:path>
              </a:pathLst>
            </a:custGeom>
            <a:solidFill>
              <a:srgbClr val="B4B4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4497323" y="5039867"/>
              <a:ext cx="1381125" cy="360045"/>
            </a:xfrm>
            <a:custGeom>
              <a:avLst/>
              <a:gdLst/>
              <a:ahLst/>
              <a:cxnLst/>
              <a:rect l="l" t="t" r="r" b="b"/>
              <a:pathLst>
                <a:path w="1381125" h="360045">
                  <a:moveTo>
                    <a:pt x="1380743" y="0"/>
                  </a:moveTo>
                  <a:lnTo>
                    <a:pt x="300227" y="0"/>
                  </a:lnTo>
                  <a:lnTo>
                    <a:pt x="300227" y="128015"/>
                  </a:lnTo>
                  <a:lnTo>
                    <a:pt x="1380743" y="128015"/>
                  </a:lnTo>
                  <a:lnTo>
                    <a:pt x="1380743" y="0"/>
                  </a:lnTo>
                  <a:close/>
                </a:path>
                <a:path w="1381125" h="360045">
                  <a:moveTo>
                    <a:pt x="1380743" y="231647"/>
                  </a:moveTo>
                  <a:lnTo>
                    <a:pt x="0" y="231647"/>
                  </a:lnTo>
                  <a:lnTo>
                    <a:pt x="0" y="359663"/>
                  </a:lnTo>
                  <a:lnTo>
                    <a:pt x="1380743" y="359663"/>
                  </a:lnTo>
                  <a:lnTo>
                    <a:pt x="1380743" y="231647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4107179" y="4988051"/>
              <a:ext cx="0" cy="463550"/>
            </a:xfrm>
            <a:custGeom>
              <a:avLst/>
              <a:gdLst/>
              <a:ahLst/>
              <a:cxnLst/>
              <a:rect l="l" t="t" r="r" b="b"/>
              <a:pathLst>
                <a:path w="0" h="463550">
                  <a:moveTo>
                    <a:pt x="0" y="0"/>
                  </a:moveTo>
                  <a:lnTo>
                    <a:pt x="0" y="46329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4107180" y="5580887"/>
              <a:ext cx="177165" cy="360045"/>
            </a:xfrm>
            <a:custGeom>
              <a:avLst/>
              <a:gdLst/>
              <a:ahLst/>
              <a:cxnLst/>
              <a:rect l="l" t="t" r="r" b="b"/>
              <a:pathLst>
                <a:path w="177164" h="360045">
                  <a:moveTo>
                    <a:pt x="53340" y="0"/>
                  </a:moveTo>
                  <a:lnTo>
                    <a:pt x="0" y="0"/>
                  </a:lnTo>
                  <a:lnTo>
                    <a:pt x="0" y="128016"/>
                  </a:lnTo>
                  <a:lnTo>
                    <a:pt x="53340" y="128016"/>
                  </a:lnTo>
                  <a:lnTo>
                    <a:pt x="53340" y="0"/>
                  </a:lnTo>
                  <a:close/>
                </a:path>
                <a:path w="177164" h="360045">
                  <a:moveTo>
                    <a:pt x="176784" y="231648"/>
                  </a:moveTo>
                  <a:lnTo>
                    <a:pt x="0" y="231648"/>
                  </a:lnTo>
                  <a:lnTo>
                    <a:pt x="0" y="359664"/>
                  </a:lnTo>
                  <a:lnTo>
                    <a:pt x="176784" y="359664"/>
                  </a:lnTo>
                  <a:lnTo>
                    <a:pt x="176784" y="231648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4160520" y="5580887"/>
              <a:ext cx="567055" cy="360045"/>
            </a:xfrm>
            <a:custGeom>
              <a:avLst/>
              <a:gdLst/>
              <a:ahLst/>
              <a:cxnLst/>
              <a:rect l="l" t="t" r="r" b="b"/>
              <a:pathLst>
                <a:path w="567054" h="360045">
                  <a:moveTo>
                    <a:pt x="406908" y="231648"/>
                  </a:moveTo>
                  <a:lnTo>
                    <a:pt x="123444" y="231648"/>
                  </a:lnTo>
                  <a:lnTo>
                    <a:pt x="123444" y="359664"/>
                  </a:lnTo>
                  <a:lnTo>
                    <a:pt x="406908" y="359664"/>
                  </a:lnTo>
                  <a:lnTo>
                    <a:pt x="406908" y="231648"/>
                  </a:lnTo>
                  <a:close/>
                </a:path>
                <a:path w="567054" h="360045">
                  <a:moveTo>
                    <a:pt x="566928" y="0"/>
                  </a:moveTo>
                  <a:lnTo>
                    <a:pt x="0" y="0"/>
                  </a:lnTo>
                  <a:lnTo>
                    <a:pt x="0" y="128016"/>
                  </a:lnTo>
                  <a:lnTo>
                    <a:pt x="566928" y="128016"/>
                  </a:lnTo>
                  <a:lnTo>
                    <a:pt x="566928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4160519" y="5580887"/>
              <a:ext cx="567055" cy="360045"/>
            </a:xfrm>
            <a:custGeom>
              <a:avLst/>
              <a:gdLst/>
              <a:ahLst/>
              <a:cxnLst/>
              <a:rect l="l" t="t" r="r" b="b"/>
              <a:pathLst>
                <a:path w="567054" h="360045">
                  <a:moveTo>
                    <a:pt x="566927" y="0"/>
                  </a:moveTo>
                  <a:lnTo>
                    <a:pt x="0" y="0"/>
                  </a:lnTo>
                  <a:lnTo>
                    <a:pt x="0" y="128016"/>
                  </a:lnTo>
                  <a:lnTo>
                    <a:pt x="566927" y="128016"/>
                  </a:lnTo>
                  <a:lnTo>
                    <a:pt x="566927" y="0"/>
                  </a:lnTo>
                  <a:close/>
                </a:path>
                <a:path w="567054" h="360045">
                  <a:moveTo>
                    <a:pt x="406907" y="231647"/>
                  </a:moveTo>
                  <a:lnTo>
                    <a:pt x="123443" y="231647"/>
                  </a:lnTo>
                  <a:lnTo>
                    <a:pt x="123443" y="359664"/>
                  </a:lnTo>
                  <a:lnTo>
                    <a:pt x="406907" y="359664"/>
                  </a:lnTo>
                  <a:lnTo>
                    <a:pt x="406907" y="231647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4567428" y="5580887"/>
              <a:ext cx="1310640" cy="360045"/>
            </a:xfrm>
            <a:custGeom>
              <a:avLst/>
              <a:gdLst/>
              <a:ahLst/>
              <a:cxnLst/>
              <a:rect l="l" t="t" r="r" b="b"/>
              <a:pathLst>
                <a:path w="1310639" h="360045">
                  <a:moveTo>
                    <a:pt x="1310640" y="231648"/>
                  </a:moveTo>
                  <a:lnTo>
                    <a:pt x="0" y="231648"/>
                  </a:lnTo>
                  <a:lnTo>
                    <a:pt x="0" y="359664"/>
                  </a:lnTo>
                  <a:lnTo>
                    <a:pt x="1310640" y="359664"/>
                  </a:lnTo>
                  <a:lnTo>
                    <a:pt x="1310640" y="231648"/>
                  </a:lnTo>
                  <a:close/>
                </a:path>
                <a:path w="1310639" h="360045">
                  <a:moveTo>
                    <a:pt x="1310640" y="0"/>
                  </a:moveTo>
                  <a:lnTo>
                    <a:pt x="160020" y="0"/>
                  </a:lnTo>
                  <a:lnTo>
                    <a:pt x="160020" y="128016"/>
                  </a:lnTo>
                  <a:lnTo>
                    <a:pt x="1310640" y="128016"/>
                  </a:lnTo>
                  <a:lnTo>
                    <a:pt x="1310640" y="0"/>
                  </a:lnTo>
                  <a:close/>
                </a:path>
              </a:pathLst>
            </a:custGeom>
            <a:solidFill>
              <a:srgbClr val="B4B4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4567427" y="5580887"/>
              <a:ext cx="1310640" cy="360045"/>
            </a:xfrm>
            <a:custGeom>
              <a:avLst/>
              <a:gdLst/>
              <a:ahLst/>
              <a:cxnLst/>
              <a:rect l="l" t="t" r="r" b="b"/>
              <a:pathLst>
                <a:path w="1310639" h="360045">
                  <a:moveTo>
                    <a:pt x="1310639" y="0"/>
                  </a:moveTo>
                  <a:lnTo>
                    <a:pt x="160019" y="0"/>
                  </a:lnTo>
                  <a:lnTo>
                    <a:pt x="160019" y="128016"/>
                  </a:lnTo>
                  <a:lnTo>
                    <a:pt x="1310639" y="128016"/>
                  </a:lnTo>
                  <a:lnTo>
                    <a:pt x="1310639" y="0"/>
                  </a:lnTo>
                  <a:close/>
                </a:path>
                <a:path w="1310639" h="360045">
                  <a:moveTo>
                    <a:pt x="1310639" y="231647"/>
                  </a:moveTo>
                  <a:lnTo>
                    <a:pt x="0" y="231647"/>
                  </a:lnTo>
                  <a:lnTo>
                    <a:pt x="0" y="359664"/>
                  </a:lnTo>
                  <a:lnTo>
                    <a:pt x="1310639" y="359664"/>
                  </a:lnTo>
                  <a:lnTo>
                    <a:pt x="1310639" y="231647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4107179" y="5529071"/>
              <a:ext cx="0" cy="463550"/>
            </a:xfrm>
            <a:custGeom>
              <a:avLst/>
              <a:gdLst/>
              <a:ahLst/>
              <a:cxnLst/>
              <a:rect l="l" t="t" r="r" b="b"/>
              <a:pathLst>
                <a:path w="0" h="463550">
                  <a:moveTo>
                    <a:pt x="0" y="0"/>
                  </a:moveTo>
                  <a:lnTo>
                    <a:pt x="0" y="46329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6408420" y="3942587"/>
              <a:ext cx="425450" cy="360045"/>
            </a:xfrm>
            <a:custGeom>
              <a:avLst/>
              <a:gdLst/>
              <a:ahLst/>
              <a:cxnLst/>
              <a:rect l="l" t="t" r="r" b="b"/>
              <a:pathLst>
                <a:path w="425450" h="360045">
                  <a:moveTo>
                    <a:pt x="283464" y="0"/>
                  </a:moveTo>
                  <a:lnTo>
                    <a:pt x="0" y="0"/>
                  </a:lnTo>
                  <a:lnTo>
                    <a:pt x="0" y="128016"/>
                  </a:lnTo>
                  <a:lnTo>
                    <a:pt x="283464" y="128016"/>
                  </a:lnTo>
                  <a:lnTo>
                    <a:pt x="283464" y="0"/>
                  </a:lnTo>
                  <a:close/>
                </a:path>
                <a:path w="425450" h="360045">
                  <a:moveTo>
                    <a:pt x="425196" y="231648"/>
                  </a:moveTo>
                  <a:lnTo>
                    <a:pt x="0" y="231648"/>
                  </a:lnTo>
                  <a:lnTo>
                    <a:pt x="0" y="359664"/>
                  </a:lnTo>
                  <a:lnTo>
                    <a:pt x="425196" y="359664"/>
                  </a:lnTo>
                  <a:lnTo>
                    <a:pt x="425196" y="231648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6408420" y="3942587"/>
              <a:ext cx="425450" cy="360045"/>
            </a:xfrm>
            <a:custGeom>
              <a:avLst/>
              <a:gdLst/>
              <a:ahLst/>
              <a:cxnLst/>
              <a:rect l="l" t="t" r="r" b="b"/>
              <a:pathLst>
                <a:path w="425450" h="360045">
                  <a:moveTo>
                    <a:pt x="283463" y="0"/>
                  </a:moveTo>
                  <a:lnTo>
                    <a:pt x="0" y="0"/>
                  </a:lnTo>
                  <a:lnTo>
                    <a:pt x="0" y="128016"/>
                  </a:lnTo>
                  <a:lnTo>
                    <a:pt x="283463" y="128016"/>
                  </a:lnTo>
                  <a:lnTo>
                    <a:pt x="283463" y="0"/>
                  </a:lnTo>
                  <a:close/>
                </a:path>
                <a:path w="425450" h="360045">
                  <a:moveTo>
                    <a:pt x="425195" y="231647"/>
                  </a:moveTo>
                  <a:lnTo>
                    <a:pt x="0" y="231647"/>
                  </a:lnTo>
                  <a:lnTo>
                    <a:pt x="0" y="359664"/>
                  </a:lnTo>
                  <a:lnTo>
                    <a:pt x="425195" y="359664"/>
                  </a:lnTo>
                  <a:lnTo>
                    <a:pt x="425195" y="231647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6691884" y="3942587"/>
              <a:ext cx="780415" cy="360045"/>
            </a:xfrm>
            <a:custGeom>
              <a:avLst/>
              <a:gdLst/>
              <a:ahLst/>
              <a:cxnLst/>
              <a:rect l="l" t="t" r="r" b="b"/>
              <a:pathLst>
                <a:path w="780415" h="360045">
                  <a:moveTo>
                    <a:pt x="655320" y="0"/>
                  </a:moveTo>
                  <a:lnTo>
                    <a:pt x="0" y="0"/>
                  </a:lnTo>
                  <a:lnTo>
                    <a:pt x="0" y="128016"/>
                  </a:lnTo>
                  <a:lnTo>
                    <a:pt x="655320" y="128016"/>
                  </a:lnTo>
                  <a:lnTo>
                    <a:pt x="655320" y="0"/>
                  </a:lnTo>
                  <a:close/>
                </a:path>
                <a:path w="780415" h="360045">
                  <a:moveTo>
                    <a:pt x="780288" y="231648"/>
                  </a:moveTo>
                  <a:lnTo>
                    <a:pt x="141732" y="231648"/>
                  </a:lnTo>
                  <a:lnTo>
                    <a:pt x="141732" y="359664"/>
                  </a:lnTo>
                  <a:lnTo>
                    <a:pt x="780288" y="359664"/>
                  </a:lnTo>
                  <a:lnTo>
                    <a:pt x="780288" y="231648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6691883" y="3942587"/>
              <a:ext cx="780415" cy="360045"/>
            </a:xfrm>
            <a:custGeom>
              <a:avLst/>
              <a:gdLst/>
              <a:ahLst/>
              <a:cxnLst/>
              <a:rect l="l" t="t" r="r" b="b"/>
              <a:pathLst>
                <a:path w="780415" h="360045">
                  <a:moveTo>
                    <a:pt x="655320" y="0"/>
                  </a:moveTo>
                  <a:lnTo>
                    <a:pt x="0" y="0"/>
                  </a:lnTo>
                  <a:lnTo>
                    <a:pt x="0" y="128016"/>
                  </a:lnTo>
                  <a:lnTo>
                    <a:pt x="655320" y="128016"/>
                  </a:lnTo>
                  <a:lnTo>
                    <a:pt x="655320" y="0"/>
                  </a:lnTo>
                  <a:close/>
                </a:path>
                <a:path w="780415" h="360045">
                  <a:moveTo>
                    <a:pt x="780288" y="231647"/>
                  </a:moveTo>
                  <a:lnTo>
                    <a:pt x="141732" y="231647"/>
                  </a:lnTo>
                  <a:lnTo>
                    <a:pt x="141732" y="359664"/>
                  </a:lnTo>
                  <a:lnTo>
                    <a:pt x="780288" y="359664"/>
                  </a:lnTo>
                  <a:lnTo>
                    <a:pt x="780288" y="231647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7347204" y="3942587"/>
              <a:ext cx="833755" cy="360045"/>
            </a:xfrm>
            <a:custGeom>
              <a:avLst/>
              <a:gdLst/>
              <a:ahLst/>
              <a:cxnLst/>
              <a:rect l="l" t="t" r="r" b="b"/>
              <a:pathLst>
                <a:path w="833754" h="360045">
                  <a:moveTo>
                    <a:pt x="833628" y="231648"/>
                  </a:moveTo>
                  <a:lnTo>
                    <a:pt x="124968" y="231648"/>
                  </a:lnTo>
                  <a:lnTo>
                    <a:pt x="124968" y="359664"/>
                  </a:lnTo>
                  <a:lnTo>
                    <a:pt x="833628" y="359664"/>
                  </a:lnTo>
                  <a:lnTo>
                    <a:pt x="833628" y="231648"/>
                  </a:lnTo>
                  <a:close/>
                </a:path>
                <a:path w="833754" h="360045">
                  <a:moveTo>
                    <a:pt x="833628" y="0"/>
                  </a:moveTo>
                  <a:lnTo>
                    <a:pt x="0" y="0"/>
                  </a:lnTo>
                  <a:lnTo>
                    <a:pt x="0" y="128016"/>
                  </a:lnTo>
                  <a:lnTo>
                    <a:pt x="833628" y="128016"/>
                  </a:lnTo>
                  <a:lnTo>
                    <a:pt x="833628" y="0"/>
                  </a:lnTo>
                  <a:close/>
                </a:path>
              </a:pathLst>
            </a:custGeom>
            <a:solidFill>
              <a:srgbClr val="B4B4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7347203" y="3942587"/>
              <a:ext cx="833755" cy="360045"/>
            </a:xfrm>
            <a:custGeom>
              <a:avLst/>
              <a:gdLst/>
              <a:ahLst/>
              <a:cxnLst/>
              <a:rect l="l" t="t" r="r" b="b"/>
              <a:pathLst>
                <a:path w="833754" h="360045">
                  <a:moveTo>
                    <a:pt x="833627" y="0"/>
                  </a:moveTo>
                  <a:lnTo>
                    <a:pt x="0" y="0"/>
                  </a:lnTo>
                  <a:lnTo>
                    <a:pt x="0" y="128016"/>
                  </a:lnTo>
                  <a:lnTo>
                    <a:pt x="833627" y="128016"/>
                  </a:lnTo>
                  <a:lnTo>
                    <a:pt x="833627" y="0"/>
                  </a:lnTo>
                  <a:close/>
                </a:path>
                <a:path w="833754" h="360045">
                  <a:moveTo>
                    <a:pt x="833627" y="231647"/>
                  </a:moveTo>
                  <a:lnTo>
                    <a:pt x="124967" y="231647"/>
                  </a:lnTo>
                  <a:lnTo>
                    <a:pt x="124967" y="359664"/>
                  </a:lnTo>
                  <a:lnTo>
                    <a:pt x="833627" y="359664"/>
                  </a:lnTo>
                  <a:lnTo>
                    <a:pt x="833627" y="231647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6408420" y="3890771"/>
              <a:ext cx="0" cy="463550"/>
            </a:xfrm>
            <a:custGeom>
              <a:avLst/>
              <a:gdLst/>
              <a:ahLst/>
              <a:cxnLst/>
              <a:rect l="l" t="t" r="r" b="b"/>
              <a:pathLst>
                <a:path w="0" h="463550">
                  <a:moveTo>
                    <a:pt x="0" y="0"/>
                  </a:moveTo>
                  <a:lnTo>
                    <a:pt x="0" y="46329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6408420" y="5039867"/>
              <a:ext cx="337185" cy="360045"/>
            </a:xfrm>
            <a:custGeom>
              <a:avLst/>
              <a:gdLst/>
              <a:ahLst/>
              <a:cxnLst/>
              <a:rect l="l" t="t" r="r" b="b"/>
              <a:pathLst>
                <a:path w="337184" h="360045">
                  <a:moveTo>
                    <a:pt x="195072" y="0"/>
                  </a:moveTo>
                  <a:lnTo>
                    <a:pt x="0" y="0"/>
                  </a:lnTo>
                  <a:lnTo>
                    <a:pt x="0" y="128016"/>
                  </a:lnTo>
                  <a:lnTo>
                    <a:pt x="195072" y="128016"/>
                  </a:lnTo>
                  <a:lnTo>
                    <a:pt x="195072" y="0"/>
                  </a:lnTo>
                  <a:close/>
                </a:path>
                <a:path w="337184" h="360045">
                  <a:moveTo>
                    <a:pt x="336804" y="231648"/>
                  </a:moveTo>
                  <a:lnTo>
                    <a:pt x="0" y="231648"/>
                  </a:lnTo>
                  <a:lnTo>
                    <a:pt x="0" y="359664"/>
                  </a:lnTo>
                  <a:lnTo>
                    <a:pt x="336804" y="359664"/>
                  </a:lnTo>
                  <a:lnTo>
                    <a:pt x="336804" y="231648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6408420" y="5039867"/>
              <a:ext cx="337185" cy="360045"/>
            </a:xfrm>
            <a:custGeom>
              <a:avLst/>
              <a:gdLst/>
              <a:ahLst/>
              <a:cxnLst/>
              <a:rect l="l" t="t" r="r" b="b"/>
              <a:pathLst>
                <a:path w="337184" h="360045">
                  <a:moveTo>
                    <a:pt x="195072" y="0"/>
                  </a:moveTo>
                  <a:lnTo>
                    <a:pt x="0" y="0"/>
                  </a:lnTo>
                  <a:lnTo>
                    <a:pt x="0" y="128015"/>
                  </a:lnTo>
                  <a:lnTo>
                    <a:pt x="195072" y="128015"/>
                  </a:lnTo>
                  <a:lnTo>
                    <a:pt x="195072" y="0"/>
                  </a:lnTo>
                  <a:close/>
                </a:path>
                <a:path w="337184" h="360045">
                  <a:moveTo>
                    <a:pt x="336804" y="231647"/>
                  </a:moveTo>
                  <a:lnTo>
                    <a:pt x="0" y="231647"/>
                  </a:lnTo>
                  <a:lnTo>
                    <a:pt x="0" y="359663"/>
                  </a:lnTo>
                  <a:lnTo>
                    <a:pt x="336804" y="359663"/>
                  </a:lnTo>
                  <a:lnTo>
                    <a:pt x="336804" y="231647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6603492" y="5039867"/>
              <a:ext cx="673735" cy="360045"/>
            </a:xfrm>
            <a:custGeom>
              <a:avLst/>
              <a:gdLst/>
              <a:ahLst/>
              <a:cxnLst/>
              <a:rect l="l" t="t" r="r" b="b"/>
              <a:pathLst>
                <a:path w="673734" h="360045">
                  <a:moveTo>
                    <a:pt x="531876" y="0"/>
                  </a:moveTo>
                  <a:lnTo>
                    <a:pt x="0" y="0"/>
                  </a:lnTo>
                  <a:lnTo>
                    <a:pt x="0" y="128016"/>
                  </a:lnTo>
                  <a:lnTo>
                    <a:pt x="531876" y="128016"/>
                  </a:lnTo>
                  <a:lnTo>
                    <a:pt x="531876" y="0"/>
                  </a:lnTo>
                  <a:close/>
                </a:path>
                <a:path w="673734" h="360045">
                  <a:moveTo>
                    <a:pt x="673608" y="231648"/>
                  </a:moveTo>
                  <a:lnTo>
                    <a:pt x="141732" y="231648"/>
                  </a:lnTo>
                  <a:lnTo>
                    <a:pt x="141732" y="359664"/>
                  </a:lnTo>
                  <a:lnTo>
                    <a:pt x="673608" y="359664"/>
                  </a:lnTo>
                  <a:lnTo>
                    <a:pt x="673608" y="231648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6603491" y="5039867"/>
              <a:ext cx="673735" cy="360045"/>
            </a:xfrm>
            <a:custGeom>
              <a:avLst/>
              <a:gdLst/>
              <a:ahLst/>
              <a:cxnLst/>
              <a:rect l="l" t="t" r="r" b="b"/>
              <a:pathLst>
                <a:path w="673734" h="360045">
                  <a:moveTo>
                    <a:pt x="531876" y="0"/>
                  </a:moveTo>
                  <a:lnTo>
                    <a:pt x="0" y="0"/>
                  </a:lnTo>
                  <a:lnTo>
                    <a:pt x="0" y="128015"/>
                  </a:lnTo>
                  <a:lnTo>
                    <a:pt x="531876" y="128015"/>
                  </a:lnTo>
                  <a:lnTo>
                    <a:pt x="531876" y="0"/>
                  </a:lnTo>
                  <a:close/>
                </a:path>
                <a:path w="673734" h="360045">
                  <a:moveTo>
                    <a:pt x="673607" y="231647"/>
                  </a:moveTo>
                  <a:lnTo>
                    <a:pt x="141731" y="231647"/>
                  </a:lnTo>
                  <a:lnTo>
                    <a:pt x="141731" y="359663"/>
                  </a:lnTo>
                  <a:lnTo>
                    <a:pt x="673607" y="359663"/>
                  </a:lnTo>
                  <a:lnTo>
                    <a:pt x="673607" y="231647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7135368" y="5039867"/>
              <a:ext cx="1045844" cy="360045"/>
            </a:xfrm>
            <a:custGeom>
              <a:avLst/>
              <a:gdLst/>
              <a:ahLst/>
              <a:cxnLst/>
              <a:rect l="l" t="t" r="r" b="b"/>
              <a:pathLst>
                <a:path w="1045845" h="360045">
                  <a:moveTo>
                    <a:pt x="1045464" y="231648"/>
                  </a:moveTo>
                  <a:lnTo>
                    <a:pt x="141732" y="231648"/>
                  </a:lnTo>
                  <a:lnTo>
                    <a:pt x="141732" y="359664"/>
                  </a:lnTo>
                  <a:lnTo>
                    <a:pt x="1045464" y="359664"/>
                  </a:lnTo>
                  <a:lnTo>
                    <a:pt x="1045464" y="231648"/>
                  </a:lnTo>
                  <a:close/>
                </a:path>
                <a:path w="1045845" h="360045">
                  <a:moveTo>
                    <a:pt x="1045464" y="0"/>
                  </a:moveTo>
                  <a:lnTo>
                    <a:pt x="0" y="0"/>
                  </a:lnTo>
                  <a:lnTo>
                    <a:pt x="0" y="128016"/>
                  </a:lnTo>
                  <a:lnTo>
                    <a:pt x="1045464" y="128016"/>
                  </a:lnTo>
                  <a:lnTo>
                    <a:pt x="1045464" y="0"/>
                  </a:lnTo>
                  <a:close/>
                </a:path>
              </a:pathLst>
            </a:custGeom>
            <a:solidFill>
              <a:srgbClr val="B4B4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7135367" y="5039867"/>
              <a:ext cx="1045844" cy="360045"/>
            </a:xfrm>
            <a:custGeom>
              <a:avLst/>
              <a:gdLst/>
              <a:ahLst/>
              <a:cxnLst/>
              <a:rect l="l" t="t" r="r" b="b"/>
              <a:pathLst>
                <a:path w="1045845" h="360045">
                  <a:moveTo>
                    <a:pt x="1045464" y="0"/>
                  </a:moveTo>
                  <a:lnTo>
                    <a:pt x="0" y="0"/>
                  </a:lnTo>
                  <a:lnTo>
                    <a:pt x="0" y="128015"/>
                  </a:lnTo>
                  <a:lnTo>
                    <a:pt x="1045464" y="128015"/>
                  </a:lnTo>
                  <a:lnTo>
                    <a:pt x="1045464" y="0"/>
                  </a:lnTo>
                  <a:close/>
                </a:path>
                <a:path w="1045845" h="360045">
                  <a:moveTo>
                    <a:pt x="1045464" y="231647"/>
                  </a:moveTo>
                  <a:lnTo>
                    <a:pt x="141732" y="231647"/>
                  </a:lnTo>
                  <a:lnTo>
                    <a:pt x="141732" y="359663"/>
                  </a:lnTo>
                  <a:lnTo>
                    <a:pt x="1045464" y="359663"/>
                  </a:lnTo>
                  <a:lnTo>
                    <a:pt x="1045464" y="231647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6408420" y="4988051"/>
              <a:ext cx="0" cy="463550"/>
            </a:xfrm>
            <a:custGeom>
              <a:avLst/>
              <a:gdLst/>
              <a:ahLst/>
              <a:cxnLst/>
              <a:rect l="l" t="t" r="r" b="b"/>
              <a:pathLst>
                <a:path w="0" h="463550">
                  <a:moveTo>
                    <a:pt x="0" y="0"/>
                  </a:moveTo>
                  <a:lnTo>
                    <a:pt x="0" y="46329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6408420" y="5580887"/>
              <a:ext cx="408940" cy="360045"/>
            </a:xfrm>
            <a:custGeom>
              <a:avLst/>
              <a:gdLst/>
              <a:ahLst/>
              <a:cxnLst/>
              <a:rect l="l" t="t" r="r" b="b"/>
              <a:pathLst>
                <a:path w="408940" h="360045">
                  <a:moveTo>
                    <a:pt x="266700" y="0"/>
                  </a:moveTo>
                  <a:lnTo>
                    <a:pt x="0" y="0"/>
                  </a:lnTo>
                  <a:lnTo>
                    <a:pt x="0" y="128016"/>
                  </a:lnTo>
                  <a:lnTo>
                    <a:pt x="266700" y="128016"/>
                  </a:lnTo>
                  <a:lnTo>
                    <a:pt x="266700" y="0"/>
                  </a:lnTo>
                  <a:close/>
                </a:path>
                <a:path w="408940" h="360045">
                  <a:moveTo>
                    <a:pt x="408432" y="231648"/>
                  </a:moveTo>
                  <a:lnTo>
                    <a:pt x="0" y="231648"/>
                  </a:lnTo>
                  <a:lnTo>
                    <a:pt x="0" y="359664"/>
                  </a:lnTo>
                  <a:lnTo>
                    <a:pt x="408432" y="359664"/>
                  </a:lnTo>
                  <a:lnTo>
                    <a:pt x="408432" y="231648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6675120" y="5580887"/>
              <a:ext cx="779145" cy="360045"/>
            </a:xfrm>
            <a:custGeom>
              <a:avLst/>
              <a:gdLst/>
              <a:ahLst/>
              <a:cxnLst/>
              <a:rect l="l" t="t" r="r" b="b"/>
              <a:pathLst>
                <a:path w="779145" h="360045">
                  <a:moveTo>
                    <a:pt x="672084" y="0"/>
                  </a:moveTo>
                  <a:lnTo>
                    <a:pt x="0" y="0"/>
                  </a:lnTo>
                  <a:lnTo>
                    <a:pt x="0" y="128016"/>
                  </a:lnTo>
                  <a:lnTo>
                    <a:pt x="672084" y="128016"/>
                  </a:lnTo>
                  <a:lnTo>
                    <a:pt x="672084" y="0"/>
                  </a:lnTo>
                  <a:close/>
                </a:path>
                <a:path w="779145" h="360045">
                  <a:moveTo>
                    <a:pt x="778764" y="231648"/>
                  </a:moveTo>
                  <a:lnTo>
                    <a:pt x="141732" y="231648"/>
                  </a:lnTo>
                  <a:lnTo>
                    <a:pt x="141732" y="359664"/>
                  </a:lnTo>
                  <a:lnTo>
                    <a:pt x="778764" y="359664"/>
                  </a:lnTo>
                  <a:lnTo>
                    <a:pt x="778764" y="231648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6675120" y="5580887"/>
              <a:ext cx="779145" cy="360045"/>
            </a:xfrm>
            <a:custGeom>
              <a:avLst/>
              <a:gdLst/>
              <a:ahLst/>
              <a:cxnLst/>
              <a:rect l="l" t="t" r="r" b="b"/>
              <a:pathLst>
                <a:path w="779145" h="360045">
                  <a:moveTo>
                    <a:pt x="672083" y="0"/>
                  </a:moveTo>
                  <a:lnTo>
                    <a:pt x="0" y="0"/>
                  </a:lnTo>
                  <a:lnTo>
                    <a:pt x="0" y="128016"/>
                  </a:lnTo>
                  <a:lnTo>
                    <a:pt x="672083" y="128016"/>
                  </a:lnTo>
                  <a:lnTo>
                    <a:pt x="672083" y="0"/>
                  </a:lnTo>
                  <a:close/>
                </a:path>
                <a:path w="779145" h="360045">
                  <a:moveTo>
                    <a:pt x="778763" y="231647"/>
                  </a:moveTo>
                  <a:lnTo>
                    <a:pt x="141731" y="231647"/>
                  </a:lnTo>
                  <a:lnTo>
                    <a:pt x="141731" y="359664"/>
                  </a:lnTo>
                  <a:lnTo>
                    <a:pt x="778763" y="359664"/>
                  </a:lnTo>
                  <a:lnTo>
                    <a:pt x="778763" y="231647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7347204" y="5580887"/>
              <a:ext cx="833755" cy="360045"/>
            </a:xfrm>
            <a:custGeom>
              <a:avLst/>
              <a:gdLst/>
              <a:ahLst/>
              <a:cxnLst/>
              <a:rect l="l" t="t" r="r" b="b"/>
              <a:pathLst>
                <a:path w="833754" h="360045">
                  <a:moveTo>
                    <a:pt x="833628" y="231648"/>
                  </a:moveTo>
                  <a:lnTo>
                    <a:pt x="106680" y="231648"/>
                  </a:lnTo>
                  <a:lnTo>
                    <a:pt x="106680" y="359664"/>
                  </a:lnTo>
                  <a:lnTo>
                    <a:pt x="833628" y="359664"/>
                  </a:lnTo>
                  <a:lnTo>
                    <a:pt x="833628" y="231648"/>
                  </a:lnTo>
                  <a:close/>
                </a:path>
                <a:path w="833754" h="360045">
                  <a:moveTo>
                    <a:pt x="833628" y="0"/>
                  </a:moveTo>
                  <a:lnTo>
                    <a:pt x="0" y="0"/>
                  </a:lnTo>
                  <a:lnTo>
                    <a:pt x="0" y="128016"/>
                  </a:lnTo>
                  <a:lnTo>
                    <a:pt x="833628" y="128016"/>
                  </a:lnTo>
                  <a:lnTo>
                    <a:pt x="833628" y="0"/>
                  </a:lnTo>
                  <a:close/>
                </a:path>
              </a:pathLst>
            </a:custGeom>
            <a:solidFill>
              <a:srgbClr val="B4B4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7347203" y="5580887"/>
              <a:ext cx="833755" cy="360045"/>
            </a:xfrm>
            <a:custGeom>
              <a:avLst/>
              <a:gdLst/>
              <a:ahLst/>
              <a:cxnLst/>
              <a:rect l="l" t="t" r="r" b="b"/>
              <a:pathLst>
                <a:path w="833754" h="360045">
                  <a:moveTo>
                    <a:pt x="833627" y="0"/>
                  </a:moveTo>
                  <a:lnTo>
                    <a:pt x="0" y="0"/>
                  </a:lnTo>
                  <a:lnTo>
                    <a:pt x="0" y="128016"/>
                  </a:lnTo>
                  <a:lnTo>
                    <a:pt x="833627" y="128016"/>
                  </a:lnTo>
                  <a:lnTo>
                    <a:pt x="833627" y="0"/>
                  </a:lnTo>
                  <a:close/>
                </a:path>
                <a:path w="833754" h="360045">
                  <a:moveTo>
                    <a:pt x="833627" y="231647"/>
                  </a:moveTo>
                  <a:lnTo>
                    <a:pt x="106679" y="231647"/>
                  </a:lnTo>
                  <a:lnTo>
                    <a:pt x="106679" y="359664"/>
                  </a:lnTo>
                  <a:lnTo>
                    <a:pt x="833627" y="359664"/>
                  </a:lnTo>
                  <a:lnTo>
                    <a:pt x="833627" y="231647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6408420" y="5529071"/>
              <a:ext cx="0" cy="463550"/>
            </a:xfrm>
            <a:custGeom>
              <a:avLst/>
              <a:gdLst/>
              <a:ahLst/>
              <a:cxnLst/>
              <a:rect l="l" t="t" r="r" b="b"/>
              <a:pathLst>
                <a:path w="0" h="463550">
                  <a:moveTo>
                    <a:pt x="0" y="0"/>
                  </a:moveTo>
                  <a:lnTo>
                    <a:pt x="0" y="46329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9" name="object 139"/>
          <p:cNvSpPr txBox="1"/>
          <p:nvPr/>
        </p:nvSpPr>
        <p:spPr>
          <a:xfrm>
            <a:off x="1506727" y="4474845"/>
            <a:ext cx="25146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0" b="1">
                <a:latin typeface="Arial"/>
                <a:cs typeface="Arial"/>
              </a:rPr>
              <a:t>2021</a:t>
            </a:r>
            <a:endParaRPr sz="800">
              <a:latin typeface="Arial"/>
              <a:cs typeface="Arial"/>
            </a:endParaRPr>
          </a:p>
        </p:txBody>
      </p:sp>
      <p:sp>
        <p:nvSpPr>
          <p:cNvPr id="140" name="object 140"/>
          <p:cNvSpPr txBox="1"/>
          <p:nvPr/>
        </p:nvSpPr>
        <p:spPr>
          <a:xfrm>
            <a:off x="1506727" y="4706492"/>
            <a:ext cx="25146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0" b="1">
                <a:latin typeface="Arial"/>
                <a:cs typeface="Arial"/>
              </a:rPr>
              <a:t>2023</a:t>
            </a:r>
            <a:endParaRPr sz="800">
              <a:latin typeface="Arial"/>
              <a:cs typeface="Arial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1506727" y="5028946"/>
            <a:ext cx="25146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0" b="1">
                <a:latin typeface="Arial"/>
                <a:cs typeface="Arial"/>
              </a:rPr>
              <a:t>2021</a:t>
            </a:r>
            <a:endParaRPr sz="800">
              <a:latin typeface="Arial"/>
              <a:cs typeface="Arial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1506727" y="5260289"/>
            <a:ext cx="251460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20" b="1">
                <a:latin typeface="Arial"/>
                <a:cs typeface="Arial"/>
              </a:rPr>
              <a:t>2023</a:t>
            </a:r>
            <a:endParaRPr sz="800">
              <a:latin typeface="Arial"/>
              <a:cs typeface="Arial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1506727" y="5570321"/>
            <a:ext cx="25146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0" b="1">
                <a:latin typeface="Arial"/>
                <a:cs typeface="Arial"/>
              </a:rPr>
              <a:t>2021</a:t>
            </a:r>
            <a:endParaRPr sz="800">
              <a:latin typeface="Arial"/>
              <a:cs typeface="Arial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1506727" y="5802274"/>
            <a:ext cx="25146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0" b="1">
                <a:latin typeface="Arial"/>
                <a:cs typeface="Arial"/>
              </a:rPr>
              <a:t>2023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45" name="object 145"/>
          <p:cNvGrpSpPr/>
          <p:nvPr/>
        </p:nvGrpSpPr>
        <p:grpSpPr>
          <a:xfrm>
            <a:off x="4102417" y="2241804"/>
            <a:ext cx="1780539" cy="463550"/>
            <a:chOff x="4102417" y="2241804"/>
            <a:chExt cx="1780539" cy="463550"/>
          </a:xfrm>
        </p:grpSpPr>
        <p:sp>
          <p:nvSpPr>
            <p:cNvPr id="146" name="object 146"/>
            <p:cNvSpPr/>
            <p:nvPr/>
          </p:nvSpPr>
          <p:spPr>
            <a:xfrm>
              <a:off x="4107180" y="2293619"/>
              <a:ext cx="230504" cy="360045"/>
            </a:xfrm>
            <a:custGeom>
              <a:avLst/>
              <a:gdLst/>
              <a:ahLst/>
              <a:cxnLst/>
              <a:rect l="l" t="t" r="r" b="b"/>
              <a:pathLst>
                <a:path w="230504" h="360044">
                  <a:moveTo>
                    <a:pt x="141732" y="0"/>
                  </a:moveTo>
                  <a:lnTo>
                    <a:pt x="0" y="0"/>
                  </a:lnTo>
                  <a:lnTo>
                    <a:pt x="0" y="128016"/>
                  </a:lnTo>
                  <a:lnTo>
                    <a:pt x="141732" y="128016"/>
                  </a:lnTo>
                  <a:lnTo>
                    <a:pt x="141732" y="0"/>
                  </a:lnTo>
                  <a:close/>
                </a:path>
                <a:path w="230504" h="360044">
                  <a:moveTo>
                    <a:pt x="230124" y="231648"/>
                  </a:moveTo>
                  <a:lnTo>
                    <a:pt x="0" y="231648"/>
                  </a:lnTo>
                  <a:lnTo>
                    <a:pt x="0" y="359664"/>
                  </a:lnTo>
                  <a:lnTo>
                    <a:pt x="230124" y="359664"/>
                  </a:lnTo>
                  <a:lnTo>
                    <a:pt x="230124" y="231648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4248912" y="2293619"/>
              <a:ext cx="690880" cy="360045"/>
            </a:xfrm>
            <a:custGeom>
              <a:avLst/>
              <a:gdLst/>
              <a:ahLst/>
              <a:cxnLst/>
              <a:rect l="l" t="t" r="r" b="b"/>
              <a:pathLst>
                <a:path w="690879" h="360044">
                  <a:moveTo>
                    <a:pt x="406908" y="231648"/>
                  </a:moveTo>
                  <a:lnTo>
                    <a:pt x="88392" y="231648"/>
                  </a:lnTo>
                  <a:lnTo>
                    <a:pt x="88392" y="359664"/>
                  </a:lnTo>
                  <a:lnTo>
                    <a:pt x="406908" y="359664"/>
                  </a:lnTo>
                  <a:lnTo>
                    <a:pt x="406908" y="231648"/>
                  </a:lnTo>
                  <a:close/>
                </a:path>
                <a:path w="690879" h="360044">
                  <a:moveTo>
                    <a:pt x="690372" y="0"/>
                  </a:moveTo>
                  <a:lnTo>
                    <a:pt x="0" y="0"/>
                  </a:lnTo>
                  <a:lnTo>
                    <a:pt x="0" y="128016"/>
                  </a:lnTo>
                  <a:lnTo>
                    <a:pt x="690372" y="128016"/>
                  </a:lnTo>
                  <a:lnTo>
                    <a:pt x="690372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4248911" y="2293620"/>
              <a:ext cx="690880" cy="360045"/>
            </a:xfrm>
            <a:custGeom>
              <a:avLst/>
              <a:gdLst/>
              <a:ahLst/>
              <a:cxnLst/>
              <a:rect l="l" t="t" r="r" b="b"/>
              <a:pathLst>
                <a:path w="690879" h="360044">
                  <a:moveTo>
                    <a:pt x="690372" y="0"/>
                  </a:moveTo>
                  <a:lnTo>
                    <a:pt x="0" y="0"/>
                  </a:lnTo>
                  <a:lnTo>
                    <a:pt x="0" y="128016"/>
                  </a:lnTo>
                  <a:lnTo>
                    <a:pt x="690372" y="128016"/>
                  </a:lnTo>
                  <a:lnTo>
                    <a:pt x="690372" y="0"/>
                  </a:lnTo>
                  <a:close/>
                </a:path>
                <a:path w="690879" h="360044">
                  <a:moveTo>
                    <a:pt x="406908" y="231647"/>
                  </a:moveTo>
                  <a:lnTo>
                    <a:pt x="88392" y="231647"/>
                  </a:lnTo>
                  <a:lnTo>
                    <a:pt x="88392" y="359664"/>
                  </a:lnTo>
                  <a:lnTo>
                    <a:pt x="406908" y="359664"/>
                  </a:lnTo>
                  <a:lnTo>
                    <a:pt x="406908" y="231647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4655820" y="2293619"/>
              <a:ext cx="1222375" cy="360045"/>
            </a:xfrm>
            <a:custGeom>
              <a:avLst/>
              <a:gdLst/>
              <a:ahLst/>
              <a:cxnLst/>
              <a:rect l="l" t="t" r="r" b="b"/>
              <a:pathLst>
                <a:path w="1222375" h="360044">
                  <a:moveTo>
                    <a:pt x="1222248" y="231648"/>
                  </a:moveTo>
                  <a:lnTo>
                    <a:pt x="0" y="231648"/>
                  </a:lnTo>
                  <a:lnTo>
                    <a:pt x="0" y="359664"/>
                  </a:lnTo>
                  <a:lnTo>
                    <a:pt x="1222248" y="359664"/>
                  </a:lnTo>
                  <a:lnTo>
                    <a:pt x="1222248" y="231648"/>
                  </a:lnTo>
                  <a:close/>
                </a:path>
                <a:path w="1222375" h="360044">
                  <a:moveTo>
                    <a:pt x="1222248" y="0"/>
                  </a:moveTo>
                  <a:lnTo>
                    <a:pt x="283464" y="0"/>
                  </a:lnTo>
                  <a:lnTo>
                    <a:pt x="283464" y="128016"/>
                  </a:lnTo>
                  <a:lnTo>
                    <a:pt x="1222248" y="128016"/>
                  </a:lnTo>
                  <a:lnTo>
                    <a:pt x="1222248" y="0"/>
                  </a:lnTo>
                  <a:close/>
                </a:path>
              </a:pathLst>
            </a:custGeom>
            <a:solidFill>
              <a:srgbClr val="B4B4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4655819" y="2293620"/>
              <a:ext cx="1222375" cy="360045"/>
            </a:xfrm>
            <a:custGeom>
              <a:avLst/>
              <a:gdLst/>
              <a:ahLst/>
              <a:cxnLst/>
              <a:rect l="l" t="t" r="r" b="b"/>
              <a:pathLst>
                <a:path w="1222375" h="360044">
                  <a:moveTo>
                    <a:pt x="1222248" y="0"/>
                  </a:moveTo>
                  <a:lnTo>
                    <a:pt x="283464" y="0"/>
                  </a:lnTo>
                  <a:lnTo>
                    <a:pt x="283464" y="128016"/>
                  </a:lnTo>
                  <a:lnTo>
                    <a:pt x="1222248" y="128016"/>
                  </a:lnTo>
                  <a:lnTo>
                    <a:pt x="1222248" y="0"/>
                  </a:lnTo>
                  <a:close/>
                </a:path>
                <a:path w="1222375" h="360044">
                  <a:moveTo>
                    <a:pt x="1222248" y="231647"/>
                  </a:moveTo>
                  <a:lnTo>
                    <a:pt x="0" y="231647"/>
                  </a:lnTo>
                  <a:lnTo>
                    <a:pt x="0" y="359664"/>
                  </a:lnTo>
                  <a:lnTo>
                    <a:pt x="1222248" y="359664"/>
                  </a:lnTo>
                  <a:lnTo>
                    <a:pt x="1222248" y="231647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4107179" y="2241804"/>
              <a:ext cx="0" cy="463550"/>
            </a:xfrm>
            <a:custGeom>
              <a:avLst/>
              <a:gdLst/>
              <a:ahLst/>
              <a:cxnLst/>
              <a:rect l="l" t="t" r="r" b="b"/>
              <a:pathLst>
                <a:path w="0" h="463550">
                  <a:moveTo>
                    <a:pt x="0" y="0"/>
                  </a:moveTo>
                  <a:lnTo>
                    <a:pt x="0" y="46329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2" name="object 152"/>
          <p:cNvGrpSpPr/>
          <p:nvPr/>
        </p:nvGrpSpPr>
        <p:grpSpPr>
          <a:xfrm>
            <a:off x="4102417" y="2790444"/>
            <a:ext cx="1780539" cy="463550"/>
            <a:chOff x="4102417" y="2790444"/>
            <a:chExt cx="1780539" cy="463550"/>
          </a:xfrm>
        </p:grpSpPr>
        <p:sp>
          <p:nvSpPr>
            <p:cNvPr id="153" name="object 153"/>
            <p:cNvSpPr/>
            <p:nvPr/>
          </p:nvSpPr>
          <p:spPr>
            <a:xfrm>
              <a:off x="4107180" y="2842259"/>
              <a:ext cx="280670" cy="361315"/>
            </a:xfrm>
            <a:custGeom>
              <a:avLst/>
              <a:gdLst/>
              <a:ahLst/>
              <a:cxnLst/>
              <a:rect l="l" t="t" r="r" b="b"/>
              <a:pathLst>
                <a:path w="280670" h="361314">
                  <a:moveTo>
                    <a:pt x="156972" y="0"/>
                  </a:moveTo>
                  <a:lnTo>
                    <a:pt x="0" y="0"/>
                  </a:lnTo>
                  <a:lnTo>
                    <a:pt x="0" y="129540"/>
                  </a:lnTo>
                  <a:lnTo>
                    <a:pt x="156972" y="129540"/>
                  </a:lnTo>
                  <a:lnTo>
                    <a:pt x="156972" y="0"/>
                  </a:lnTo>
                  <a:close/>
                </a:path>
                <a:path w="280670" h="361314">
                  <a:moveTo>
                    <a:pt x="280416" y="231648"/>
                  </a:moveTo>
                  <a:lnTo>
                    <a:pt x="0" y="231648"/>
                  </a:lnTo>
                  <a:lnTo>
                    <a:pt x="0" y="361188"/>
                  </a:lnTo>
                  <a:lnTo>
                    <a:pt x="280416" y="361188"/>
                  </a:lnTo>
                  <a:lnTo>
                    <a:pt x="280416" y="231648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4264152" y="2842259"/>
              <a:ext cx="859790" cy="361315"/>
            </a:xfrm>
            <a:custGeom>
              <a:avLst/>
              <a:gdLst/>
              <a:ahLst/>
              <a:cxnLst/>
              <a:rect l="l" t="t" r="r" b="b"/>
              <a:pathLst>
                <a:path w="859789" h="361314">
                  <a:moveTo>
                    <a:pt x="562356" y="231648"/>
                  </a:moveTo>
                  <a:lnTo>
                    <a:pt x="123444" y="231648"/>
                  </a:lnTo>
                  <a:lnTo>
                    <a:pt x="123444" y="361188"/>
                  </a:lnTo>
                  <a:lnTo>
                    <a:pt x="562356" y="361188"/>
                  </a:lnTo>
                  <a:lnTo>
                    <a:pt x="562356" y="231648"/>
                  </a:lnTo>
                  <a:close/>
                </a:path>
                <a:path w="859789" h="361314">
                  <a:moveTo>
                    <a:pt x="859536" y="0"/>
                  </a:moveTo>
                  <a:lnTo>
                    <a:pt x="0" y="0"/>
                  </a:lnTo>
                  <a:lnTo>
                    <a:pt x="0" y="129540"/>
                  </a:lnTo>
                  <a:lnTo>
                    <a:pt x="859536" y="129540"/>
                  </a:lnTo>
                  <a:lnTo>
                    <a:pt x="859536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4264151" y="2842260"/>
              <a:ext cx="859790" cy="361315"/>
            </a:xfrm>
            <a:custGeom>
              <a:avLst/>
              <a:gdLst/>
              <a:ahLst/>
              <a:cxnLst/>
              <a:rect l="l" t="t" r="r" b="b"/>
              <a:pathLst>
                <a:path w="859789" h="361314">
                  <a:moveTo>
                    <a:pt x="859536" y="0"/>
                  </a:moveTo>
                  <a:lnTo>
                    <a:pt x="0" y="0"/>
                  </a:lnTo>
                  <a:lnTo>
                    <a:pt x="0" y="129539"/>
                  </a:lnTo>
                  <a:lnTo>
                    <a:pt x="859536" y="129539"/>
                  </a:lnTo>
                  <a:lnTo>
                    <a:pt x="859536" y="0"/>
                  </a:lnTo>
                  <a:close/>
                </a:path>
                <a:path w="859789" h="361314">
                  <a:moveTo>
                    <a:pt x="562356" y="231647"/>
                  </a:moveTo>
                  <a:lnTo>
                    <a:pt x="123444" y="231647"/>
                  </a:lnTo>
                  <a:lnTo>
                    <a:pt x="123444" y="361188"/>
                  </a:lnTo>
                  <a:lnTo>
                    <a:pt x="562356" y="361188"/>
                  </a:lnTo>
                  <a:lnTo>
                    <a:pt x="562356" y="231647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4826508" y="2842259"/>
              <a:ext cx="1051560" cy="361315"/>
            </a:xfrm>
            <a:custGeom>
              <a:avLst/>
              <a:gdLst/>
              <a:ahLst/>
              <a:cxnLst/>
              <a:rect l="l" t="t" r="r" b="b"/>
              <a:pathLst>
                <a:path w="1051560" h="361314">
                  <a:moveTo>
                    <a:pt x="1034796" y="231648"/>
                  </a:moveTo>
                  <a:lnTo>
                    <a:pt x="0" y="231648"/>
                  </a:lnTo>
                  <a:lnTo>
                    <a:pt x="0" y="361188"/>
                  </a:lnTo>
                  <a:lnTo>
                    <a:pt x="1034796" y="361188"/>
                  </a:lnTo>
                  <a:lnTo>
                    <a:pt x="1034796" y="231648"/>
                  </a:lnTo>
                  <a:close/>
                </a:path>
                <a:path w="1051560" h="361314">
                  <a:moveTo>
                    <a:pt x="1051560" y="0"/>
                  </a:moveTo>
                  <a:lnTo>
                    <a:pt x="297180" y="0"/>
                  </a:lnTo>
                  <a:lnTo>
                    <a:pt x="297180" y="129540"/>
                  </a:lnTo>
                  <a:lnTo>
                    <a:pt x="1051560" y="129540"/>
                  </a:lnTo>
                  <a:lnTo>
                    <a:pt x="1051560" y="0"/>
                  </a:lnTo>
                  <a:close/>
                </a:path>
              </a:pathLst>
            </a:custGeom>
            <a:solidFill>
              <a:srgbClr val="B4B4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4826507" y="2842260"/>
              <a:ext cx="1051560" cy="361315"/>
            </a:xfrm>
            <a:custGeom>
              <a:avLst/>
              <a:gdLst/>
              <a:ahLst/>
              <a:cxnLst/>
              <a:rect l="l" t="t" r="r" b="b"/>
              <a:pathLst>
                <a:path w="1051560" h="361314">
                  <a:moveTo>
                    <a:pt x="1051560" y="0"/>
                  </a:moveTo>
                  <a:lnTo>
                    <a:pt x="297180" y="0"/>
                  </a:lnTo>
                  <a:lnTo>
                    <a:pt x="297180" y="129539"/>
                  </a:lnTo>
                  <a:lnTo>
                    <a:pt x="1051560" y="129539"/>
                  </a:lnTo>
                  <a:lnTo>
                    <a:pt x="1051560" y="0"/>
                  </a:lnTo>
                  <a:close/>
                </a:path>
                <a:path w="1051560" h="361314">
                  <a:moveTo>
                    <a:pt x="1034796" y="231647"/>
                  </a:moveTo>
                  <a:lnTo>
                    <a:pt x="0" y="231647"/>
                  </a:lnTo>
                  <a:lnTo>
                    <a:pt x="0" y="361188"/>
                  </a:lnTo>
                  <a:lnTo>
                    <a:pt x="1034796" y="361188"/>
                  </a:lnTo>
                  <a:lnTo>
                    <a:pt x="1034796" y="231647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4107179" y="2790444"/>
              <a:ext cx="0" cy="463550"/>
            </a:xfrm>
            <a:custGeom>
              <a:avLst/>
              <a:gdLst/>
              <a:ahLst/>
              <a:cxnLst/>
              <a:rect l="l" t="t" r="r" b="b"/>
              <a:pathLst>
                <a:path w="0" h="463550">
                  <a:moveTo>
                    <a:pt x="0" y="0"/>
                  </a:moveTo>
                  <a:lnTo>
                    <a:pt x="0" y="46329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9" name="object 159"/>
          <p:cNvGrpSpPr/>
          <p:nvPr/>
        </p:nvGrpSpPr>
        <p:grpSpPr>
          <a:xfrm>
            <a:off x="4102417" y="3340608"/>
            <a:ext cx="1780539" cy="463550"/>
            <a:chOff x="4102417" y="3340608"/>
            <a:chExt cx="1780539" cy="463550"/>
          </a:xfrm>
        </p:grpSpPr>
        <p:sp>
          <p:nvSpPr>
            <p:cNvPr id="160" name="object 160"/>
            <p:cNvSpPr/>
            <p:nvPr/>
          </p:nvSpPr>
          <p:spPr>
            <a:xfrm>
              <a:off x="4107180" y="3390899"/>
              <a:ext cx="904240" cy="361315"/>
            </a:xfrm>
            <a:custGeom>
              <a:avLst/>
              <a:gdLst/>
              <a:ahLst/>
              <a:cxnLst/>
              <a:rect l="l" t="t" r="r" b="b"/>
              <a:pathLst>
                <a:path w="904239" h="361314">
                  <a:moveTo>
                    <a:pt x="548640" y="0"/>
                  </a:moveTo>
                  <a:lnTo>
                    <a:pt x="0" y="0"/>
                  </a:lnTo>
                  <a:lnTo>
                    <a:pt x="0" y="129540"/>
                  </a:lnTo>
                  <a:lnTo>
                    <a:pt x="548640" y="129540"/>
                  </a:lnTo>
                  <a:lnTo>
                    <a:pt x="548640" y="0"/>
                  </a:lnTo>
                  <a:close/>
                </a:path>
                <a:path w="904239" h="361314">
                  <a:moveTo>
                    <a:pt x="903732" y="233172"/>
                  </a:moveTo>
                  <a:lnTo>
                    <a:pt x="0" y="233172"/>
                  </a:lnTo>
                  <a:lnTo>
                    <a:pt x="0" y="361188"/>
                  </a:lnTo>
                  <a:lnTo>
                    <a:pt x="903732" y="361188"/>
                  </a:lnTo>
                  <a:lnTo>
                    <a:pt x="903732" y="233172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4655820" y="3390899"/>
              <a:ext cx="1134110" cy="361315"/>
            </a:xfrm>
            <a:custGeom>
              <a:avLst/>
              <a:gdLst/>
              <a:ahLst/>
              <a:cxnLst/>
              <a:rect l="l" t="t" r="r" b="b"/>
              <a:pathLst>
                <a:path w="1134110" h="361314">
                  <a:moveTo>
                    <a:pt x="1010412" y="233172"/>
                  </a:moveTo>
                  <a:lnTo>
                    <a:pt x="355092" y="233172"/>
                  </a:lnTo>
                  <a:lnTo>
                    <a:pt x="355092" y="361188"/>
                  </a:lnTo>
                  <a:lnTo>
                    <a:pt x="1010412" y="361188"/>
                  </a:lnTo>
                  <a:lnTo>
                    <a:pt x="1010412" y="233172"/>
                  </a:lnTo>
                  <a:close/>
                </a:path>
                <a:path w="1134110" h="361314">
                  <a:moveTo>
                    <a:pt x="1133856" y="0"/>
                  </a:moveTo>
                  <a:lnTo>
                    <a:pt x="0" y="0"/>
                  </a:lnTo>
                  <a:lnTo>
                    <a:pt x="0" y="129540"/>
                  </a:lnTo>
                  <a:lnTo>
                    <a:pt x="1133856" y="129540"/>
                  </a:lnTo>
                  <a:lnTo>
                    <a:pt x="1133856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4655819" y="3390900"/>
              <a:ext cx="1134110" cy="361315"/>
            </a:xfrm>
            <a:custGeom>
              <a:avLst/>
              <a:gdLst/>
              <a:ahLst/>
              <a:cxnLst/>
              <a:rect l="l" t="t" r="r" b="b"/>
              <a:pathLst>
                <a:path w="1134110" h="361314">
                  <a:moveTo>
                    <a:pt x="1133855" y="0"/>
                  </a:moveTo>
                  <a:lnTo>
                    <a:pt x="0" y="0"/>
                  </a:lnTo>
                  <a:lnTo>
                    <a:pt x="0" y="129539"/>
                  </a:lnTo>
                  <a:lnTo>
                    <a:pt x="1133855" y="129539"/>
                  </a:lnTo>
                  <a:lnTo>
                    <a:pt x="1133855" y="0"/>
                  </a:lnTo>
                  <a:close/>
                </a:path>
                <a:path w="1134110" h="361314">
                  <a:moveTo>
                    <a:pt x="1010411" y="233172"/>
                  </a:moveTo>
                  <a:lnTo>
                    <a:pt x="355091" y="233172"/>
                  </a:lnTo>
                  <a:lnTo>
                    <a:pt x="355091" y="361188"/>
                  </a:lnTo>
                  <a:lnTo>
                    <a:pt x="1010411" y="361188"/>
                  </a:lnTo>
                  <a:lnTo>
                    <a:pt x="1010411" y="233172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5666232" y="3390899"/>
              <a:ext cx="212090" cy="361315"/>
            </a:xfrm>
            <a:custGeom>
              <a:avLst/>
              <a:gdLst/>
              <a:ahLst/>
              <a:cxnLst/>
              <a:rect l="l" t="t" r="r" b="b"/>
              <a:pathLst>
                <a:path w="212089" h="361314">
                  <a:moveTo>
                    <a:pt x="211836" y="233172"/>
                  </a:moveTo>
                  <a:lnTo>
                    <a:pt x="0" y="233172"/>
                  </a:lnTo>
                  <a:lnTo>
                    <a:pt x="0" y="361188"/>
                  </a:lnTo>
                  <a:lnTo>
                    <a:pt x="211836" y="361188"/>
                  </a:lnTo>
                  <a:lnTo>
                    <a:pt x="211836" y="233172"/>
                  </a:lnTo>
                  <a:close/>
                </a:path>
                <a:path w="212089" h="361314">
                  <a:moveTo>
                    <a:pt x="211836" y="0"/>
                  </a:moveTo>
                  <a:lnTo>
                    <a:pt x="123444" y="0"/>
                  </a:lnTo>
                  <a:lnTo>
                    <a:pt x="123444" y="129540"/>
                  </a:lnTo>
                  <a:lnTo>
                    <a:pt x="211836" y="129540"/>
                  </a:lnTo>
                  <a:lnTo>
                    <a:pt x="211836" y="0"/>
                  </a:lnTo>
                  <a:close/>
                </a:path>
              </a:pathLst>
            </a:custGeom>
            <a:solidFill>
              <a:srgbClr val="B4B4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5666231" y="3390900"/>
              <a:ext cx="212090" cy="361315"/>
            </a:xfrm>
            <a:custGeom>
              <a:avLst/>
              <a:gdLst/>
              <a:ahLst/>
              <a:cxnLst/>
              <a:rect l="l" t="t" r="r" b="b"/>
              <a:pathLst>
                <a:path w="212089" h="361314">
                  <a:moveTo>
                    <a:pt x="211836" y="0"/>
                  </a:moveTo>
                  <a:lnTo>
                    <a:pt x="123444" y="0"/>
                  </a:lnTo>
                  <a:lnTo>
                    <a:pt x="123444" y="129539"/>
                  </a:lnTo>
                  <a:lnTo>
                    <a:pt x="211836" y="129539"/>
                  </a:lnTo>
                  <a:lnTo>
                    <a:pt x="211836" y="0"/>
                  </a:lnTo>
                  <a:close/>
                </a:path>
                <a:path w="212089" h="361314">
                  <a:moveTo>
                    <a:pt x="211836" y="233172"/>
                  </a:moveTo>
                  <a:lnTo>
                    <a:pt x="0" y="233172"/>
                  </a:lnTo>
                  <a:lnTo>
                    <a:pt x="0" y="361188"/>
                  </a:lnTo>
                  <a:lnTo>
                    <a:pt x="211836" y="361188"/>
                  </a:lnTo>
                  <a:lnTo>
                    <a:pt x="211836" y="233172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4107179" y="3340608"/>
              <a:ext cx="0" cy="463550"/>
            </a:xfrm>
            <a:custGeom>
              <a:avLst/>
              <a:gdLst/>
              <a:ahLst/>
              <a:cxnLst/>
              <a:rect l="l" t="t" r="r" b="b"/>
              <a:pathLst>
                <a:path w="0" h="463550">
                  <a:moveTo>
                    <a:pt x="0" y="0"/>
                  </a:moveTo>
                  <a:lnTo>
                    <a:pt x="0" y="46329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6" name="object 166"/>
          <p:cNvGrpSpPr/>
          <p:nvPr/>
        </p:nvGrpSpPr>
        <p:grpSpPr>
          <a:xfrm>
            <a:off x="6403657" y="2241804"/>
            <a:ext cx="1782445" cy="463550"/>
            <a:chOff x="6403657" y="2241804"/>
            <a:chExt cx="1782445" cy="463550"/>
          </a:xfrm>
        </p:grpSpPr>
        <p:sp>
          <p:nvSpPr>
            <p:cNvPr id="167" name="object 167"/>
            <p:cNvSpPr/>
            <p:nvPr/>
          </p:nvSpPr>
          <p:spPr>
            <a:xfrm>
              <a:off x="6408420" y="2293619"/>
              <a:ext cx="455930" cy="360045"/>
            </a:xfrm>
            <a:custGeom>
              <a:avLst/>
              <a:gdLst/>
              <a:ahLst/>
              <a:cxnLst/>
              <a:rect l="l" t="t" r="r" b="b"/>
              <a:pathLst>
                <a:path w="455929" h="360044">
                  <a:moveTo>
                    <a:pt x="368808" y="231648"/>
                  </a:moveTo>
                  <a:lnTo>
                    <a:pt x="0" y="231648"/>
                  </a:lnTo>
                  <a:lnTo>
                    <a:pt x="0" y="359664"/>
                  </a:lnTo>
                  <a:lnTo>
                    <a:pt x="368808" y="359664"/>
                  </a:lnTo>
                  <a:lnTo>
                    <a:pt x="368808" y="231648"/>
                  </a:lnTo>
                  <a:close/>
                </a:path>
                <a:path w="455929" h="360044">
                  <a:moveTo>
                    <a:pt x="455676" y="0"/>
                  </a:moveTo>
                  <a:lnTo>
                    <a:pt x="0" y="0"/>
                  </a:lnTo>
                  <a:lnTo>
                    <a:pt x="0" y="128016"/>
                  </a:lnTo>
                  <a:lnTo>
                    <a:pt x="455676" y="128016"/>
                  </a:lnTo>
                  <a:lnTo>
                    <a:pt x="455676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6777228" y="2293619"/>
              <a:ext cx="684530" cy="360045"/>
            </a:xfrm>
            <a:custGeom>
              <a:avLst/>
              <a:gdLst/>
              <a:ahLst/>
              <a:cxnLst/>
              <a:rect l="l" t="t" r="r" b="b"/>
              <a:pathLst>
                <a:path w="684529" h="360044">
                  <a:moveTo>
                    <a:pt x="490728" y="231648"/>
                  </a:moveTo>
                  <a:lnTo>
                    <a:pt x="0" y="231648"/>
                  </a:lnTo>
                  <a:lnTo>
                    <a:pt x="0" y="359664"/>
                  </a:lnTo>
                  <a:lnTo>
                    <a:pt x="490728" y="359664"/>
                  </a:lnTo>
                  <a:lnTo>
                    <a:pt x="490728" y="231648"/>
                  </a:lnTo>
                  <a:close/>
                </a:path>
                <a:path w="684529" h="360044">
                  <a:moveTo>
                    <a:pt x="684276" y="0"/>
                  </a:moveTo>
                  <a:lnTo>
                    <a:pt x="86868" y="0"/>
                  </a:lnTo>
                  <a:lnTo>
                    <a:pt x="86868" y="128016"/>
                  </a:lnTo>
                  <a:lnTo>
                    <a:pt x="684276" y="128016"/>
                  </a:lnTo>
                  <a:lnTo>
                    <a:pt x="684276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6777228" y="2293620"/>
              <a:ext cx="684530" cy="360045"/>
            </a:xfrm>
            <a:custGeom>
              <a:avLst/>
              <a:gdLst/>
              <a:ahLst/>
              <a:cxnLst/>
              <a:rect l="l" t="t" r="r" b="b"/>
              <a:pathLst>
                <a:path w="684529" h="360044">
                  <a:moveTo>
                    <a:pt x="684276" y="0"/>
                  </a:moveTo>
                  <a:lnTo>
                    <a:pt x="86867" y="0"/>
                  </a:lnTo>
                  <a:lnTo>
                    <a:pt x="86867" y="128016"/>
                  </a:lnTo>
                  <a:lnTo>
                    <a:pt x="684276" y="128016"/>
                  </a:lnTo>
                  <a:lnTo>
                    <a:pt x="684276" y="0"/>
                  </a:lnTo>
                  <a:close/>
                </a:path>
                <a:path w="684529" h="360044">
                  <a:moveTo>
                    <a:pt x="490727" y="231647"/>
                  </a:moveTo>
                  <a:lnTo>
                    <a:pt x="0" y="231647"/>
                  </a:lnTo>
                  <a:lnTo>
                    <a:pt x="0" y="359664"/>
                  </a:lnTo>
                  <a:lnTo>
                    <a:pt x="490727" y="359664"/>
                  </a:lnTo>
                  <a:lnTo>
                    <a:pt x="490727" y="231647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7267956" y="2293619"/>
              <a:ext cx="913130" cy="360045"/>
            </a:xfrm>
            <a:custGeom>
              <a:avLst/>
              <a:gdLst/>
              <a:ahLst/>
              <a:cxnLst/>
              <a:rect l="l" t="t" r="r" b="b"/>
              <a:pathLst>
                <a:path w="913129" h="360044">
                  <a:moveTo>
                    <a:pt x="894588" y="231648"/>
                  </a:moveTo>
                  <a:lnTo>
                    <a:pt x="0" y="231648"/>
                  </a:lnTo>
                  <a:lnTo>
                    <a:pt x="0" y="359664"/>
                  </a:lnTo>
                  <a:lnTo>
                    <a:pt x="894588" y="359664"/>
                  </a:lnTo>
                  <a:lnTo>
                    <a:pt x="894588" y="231648"/>
                  </a:lnTo>
                  <a:close/>
                </a:path>
                <a:path w="913129" h="360044">
                  <a:moveTo>
                    <a:pt x="912876" y="0"/>
                  </a:moveTo>
                  <a:lnTo>
                    <a:pt x="193548" y="0"/>
                  </a:lnTo>
                  <a:lnTo>
                    <a:pt x="193548" y="128016"/>
                  </a:lnTo>
                  <a:lnTo>
                    <a:pt x="912876" y="128016"/>
                  </a:lnTo>
                  <a:lnTo>
                    <a:pt x="912876" y="0"/>
                  </a:lnTo>
                  <a:close/>
                </a:path>
              </a:pathLst>
            </a:custGeom>
            <a:solidFill>
              <a:srgbClr val="B4B4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/>
            <p:cNvSpPr/>
            <p:nvPr/>
          </p:nvSpPr>
          <p:spPr>
            <a:xfrm>
              <a:off x="7267956" y="2293620"/>
              <a:ext cx="913130" cy="360045"/>
            </a:xfrm>
            <a:custGeom>
              <a:avLst/>
              <a:gdLst/>
              <a:ahLst/>
              <a:cxnLst/>
              <a:rect l="l" t="t" r="r" b="b"/>
              <a:pathLst>
                <a:path w="913129" h="360044">
                  <a:moveTo>
                    <a:pt x="912876" y="0"/>
                  </a:moveTo>
                  <a:lnTo>
                    <a:pt x="193547" y="0"/>
                  </a:lnTo>
                  <a:lnTo>
                    <a:pt x="193547" y="128016"/>
                  </a:lnTo>
                  <a:lnTo>
                    <a:pt x="912876" y="128016"/>
                  </a:lnTo>
                  <a:lnTo>
                    <a:pt x="912876" y="0"/>
                  </a:lnTo>
                  <a:close/>
                </a:path>
                <a:path w="913129" h="360044">
                  <a:moveTo>
                    <a:pt x="894588" y="231647"/>
                  </a:moveTo>
                  <a:lnTo>
                    <a:pt x="0" y="231647"/>
                  </a:lnTo>
                  <a:lnTo>
                    <a:pt x="0" y="359664"/>
                  </a:lnTo>
                  <a:lnTo>
                    <a:pt x="894588" y="359664"/>
                  </a:lnTo>
                  <a:lnTo>
                    <a:pt x="894588" y="231647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/>
            <p:cNvSpPr/>
            <p:nvPr/>
          </p:nvSpPr>
          <p:spPr>
            <a:xfrm>
              <a:off x="6408420" y="2241804"/>
              <a:ext cx="0" cy="463550"/>
            </a:xfrm>
            <a:custGeom>
              <a:avLst/>
              <a:gdLst/>
              <a:ahLst/>
              <a:cxnLst/>
              <a:rect l="l" t="t" r="r" b="b"/>
              <a:pathLst>
                <a:path w="0" h="463550">
                  <a:moveTo>
                    <a:pt x="0" y="0"/>
                  </a:moveTo>
                  <a:lnTo>
                    <a:pt x="0" y="46329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3" name="object 173"/>
          <p:cNvGrpSpPr/>
          <p:nvPr/>
        </p:nvGrpSpPr>
        <p:grpSpPr>
          <a:xfrm>
            <a:off x="6403657" y="2790444"/>
            <a:ext cx="1782445" cy="463550"/>
            <a:chOff x="6403657" y="2790444"/>
            <a:chExt cx="1782445" cy="463550"/>
          </a:xfrm>
        </p:grpSpPr>
        <p:sp>
          <p:nvSpPr>
            <p:cNvPr id="174" name="object 174"/>
            <p:cNvSpPr/>
            <p:nvPr/>
          </p:nvSpPr>
          <p:spPr>
            <a:xfrm>
              <a:off x="6408420" y="2842259"/>
              <a:ext cx="567055" cy="361315"/>
            </a:xfrm>
            <a:custGeom>
              <a:avLst/>
              <a:gdLst/>
              <a:ahLst/>
              <a:cxnLst/>
              <a:rect l="l" t="t" r="r" b="b"/>
              <a:pathLst>
                <a:path w="567054" h="361314">
                  <a:moveTo>
                    <a:pt x="478536" y="231648"/>
                  </a:moveTo>
                  <a:lnTo>
                    <a:pt x="0" y="231648"/>
                  </a:lnTo>
                  <a:lnTo>
                    <a:pt x="0" y="361188"/>
                  </a:lnTo>
                  <a:lnTo>
                    <a:pt x="478536" y="361188"/>
                  </a:lnTo>
                  <a:lnTo>
                    <a:pt x="478536" y="231648"/>
                  </a:lnTo>
                  <a:close/>
                </a:path>
                <a:path w="567054" h="361314">
                  <a:moveTo>
                    <a:pt x="566928" y="0"/>
                  </a:moveTo>
                  <a:lnTo>
                    <a:pt x="0" y="0"/>
                  </a:lnTo>
                  <a:lnTo>
                    <a:pt x="0" y="129540"/>
                  </a:lnTo>
                  <a:lnTo>
                    <a:pt x="566928" y="129540"/>
                  </a:lnTo>
                  <a:lnTo>
                    <a:pt x="566928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6886956" y="2842259"/>
              <a:ext cx="815340" cy="361315"/>
            </a:xfrm>
            <a:custGeom>
              <a:avLst/>
              <a:gdLst/>
              <a:ahLst/>
              <a:cxnLst/>
              <a:rect l="l" t="t" r="r" b="b"/>
              <a:pathLst>
                <a:path w="815340" h="361314">
                  <a:moveTo>
                    <a:pt x="743712" y="231648"/>
                  </a:moveTo>
                  <a:lnTo>
                    <a:pt x="0" y="231648"/>
                  </a:lnTo>
                  <a:lnTo>
                    <a:pt x="0" y="361188"/>
                  </a:lnTo>
                  <a:lnTo>
                    <a:pt x="743712" y="361188"/>
                  </a:lnTo>
                  <a:lnTo>
                    <a:pt x="743712" y="231648"/>
                  </a:lnTo>
                  <a:close/>
                </a:path>
                <a:path w="815340" h="361314">
                  <a:moveTo>
                    <a:pt x="815340" y="0"/>
                  </a:moveTo>
                  <a:lnTo>
                    <a:pt x="88392" y="0"/>
                  </a:lnTo>
                  <a:lnTo>
                    <a:pt x="88392" y="129540"/>
                  </a:lnTo>
                  <a:lnTo>
                    <a:pt x="815340" y="129540"/>
                  </a:lnTo>
                  <a:lnTo>
                    <a:pt x="815340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/>
            <p:cNvSpPr/>
            <p:nvPr/>
          </p:nvSpPr>
          <p:spPr>
            <a:xfrm>
              <a:off x="6886956" y="2842260"/>
              <a:ext cx="815340" cy="361315"/>
            </a:xfrm>
            <a:custGeom>
              <a:avLst/>
              <a:gdLst/>
              <a:ahLst/>
              <a:cxnLst/>
              <a:rect l="l" t="t" r="r" b="b"/>
              <a:pathLst>
                <a:path w="815340" h="361314">
                  <a:moveTo>
                    <a:pt x="815340" y="0"/>
                  </a:moveTo>
                  <a:lnTo>
                    <a:pt x="88392" y="0"/>
                  </a:lnTo>
                  <a:lnTo>
                    <a:pt x="88392" y="129539"/>
                  </a:lnTo>
                  <a:lnTo>
                    <a:pt x="815340" y="129539"/>
                  </a:lnTo>
                  <a:lnTo>
                    <a:pt x="815340" y="0"/>
                  </a:lnTo>
                  <a:close/>
                </a:path>
                <a:path w="815340" h="361314">
                  <a:moveTo>
                    <a:pt x="743712" y="231647"/>
                  </a:moveTo>
                  <a:lnTo>
                    <a:pt x="0" y="231647"/>
                  </a:lnTo>
                  <a:lnTo>
                    <a:pt x="0" y="361188"/>
                  </a:lnTo>
                  <a:lnTo>
                    <a:pt x="743712" y="361188"/>
                  </a:lnTo>
                  <a:lnTo>
                    <a:pt x="743712" y="231647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/>
            <p:cNvSpPr/>
            <p:nvPr/>
          </p:nvSpPr>
          <p:spPr>
            <a:xfrm>
              <a:off x="7630668" y="2842259"/>
              <a:ext cx="550545" cy="361315"/>
            </a:xfrm>
            <a:custGeom>
              <a:avLst/>
              <a:gdLst/>
              <a:ahLst/>
              <a:cxnLst/>
              <a:rect l="l" t="t" r="r" b="b"/>
              <a:pathLst>
                <a:path w="550545" h="361314">
                  <a:moveTo>
                    <a:pt x="550164" y="231648"/>
                  </a:moveTo>
                  <a:lnTo>
                    <a:pt x="0" y="231648"/>
                  </a:lnTo>
                  <a:lnTo>
                    <a:pt x="0" y="361188"/>
                  </a:lnTo>
                  <a:lnTo>
                    <a:pt x="550164" y="361188"/>
                  </a:lnTo>
                  <a:lnTo>
                    <a:pt x="550164" y="231648"/>
                  </a:lnTo>
                  <a:close/>
                </a:path>
                <a:path w="550545" h="361314">
                  <a:moveTo>
                    <a:pt x="550164" y="0"/>
                  </a:moveTo>
                  <a:lnTo>
                    <a:pt x="71628" y="0"/>
                  </a:lnTo>
                  <a:lnTo>
                    <a:pt x="71628" y="129540"/>
                  </a:lnTo>
                  <a:lnTo>
                    <a:pt x="550164" y="129540"/>
                  </a:lnTo>
                  <a:lnTo>
                    <a:pt x="550164" y="0"/>
                  </a:lnTo>
                  <a:close/>
                </a:path>
              </a:pathLst>
            </a:custGeom>
            <a:solidFill>
              <a:srgbClr val="B4B4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/>
            <p:cNvSpPr/>
            <p:nvPr/>
          </p:nvSpPr>
          <p:spPr>
            <a:xfrm>
              <a:off x="7630668" y="2842260"/>
              <a:ext cx="550545" cy="361315"/>
            </a:xfrm>
            <a:custGeom>
              <a:avLst/>
              <a:gdLst/>
              <a:ahLst/>
              <a:cxnLst/>
              <a:rect l="l" t="t" r="r" b="b"/>
              <a:pathLst>
                <a:path w="550545" h="361314">
                  <a:moveTo>
                    <a:pt x="550164" y="0"/>
                  </a:moveTo>
                  <a:lnTo>
                    <a:pt x="71628" y="0"/>
                  </a:lnTo>
                  <a:lnTo>
                    <a:pt x="71628" y="129539"/>
                  </a:lnTo>
                  <a:lnTo>
                    <a:pt x="550164" y="129539"/>
                  </a:lnTo>
                  <a:lnTo>
                    <a:pt x="550164" y="0"/>
                  </a:lnTo>
                  <a:close/>
                </a:path>
                <a:path w="550545" h="361314">
                  <a:moveTo>
                    <a:pt x="550164" y="231647"/>
                  </a:moveTo>
                  <a:lnTo>
                    <a:pt x="0" y="231647"/>
                  </a:lnTo>
                  <a:lnTo>
                    <a:pt x="0" y="361188"/>
                  </a:lnTo>
                  <a:lnTo>
                    <a:pt x="550164" y="361188"/>
                  </a:lnTo>
                  <a:lnTo>
                    <a:pt x="550164" y="231647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6408420" y="2790444"/>
              <a:ext cx="0" cy="463550"/>
            </a:xfrm>
            <a:custGeom>
              <a:avLst/>
              <a:gdLst/>
              <a:ahLst/>
              <a:cxnLst/>
              <a:rect l="l" t="t" r="r" b="b"/>
              <a:pathLst>
                <a:path w="0" h="463550">
                  <a:moveTo>
                    <a:pt x="0" y="0"/>
                  </a:moveTo>
                  <a:lnTo>
                    <a:pt x="0" y="46329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0" name="object 180"/>
          <p:cNvGrpSpPr/>
          <p:nvPr/>
        </p:nvGrpSpPr>
        <p:grpSpPr>
          <a:xfrm>
            <a:off x="6403657" y="3340608"/>
            <a:ext cx="1782445" cy="463550"/>
            <a:chOff x="6403657" y="3340608"/>
            <a:chExt cx="1782445" cy="463550"/>
          </a:xfrm>
        </p:grpSpPr>
        <p:sp>
          <p:nvSpPr>
            <p:cNvPr id="181" name="object 181"/>
            <p:cNvSpPr/>
            <p:nvPr/>
          </p:nvSpPr>
          <p:spPr>
            <a:xfrm>
              <a:off x="6408420" y="3390899"/>
              <a:ext cx="1045844" cy="361315"/>
            </a:xfrm>
            <a:custGeom>
              <a:avLst/>
              <a:gdLst/>
              <a:ahLst/>
              <a:cxnLst/>
              <a:rect l="l" t="t" r="r" b="b"/>
              <a:pathLst>
                <a:path w="1045845" h="361314">
                  <a:moveTo>
                    <a:pt x="885444" y="233172"/>
                  </a:moveTo>
                  <a:lnTo>
                    <a:pt x="0" y="233172"/>
                  </a:lnTo>
                  <a:lnTo>
                    <a:pt x="0" y="361188"/>
                  </a:lnTo>
                  <a:lnTo>
                    <a:pt x="885444" y="361188"/>
                  </a:lnTo>
                  <a:lnTo>
                    <a:pt x="885444" y="233172"/>
                  </a:lnTo>
                  <a:close/>
                </a:path>
                <a:path w="1045845" h="361314">
                  <a:moveTo>
                    <a:pt x="1045464" y="0"/>
                  </a:moveTo>
                  <a:lnTo>
                    <a:pt x="0" y="0"/>
                  </a:lnTo>
                  <a:lnTo>
                    <a:pt x="0" y="129540"/>
                  </a:lnTo>
                  <a:lnTo>
                    <a:pt x="1045464" y="129540"/>
                  </a:lnTo>
                  <a:lnTo>
                    <a:pt x="1045464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/>
            <p:cNvSpPr/>
            <p:nvPr/>
          </p:nvSpPr>
          <p:spPr>
            <a:xfrm>
              <a:off x="7293864" y="3390899"/>
              <a:ext cx="673735" cy="361315"/>
            </a:xfrm>
            <a:custGeom>
              <a:avLst/>
              <a:gdLst/>
              <a:ahLst/>
              <a:cxnLst/>
              <a:rect l="l" t="t" r="r" b="b"/>
              <a:pathLst>
                <a:path w="673734" h="361314">
                  <a:moveTo>
                    <a:pt x="585216" y="233172"/>
                  </a:moveTo>
                  <a:lnTo>
                    <a:pt x="0" y="233172"/>
                  </a:lnTo>
                  <a:lnTo>
                    <a:pt x="0" y="361188"/>
                  </a:lnTo>
                  <a:lnTo>
                    <a:pt x="585216" y="361188"/>
                  </a:lnTo>
                  <a:lnTo>
                    <a:pt x="585216" y="233172"/>
                  </a:lnTo>
                  <a:close/>
                </a:path>
                <a:path w="673734" h="361314">
                  <a:moveTo>
                    <a:pt x="673608" y="0"/>
                  </a:moveTo>
                  <a:lnTo>
                    <a:pt x="160020" y="0"/>
                  </a:lnTo>
                  <a:lnTo>
                    <a:pt x="160020" y="129540"/>
                  </a:lnTo>
                  <a:lnTo>
                    <a:pt x="673608" y="129540"/>
                  </a:lnTo>
                  <a:lnTo>
                    <a:pt x="673608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/>
            <p:cNvSpPr/>
            <p:nvPr/>
          </p:nvSpPr>
          <p:spPr>
            <a:xfrm>
              <a:off x="7293864" y="3390900"/>
              <a:ext cx="673735" cy="361315"/>
            </a:xfrm>
            <a:custGeom>
              <a:avLst/>
              <a:gdLst/>
              <a:ahLst/>
              <a:cxnLst/>
              <a:rect l="l" t="t" r="r" b="b"/>
              <a:pathLst>
                <a:path w="673734" h="361314">
                  <a:moveTo>
                    <a:pt x="673607" y="0"/>
                  </a:moveTo>
                  <a:lnTo>
                    <a:pt x="160019" y="0"/>
                  </a:lnTo>
                  <a:lnTo>
                    <a:pt x="160019" y="129539"/>
                  </a:lnTo>
                  <a:lnTo>
                    <a:pt x="673607" y="129539"/>
                  </a:lnTo>
                  <a:lnTo>
                    <a:pt x="673607" y="0"/>
                  </a:lnTo>
                  <a:close/>
                </a:path>
                <a:path w="673734" h="361314">
                  <a:moveTo>
                    <a:pt x="585215" y="233172"/>
                  </a:moveTo>
                  <a:lnTo>
                    <a:pt x="0" y="233172"/>
                  </a:lnTo>
                  <a:lnTo>
                    <a:pt x="0" y="361188"/>
                  </a:lnTo>
                  <a:lnTo>
                    <a:pt x="585215" y="361188"/>
                  </a:lnTo>
                  <a:lnTo>
                    <a:pt x="585215" y="233172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7879080" y="3390899"/>
              <a:ext cx="302260" cy="361315"/>
            </a:xfrm>
            <a:custGeom>
              <a:avLst/>
              <a:gdLst/>
              <a:ahLst/>
              <a:cxnLst/>
              <a:rect l="l" t="t" r="r" b="b"/>
              <a:pathLst>
                <a:path w="302259" h="361314">
                  <a:moveTo>
                    <a:pt x="301752" y="233172"/>
                  </a:moveTo>
                  <a:lnTo>
                    <a:pt x="0" y="233172"/>
                  </a:lnTo>
                  <a:lnTo>
                    <a:pt x="0" y="361188"/>
                  </a:lnTo>
                  <a:lnTo>
                    <a:pt x="301752" y="361188"/>
                  </a:lnTo>
                  <a:lnTo>
                    <a:pt x="301752" y="233172"/>
                  </a:lnTo>
                  <a:close/>
                </a:path>
                <a:path w="302259" h="361314">
                  <a:moveTo>
                    <a:pt x="301752" y="0"/>
                  </a:moveTo>
                  <a:lnTo>
                    <a:pt x="88392" y="0"/>
                  </a:lnTo>
                  <a:lnTo>
                    <a:pt x="88392" y="129540"/>
                  </a:lnTo>
                  <a:lnTo>
                    <a:pt x="301752" y="129540"/>
                  </a:lnTo>
                  <a:lnTo>
                    <a:pt x="301752" y="0"/>
                  </a:lnTo>
                  <a:close/>
                </a:path>
              </a:pathLst>
            </a:custGeom>
            <a:solidFill>
              <a:srgbClr val="B4B4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/>
            <p:cNvSpPr/>
            <p:nvPr/>
          </p:nvSpPr>
          <p:spPr>
            <a:xfrm>
              <a:off x="7879080" y="3390900"/>
              <a:ext cx="302260" cy="361315"/>
            </a:xfrm>
            <a:custGeom>
              <a:avLst/>
              <a:gdLst/>
              <a:ahLst/>
              <a:cxnLst/>
              <a:rect l="l" t="t" r="r" b="b"/>
              <a:pathLst>
                <a:path w="302259" h="361314">
                  <a:moveTo>
                    <a:pt x="301751" y="0"/>
                  </a:moveTo>
                  <a:lnTo>
                    <a:pt x="88391" y="0"/>
                  </a:lnTo>
                  <a:lnTo>
                    <a:pt x="88391" y="129539"/>
                  </a:lnTo>
                  <a:lnTo>
                    <a:pt x="301751" y="129539"/>
                  </a:lnTo>
                  <a:lnTo>
                    <a:pt x="301751" y="0"/>
                  </a:lnTo>
                  <a:close/>
                </a:path>
                <a:path w="302259" h="361314">
                  <a:moveTo>
                    <a:pt x="301751" y="233172"/>
                  </a:moveTo>
                  <a:lnTo>
                    <a:pt x="0" y="233172"/>
                  </a:lnTo>
                  <a:lnTo>
                    <a:pt x="0" y="361188"/>
                  </a:lnTo>
                  <a:lnTo>
                    <a:pt x="301751" y="361188"/>
                  </a:lnTo>
                  <a:lnTo>
                    <a:pt x="301751" y="233172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/>
            <p:cNvSpPr/>
            <p:nvPr/>
          </p:nvSpPr>
          <p:spPr>
            <a:xfrm>
              <a:off x="6408420" y="3340608"/>
              <a:ext cx="0" cy="463550"/>
            </a:xfrm>
            <a:custGeom>
              <a:avLst/>
              <a:gdLst/>
              <a:ahLst/>
              <a:cxnLst/>
              <a:rect l="l" t="t" r="r" b="b"/>
              <a:pathLst>
                <a:path w="0" h="463550">
                  <a:moveTo>
                    <a:pt x="0" y="0"/>
                  </a:moveTo>
                  <a:lnTo>
                    <a:pt x="0" y="46329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87" name="object 187"/>
          <p:cNvGraphicFramePr>
            <a:graphicFrameLocks noGrp="1"/>
          </p:cNvGraphicFramePr>
          <p:nvPr/>
        </p:nvGraphicFramePr>
        <p:xfrm>
          <a:off x="6403657" y="4480369"/>
          <a:ext cx="1858645" cy="3594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6075"/>
                <a:gridCol w="539750"/>
                <a:gridCol w="53340"/>
                <a:gridCol w="833755"/>
              </a:tblGrid>
              <a:tr h="1289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A21F1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DB526A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B4B4B4"/>
                    </a:solidFill>
                  </a:tcPr>
                </a:tc>
              </a:tr>
              <a:tr h="101600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8DDE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289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A21F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DB526A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B4B4B4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88" name="object 188"/>
          <p:cNvSpPr txBox="1"/>
          <p:nvPr/>
        </p:nvSpPr>
        <p:spPr>
          <a:xfrm>
            <a:off x="970280" y="2398522"/>
            <a:ext cx="480059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b="1">
                <a:latin typeface="Arial"/>
                <a:cs typeface="Arial"/>
              </a:rPr>
              <a:t>Own</a:t>
            </a:r>
            <a:r>
              <a:rPr dirty="0" sz="800" spc="-5" b="1">
                <a:latin typeface="Arial"/>
                <a:cs typeface="Arial"/>
              </a:rPr>
              <a:t> </a:t>
            </a:r>
            <a:r>
              <a:rPr dirty="0" sz="800" spc="-20" b="1">
                <a:latin typeface="Arial"/>
                <a:cs typeface="Arial"/>
              </a:rPr>
              <a:t>bike</a:t>
            </a:r>
            <a:endParaRPr sz="800">
              <a:latin typeface="Arial"/>
              <a:cs typeface="Arial"/>
            </a:endParaRPr>
          </a:p>
        </p:txBody>
      </p:sp>
      <p:sp>
        <p:nvSpPr>
          <p:cNvPr id="189" name="object 189"/>
          <p:cNvSpPr txBox="1"/>
          <p:nvPr/>
        </p:nvSpPr>
        <p:spPr>
          <a:xfrm>
            <a:off x="970280" y="3498341"/>
            <a:ext cx="42799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b="1">
                <a:latin typeface="Arial"/>
                <a:cs typeface="Arial"/>
              </a:rPr>
              <a:t>Own</a:t>
            </a:r>
            <a:r>
              <a:rPr dirty="0" sz="800" spc="-5" b="1">
                <a:latin typeface="Arial"/>
                <a:cs typeface="Arial"/>
              </a:rPr>
              <a:t> </a:t>
            </a:r>
            <a:r>
              <a:rPr dirty="0" sz="800" spc="-25" b="1">
                <a:latin typeface="Arial"/>
                <a:cs typeface="Arial"/>
              </a:rPr>
              <a:t>car</a:t>
            </a:r>
            <a:endParaRPr sz="800">
              <a:latin typeface="Arial"/>
              <a:cs typeface="Arial"/>
            </a:endParaRPr>
          </a:p>
        </p:txBody>
      </p:sp>
      <p:sp>
        <p:nvSpPr>
          <p:cNvPr id="190" name="object 190"/>
          <p:cNvSpPr txBox="1"/>
          <p:nvPr/>
        </p:nvSpPr>
        <p:spPr>
          <a:xfrm>
            <a:off x="970280" y="3966209"/>
            <a:ext cx="473075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800" spc="-10" b="1">
                <a:latin typeface="Arial"/>
                <a:cs typeface="Arial"/>
              </a:rPr>
              <a:t>Public transport</a:t>
            </a:r>
            <a:endParaRPr sz="800">
              <a:latin typeface="Arial"/>
              <a:cs typeface="Arial"/>
            </a:endParaRPr>
          </a:p>
        </p:txBody>
      </p:sp>
      <p:sp>
        <p:nvSpPr>
          <p:cNvPr id="191" name="object 191"/>
          <p:cNvSpPr txBox="1"/>
          <p:nvPr/>
        </p:nvSpPr>
        <p:spPr>
          <a:xfrm>
            <a:off x="970280" y="4468495"/>
            <a:ext cx="41910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800" spc="-10" b="1">
                <a:latin typeface="Arial"/>
                <a:cs typeface="Arial"/>
              </a:rPr>
              <a:t>Shared micro-mobility</a:t>
            </a:r>
            <a:endParaRPr sz="800">
              <a:latin typeface="Arial"/>
              <a:cs typeface="Arial"/>
            </a:endParaRPr>
          </a:p>
        </p:txBody>
      </p:sp>
      <p:sp>
        <p:nvSpPr>
          <p:cNvPr id="192" name="object 192"/>
          <p:cNvSpPr txBox="1"/>
          <p:nvPr/>
        </p:nvSpPr>
        <p:spPr>
          <a:xfrm>
            <a:off x="970280" y="5077205"/>
            <a:ext cx="394335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800" spc="-20" b="1">
                <a:latin typeface="Arial"/>
                <a:cs typeface="Arial"/>
              </a:rPr>
              <a:t>Car-</a:t>
            </a:r>
            <a:r>
              <a:rPr dirty="0" sz="800" spc="-10" b="1">
                <a:latin typeface="Arial"/>
                <a:cs typeface="Arial"/>
              </a:rPr>
              <a:t>sharing</a:t>
            </a:r>
            <a:endParaRPr sz="800">
              <a:latin typeface="Arial"/>
              <a:cs typeface="Arial"/>
            </a:endParaRPr>
          </a:p>
        </p:txBody>
      </p:sp>
      <p:sp>
        <p:nvSpPr>
          <p:cNvPr id="193" name="object 193"/>
          <p:cNvSpPr txBox="1"/>
          <p:nvPr/>
        </p:nvSpPr>
        <p:spPr>
          <a:xfrm>
            <a:off x="970280" y="5624576"/>
            <a:ext cx="356235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800" spc="-10" b="1">
                <a:latin typeface="Arial"/>
                <a:cs typeface="Arial"/>
              </a:rPr>
              <a:t>Ride-hailing</a:t>
            </a:r>
            <a:endParaRPr sz="800">
              <a:latin typeface="Arial"/>
              <a:cs typeface="Arial"/>
            </a:endParaRPr>
          </a:p>
        </p:txBody>
      </p:sp>
      <p:sp>
        <p:nvSpPr>
          <p:cNvPr id="194" name="object 194"/>
          <p:cNvSpPr txBox="1"/>
          <p:nvPr/>
        </p:nvSpPr>
        <p:spPr>
          <a:xfrm>
            <a:off x="11612626" y="6500876"/>
            <a:ext cx="132080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 spc="-25">
                <a:latin typeface="Arial"/>
                <a:cs typeface="Arial"/>
              </a:rPr>
              <a:t>18</a:t>
            </a:r>
            <a:endParaRPr sz="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6341160"/>
            <a:ext cx="1062355" cy="3003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300"/>
              </a:lnSpc>
              <a:spcBef>
                <a:spcPts val="95"/>
              </a:spcBef>
            </a:pPr>
            <a:r>
              <a:rPr dirty="0" sz="750">
                <a:latin typeface="Arial"/>
                <a:cs typeface="Arial"/>
              </a:rPr>
              <a:t>Digital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Auto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Report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-20">
                <a:latin typeface="Arial"/>
                <a:cs typeface="Arial"/>
              </a:rPr>
              <a:t>2023</a:t>
            </a:r>
            <a:r>
              <a:rPr dirty="0" sz="750" spc="-10">
                <a:latin typeface="Arial"/>
                <a:cs typeface="Arial"/>
              </a:rPr>
              <a:t> Strategy&amp;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552253" y="1850135"/>
            <a:ext cx="1495425" cy="935990"/>
            <a:chOff x="3552253" y="1850135"/>
            <a:chExt cx="1495425" cy="9359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52253" y="1850135"/>
              <a:ext cx="1495043" cy="935545"/>
            </a:xfrm>
            <a:prstGeom prst="rect">
              <a:avLst/>
            </a:prstGeom>
          </p:spPr>
        </p:pic>
        <p:pic>
          <p:nvPicPr>
            <p:cNvPr id="5" name="object 5" descr="USA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32503" y="2154935"/>
              <a:ext cx="452627" cy="286512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6143244" y="1671827"/>
            <a:ext cx="1513205" cy="1043940"/>
            <a:chOff x="6143244" y="1671827"/>
            <a:chExt cx="1513205" cy="1043940"/>
          </a:xfrm>
        </p:grpSpPr>
        <p:sp>
          <p:nvSpPr>
            <p:cNvPr id="7" name="object 7"/>
            <p:cNvSpPr/>
            <p:nvPr/>
          </p:nvSpPr>
          <p:spPr>
            <a:xfrm>
              <a:off x="6143244" y="1671827"/>
              <a:ext cx="1513205" cy="1043940"/>
            </a:xfrm>
            <a:custGeom>
              <a:avLst/>
              <a:gdLst/>
              <a:ahLst/>
              <a:cxnLst/>
              <a:rect l="l" t="t" r="r" b="b"/>
              <a:pathLst>
                <a:path w="1513204" h="1043939">
                  <a:moveTo>
                    <a:pt x="945896" y="1012063"/>
                  </a:moveTo>
                  <a:lnTo>
                    <a:pt x="941705" y="996696"/>
                  </a:lnTo>
                  <a:lnTo>
                    <a:pt x="896747" y="996696"/>
                  </a:lnTo>
                  <a:lnTo>
                    <a:pt x="871728" y="1008126"/>
                  </a:lnTo>
                  <a:lnTo>
                    <a:pt x="871728" y="1032002"/>
                  </a:lnTo>
                  <a:lnTo>
                    <a:pt x="884301" y="1043432"/>
                  </a:lnTo>
                  <a:lnTo>
                    <a:pt x="904621" y="1043432"/>
                  </a:lnTo>
                  <a:lnTo>
                    <a:pt x="925576" y="1035431"/>
                  </a:lnTo>
                  <a:lnTo>
                    <a:pt x="945896" y="1012063"/>
                  </a:lnTo>
                  <a:close/>
                </a:path>
                <a:path w="1513204" h="1043939">
                  <a:moveTo>
                    <a:pt x="1512824" y="146558"/>
                  </a:moveTo>
                  <a:lnTo>
                    <a:pt x="1475486" y="106934"/>
                  </a:lnTo>
                  <a:lnTo>
                    <a:pt x="1442466" y="146558"/>
                  </a:lnTo>
                  <a:lnTo>
                    <a:pt x="1417828" y="114935"/>
                  </a:lnTo>
                  <a:lnTo>
                    <a:pt x="1388872" y="102870"/>
                  </a:lnTo>
                  <a:lnTo>
                    <a:pt x="1343279" y="94869"/>
                  </a:lnTo>
                  <a:lnTo>
                    <a:pt x="1297559" y="51689"/>
                  </a:lnTo>
                  <a:lnTo>
                    <a:pt x="1227836" y="0"/>
                  </a:lnTo>
                  <a:lnTo>
                    <a:pt x="1182116" y="4064"/>
                  </a:lnTo>
                  <a:lnTo>
                    <a:pt x="1140587" y="39624"/>
                  </a:lnTo>
                  <a:lnTo>
                    <a:pt x="1136396" y="51689"/>
                  </a:lnTo>
                  <a:lnTo>
                    <a:pt x="1153287" y="71247"/>
                  </a:lnTo>
                  <a:lnTo>
                    <a:pt x="1153287" y="94869"/>
                  </a:lnTo>
                  <a:lnTo>
                    <a:pt x="1144778" y="122428"/>
                  </a:lnTo>
                  <a:lnTo>
                    <a:pt x="1128522" y="142494"/>
                  </a:lnTo>
                  <a:lnTo>
                    <a:pt x="1103376" y="142494"/>
                  </a:lnTo>
                  <a:lnTo>
                    <a:pt x="1099185" y="213233"/>
                  </a:lnTo>
                  <a:lnTo>
                    <a:pt x="1111758" y="217297"/>
                  </a:lnTo>
                  <a:lnTo>
                    <a:pt x="1140587" y="201676"/>
                  </a:lnTo>
                  <a:lnTo>
                    <a:pt x="1161669" y="217297"/>
                  </a:lnTo>
                  <a:lnTo>
                    <a:pt x="1177925" y="217297"/>
                  </a:lnTo>
                  <a:lnTo>
                    <a:pt x="1177925" y="233299"/>
                  </a:lnTo>
                  <a:lnTo>
                    <a:pt x="1153287" y="241300"/>
                  </a:lnTo>
                  <a:lnTo>
                    <a:pt x="1140587" y="241300"/>
                  </a:lnTo>
                  <a:lnTo>
                    <a:pt x="1120140" y="280543"/>
                  </a:lnTo>
                  <a:lnTo>
                    <a:pt x="1099185" y="280543"/>
                  </a:lnTo>
                  <a:lnTo>
                    <a:pt x="1074547" y="312166"/>
                  </a:lnTo>
                  <a:lnTo>
                    <a:pt x="1037209" y="312166"/>
                  </a:lnTo>
                  <a:lnTo>
                    <a:pt x="1025144" y="336169"/>
                  </a:lnTo>
                  <a:lnTo>
                    <a:pt x="1033018" y="347726"/>
                  </a:lnTo>
                  <a:lnTo>
                    <a:pt x="1012571" y="355727"/>
                  </a:lnTo>
                  <a:lnTo>
                    <a:pt x="1004189" y="371348"/>
                  </a:lnTo>
                  <a:lnTo>
                    <a:pt x="930148" y="387350"/>
                  </a:lnTo>
                  <a:lnTo>
                    <a:pt x="913384" y="402971"/>
                  </a:lnTo>
                  <a:lnTo>
                    <a:pt x="838835" y="406908"/>
                  </a:lnTo>
                  <a:lnTo>
                    <a:pt x="810006" y="395351"/>
                  </a:lnTo>
                  <a:lnTo>
                    <a:pt x="768477" y="391414"/>
                  </a:lnTo>
                  <a:lnTo>
                    <a:pt x="748030" y="399415"/>
                  </a:lnTo>
                  <a:lnTo>
                    <a:pt x="657225" y="395351"/>
                  </a:lnTo>
                  <a:lnTo>
                    <a:pt x="628269" y="395351"/>
                  </a:lnTo>
                  <a:lnTo>
                    <a:pt x="595249" y="339725"/>
                  </a:lnTo>
                  <a:lnTo>
                    <a:pt x="545338" y="300609"/>
                  </a:lnTo>
                  <a:lnTo>
                    <a:pt x="470789" y="280543"/>
                  </a:lnTo>
                  <a:lnTo>
                    <a:pt x="462915" y="264922"/>
                  </a:lnTo>
                  <a:lnTo>
                    <a:pt x="470789" y="217297"/>
                  </a:lnTo>
                  <a:lnTo>
                    <a:pt x="458724" y="189738"/>
                  </a:lnTo>
                  <a:lnTo>
                    <a:pt x="434086" y="166116"/>
                  </a:lnTo>
                  <a:lnTo>
                    <a:pt x="388493" y="146558"/>
                  </a:lnTo>
                  <a:lnTo>
                    <a:pt x="363728" y="102870"/>
                  </a:lnTo>
                  <a:lnTo>
                    <a:pt x="342773" y="114935"/>
                  </a:lnTo>
                  <a:lnTo>
                    <a:pt x="334899" y="134493"/>
                  </a:lnTo>
                  <a:lnTo>
                    <a:pt x="318135" y="134493"/>
                  </a:lnTo>
                  <a:lnTo>
                    <a:pt x="313944" y="162052"/>
                  </a:lnTo>
                  <a:lnTo>
                    <a:pt x="289179" y="181610"/>
                  </a:lnTo>
                  <a:lnTo>
                    <a:pt x="264541" y="174117"/>
                  </a:lnTo>
                  <a:lnTo>
                    <a:pt x="239903" y="209804"/>
                  </a:lnTo>
                  <a:lnTo>
                    <a:pt x="247777" y="225298"/>
                  </a:lnTo>
                  <a:lnTo>
                    <a:pt x="198374" y="241300"/>
                  </a:lnTo>
                  <a:lnTo>
                    <a:pt x="194183" y="312166"/>
                  </a:lnTo>
                  <a:lnTo>
                    <a:pt x="173736" y="316103"/>
                  </a:lnTo>
                  <a:lnTo>
                    <a:pt x="165354" y="339725"/>
                  </a:lnTo>
                  <a:lnTo>
                    <a:pt x="128016" y="351790"/>
                  </a:lnTo>
                  <a:lnTo>
                    <a:pt x="94996" y="351790"/>
                  </a:lnTo>
                  <a:lnTo>
                    <a:pt x="78232" y="371348"/>
                  </a:lnTo>
                  <a:lnTo>
                    <a:pt x="45085" y="363855"/>
                  </a:lnTo>
                  <a:lnTo>
                    <a:pt x="8382" y="367792"/>
                  </a:lnTo>
                  <a:lnTo>
                    <a:pt x="0" y="406908"/>
                  </a:lnTo>
                  <a:lnTo>
                    <a:pt x="8382" y="402971"/>
                  </a:lnTo>
                  <a:lnTo>
                    <a:pt x="12065" y="442595"/>
                  </a:lnTo>
                  <a:lnTo>
                    <a:pt x="0" y="462661"/>
                  </a:lnTo>
                  <a:lnTo>
                    <a:pt x="8382" y="509778"/>
                  </a:lnTo>
                  <a:lnTo>
                    <a:pt x="0" y="513842"/>
                  </a:lnTo>
                  <a:lnTo>
                    <a:pt x="28829" y="533400"/>
                  </a:lnTo>
                  <a:lnTo>
                    <a:pt x="53594" y="537464"/>
                  </a:lnTo>
                  <a:lnTo>
                    <a:pt x="82423" y="577088"/>
                  </a:lnTo>
                  <a:lnTo>
                    <a:pt x="86614" y="600583"/>
                  </a:lnTo>
                  <a:lnTo>
                    <a:pt x="70358" y="589153"/>
                  </a:lnTo>
                  <a:lnTo>
                    <a:pt x="78232" y="624205"/>
                  </a:lnTo>
                  <a:lnTo>
                    <a:pt x="107569" y="644271"/>
                  </a:lnTo>
                  <a:lnTo>
                    <a:pt x="119634" y="659892"/>
                  </a:lnTo>
                  <a:lnTo>
                    <a:pt x="161163" y="659892"/>
                  </a:lnTo>
                  <a:lnTo>
                    <a:pt x="189992" y="679958"/>
                  </a:lnTo>
                  <a:lnTo>
                    <a:pt x="218948" y="691515"/>
                  </a:lnTo>
                  <a:lnTo>
                    <a:pt x="235712" y="703453"/>
                  </a:lnTo>
                  <a:lnTo>
                    <a:pt x="251968" y="711581"/>
                  </a:lnTo>
                  <a:lnTo>
                    <a:pt x="284988" y="703453"/>
                  </a:lnTo>
                  <a:lnTo>
                    <a:pt x="289179" y="719074"/>
                  </a:lnTo>
                  <a:lnTo>
                    <a:pt x="301879" y="703453"/>
                  </a:lnTo>
                  <a:lnTo>
                    <a:pt x="334899" y="699516"/>
                  </a:lnTo>
                  <a:lnTo>
                    <a:pt x="351155" y="703453"/>
                  </a:lnTo>
                  <a:lnTo>
                    <a:pt x="367919" y="699516"/>
                  </a:lnTo>
                  <a:lnTo>
                    <a:pt x="425704" y="719074"/>
                  </a:lnTo>
                  <a:lnTo>
                    <a:pt x="516509" y="691515"/>
                  </a:lnTo>
                  <a:lnTo>
                    <a:pt x="545338" y="699516"/>
                  </a:lnTo>
                  <a:lnTo>
                    <a:pt x="562229" y="691515"/>
                  </a:lnTo>
                  <a:lnTo>
                    <a:pt x="566420" y="715518"/>
                  </a:lnTo>
                  <a:lnTo>
                    <a:pt x="582676" y="727075"/>
                  </a:lnTo>
                  <a:lnTo>
                    <a:pt x="595249" y="719074"/>
                  </a:lnTo>
                  <a:lnTo>
                    <a:pt x="611505" y="735076"/>
                  </a:lnTo>
                  <a:lnTo>
                    <a:pt x="624078" y="750697"/>
                  </a:lnTo>
                  <a:lnTo>
                    <a:pt x="619887" y="798322"/>
                  </a:lnTo>
                  <a:lnTo>
                    <a:pt x="603123" y="817880"/>
                  </a:lnTo>
                  <a:lnTo>
                    <a:pt x="599440" y="842010"/>
                  </a:lnTo>
                  <a:lnTo>
                    <a:pt x="603123" y="869569"/>
                  </a:lnTo>
                  <a:lnTo>
                    <a:pt x="615696" y="857504"/>
                  </a:lnTo>
                  <a:lnTo>
                    <a:pt x="619887" y="857504"/>
                  </a:lnTo>
                  <a:lnTo>
                    <a:pt x="624078" y="869569"/>
                  </a:lnTo>
                  <a:lnTo>
                    <a:pt x="628269" y="889127"/>
                  </a:lnTo>
                  <a:lnTo>
                    <a:pt x="644652" y="889127"/>
                  </a:lnTo>
                  <a:lnTo>
                    <a:pt x="636143" y="901192"/>
                  </a:lnTo>
                  <a:lnTo>
                    <a:pt x="636143" y="916813"/>
                  </a:lnTo>
                  <a:lnTo>
                    <a:pt x="657225" y="920750"/>
                  </a:lnTo>
                  <a:lnTo>
                    <a:pt x="653034" y="932815"/>
                  </a:lnTo>
                  <a:lnTo>
                    <a:pt x="669290" y="940308"/>
                  </a:lnTo>
                  <a:lnTo>
                    <a:pt x="698627" y="920750"/>
                  </a:lnTo>
                  <a:lnTo>
                    <a:pt x="710692" y="936879"/>
                  </a:lnTo>
                  <a:lnTo>
                    <a:pt x="739648" y="936879"/>
                  </a:lnTo>
                  <a:lnTo>
                    <a:pt x="723392" y="912749"/>
                  </a:lnTo>
                  <a:lnTo>
                    <a:pt x="719074" y="901192"/>
                  </a:lnTo>
                  <a:lnTo>
                    <a:pt x="739648" y="901192"/>
                  </a:lnTo>
                  <a:lnTo>
                    <a:pt x="748030" y="893191"/>
                  </a:lnTo>
                  <a:lnTo>
                    <a:pt x="756412" y="893191"/>
                  </a:lnTo>
                  <a:lnTo>
                    <a:pt x="764794" y="881126"/>
                  </a:lnTo>
                  <a:lnTo>
                    <a:pt x="793623" y="885190"/>
                  </a:lnTo>
                  <a:lnTo>
                    <a:pt x="793623" y="901192"/>
                  </a:lnTo>
                  <a:lnTo>
                    <a:pt x="818388" y="936879"/>
                  </a:lnTo>
                  <a:lnTo>
                    <a:pt x="851408" y="936879"/>
                  </a:lnTo>
                  <a:lnTo>
                    <a:pt x="863981" y="948436"/>
                  </a:lnTo>
                  <a:lnTo>
                    <a:pt x="905002" y="948436"/>
                  </a:lnTo>
                  <a:lnTo>
                    <a:pt x="900811" y="964438"/>
                  </a:lnTo>
                  <a:lnTo>
                    <a:pt x="909193" y="983996"/>
                  </a:lnTo>
                  <a:lnTo>
                    <a:pt x="933831" y="979932"/>
                  </a:lnTo>
                  <a:lnTo>
                    <a:pt x="925957" y="964438"/>
                  </a:lnTo>
                  <a:lnTo>
                    <a:pt x="942213" y="948436"/>
                  </a:lnTo>
                  <a:lnTo>
                    <a:pt x="996315" y="944372"/>
                  </a:lnTo>
                  <a:lnTo>
                    <a:pt x="1049782" y="928751"/>
                  </a:lnTo>
                  <a:lnTo>
                    <a:pt x="1074547" y="940308"/>
                  </a:lnTo>
                  <a:lnTo>
                    <a:pt x="1099185" y="912749"/>
                  </a:lnTo>
                  <a:lnTo>
                    <a:pt x="1140587" y="897255"/>
                  </a:lnTo>
                  <a:lnTo>
                    <a:pt x="1149096" y="873633"/>
                  </a:lnTo>
                  <a:lnTo>
                    <a:pt x="1190498" y="834009"/>
                  </a:lnTo>
                  <a:lnTo>
                    <a:pt x="1190498" y="817880"/>
                  </a:lnTo>
                  <a:lnTo>
                    <a:pt x="1223518" y="798322"/>
                  </a:lnTo>
                  <a:lnTo>
                    <a:pt x="1235710" y="762762"/>
                  </a:lnTo>
                  <a:lnTo>
                    <a:pt x="1252474" y="766699"/>
                  </a:lnTo>
                  <a:lnTo>
                    <a:pt x="1260856" y="747141"/>
                  </a:lnTo>
                  <a:lnTo>
                    <a:pt x="1264539" y="727075"/>
                  </a:lnTo>
                  <a:lnTo>
                    <a:pt x="1256665" y="703453"/>
                  </a:lnTo>
                  <a:lnTo>
                    <a:pt x="1264539" y="671830"/>
                  </a:lnTo>
                  <a:lnTo>
                    <a:pt x="1239901" y="612648"/>
                  </a:lnTo>
                  <a:lnTo>
                    <a:pt x="1227836" y="577088"/>
                  </a:lnTo>
                  <a:lnTo>
                    <a:pt x="1210945" y="553466"/>
                  </a:lnTo>
                  <a:lnTo>
                    <a:pt x="1206754" y="541401"/>
                  </a:lnTo>
                  <a:lnTo>
                    <a:pt x="1223518" y="517906"/>
                  </a:lnTo>
                  <a:lnTo>
                    <a:pt x="1260856" y="494284"/>
                  </a:lnTo>
                  <a:lnTo>
                    <a:pt x="1289685" y="494284"/>
                  </a:lnTo>
                  <a:lnTo>
                    <a:pt x="1289685" y="474218"/>
                  </a:lnTo>
                  <a:lnTo>
                    <a:pt x="1248283" y="470154"/>
                  </a:lnTo>
                  <a:lnTo>
                    <a:pt x="1223518" y="462661"/>
                  </a:lnTo>
                  <a:lnTo>
                    <a:pt x="1215136" y="474218"/>
                  </a:lnTo>
                  <a:lnTo>
                    <a:pt x="1194689" y="474218"/>
                  </a:lnTo>
                  <a:lnTo>
                    <a:pt x="1190498" y="458597"/>
                  </a:lnTo>
                  <a:lnTo>
                    <a:pt x="1173734" y="458597"/>
                  </a:lnTo>
                  <a:lnTo>
                    <a:pt x="1153287" y="423037"/>
                  </a:lnTo>
                  <a:lnTo>
                    <a:pt x="1173734" y="406908"/>
                  </a:lnTo>
                  <a:lnTo>
                    <a:pt x="1198372" y="410972"/>
                  </a:lnTo>
                  <a:lnTo>
                    <a:pt x="1252474" y="363855"/>
                  </a:lnTo>
                  <a:lnTo>
                    <a:pt x="1268730" y="363855"/>
                  </a:lnTo>
                  <a:lnTo>
                    <a:pt x="1281303" y="375285"/>
                  </a:lnTo>
                  <a:lnTo>
                    <a:pt x="1281303" y="383413"/>
                  </a:lnTo>
                  <a:lnTo>
                    <a:pt x="1260856" y="399415"/>
                  </a:lnTo>
                  <a:lnTo>
                    <a:pt x="1268730" y="410972"/>
                  </a:lnTo>
                  <a:lnTo>
                    <a:pt x="1252474" y="423037"/>
                  </a:lnTo>
                  <a:lnTo>
                    <a:pt x="1252474" y="431038"/>
                  </a:lnTo>
                  <a:lnTo>
                    <a:pt x="1272921" y="431038"/>
                  </a:lnTo>
                  <a:lnTo>
                    <a:pt x="1285494" y="410972"/>
                  </a:lnTo>
                  <a:lnTo>
                    <a:pt x="1330706" y="402971"/>
                  </a:lnTo>
                  <a:lnTo>
                    <a:pt x="1334897" y="379349"/>
                  </a:lnTo>
                  <a:lnTo>
                    <a:pt x="1355852" y="379349"/>
                  </a:lnTo>
                  <a:lnTo>
                    <a:pt x="1372108" y="351790"/>
                  </a:lnTo>
                  <a:lnTo>
                    <a:pt x="1422019" y="351790"/>
                  </a:lnTo>
                  <a:lnTo>
                    <a:pt x="1422019" y="332232"/>
                  </a:lnTo>
                  <a:lnTo>
                    <a:pt x="1438275" y="316103"/>
                  </a:lnTo>
                  <a:lnTo>
                    <a:pt x="1462913" y="320167"/>
                  </a:lnTo>
                  <a:lnTo>
                    <a:pt x="1475486" y="280543"/>
                  </a:lnTo>
                  <a:lnTo>
                    <a:pt x="1471295" y="260985"/>
                  </a:lnTo>
                  <a:lnTo>
                    <a:pt x="1455039" y="244856"/>
                  </a:lnTo>
                  <a:lnTo>
                    <a:pt x="1492377" y="217297"/>
                  </a:lnTo>
                  <a:lnTo>
                    <a:pt x="1483995" y="149987"/>
                  </a:lnTo>
                  <a:lnTo>
                    <a:pt x="1504442" y="158115"/>
                  </a:lnTo>
                  <a:lnTo>
                    <a:pt x="1512824" y="146558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China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80276" y="2119883"/>
              <a:ext cx="359664" cy="227075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447865" y="1729739"/>
            <a:ext cx="2092960" cy="3343910"/>
            <a:chOff x="447865" y="1729739"/>
            <a:chExt cx="2092960" cy="3343910"/>
          </a:xfrm>
        </p:grpSpPr>
        <p:sp>
          <p:nvSpPr>
            <p:cNvPr id="10" name="object 10"/>
            <p:cNvSpPr/>
            <p:nvPr/>
          </p:nvSpPr>
          <p:spPr>
            <a:xfrm>
              <a:off x="1103376" y="1729739"/>
              <a:ext cx="873125" cy="1305560"/>
            </a:xfrm>
            <a:custGeom>
              <a:avLst/>
              <a:gdLst/>
              <a:ahLst/>
              <a:cxnLst/>
              <a:rect l="l" t="t" r="r" b="b"/>
              <a:pathLst>
                <a:path w="873125" h="1305560">
                  <a:moveTo>
                    <a:pt x="314198" y="0"/>
                  </a:moveTo>
                  <a:lnTo>
                    <a:pt x="314198" y="34416"/>
                  </a:lnTo>
                  <a:lnTo>
                    <a:pt x="334645" y="72389"/>
                  </a:lnTo>
                  <a:lnTo>
                    <a:pt x="307467" y="76072"/>
                  </a:lnTo>
                  <a:lnTo>
                    <a:pt x="300863" y="90804"/>
                  </a:lnTo>
                  <a:lnTo>
                    <a:pt x="328041" y="98805"/>
                  </a:lnTo>
                  <a:lnTo>
                    <a:pt x="314198" y="113537"/>
                  </a:lnTo>
                  <a:lnTo>
                    <a:pt x="328041" y="125221"/>
                  </a:lnTo>
                  <a:lnTo>
                    <a:pt x="328041" y="136270"/>
                  </a:lnTo>
                  <a:lnTo>
                    <a:pt x="320802" y="144271"/>
                  </a:lnTo>
                  <a:lnTo>
                    <a:pt x="331343" y="166877"/>
                  </a:lnTo>
                  <a:lnTo>
                    <a:pt x="365125" y="185292"/>
                  </a:lnTo>
                  <a:lnTo>
                    <a:pt x="371856" y="216026"/>
                  </a:lnTo>
                  <a:lnTo>
                    <a:pt x="365125" y="216026"/>
                  </a:lnTo>
                  <a:lnTo>
                    <a:pt x="344678" y="185292"/>
                  </a:lnTo>
                  <a:lnTo>
                    <a:pt x="294259" y="166877"/>
                  </a:lnTo>
                  <a:lnTo>
                    <a:pt x="280416" y="185292"/>
                  </a:lnTo>
                  <a:lnTo>
                    <a:pt x="287020" y="230758"/>
                  </a:lnTo>
                  <a:lnTo>
                    <a:pt x="280416" y="235076"/>
                  </a:lnTo>
                  <a:lnTo>
                    <a:pt x="270383" y="216026"/>
                  </a:lnTo>
                  <a:lnTo>
                    <a:pt x="260476" y="219709"/>
                  </a:lnTo>
                  <a:lnTo>
                    <a:pt x="267081" y="242442"/>
                  </a:lnTo>
                  <a:lnTo>
                    <a:pt x="260476" y="249808"/>
                  </a:lnTo>
                  <a:lnTo>
                    <a:pt x="249936" y="249808"/>
                  </a:lnTo>
                  <a:lnTo>
                    <a:pt x="236601" y="235076"/>
                  </a:lnTo>
                  <a:lnTo>
                    <a:pt x="243204" y="219709"/>
                  </a:lnTo>
                  <a:lnTo>
                    <a:pt x="239903" y="181609"/>
                  </a:lnTo>
                  <a:lnTo>
                    <a:pt x="172339" y="193293"/>
                  </a:lnTo>
                  <a:lnTo>
                    <a:pt x="145173" y="212343"/>
                  </a:lnTo>
                  <a:lnTo>
                    <a:pt x="145173" y="227075"/>
                  </a:lnTo>
                  <a:lnTo>
                    <a:pt x="158470" y="238759"/>
                  </a:lnTo>
                  <a:lnTo>
                    <a:pt x="162344" y="257809"/>
                  </a:lnTo>
                  <a:lnTo>
                    <a:pt x="155143" y="261492"/>
                  </a:lnTo>
                  <a:lnTo>
                    <a:pt x="155143" y="280542"/>
                  </a:lnTo>
                  <a:lnTo>
                    <a:pt x="138518" y="355980"/>
                  </a:lnTo>
                  <a:lnTo>
                    <a:pt x="124675" y="363346"/>
                  </a:lnTo>
                  <a:lnTo>
                    <a:pt x="111378" y="359663"/>
                  </a:lnTo>
                  <a:lnTo>
                    <a:pt x="101396" y="382396"/>
                  </a:lnTo>
                  <a:lnTo>
                    <a:pt x="118021" y="389762"/>
                  </a:lnTo>
                  <a:lnTo>
                    <a:pt x="127990" y="416178"/>
                  </a:lnTo>
                  <a:lnTo>
                    <a:pt x="121348" y="438784"/>
                  </a:lnTo>
                  <a:lnTo>
                    <a:pt x="98069" y="457834"/>
                  </a:lnTo>
                  <a:lnTo>
                    <a:pt x="104724" y="465835"/>
                  </a:lnTo>
                  <a:lnTo>
                    <a:pt x="101396" y="480567"/>
                  </a:lnTo>
                  <a:lnTo>
                    <a:pt x="67602" y="492251"/>
                  </a:lnTo>
                  <a:lnTo>
                    <a:pt x="37122" y="480567"/>
                  </a:lnTo>
                  <a:lnTo>
                    <a:pt x="16624" y="495934"/>
                  </a:lnTo>
                  <a:lnTo>
                    <a:pt x="29921" y="533399"/>
                  </a:lnTo>
                  <a:lnTo>
                    <a:pt x="23266" y="601471"/>
                  </a:lnTo>
                  <a:lnTo>
                    <a:pt x="3327" y="616838"/>
                  </a:lnTo>
                  <a:lnTo>
                    <a:pt x="6654" y="651255"/>
                  </a:lnTo>
                  <a:lnTo>
                    <a:pt x="0" y="665860"/>
                  </a:lnTo>
                  <a:lnTo>
                    <a:pt x="16624" y="681227"/>
                  </a:lnTo>
                  <a:lnTo>
                    <a:pt x="13296" y="703960"/>
                  </a:lnTo>
                  <a:lnTo>
                    <a:pt x="33794" y="745743"/>
                  </a:lnTo>
                  <a:lnTo>
                    <a:pt x="23266" y="756792"/>
                  </a:lnTo>
                  <a:lnTo>
                    <a:pt x="9969" y="764158"/>
                  </a:lnTo>
                  <a:lnTo>
                    <a:pt x="3327" y="779525"/>
                  </a:lnTo>
                  <a:lnTo>
                    <a:pt x="13296" y="821181"/>
                  </a:lnTo>
                  <a:lnTo>
                    <a:pt x="33794" y="843914"/>
                  </a:lnTo>
                  <a:lnTo>
                    <a:pt x="19951" y="870330"/>
                  </a:lnTo>
                  <a:lnTo>
                    <a:pt x="19951" y="889380"/>
                  </a:lnTo>
                  <a:lnTo>
                    <a:pt x="29921" y="900429"/>
                  </a:lnTo>
                  <a:lnTo>
                    <a:pt x="53746" y="945768"/>
                  </a:lnTo>
                  <a:lnTo>
                    <a:pt x="70929" y="938402"/>
                  </a:lnTo>
                  <a:lnTo>
                    <a:pt x="74244" y="957452"/>
                  </a:lnTo>
                  <a:lnTo>
                    <a:pt x="104724" y="957452"/>
                  </a:lnTo>
                  <a:lnTo>
                    <a:pt x="104724" y="949451"/>
                  </a:lnTo>
                  <a:lnTo>
                    <a:pt x="138518" y="972184"/>
                  </a:lnTo>
                  <a:lnTo>
                    <a:pt x="158470" y="976502"/>
                  </a:lnTo>
                  <a:lnTo>
                    <a:pt x="188976" y="999235"/>
                  </a:lnTo>
                  <a:lnTo>
                    <a:pt x="138518" y="1059306"/>
                  </a:lnTo>
                  <a:lnTo>
                    <a:pt x="138518" y="1074673"/>
                  </a:lnTo>
                  <a:lnTo>
                    <a:pt x="121348" y="1097406"/>
                  </a:lnTo>
                  <a:lnTo>
                    <a:pt x="121348" y="1116456"/>
                  </a:lnTo>
                  <a:lnTo>
                    <a:pt x="108051" y="1131188"/>
                  </a:lnTo>
                  <a:lnTo>
                    <a:pt x="111378" y="1172844"/>
                  </a:lnTo>
                  <a:lnTo>
                    <a:pt x="101396" y="1210945"/>
                  </a:lnTo>
                  <a:lnTo>
                    <a:pt x="114693" y="1225677"/>
                  </a:lnTo>
                  <a:lnTo>
                    <a:pt x="131876" y="1225677"/>
                  </a:lnTo>
                  <a:lnTo>
                    <a:pt x="135204" y="1233677"/>
                  </a:lnTo>
                  <a:lnTo>
                    <a:pt x="151815" y="1229359"/>
                  </a:lnTo>
                  <a:lnTo>
                    <a:pt x="165671" y="1233677"/>
                  </a:lnTo>
                  <a:lnTo>
                    <a:pt x="182245" y="1225677"/>
                  </a:lnTo>
                  <a:lnTo>
                    <a:pt x="196087" y="1237360"/>
                  </a:lnTo>
                  <a:lnTo>
                    <a:pt x="206121" y="1225677"/>
                  </a:lnTo>
                  <a:lnTo>
                    <a:pt x="192278" y="1199260"/>
                  </a:lnTo>
                  <a:lnTo>
                    <a:pt x="209422" y="1191894"/>
                  </a:lnTo>
                  <a:lnTo>
                    <a:pt x="226568" y="1195577"/>
                  </a:lnTo>
                  <a:lnTo>
                    <a:pt x="229997" y="1214627"/>
                  </a:lnTo>
                  <a:lnTo>
                    <a:pt x="249936" y="1210945"/>
                  </a:lnTo>
                  <a:lnTo>
                    <a:pt x="270383" y="1225677"/>
                  </a:lnTo>
                  <a:lnTo>
                    <a:pt x="267081" y="1210945"/>
                  </a:lnTo>
                  <a:lnTo>
                    <a:pt x="256540" y="1195577"/>
                  </a:lnTo>
                  <a:lnTo>
                    <a:pt x="280416" y="1202943"/>
                  </a:lnTo>
                  <a:lnTo>
                    <a:pt x="294259" y="1218310"/>
                  </a:lnTo>
                  <a:lnTo>
                    <a:pt x="294259" y="1233677"/>
                  </a:lnTo>
                  <a:lnTo>
                    <a:pt x="314198" y="1225677"/>
                  </a:lnTo>
                  <a:lnTo>
                    <a:pt x="361823" y="1271142"/>
                  </a:lnTo>
                  <a:lnTo>
                    <a:pt x="358521" y="1297431"/>
                  </a:lnTo>
                  <a:lnTo>
                    <a:pt x="371856" y="1305433"/>
                  </a:lnTo>
                  <a:lnTo>
                    <a:pt x="381762" y="1293748"/>
                  </a:lnTo>
                  <a:lnTo>
                    <a:pt x="402209" y="1282699"/>
                  </a:lnTo>
                  <a:lnTo>
                    <a:pt x="398907" y="1256410"/>
                  </a:lnTo>
                  <a:lnTo>
                    <a:pt x="432689" y="1263777"/>
                  </a:lnTo>
                  <a:lnTo>
                    <a:pt x="432689" y="1274825"/>
                  </a:lnTo>
                  <a:lnTo>
                    <a:pt x="453263" y="1286383"/>
                  </a:lnTo>
                  <a:lnTo>
                    <a:pt x="476503" y="1282699"/>
                  </a:lnTo>
                  <a:lnTo>
                    <a:pt x="493648" y="1271142"/>
                  </a:lnTo>
                  <a:lnTo>
                    <a:pt x="524128" y="1256410"/>
                  </a:lnTo>
                  <a:lnTo>
                    <a:pt x="571246" y="1256410"/>
                  </a:lnTo>
                  <a:lnTo>
                    <a:pt x="567944" y="1237360"/>
                  </a:lnTo>
                  <a:lnTo>
                    <a:pt x="598424" y="1241043"/>
                  </a:lnTo>
                  <a:lnTo>
                    <a:pt x="601726" y="1256410"/>
                  </a:lnTo>
                  <a:lnTo>
                    <a:pt x="632206" y="1248409"/>
                  </a:lnTo>
                  <a:lnTo>
                    <a:pt x="646049" y="1279016"/>
                  </a:lnTo>
                  <a:lnTo>
                    <a:pt x="659384" y="1279016"/>
                  </a:lnTo>
                  <a:lnTo>
                    <a:pt x="659384" y="1263777"/>
                  </a:lnTo>
                  <a:lnTo>
                    <a:pt x="672719" y="1252092"/>
                  </a:lnTo>
                  <a:lnTo>
                    <a:pt x="656082" y="1241043"/>
                  </a:lnTo>
                  <a:lnTo>
                    <a:pt x="659384" y="1225677"/>
                  </a:lnTo>
                  <a:lnTo>
                    <a:pt x="652780" y="1188211"/>
                  </a:lnTo>
                  <a:lnTo>
                    <a:pt x="642239" y="1176527"/>
                  </a:lnTo>
                  <a:lnTo>
                    <a:pt x="638810" y="1165478"/>
                  </a:lnTo>
                  <a:lnTo>
                    <a:pt x="672719" y="1139189"/>
                  </a:lnTo>
                  <a:lnTo>
                    <a:pt x="703199" y="1134871"/>
                  </a:lnTo>
                  <a:lnTo>
                    <a:pt x="703199" y="1097406"/>
                  </a:lnTo>
                  <a:lnTo>
                    <a:pt x="717042" y="1101089"/>
                  </a:lnTo>
                  <a:lnTo>
                    <a:pt x="730250" y="1108455"/>
                  </a:lnTo>
                  <a:lnTo>
                    <a:pt x="740283" y="1104772"/>
                  </a:lnTo>
                  <a:lnTo>
                    <a:pt x="747522" y="1059306"/>
                  </a:lnTo>
                  <a:lnTo>
                    <a:pt x="733679" y="1040256"/>
                  </a:lnTo>
                  <a:lnTo>
                    <a:pt x="717042" y="1036573"/>
                  </a:lnTo>
                  <a:lnTo>
                    <a:pt x="686562" y="994917"/>
                  </a:lnTo>
                  <a:lnTo>
                    <a:pt x="679831" y="994917"/>
                  </a:lnTo>
                  <a:lnTo>
                    <a:pt x="659384" y="961135"/>
                  </a:lnTo>
                  <a:lnTo>
                    <a:pt x="642239" y="961135"/>
                  </a:lnTo>
                  <a:lnTo>
                    <a:pt x="605028" y="900429"/>
                  </a:lnTo>
                  <a:lnTo>
                    <a:pt x="605028" y="889380"/>
                  </a:lnTo>
                  <a:lnTo>
                    <a:pt x="615569" y="881379"/>
                  </a:lnTo>
                  <a:lnTo>
                    <a:pt x="608457" y="836548"/>
                  </a:lnTo>
                  <a:lnTo>
                    <a:pt x="588391" y="805814"/>
                  </a:lnTo>
                  <a:lnTo>
                    <a:pt x="595122" y="794765"/>
                  </a:lnTo>
                  <a:lnTo>
                    <a:pt x="601726" y="805814"/>
                  </a:lnTo>
                  <a:lnTo>
                    <a:pt x="605028" y="821181"/>
                  </a:lnTo>
                  <a:lnTo>
                    <a:pt x="649351" y="779525"/>
                  </a:lnTo>
                  <a:lnTo>
                    <a:pt x="672719" y="786891"/>
                  </a:lnTo>
                  <a:lnTo>
                    <a:pt x="693166" y="756792"/>
                  </a:lnTo>
                  <a:lnTo>
                    <a:pt x="709803" y="756792"/>
                  </a:lnTo>
                  <a:lnTo>
                    <a:pt x="754126" y="745743"/>
                  </a:lnTo>
                  <a:lnTo>
                    <a:pt x="808482" y="707643"/>
                  </a:lnTo>
                  <a:lnTo>
                    <a:pt x="801243" y="692276"/>
                  </a:lnTo>
                  <a:lnTo>
                    <a:pt x="811784" y="681227"/>
                  </a:lnTo>
                  <a:lnTo>
                    <a:pt x="828421" y="703960"/>
                  </a:lnTo>
                  <a:lnTo>
                    <a:pt x="838326" y="715009"/>
                  </a:lnTo>
                  <a:lnTo>
                    <a:pt x="868807" y="684910"/>
                  </a:lnTo>
                  <a:lnTo>
                    <a:pt x="872744" y="673861"/>
                  </a:lnTo>
                  <a:lnTo>
                    <a:pt x="868807" y="624204"/>
                  </a:lnTo>
                  <a:lnTo>
                    <a:pt x="858901" y="613155"/>
                  </a:lnTo>
                  <a:lnTo>
                    <a:pt x="842263" y="613155"/>
                  </a:lnTo>
                  <a:lnTo>
                    <a:pt x="842263" y="601471"/>
                  </a:lnTo>
                  <a:lnTo>
                    <a:pt x="848868" y="594105"/>
                  </a:lnTo>
                  <a:lnTo>
                    <a:pt x="835025" y="548639"/>
                  </a:lnTo>
                  <a:lnTo>
                    <a:pt x="842263" y="533399"/>
                  </a:lnTo>
                  <a:lnTo>
                    <a:pt x="842263" y="469518"/>
                  </a:lnTo>
                  <a:lnTo>
                    <a:pt x="831722" y="457834"/>
                  </a:lnTo>
                  <a:lnTo>
                    <a:pt x="831722" y="416178"/>
                  </a:lnTo>
                  <a:lnTo>
                    <a:pt x="797941" y="393445"/>
                  </a:lnTo>
                  <a:lnTo>
                    <a:pt x="794512" y="363346"/>
                  </a:lnTo>
                  <a:lnTo>
                    <a:pt x="818388" y="325881"/>
                  </a:lnTo>
                  <a:lnTo>
                    <a:pt x="808482" y="230758"/>
                  </a:lnTo>
                  <a:lnTo>
                    <a:pt x="781304" y="223392"/>
                  </a:lnTo>
                  <a:lnTo>
                    <a:pt x="787908" y="204342"/>
                  </a:lnTo>
                  <a:lnTo>
                    <a:pt x="781304" y="181609"/>
                  </a:lnTo>
                  <a:lnTo>
                    <a:pt x="781304" y="170560"/>
                  </a:lnTo>
                  <a:lnTo>
                    <a:pt x="760730" y="144271"/>
                  </a:lnTo>
                  <a:lnTo>
                    <a:pt x="754126" y="147954"/>
                  </a:lnTo>
                  <a:lnTo>
                    <a:pt x="736981" y="151637"/>
                  </a:lnTo>
                  <a:lnTo>
                    <a:pt x="733679" y="166877"/>
                  </a:lnTo>
                  <a:lnTo>
                    <a:pt x="723646" y="159003"/>
                  </a:lnTo>
                  <a:lnTo>
                    <a:pt x="723646" y="151637"/>
                  </a:lnTo>
                  <a:lnTo>
                    <a:pt x="693166" y="125221"/>
                  </a:lnTo>
                  <a:lnTo>
                    <a:pt x="696468" y="109854"/>
                  </a:lnTo>
                  <a:lnTo>
                    <a:pt x="686562" y="102488"/>
                  </a:lnTo>
                  <a:lnTo>
                    <a:pt x="635508" y="113537"/>
                  </a:lnTo>
                  <a:lnTo>
                    <a:pt x="632206" y="125221"/>
                  </a:lnTo>
                  <a:lnTo>
                    <a:pt x="585089" y="151637"/>
                  </a:lnTo>
                  <a:lnTo>
                    <a:pt x="577977" y="147954"/>
                  </a:lnTo>
                  <a:lnTo>
                    <a:pt x="557911" y="155320"/>
                  </a:lnTo>
                  <a:lnTo>
                    <a:pt x="554609" y="170560"/>
                  </a:lnTo>
                  <a:lnTo>
                    <a:pt x="527558" y="181609"/>
                  </a:lnTo>
                  <a:lnTo>
                    <a:pt x="513588" y="166877"/>
                  </a:lnTo>
                  <a:lnTo>
                    <a:pt x="506984" y="166877"/>
                  </a:lnTo>
                  <a:lnTo>
                    <a:pt x="500380" y="181609"/>
                  </a:lnTo>
                  <a:lnTo>
                    <a:pt x="490347" y="166877"/>
                  </a:lnTo>
                  <a:lnTo>
                    <a:pt x="490347" y="147954"/>
                  </a:lnTo>
                  <a:lnTo>
                    <a:pt x="510286" y="140588"/>
                  </a:lnTo>
                  <a:lnTo>
                    <a:pt x="517525" y="109854"/>
                  </a:lnTo>
                  <a:lnTo>
                    <a:pt x="497078" y="102488"/>
                  </a:lnTo>
                  <a:lnTo>
                    <a:pt x="479806" y="109854"/>
                  </a:lnTo>
                  <a:lnTo>
                    <a:pt x="469900" y="98805"/>
                  </a:lnTo>
                  <a:lnTo>
                    <a:pt x="442722" y="90804"/>
                  </a:lnTo>
                  <a:lnTo>
                    <a:pt x="439420" y="87121"/>
                  </a:lnTo>
                  <a:lnTo>
                    <a:pt x="426084" y="98805"/>
                  </a:lnTo>
                  <a:lnTo>
                    <a:pt x="436118" y="76072"/>
                  </a:lnTo>
                  <a:lnTo>
                    <a:pt x="432689" y="64388"/>
                  </a:lnTo>
                  <a:lnTo>
                    <a:pt x="412242" y="76072"/>
                  </a:lnTo>
                  <a:lnTo>
                    <a:pt x="432689" y="53339"/>
                  </a:lnTo>
                  <a:lnTo>
                    <a:pt x="422783" y="27050"/>
                  </a:lnTo>
                  <a:lnTo>
                    <a:pt x="405638" y="22732"/>
                  </a:lnTo>
                  <a:lnTo>
                    <a:pt x="398907" y="15366"/>
                  </a:lnTo>
                  <a:lnTo>
                    <a:pt x="378460" y="19049"/>
                  </a:lnTo>
                  <a:lnTo>
                    <a:pt x="351282" y="4317"/>
                  </a:lnTo>
                  <a:lnTo>
                    <a:pt x="314198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deutschland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5211" y="2217419"/>
              <a:ext cx="411480" cy="26212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527047" y="2967227"/>
              <a:ext cx="269875" cy="2101850"/>
            </a:xfrm>
            <a:custGeom>
              <a:avLst/>
              <a:gdLst/>
              <a:ahLst/>
              <a:cxnLst/>
              <a:rect l="l" t="t" r="r" b="b"/>
              <a:pathLst>
                <a:path w="269875" h="2101850">
                  <a:moveTo>
                    <a:pt x="269747" y="0"/>
                  </a:moveTo>
                  <a:lnTo>
                    <a:pt x="0" y="0"/>
                  </a:lnTo>
                  <a:lnTo>
                    <a:pt x="0" y="2101596"/>
                  </a:lnTo>
                  <a:lnTo>
                    <a:pt x="269747" y="2101596"/>
                  </a:lnTo>
                  <a:lnTo>
                    <a:pt x="269747" y="0"/>
                  </a:lnTo>
                  <a:close/>
                </a:path>
              </a:pathLst>
            </a:custGeom>
            <a:solidFill>
              <a:srgbClr val="F8DD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527047" y="2967227"/>
              <a:ext cx="269875" cy="2101850"/>
            </a:xfrm>
            <a:custGeom>
              <a:avLst/>
              <a:gdLst/>
              <a:ahLst/>
              <a:cxnLst/>
              <a:rect l="l" t="t" r="r" b="b"/>
              <a:pathLst>
                <a:path w="269875" h="2101850">
                  <a:moveTo>
                    <a:pt x="0" y="2101596"/>
                  </a:moveTo>
                  <a:lnTo>
                    <a:pt x="269747" y="2101596"/>
                  </a:lnTo>
                  <a:lnTo>
                    <a:pt x="269747" y="0"/>
                  </a:lnTo>
                  <a:lnTo>
                    <a:pt x="0" y="0"/>
                  </a:lnTo>
                  <a:lnTo>
                    <a:pt x="0" y="2101596"/>
                  </a:lnTo>
                  <a:close/>
                </a:path>
              </a:pathLst>
            </a:custGeom>
            <a:ln w="9525">
              <a:solidFill>
                <a:srgbClr val="DB526A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24256" y="3176015"/>
              <a:ext cx="1221105" cy="1853564"/>
            </a:xfrm>
            <a:custGeom>
              <a:avLst/>
              <a:gdLst/>
              <a:ahLst/>
              <a:cxnLst/>
              <a:rect l="l" t="t" r="r" b="b"/>
              <a:pathLst>
                <a:path w="1221105" h="1853564">
                  <a:moveTo>
                    <a:pt x="179832" y="126492"/>
                  </a:moveTo>
                  <a:lnTo>
                    <a:pt x="0" y="126492"/>
                  </a:lnTo>
                  <a:lnTo>
                    <a:pt x="0" y="1853184"/>
                  </a:lnTo>
                  <a:lnTo>
                    <a:pt x="179832" y="1853184"/>
                  </a:lnTo>
                  <a:lnTo>
                    <a:pt x="179832" y="126492"/>
                  </a:lnTo>
                  <a:close/>
                </a:path>
                <a:path w="1221105" h="1853564">
                  <a:moveTo>
                    <a:pt x="1220724" y="0"/>
                  </a:moveTo>
                  <a:lnTo>
                    <a:pt x="1040892" y="0"/>
                  </a:lnTo>
                  <a:lnTo>
                    <a:pt x="1040892" y="1853184"/>
                  </a:lnTo>
                  <a:lnTo>
                    <a:pt x="1220724" y="1853184"/>
                  </a:lnTo>
                  <a:lnTo>
                    <a:pt x="1220724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565147" y="3176015"/>
              <a:ext cx="180340" cy="1853564"/>
            </a:xfrm>
            <a:custGeom>
              <a:avLst/>
              <a:gdLst/>
              <a:ahLst/>
              <a:cxnLst/>
              <a:rect l="l" t="t" r="r" b="b"/>
              <a:pathLst>
                <a:path w="180339" h="1853564">
                  <a:moveTo>
                    <a:pt x="0" y="0"/>
                  </a:moveTo>
                  <a:lnTo>
                    <a:pt x="179832" y="0"/>
                  </a:lnTo>
                  <a:lnTo>
                    <a:pt x="179832" y="1853183"/>
                  </a:lnTo>
                  <a:lnTo>
                    <a:pt x="0" y="1853183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704088" y="3773423"/>
              <a:ext cx="1221105" cy="1256030"/>
            </a:xfrm>
            <a:custGeom>
              <a:avLst/>
              <a:gdLst/>
              <a:ahLst/>
              <a:cxnLst/>
              <a:rect l="l" t="t" r="r" b="b"/>
              <a:pathLst>
                <a:path w="1221105" h="1256029">
                  <a:moveTo>
                    <a:pt x="179832" y="533400"/>
                  </a:moveTo>
                  <a:lnTo>
                    <a:pt x="0" y="533400"/>
                  </a:lnTo>
                  <a:lnTo>
                    <a:pt x="0" y="1255776"/>
                  </a:lnTo>
                  <a:lnTo>
                    <a:pt x="179832" y="1255776"/>
                  </a:lnTo>
                  <a:lnTo>
                    <a:pt x="179832" y="533400"/>
                  </a:lnTo>
                  <a:close/>
                </a:path>
                <a:path w="1221105" h="1256029">
                  <a:moveTo>
                    <a:pt x="1220724" y="0"/>
                  </a:moveTo>
                  <a:lnTo>
                    <a:pt x="1040892" y="0"/>
                  </a:lnTo>
                  <a:lnTo>
                    <a:pt x="1040892" y="1255776"/>
                  </a:lnTo>
                  <a:lnTo>
                    <a:pt x="1220724" y="1255776"/>
                  </a:lnTo>
                  <a:lnTo>
                    <a:pt x="1220724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704087" y="3773423"/>
              <a:ext cx="1221105" cy="1256030"/>
            </a:xfrm>
            <a:custGeom>
              <a:avLst/>
              <a:gdLst/>
              <a:ahLst/>
              <a:cxnLst/>
              <a:rect l="l" t="t" r="r" b="b"/>
              <a:pathLst>
                <a:path w="1221105" h="1256029">
                  <a:moveTo>
                    <a:pt x="0" y="533400"/>
                  </a:moveTo>
                  <a:lnTo>
                    <a:pt x="179832" y="533400"/>
                  </a:lnTo>
                  <a:lnTo>
                    <a:pt x="179832" y="1255776"/>
                  </a:lnTo>
                  <a:lnTo>
                    <a:pt x="0" y="1255776"/>
                  </a:lnTo>
                  <a:lnTo>
                    <a:pt x="0" y="533400"/>
                  </a:lnTo>
                  <a:close/>
                </a:path>
                <a:path w="1221105" h="1256029">
                  <a:moveTo>
                    <a:pt x="1040891" y="0"/>
                  </a:moveTo>
                  <a:lnTo>
                    <a:pt x="1220724" y="0"/>
                  </a:lnTo>
                  <a:lnTo>
                    <a:pt x="1220724" y="1255776"/>
                  </a:lnTo>
                  <a:lnTo>
                    <a:pt x="1040891" y="1255776"/>
                  </a:lnTo>
                  <a:lnTo>
                    <a:pt x="1040891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883920" y="4276343"/>
              <a:ext cx="1221105" cy="753110"/>
            </a:xfrm>
            <a:custGeom>
              <a:avLst/>
              <a:gdLst/>
              <a:ahLst/>
              <a:cxnLst/>
              <a:rect l="l" t="t" r="r" b="b"/>
              <a:pathLst>
                <a:path w="1221105" h="753110">
                  <a:moveTo>
                    <a:pt x="178308" y="124968"/>
                  </a:moveTo>
                  <a:lnTo>
                    <a:pt x="0" y="124968"/>
                  </a:lnTo>
                  <a:lnTo>
                    <a:pt x="0" y="752856"/>
                  </a:lnTo>
                  <a:lnTo>
                    <a:pt x="178308" y="752856"/>
                  </a:lnTo>
                  <a:lnTo>
                    <a:pt x="178308" y="124968"/>
                  </a:lnTo>
                  <a:close/>
                </a:path>
                <a:path w="1221105" h="753110">
                  <a:moveTo>
                    <a:pt x="1220724" y="0"/>
                  </a:moveTo>
                  <a:lnTo>
                    <a:pt x="1040892" y="0"/>
                  </a:lnTo>
                  <a:lnTo>
                    <a:pt x="1040892" y="752856"/>
                  </a:lnTo>
                  <a:lnTo>
                    <a:pt x="1220724" y="752856"/>
                  </a:lnTo>
                  <a:lnTo>
                    <a:pt x="12207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883919" y="4276344"/>
              <a:ext cx="1221105" cy="753110"/>
            </a:xfrm>
            <a:custGeom>
              <a:avLst/>
              <a:gdLst/>
              <a:ahLst/>
              <a:cxnLst/>
              <a:rect l="l" t="t" r="r" b="b"/>
              <a:pathLst>
                <a:path w="1221105" h="753110">
                  <a:moveTo>
                    <a:pt x="0" y="124967"/>
                  </a:moveTo>
                  <a:lnTo>
                    <a:pt x="178308" y="124967"/>
                  </a:lnTo>
                  <a:lnTo>
                    <a:pt x="178308" y="752855"/>
                  </a:lnTo>
                  <a:lnTo>
                    <a:pt x="0" y="752855"/>
                  </a:lnTo>
                  <a:lnTo>
                    <a:pt x="0" y="124967"/>
                  </a:lnTo>
                  <a:close/>
                </a:path>
                <a:path w="1221105" h="753110">
                  <a:moveTo>
                    <a:pt x="1040891" y="0"/>
                  </a:moveTo>
                  <a:lnTo>
                    <a:pt x="1220724" y="0"/>
                  </a:lnTo>
                  <a:lnTo>
                    <a:pt x="1220724" y="752855"/>
                  </a:lnTo>
                  <a:lnTo>
                    <a:pt x="1040891" y="752855"/>
                  </a:lnTo>
                  <a:lnTo>
                    <a:pt x="1040891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062228" y="4306823"/>
              <a:ext cx="1222375" cy="722630"/>
            </a:xfrm>
            <a:custGeom>
              <a:avLst/>
              <a:gdLst/>
              <a:ahLst/>
              <a:cxnLst/>
              <a:rect l="l" t="t" r="r" b="b"/>
              <a:pathLst>
                <a:path w="1222375" h="722629">
                  <a:moveTo>
                    <a:pt x="179832" y="188976"/>
                  </a:moveTo>
                  <a:lnTo>
                    <a:pt x="0" y="188976"/>
                  </a:lnTo>
                  <a:lnTo>
                    <a:pt x="0" y="722376"/>
                  </a:lnTo>
                  <a:lnTo>
                    <a:pt x="179832" y="722376"/>
                  </a:lnTo>
                  <a:lnTo>
                    <a:pt x="179832" y="188976"/>
                  </a:lnTo>
                  <a:close/>
                </a:path>
                <a:path w="1222375" h="722629">
                  <a:moveTo>
                    <a:pt x="1222248" y="0"/>
                  </a:moveTo>
                  <a:lnTo>
                    <a:pt x="1042416" y="0"/>
                  </a:lnTo>
                  <a:lnTo>
                    <a:pt x="1042416" y="722376"/>
                  </a:lnTo>
                  <a:lnTo>
                    <a:pt x="1222248" y="722376"/>
                  </a:lnTo>
                  <a:lnTo>
                    <a:pt x="1222248" y="0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062227" y="4306823"/>
              <a:ext cx="1222375" cy="722630"/>
            </a:xfrm>
            <a:custGeom>
              <a:avLst/>
              <a:gdLst/>
              <a:ahLst/>
              <a:cxnLst/>
              <a:rect l="l" t="t" r="r" b="b"/>
              <a:pathLst>
                <a:path w="1222375" h="722629">
                  <a:moveTo>
                    <a:pt x="0" y="188975"/>
                  </a:moveTo>
                  <a:lnTo>
                    <a:pt x="179832" y="188975"/>
                  </a:lnTo>
                  <a:lnTo>
                    <a:pt x="179832" y="722376"/>
                  </a:lnTo>
                  <a:lnTo>
                    <a:pt x="0" y="722376"/>
                  </a:lnTo>
                  <a:lnTo>
                    <a:pt x="0" y="188975"/>
                  </a:lnTo>
                  <a:close/>
                </a:path>
                <a:path w="1222375" h="722629">
                  <a:moveTo>
                    <a:pt x="1042416" y="0"/>
                  </a:moveTo>
                  <a:lnTo>
                    <a:pt x="1222248" y="0"/>
                  </a:lnTo>
                  <a:lnTo>
                    <a:pt x="1222248" y="722376"/>
                  </a:lnTo>
                  <a:lnTo>
                    <a:pt x="1042416" y="722376"/>
                  </a:lnTo>
                  <a:lnTo>
                    <a:pt x="1042416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242060" y="4715255"/>
              <a:ext cx="1221105" cy="314325"/>
            </a:xfrm>
            <a:custGeom>
              <a:avLst/>
              <a:gdLst/>
              <a:ahLst/>
              <a:cxnLst/>
              <a:rect l="l" t="t" r="r" b="b"/>
              <a:pathLst>
                <a:path w="1221105" h="314325">
                  <a:moveTo>
                    <a:pt x="179832" y="124968"/>
                  </a:moveTo>
                  <a:lnTo>
                    <a:pt x="0" y="124968"/>
                  </a:lnTo>
                  <a:lnTo>
                    <a:pt x="0" y="313944"/>
                  </a:lnTo>
                  <a:lnTo>
                    <a:pt x="179832" y="313944"/>
                  </a:lnTo>
                  <a:lnTo>
                    <a:pt x="179832" y="124968"/>
                  </a:lnTo>
                  <a:close/>
                </a:path>
                <a:path w="1221105" h="314325">
                  <a:moveTo>
                    <a:pt x="1220724" y="0"/>
                  </a:moveTo>
                  <a:lnTo>
                    <a:pt x="1042416" y="0"/>
                  </a:lnTo>
                  <a:lnTo>
                    <a:pt x="1042416" y="313944"/>
                  </a:lnTo>
                  <a:lnTo>
                    <a:pt x="1220724" y="313944"/>
                  </a:lnTo>
                  <a:lnTo>
                    <a:pt x="1220724" y="0"/>
                  </a:lnTo>
                  <a:close/>
                </a:path>
              </a:pathLst>
            </a:custGeom>
            <a:solidFill>
              <a:srgbClr val="7C7C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242059" y="4715255"/>
              <a:ext cx="1221105" cy="314325"/>
            </a:xfrm>
            <a:custGeom>
              <a:avLst/>
              <a:gdLst/>
              <a:ahLst/>
              <a:cxnLst/>
              <a:rect l="l" t="t" r="r" b="b"/>
              <a:pathLst>
                <a:path w="1221105" h="314325">
                  <a:moveTo>
                    <a:pt x="0" y="124968"/>
                  </a:moveTo>
                  <a:lnTo>
                    <a:pt x="179832" y="124968"/>
                  </a:lnTo>
                  <a:lnTo>
                    <a:pt x="179832" y="313944"/>
                  </a:lnTo>
                  <a:lnTo>
                    <a:pt x="0" y="313944"/>
                  </a:lnTo>
                  <a:lnTo>
                    <a:pt x="0" y="124968"/>
                  </a:lnTo>
                  <a:close/>
                </a:path>
                <a:path w="1221105" h="314325">
                  <a:moveTo>
                    <a:pt x="1042416" y="0"/>
                  </a:moveTo>
                  <a:lnTo>
                    <a:pt x="1220724" y="0"/>
                  </a:lnTo>
                  <a:lnTo>
                    <a:pt x="1220724" y="313944"/>
                  </a:lnTo>
                  <a:lnTo>
                    <a:pt x="1042416" y="313944"/>
                  </a:lnTo>
                  <a:lnTo>
                    <a:pt x="1042416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52627" y="5029199"/>
              <a:ext cx="2083435" cy="0"/>
            </a:xfrm>
            <a:custGeom>
              <a:avLst/>
              <a:gdLst/>
              <a:ahLst/>
              <a:cxnLst/>
              <a:rect l="l" t="t" r="r" b="b"/>
              <a:pathLst>
                <a:path w="2083435" h="0">
                  <a:moveTo>
                    <a:pt x="0" y="0"/>
                  </a:moveTo>
                  <a:lnTo>
                    <a:pt x="2083308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/>
          <p:cNvGrpSpPr/>
          <p:nvPr/>
        </p:nvGrpSpPr>
        <p:grpSpPr>
          <a:xfrm>
            <a:off x="5841301" y="2962465"/>
            <a:ext cx="2092960" cy="2111375"/>
            <a:chOff x="5841301" y="2962465"/>
            <a:chExt cx="2092960" cy="2111375"/>
          </a:xfrm>
        </p:grpSpPr>
        <p:sp>
          <p:nvSpPr>
            <p:cNvPr id="26" name="object 26"/>
            <p:cNvSpPr/>
            <p:nvPr/>
          </p:nvSpPr>
          <p:spPr>
            <a:xfrm>
              <a:off x="7446264" y="2967227"/>
              <a:ext cx="269875" cy="2101850"/>
            </a:xfrm>
            <a:custGeom>
              <a:avLst/>
              <a:gdLst/>
              <a:ahLst/>
              <a:cxnLst/>
              <a:rect l="l" t="t" r="r" b="b"/>
              <a:pathLst>
                <a:path w="269875" h="2101850">
                  <a:moveTo>
                    <a:pt x="269748" y="0"/>
                  </a:moveTo>
                  <a:lnTo>
                    <a:pt x="0" y="0"/>
                  </a:lnTo>
                  <a:lnTo>
                    <a:pt x="0" y="2101596"/>
                  </a:lnTo>
                  <a:lnTo>
                    <a:pt x="269748" y="2101596"/>
                  </a:lnTo>
                  <a:lnTo>
                    <a:pt x="269748" y="0"/>
                  </a:lnTo>
                  <a:close/>
                </a:path>
              </a:pathLst>
            </a:custGeom>
            <a:solidFill>
              <a:srgbClr val="F8DD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7446264" y="2967227"/>
              <a:ext cx="269875" cy="2101850"/>
            </a:xfrm>
            <a:custGeom>
              <a:avLst/>
              <a:gdLst/>
              <a:ahLst/>
              <a:cxnLst/>
              <a:rect l="l" t="t" r="r" b="b"/>
              <a:pathLst>
                <a:path w="269875" h="2101850">
                  <a:moveTo>
                    <a:pt x="0" y="2101596"/>
                  </a:moveTo>
                  <a:lnTo>
                    <a:pt x="269748" y="2101596"/>
                  </a:lnTo>
                  <a:lnTo>
                    <a:pt x="269748" y="0"/>
                  </a:lnTo>
                  <a:lnTo>
                    <a:pt x="0" y="0"/>
                  </a:lnTo>
                  <a:lnTo>
                    <a:pt x="0" y="2101596"/>
                  </a:lnTo>
                  <a:close/>
                </a:path>
              </a:pathLst>
            </a:custGeom>
            <a:ln w="9525">
              <a:solidFill>
                <a:srgbClr val="DB526A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919216" y="3212591"/>
              <a:ext cx="1221105" cy="1816735"/>
            </a:xfrm>
            <a:custGeom>
              <a:avLst/>
              <a:gdLst/>
              <a:ahLst/>
              <a:cxnLst/>
              <a:rect l="l" t="t" r="r" b="b"/>
              <a:pathLst>
                <a:path w="1221104" h="1816735">
                  <a:moveTo>
                    <a:pt x="178308" y="0"/>
                  </a:moveTo>
                  <a:lnTo>
                    <a:pt x="0" y="0"/>
                  </a:lnTo>
                  <a:lnTo>
                    <a:pt x="0" y="1816608"/>
                  </a:lnTo>
                  <a:lnTo>
                    <a:pt x="178308" y="1816608"/>
                  </a:lnTo>
                  <a:lnTo>
                    <a:pt x="178308" y="0"/>
                  </a:lnTo>
                  <a:close/>
                </a:path>
                <a:path w="1221104" h="1816735">
                  <a:moveTo>
                    <a:pt x="1220724" y="431292"/>
                  </a:moveTo>
                  <a:lnTo>
                    <a:pt x="1040892" y="431292"/>
                  </a:lnTo>
                  <a:lnTo>
                    <a:pt x="1040892" y="1816608"/>
                  </a:lnTo>
                  <a:lnTo>
                    <a:pt x="1220724" y="1816608"/>
                  </a:lnTo>
                  <a:lnTo>
                    <a:pt x="1220724" y="431292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6097524" y="3089147"/>
              <a:ext cx="1222375" cy="1940560"/>
            </a:xfrm>
            <a:custGeom>
              <a:avLst/>
              <a:gdLst/>
              <a:ahLst/>
              <a:cxnLst/>
              <a:rect l="l" t="t" r="r" b="b"/>
              <a:pathLst>
                <a:path w="1222375" h="1940560">
                  <a:moveTo>
                    <a:pt x="179832" y="0"/>
                  </a:moveTo>
                  <a:lnTo>
                    <a:pt x="0" y="0"/>
                  </a:lnTo>
                  <a:lnTo>
                    <a:pt x="0" y="1940052"/>
                  </a:lnTo>
                  <a:lnTo>
                    <a:pt x="179832" y="1940052"/>
                  </a:lnTo>
                  <a:lnTo>
                    <a:pt x="179832" y="0"/>
                  </a:lnTo>
                  <a:close/>
                </a:path>
                <a:path w="1222375" h="1940560">
                  <a:moveTo>
                    <a:pt x="1222248" y="92964"/>
                  </a:moveTo>
                  <a:lnTo>
                    <a:pt x="1042416" y="92964"/>
                  </a:lnTo>
                  <a:lnTo>
                    <a:pt x="1042416" y="1940052"/>
                  </a:lnTo>
                  <a:lnTo>
                    <a:pt x="1222248" y="1940052"/>
                  </a:lnTo>
                  <a:lnTo>
                    <a:pt x="1222248" y="92964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6097524" y="3089147"/>
              <a:ext cx="1222375" cy="1940560"/>
            </a:xfrm>
            <a:custGeom>
              <a:avLst/>
              <a:gdLst/>
              <a:ahLst/>
              <a:cxnLst/>
              <a:rect l="l" t="t" r="r" b="b"/>
              <a:pathLst>
                <a:path w="1222375" h="1940560">
                  <a:moveTo>
                    <a:pt x="0" y="0"/>
                  </a:moveTo>
                  <a:lnTo>
                    <a:pt x="179832" y="0"/>
                  </a:lnTo>
                  <a:lnTo>
                    <a:pt x="179832" y="1940052"/>
                  </a:lnTo>
                  <a:lnTo>
                    <a:pt x="0" y="1940052"/>
                  </a:lnTo>
                  <a:lnTo>
                    <a:pt x="0" y="0"/>
                  </a:lnTo>
                  <a:close/>
                </a:path>
                <a:path w="1222375" h="1940560">
                  <a:moveTo>
                    <a:pt x="1042416" y="92964"/>
                  </a:moveTo>
                  <a:lnTo>
                    <a:pt x="1222248" y="92964"/>
                  </a:lnTo>
                  <a:lnTo>
                    <a:pt x="1222248" y="1940052"/>
                  </a:lnTo>
                  <a:lnTo>
                    <a:pt x="1042416" y="1940052"/>
                  </a:lnTo>
                  <a:lnTo>
                    <a:pt x="1042416" y="92964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6277356" y="3889247"/>
              <a:ext cx="1221105" cy="1140460"/>
            </a:xfrm>
            <a:custGeom>
              <a:avLst/>
              <a:gdLst/>
              <a:ahLst/>
              <a:cxnLst/>
              <a:rect l="l" t="t" r="r" b="b"/>
              <a:pathLst>
                <a:path w="1221104" h="1140460">
                  <a:moveTo>
                    <a:pt x="179832" y="0"/>
                  </a:moveTo>
                  <a:lnTo>
                    <a:pt x="0" y="0"/>
                  </a:lnTo>
                  <a:lnTo>
                    <a:pt x="0" y="1139952"/>
                  </a:lnTo>
                  <a:lnTo>
                    <a:pt x="179832" y="1139952"/>
                  </a:lnTo>
                  <a:lnTo>
                    <a:pt x="179832" y="0"/>
                  </a:lnTo>
                  <a:close/>
                </a:path>
                <a:path w="1221104" h="1140460">
                  <a:moveTo>
                    <a:pt x="1220724" y="32004"/>
                  </a:moveTo>
                  <a:lnTo>
                    <a:pt x="1042416" y="32004"/>
                  </a:lnTo>
                  <a:lnTo>
                    <a:pt x="1042416" y="1139952"/>
                  </a:lnTo>
                  <a:lnTo>
                    <a:pt x="1220724" y="1139952"/>
                  </a:lnTo>
                  <a:lnTo>
                    <a:pt x="1220724" y="320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6277356" y="3889247"/>
              <a:ext cx="1221105" cy="1140460"/>
            </a:xfrm>
            <a:custGeom>
              <a:avLst/>
              <a:gdLst/>
              <a:ahLst/>
              <a:cxnLst/>
              <a:rect l="l" t="t" r="r" b="b"/>
              <a:pathLst>
                <a:path w="1221104" h="1140460">
                  <a:moveTo>
                    <a:pt x="0" y="0"/>
                  </a:moveTo>
                  <a:lnTo>
                    <a:pt x="179832" y="0"/>
                  </a:lnTo>
                  <a:lnTo>
                    <a:pt x="179832" y="1139952"/>
                  </a:lnTo>
                  <a:lnTo>
                    <a:pt x="0" y="1139952"/>
                  </a:lnTo>
                  <a:lnTo>
                    <a:pt x="0" y="0"/>
                  </a:lnTo>
                  <a:close/>
                </a:path>
                <a:path w="1221104" h="1140460">
                  <a:moveTo>
                    <a:pt x="1042416" y="32004"/>
                  </a:moveTo>
                  <a:lnTo>
                    <a:pt x="1220724" y="32004"/>
                  </a:lnTo>
                  <a:lnTo>
                    <a:pt x="1220724" y="1139952"/>
                  </a:lnTo>
                  <a:lnTo>
                    <a:pt x="1042416" y="1139952"/>
                  </a:lnTo>
                  <a:lnTo>
                    <a:pt x="1042416" y="32004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6457188" y="3182111"/>
              <a:ext cx="1221105" cy="1847214"/>
            </a:xfrm>
            <a:custGeom>
              <a:avLst/>
              <a:gdLst/>
              <a:ahLst/>
              <a:cxnLst/>
              <a:rect l="l" t="t" r="r" b="b"/>
              <a:pathLst>
                <a:path w="1221104" h="1847214">
                  <a:moveTo>
                    <a:pt x="179832" y="492252"/>
                  </a:moveTo>
                  <a:lnTo>
                    <a:pt x="0" y="492252"/>
                  </a:lnTo>
                  <a:lnTo>
                    <a:pt x="0" y="1847088"/>
                  </a:lnTo>
                  <a:lnTo>
                    <a:pt x="179832" y="1847088"/>
                  </a:lnTo>
                  <a:lnTo>
                    <a:pt x="179832" y="492252"/>
                  </a:lnTo>
                  <a:close/>
                </a:path>
                <a:path w="1221104" h="1847214">
                  <a:moveTo>
                    <a:pt x="1220724" y="0"/>
                  </a:moveTo>
                  <a:lnTo>
                    <a:pt x="1040892" y="0"/>
                  </a:lnTo>
                  <a:lnTo>
                    <a:pt x="1040892" y="1847088"/>
                  </a:lnTo>
                  <a:lnTo>
                    <a:pt x="1220724" y="1847088"/>
                  </a:lnTo>
                  <a:lnTo>
                    <a:pt x="1220724" y="0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6457188" y="3182111"/>
              <a:ext cx="1221105" cy="1847214"/>
            </a:xfrm>
            <a:custGeom>
              <a:avLst/>
              <a:gdLst/>
              <a:ahLst/>
              <a:cxnLst/>
              <a:rect l="l" t="t" r="r" b="b"/>
              <a:pathLst>
                <a:path w="1221104" h="1847214">
                  <a:moveTo>
                    <a:pt x="0" y="492251"/>
                  </a:moveTo>
                  <a:lnTo>
                    <a:pt x="179832" y="492251"/>
                  </a:lnTo>
                  <a:lnTo>
                    <a:pt x="179832" y="1847088"/>
                  </a:lnTo>
                  <a:lnTo>
                    <a:pt x="0" y="1847088"/>
                  </a:lnTo>
                  <a:lnTo>
                    <a:pt x="0" y="492251"/>
                  </a:lnTo>
                  <a:close/>
                </a:path>
                <a:path w="1221104" h="1847214">
                  <a:moveTo>
                    <a:pt x="1040891" y="0"/>
                  </a:moveTo>
                  <a:lnTo>
                    <a:pt x="1220724" y="0"/>
                  </a:lnTo>
                  <a:lnTo>
                    <a:pt x="1220724" y="1847088"/>
                  </a:lnTo>
                  <a:lnTo>
                    <a:pt x="1040891" y="1847088"/>
                  </a:lnTo>
                  <a:lnTo>
                    <a:pt x="1040891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6637020" y="3828287"/>
              <a:ext cx="1221105" cy="1201420"/>
            </a:xfrm>
            <a:custGeom>
              <a:avLst/>
              <a:gdLst/>
              <a:ahLst/>
              <a:cxnLst/>
              <a:rect l="l" t="t" r="r" b="b"/>
              <a:pathLst>
                <a:path w="1221104" h="1201420">
                  <a:moveTo>
                    <a:pt x="179832" y="0"/>
                  </a:moveTo>
                  <a:lnTo>
                    <a:pt x="0" y="0"/>
                  </a:lnTo>
                  <a:lnTo>
                    <a:pt x="0" y="1200912"/>
                  </a:lnTo>
                  <a:lnTo>
                    <a:pt x="179832" y="1200912"/>
                  </a:lnTo>
                  <a:lnTo>
                    <a:pt x="179832" y="0"/>
                  </a:lnTo>
                  <a:close/>
                </a:path>
                <a:path w="1221104" h="1201420">
                  <a:moveTo>
                    <a:pt x="1220724" y="307848"/>
                  </a:moveTo>
                  <a:lnTo>
                    <a:pt x="1040892" y="307848"/>
                  </a:lnTo>
                  <a:lnTo>
                    <a:pt x="1040892" y="1200912"/>
                  </a:lnTo>
                  <a:lnTo>
                    <a:pt x="1220724" y="1200912"/>
                  </a:lnTo>
                  <a:lnTo>
                    <a:pt x="1220724" y="307848"/>
                  </a:lnTo>
                  <a:close/>
                </a:path>
              </a:pathLst>
            </a:custGeom>
            <a:solidFill>
              <a:srgbClr val="7C7C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6637020" y="3828288"/>
              <a:ext cx="1221105" cy="1201420"/>
            </a:xfrm>
            <a:custGeom>
              <a:avLst/>
              <a:gdLst/>
              <a:ahLst/>
              <a:cxnLst/>
              <a:rect l="l" t="t" r="r" b="b"/>
              <a:pathLst>
                <a:path w="1221104" h="1201420">
                  <a:moveTo>
                    <a:pt x="0" y="0"/>
                  </a:moveTo>
                  <a:lnTo>
                    <a:pt x="179832" y="0"/>
                  </a:lnTo>
                  <a:lnTo>
                    <a:pt x="179832" y="1200912"/>
                  </a:lnTo>
                  <a:lnTo>
                    <a:pt x="0" y="1200912"/>
                  </a:lnTo>
                  <a:lnTo>
                    <a:pt x="0" y="0"/>
                  </a:lnTo>
                  <a:close/>
                </a:path>
                <a:path w="1221104" h="1201420">
                  <a:moveTo>
                    <a:pt x="1040891" y="307848"/>
                  </a:moveTo>
                  <a:lnTo>
                    <a:pt x="1220724" y="307848"/>
                  </a:lnTo>
                  <a:lnTo>
                    <a:pt x="1220724" y="1200912"/>
                  </a:lnTo>
                  <a:lnTo>
                    <a:pt x="1040891" y="1200912"/>
                  </a:lnTo>
                  <a:lnTo>
                    <a:pt x="1040891" y="307848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5846064" y="5029200"/>
              <a:ext cx="2083435" cy="0"/>
            </a:xfrm>
            <a:custGeom>
              <a:avLst/>
              <a:gdLst/>
              <a:ahLst/>
              <a:cxnLst/>
              <a:rect l="l" t="t" r="r" b="b"/>
              <a:pathLst>
                <a:path w="2083434" h="0">
                  <a:moveTo>
                    <a:pt x="0" y="0"/>
                  </a:moveTo>
                  <a:lnTo>
                    <a:pt x="2083308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8" name="object 38"/>
          <p:cNvGrpSpPr/>
          <p:nvPr/>
        </p:nvGrpSpPr>
        <p:grpSpPr>
          <a:xfrm>
            <a:off x="3166681" y="2962465"/>
            <a:ext cx="2092960" cy="2111375"/>
            <a:chOff x="3166681" y="2962465"/>
            <a:chExt cx="2092960" cy="2111375"/>
          </a:xfrm>
        </p:grpSpPr>
        <p:sp>
          <p:nvSpPr>
            <p:cNvPr id="39" name="object 39"/>
            <p:cNvSpPr/>
            <p:nvPr/>
          </p:nvSpPr>
          <p:spPr>
            <a:xfrm>
              <a:off x="4229100" y="2967227"/>
              <a:ext cx="268605" cy="2101850"/>
            </a:xfrm>
            <a:custGeom>
              <a:avLst/>
              <a:gdLst/>
              <a:ahLst/>
              <a:cxnLst/>
              <a:rect l="l" t="t" r="r" b="b"/>
              <a:pathLst>
                <a:path w="268604" h="2101850">
                  <a:moveTo>
                    <a:pt x="268224" y="0"/>
                  </a:moveTo>
                  <a:lnTo>
                    <a:pt x="0" y="0"/>
                  </a:lnTo>
                  <a:lnTo>
                    <a:pt x="0" y="2101596"/>
                  </a:lnTo>
                  <a:lnTo>
                    <a:pt x="268224" y="2101596"/>
                  </a:lnTo>
                  <a:lnTo>
                    <a:pt x="268224" y="0"/>
                  </a:lnTo>
                  <a:close/>
                </a:path>
              </a:pathLst>
            </a:custGeom>
            <a:solidFill>
              <a:srgbClr val="F8DD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229100" y="2967227"/>
              <a:ext cx="268605" cy="2101850"/>
            </a:xfrm>
            <a:custGeom>
              <a:avLst/>
              <a:gdLst/>
              <a:ahLst/>
              <a:cxnLst/>
              <a:rect l="l" t="t" r="r" b="b"/>
              <a:pathLst>
                <a:path w="268604" h="2101850">
                  <a:moveTo>
                    <a:pt x="0" y="2101596"/>
                  </a:moveTo>
                  <a:lnTo>
                    <a:pt x="268224" y="2101596"/>
                  </a:lnTo>
                  <a:lnTo>
                    <a:pt x="268224" y="0"/>
                  </a:lnTo>
                  <a:lnTo>
                    <a:pt x="0" y="0"/>
                  </a:lnTo>
                  <a:lnTo>
                    <a:pt x="0" y="2101596"/>
                  </a:lnTo>
                  <a:close/>
                </a:path>
              </a:pathLst>
            </a:custGeom>
            <a:ln w="9525">
              <a:solidFill>
                <a:srgbClr val="DB526A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3243072" y="3285743"/>
              <a:ext cx="1222375" cy="1743710"/>
            </a:xfrm>
            <a:custGeom>
              <a:avLst/>
              <a:gdLst/>
              <a:ahLst/>
              <a:cxnLst/>
              <a:rect l="l" t="t" r="r" b="b"/>
              <a:pathLst>
                <a:path w="1222375" h="1743710">
                  <a:moveTo>
                    <a:pt x="179832" y="614172"/>
                  </a:moveTo>
                  <a:lnTo>
                    <a:pt x="0" y="614172"/>
                  </a:lnTo>
                  <a:lnTo>
                    <a:pt x="0" y="1743456"/>
                  </a:lnTo>
                  <a:lnTo>
                    <a:pt x="179832" y="1743456"/>
                  </a:lnTo>
                  <a:lnTo>
                    <a:pt x="179832" y="614172"/>
                  </a:lnTo>
                  <a:close/>
                </a:path>
                <a:path w="1222375" h="1743710">
                  <a:moveTo>
                    <a:pt x="1222248" y="0"/>
                  </a:moveTo>
                  <a:lnTo>
                    <a:pt x="1042416" y="0"/>
                  </a:lnTo>
                  <a:lnTo>
                    <a:pt x="1042416" y="1743456"/>
                  </a:lnTo>
                  <a:lnTo>
                    <a:pt x="1222248" y="1743456"/>
                  </a:lnTo>
                  <a:lnTo>
                    <a:pt x="1222248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4285488" y="3285743"/>
              <a:ext cx="180340" cy="1743710"/>
            </a:xfrm>
            <a:custGeom>
              <a:avLst/>
              <a:gdLst/>
              <a:ahLst/>
              <a:cxnLst/>
              <a:rect l="l" t="t" r="r" b="b"/>
              <a:pathLst>
                <a:path w="180339" h="1743710">
                  <a:moveTo>
                    <a:pt x="0" y="0"/>
                  </a:moveTo>
                  <a:lnTo>
                    <a:pt x="179832" y="0"/>
                  </a:lnTo>
                  <a:lnTo>
                    <a:pt x="179832" y="1743455"/>
                  </a:lnTo>
                  <a:lnTo>
                    <a:pt x="0" y="174345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3422904" y="3738371"/>
              <a:ext cx="1221105" cy="1290955"/>
            </a:xfrm>
            <a:custGeom>
              <a:avLst/>
              <a:gdLst/>
              <a:ahLst/>
              <a:cxnLst/>
              <a:rect l="l" t="t" r="r" b="b"/>
              <a:pathLst>
                <a:path w="1221104" h="1290954">
                  <a:moveTo>
                    <a:pt x="179832" y="419100"/>
                  </a:moveTo>
                  <a:lnTo>
                    <a:pt x="0" y="419100"/>
                  </a:lnTo>
                  <a:lnTo>
                    <a:pt x="0" y="1290828"/>
                  </a:lnTo>
                  <a:lnTo>
                    <a:pt x="179832" y="1290828"/>
                  </a:lnTo>
                  <a:lnTo>
                    <a:pt x="179832" y="419100"/>
                  </a:lnTo>
                  <a:close/>
                </a:path>
                <a:path w="1221104" h="1290954">
                  <a:moveTo>
                    <a:pt x="1220724" y="0"/>
                  </a:moveTo>
                  <a:lnTo>
                    <a:pt x="1042416" y="0"/>
                  </a:lnTo>
                  <a:lnTo>
                    <a:pt x="1042416" y="1290828"/>
                  </a:lnTo>
                  <a:lnTo>
                    <a:pt x="1220724" y="1290828"/>
                  </a:lnTo>
                  <a:lnTo>
                    <a:pt x="1220724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3422904" y="3738372"/>
              <a:ext cx="1221105" cy="1290955"/>
            </a:xfrm>
            <a:custGeom>
              <a:avLst/>
              <a:gdLst/>
              <a:ahLst/>
              <a:cxnLst/>
              <a:rect l="l" t="t" r="r" b="b"/>
              <a:pathLst>
                <a:path w="1221104" h="1290954">
                  <a:moveTo>
                    <a:pt x="0" y="419100"/>
                  </a:moveTo>
                  <a:lnTo>
                    <a:pt x="179832" y="419100"/>
                  </a:lnTo>
                  <a:lnTo>
                    <a:pt x="179832" y="1290828"/>
                  </a:lnTo>
                  <a:lnTo>
                    <a:pt x="0" y="1290828"/>
                  </a:lnTo>
                  <a:lnTo>
                    <a:pt x="0" y="419100"/>
                  </a:lnTo>
                  <a:close/>
                </a:path>
                <a:path w="1221104" h="1290954">
                  <a:moveTo>
                    <a:pt x="1042416" y="0"/>
                  </a:moveTo>
                  <a:lnTo>
                    <a:pt x="1220724" y="0"/>
                  </a:lnTo>
                  <a:lnTo>
                    <a:pt x="1220724" y="1290828"/>
                  </a:lnTo>
                  <a:lnTo>
                    <a:pt x="1042416" y="1290828"/>
                  </a:lnTo>
                  <a:lnTo>
                    <a:pt x="1042416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3602736" y="4221479"/>
              <a:ext cx="1221105" cy="807720"/>
            </a:xfrm>
            <a:custGeom>
              <a:avLst/>
              <a:gdLst/>
              <a:ahLst/>
              <a:cxnLst/>
              <a:rect l="l" t="t" r="r" b="b"/>
              <a:pathLst>
                <a:path w="1221104" h="807720">
                  <a:moveTo>
                    <a:pt x="179832" y="259080"/>
                  </a:moveTo>
                  <a:lnTo>
                    <a:pt x="0" y="259080"/>
                  </a:lnTo>
                  <a:lnTo>
                    <a:pt x="0" y="807720"/>
                  </a:lnTo>
                  <a:lnTo>
                    <a:pt x="179832" y="807720"/>
                  </a:lnTo>
                  <a:lnTo>
                    <a:pt x="179832" y="259080"/>
                  </a:lnTo>
                  <a:close/>
                </a:path>
                <a:path w="1221104" h="807720">
                  <a:moveTo>
                    <a:pt x="1220724" y="0"/>
                  </a:moveTo>
                  <a:lnTo>
                    <a:pt x="1040892" y="0"/>
                  </a:lnTo>
                  <a:lnTo>
                    <a:pt x="1040892" y="807720"/>
                  </a:lnTo>
                  <a:lnTo>
                    <a:pt x="1220724" y="807720"/>
                  </a:lnTo>
                  <a:lnTo>
                    <a:pt x="12207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3602736" y="4221480"/>
              <a:ext cx="1221105" cy="807720"/>
            </a:xfrm>
            <a:custGeom>
              <a:avLst/>
              <a:gdLst/>
              <a:ahLst/>
              <a:cxnLst/>
              <a:rect l="l" t="t" r="r" b="b"/>
              <a:pathLst>
                <a:path w="1221104" h="807720">
                  <a:moveTo>
                    <a:pt x="0" y="259080"/>
                  </a:moveTo>
                  <a:lnTo>
                    <a:pt x="179832" y="259080"/>
                  </a:lnTo>
                  <a:lnTo>
                    <a:pt x="179832" y="807720"/>
                  </a:lnTo>
                  <a:lnTo>
                    <a:pt x="0" y="807720"/>
                  </a:lnTo>
                  <a:lnTo>
                    <a:pt x="0" y="259080"/>
                  </a:lnTo>
                  <a:close/>
                </a:path>
                <a:path w="1221104" h="807720">
                  <a:moveTo>
                    <a:pt x="1040891" y="0"/>
                  </a:moveTo>
                  <a:lnTo>
                    <a:pt x="1220724" y="0"/>
                  </a:lnTo>
                  <a:lnTo>
                    <a:pt x="1220724" y="807720"/>
                  </a:lnTo>
                  <a:lnTo>
                    <a:pt x="1040891" y="807720"/>
                  </a:lnTo>
                  <a:lnTo>
                    <a:pt x="1040891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3782568" y="4125467"/>
              <a:ext cx="1221105" cy="904240"/>
            </a:xfrm>
            <a:custGeom>
              <a:avLst/>
              <a:gdLst/>
              <a:ahLst/>
              <a:cxnLst/>
              <a:rect l="l" t="t" r="r" b="b"/>
              <a:pathLst>
                <a:path w="1221104" h="904239">
                  <a:moveTo>
                    <a:pt x="179832" y="387096"/>
                  </a:moveTo>
                  <a:lnTo>
                    <a:pt x="0" y="387096"/>
                  </a:lnTo>
                  <a:lnTo>
                    <a:pt x="0" y="903732"/>
                  </a:lnTo>
                  <a:lnTo>
                    <a:pt x="179832" y="903732"/>
                  </a:lnTo>
                  <a:lnTo>
                    <a:pt x="179832" y="387096"/>
                  </a:lnTo>
                  <a:close/>
                </a:path>
                <a:path w="1221104" h="904239">
                  <a:moveTo>
                    <a:pt x="1220724" y="0"/>
                  </a:moveTo>
                  <a:lnTo>
                    <a:pt x="1040892" y="0"/>
                  </a:lnTo>
                  <a:lnTo>
                    <a:pt x="1040892" y="903732"/>
                  </a:lnTo>
                  <a:lnTo>
                    <a:pt x="1220724" y="903732"/>
                  </a:lnTo>
                  <a:lnTo>
                    <a:pt x="1220724" y="0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3782568" y="4125467"/>
              <a:ext cx="1221105" cy="904240"/>
            </a:xfrm>
            <a:custGeom>
              <a:avLst/>
              <a:gdLst/>
              <a:ahLst/>
              <a:cxnLst/>
              <a:rect l="l" t="t" r="r" b="b"/>
              <a:pathLst>
                <a:path w="1221104" h="904239">
                  <a:moveTo>
                    <a:pt x="0" y="387095"/>
                  </a:moveTo>
                  <a:lnTo>
                    <a:pt x="179832" y="387095"/>
                  </a:lnTo>
                  <a:lnTo>
                    <a:pt x="179832" y="903731"/>
                  </a:lnTo>
                  <a:lnTo>
                    <a:pt x="0" y="903731"/>
                  </a:lnTo>
                  <a:lnTo>
                    <a:pt x="0" y="387095"/>
                  </a:lnTo>
                  <a:close/>
                </a:path>
                <a:path w="1221104" h="904239">
                  <a:moveTo>
                    <a:pt x="1040891" y="0"/>
                  </a:moveTo>
                  <a:lnTo>
                    <a:pt x="1220724" y="0"/>
                  </a:lnTo>
                  <a:lnTo>
                    <a:pt x="1220724" y="903731"/>
                  </a:lnTo>
                  <a:lnTo>
                    <a:pt x="1040891" y="903731"/>
                  </a:lnTo>
                  <a:lnTo>
                    <a:pt x="1040891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3962400" y="4610099"/>
              <a:ext cx="1221105" cy="419100"/>
            </a:xfrm>
            <a:custGeom>
              <a:avLst/>
              <a:gdLst/>
              <a:ahLst/>
              <a:cxnLst/>
              <a:rect l="l" t="t" r="r" b="b"/>
              <a:pathLst>
                <a:path w="1221104" h="419100">
                  <a:moveTo>
                    <a:pt x="178308" y="161544"/>
                  </a:moveTo>
                  <a:lnTo>
                    <a:pt x="0" y="161544"/>
                  </a:lnTo>
                  <a:lnTo>
                    <a:pt x="0" y="419100"/>
                  </a:lnTo>
                  <a:lnTo>
                    <a:pt x="178308" y="419100"/>
                  </a:lnTo>
                  <a:lnTo>
                    <a:pt x="178308" y="161544"/>
                  </a:lnTo>
                  <a:close/>
                </a:path>
                <a:path w="1221104" h="419100">
                  <a:moveTo>
                    <a:pt x="1220724" y="0"/>
                  </a:moveTo>
                  <a:lnTo>
                    <a:pt x="1040892" y="0"/>
                  </a:lnTo>
                  <a:lnTo>
                    <a:pt x="1040892" y="419100"/>
                  </a:lnTo>
                  <a:lnTo>
                    <a:pt x="1220724" y="419100"/>
                  </a:lnTo>
                  <a:lnTo>
                    <a:pt x="1220724" y="0"/>
                  </a:lnTo>
                  <a:close/>
                </a:path>
              </a:pathLst>
            </a:custGeom>
            <a:solidFill>
              <a:srgbClr val="7C7C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3962400" y="4610100"/>
              <a:ext cx="1221105" cy="419100"/>
            </a:xfrm>
            <a:custGeom>
              <a:avLst/>
              <a:gdLst/>
              <a:ahLst/>
              <a:cxnLst/>
              <a:rect l="l" t="t" r="r" b="b"/>
              <a:pathLst>
                <a:path w="1221104" h="419100">
                  <a:moveTo>
                    <a:pt x="0" y="161544"/>
                  </a:moveTo>
                  <a:lnTo>
                    <a:pt x="178308" y="161544"/>
                  </a:lnTo>
                  <a:lnTo>
                    <a:pt x="178308" y="419100"/>
                  </a:lnTo>
                  <a:lnTo>
                    <a:pt x="0" y="419100"/>
                  </a:lnTo>
                  <a:lnTo>
                    <a:pt x="0" y="161544"/>
                  </a:lnTo>
                  <a:close/>
                </a:path>
                <a:path w="1221104" h="419100">
                  <a:moveTo>
                    <a:pt x="1040891" y="0"/>
                  </a:moveTo>
                  <a:lnTo>
                    <a:pt x="1220724" y="0"/>
                  </a:lnTo>
                  <a:lnTo>
                    <a:pt x="1220724" y="419100"/>
                  </a:lnTo>
                  <a:lnTo>
                    <a:pt x="1040891" y="419100"/>
                  </a:lnTo>
                  <a:lnTo>
                    <a:pt x="1040891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3171444" y="5029200"/>
              <a:ext cx="2083435" cy="0"/>
            </a:xfrm>
            <a:custGeom>
              <a:avLst/>
              <a:gdLst/>
              <a:ahLst/>
              <a:cxnLst/>
              <a:rect l="l" t="t" r="r" b="b"/>
              <a:pathLst>
                <a:path w="2083435" h="0">
                  <a:moveTo>
                    <a:pt x="0" y="0"/>
                  </a:moveTo>
                  <a:lnTo>
                    <a:pt x="2083308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/>
          <p:cNvSpPr txBox="1"/>
          <p:nvPr/>
        </p:nvSpPr>
        <p:spPr>
          <a:xfrm>
            <a:off x="6850506" y="3447999"/>
            <a:ext cx="2781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 b="1">
                <a:latin typeface="Arial"/>
                <a:cs typeface="Arial"/>
              </a:rPr>
              <a:t>45%</a:t>
            </a:r>
            <a:endParaRPr sz="10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091933" y="2987167"/>
            <a:ext cx="2781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 b="1">
                <a:latin typeface="Arial"/>
                <a:cs typeface="Arial"/>
              </a:rPr>
              <a:t>60%</a:t>
            </a:r>
            <a:endParaRPr sz="10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451026" y="2971990"/>
            <a:ext cx="279400" cy="205740"/>
          </a:xfrm>
          <a:prstGeom prst="rect">
            <a:avLst/>
          </a:prstGeom>
          <a:solidFill>
            <a:srgbClr val="F8DDE0"/>
          </a:solidFill>
        </p:spPr>
        <p:txBody>
          <a:bodyPr wrap="square" lIns="0" tIns="27305" rIns="0" bIns="0" rtlCol="0" vert="horz">
            <a:spAutoFit/>
          </a:bodyPr>
          <a:lstStyle/>
          <a:p>
            <a:pPr marL="12065">
              <a:lnSpc>
                <a:spcPct val="100000"/>
              </a:lnSpc>
              <a:spcBef>
                <a:spcPts val="215"/>
              </a:spcBef>
            </a:pPr>
            <a:r>
              <a:rPr dirty="0" sz="1000" spc="-25" b="1">
                <a:latin typeface="Arial"/>
                <a:cs typeface="Arial"/>
              </a:rPr>
              <a:t>60%</a:t>
            </a:r>
            <a:endParaRPr sz="10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692643" y="3940809"/>
            <a:ext cx="2781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 b="1">
                <a:latin typeface="Arial"/>
                <a:cs typeface="Arial"/>
              </a:rPr>
              <a:t>29%</a:t>
            </a:r>
            <a:endParaRPr sz="10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215634" y="5057394"/>
            <a:ext cx="3060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0" b="1">
                <a:latin typeface="Arial"/>
                <a:cs typeface="Arial"/>
              </a:rPr>
              <a:t>2021</a:t>
            </a:r>
            <a:endParaRPr sz="1000">
              <a:latin typeface="Arial"/>
              <a:cs typeface="Arial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7263383" y="3742944"/>
            <a:ext cx="292735" cy="152400"/>
          </a:xfrm>
          <a:custGeom>
            <a:avLst/>
            <a:gdLst/>
            <a:ahLst/>
            <a:cxnLst/>
            <a:rect l="l" t="t" r="r" b="b"/>
            <a:pathLst>
              <a:path w="292734" h="152400">
                <a:moveTo>
                  <a:pt x="292607" y="0"/>
                </a:moveTo>
                <a:lnTo>
                  <a:pt x="0" y="0"/>
                </a:lnTo>
                <a:lnTo>
                  <a:pt x="0" y="152399"/>
                </a:lnTo>
                <a:lnTo>
                  <a:pt x="292607" y="152399"/>
                </a:lnTo>
                <a:lnTo>
                  <a:pt x="2926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7272273" y="3728465"/>
            <a:ext cx="2781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 b="1">
                <a:latin typeface="Arial"/>
                <a:cs typeface="Arial"/>
              </a:rPr>
              <a:t>36%</a:t>
            </a:r>
            <a:endParaRPr sz="10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257033" y="5057394"/>
            <a:ext cx="3060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0" b="1">
                <a:latin typeface="Arial"/>
                <a:cs typeface="Arial"/>
              </a:rPr>
              <a:t>2023</a:t>
            </a:r>
            <a:endParaRPr sz="10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237101" y="3091942"/>
            <a:ext cx="2781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 b="1">
                <a:latin typeface="Arial"/>
                <a:cs typeface="Arial"/>
              </a:rPr>
              <a:t>54%</a:t>
            </a:r>
            <a:endParaRPr sz="10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478528" y="3544951"/>
            <a:ext cx="2781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 b="1">
                <a:latin typeface="Arial"/>
                <a:cs typeface="Arial"/>
              </a:rPr>
              <a:t>40%</a:t>
            </a:r>
            <a:endParaRPr sz="10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831460" y="3932301"/>
            <a:ext cx="2781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 b="1">
                <a:latin typeface="Arial"/>
                <a:cs typeface="Arial"/>
              </a:rPr>
              <a:t>28%</a:t>
            </a:r>
            <a:endParaRPr sz="10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5017389" y="4415790"/>
            <a:ext cx="2781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 b="1">
                <a:latin typeface="Arial"/>
                <a:cs typeface="Arial"/>
              </a:rPr>
              <a:t>13%</a:t>
            </a:r>
            <a:endParaRPr sz="10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4581905" y="5057394"/>
            <a:ext cx="3060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0" b="1">
                <a:latin typeface="Arial"/>
                <a:cs typeface="Arial"/>
              </a:rPr>
              <a:t>2023</a:t>
            </a:r>
            <a:endParaRPr sz="1000">
              <a:latin typeface="Arial"/>
              <a:cs typeface="Arial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4504944" y="4044696"/>
            <a:ext cx="294640" cy="152400"/>
          </a:xfrm>
          <a:custGeom>
            <a:avLst/>
            <a:gdLst/>
            <a:ahLst/>
            <a:cxnLst/>
            <a:rect l="l" t="t" r="r" b="b"/>
            <a:pathLst>
              <a:path w="294639" h="152400">
                <a:moveTo>
                  <a:pt x="294132" y="0"/>
                </a:moveTo>
                <a:lnTo>
                  <a:pt x="0" y="0"/>
                </a:lnTo>
                <a:lnTo>
                  <a:pt x="0" y="152399"/>
                </a:lnTo>
                <a:lnTo>
                  <a:pt x="294132" y="152399"/>
                </a:lnTo>
                <a:lnTo>
                  <a:pt x="29413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 txBox="1"/>
          <p:nvPr/>
        </p:nvSpPr>
        <p:spPr>
          <a:xfrm>
            <a:off x="4514469" y="4030217"/>
            <a:ext cx="2781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 b="1">
                <a:latin typeface="Arial"/>
                <a:cs typeface="Arial"/>
              </a:rPr>
              <a:t>25%</a:t>
            </a:r>
            <a:endParaRPr sz="10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2578354" y="6500876"/>
            <a:ext cx="1867535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>
                <a:latin typeface="Arial"/>
                <a:cs typeface="Arial"/>
              </a:rPr>
              <a:t>Source:</a:t>
            </a:r>
            <a:r>
              <a:rPr dirty="0" sz="750" spc="-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PwC</a:t>
            </a:r>
            <a:r>
              <a:rPr dirty="0" sz="750" spc="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Strategy&amp;</a:t>
            </a:r>
            <a:r>
              <a:rPr dirty="0" sz="750" spc="-2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consumer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research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10355580" y="53339"/>
            <a:ext cx="1831975" cy="1333500"/>
            <a:chOff x="10355580" y="53339"/>
            <a:chExt cx="1831975" cy="1333500"/>
          </a:xfrm>
        </p:grpSpPr>
        <p:sp>
          <p:nvSpPr>
            <p:cNvPr id="69" name="object 69"/>
            <p:cNvSpPr/>
            <p:nvPr/>
          </p:nvSpPr>
          <p:spPr>
            <a:xfrm>
              <a:off x="10355580" y="53339"/>
              <a:ext cx="1784985" cy="1333500"/>
            </a:xfrm>
            <a:custGeom>
              <a:avLst/>
              <a:gdLst/>
              <a:ahLst/>
              <a:cxnLst/>
              <a:rect l="l" t="t" r="r" b="b"/>
              <a:pathLst>
                <a:path w="1784984" h="1333500">
                  <a:moveTo>
                    <a:pt x="309625" y="673099"/>
                  </a:moveTo>
                  <a:lnTo>
                    <a:pt x="263398" y="685799"/>
                  </a:lnTo>
                  <a:lnTo>
                    <a:pt x="219435" y="698499"/>
                  </a:lnTo>
                  <a:lnTo>
                    <a:pt x="178187" y="711199"/>
                  </a:lnTo>
                  <a:lnTo>
                    <a:pt x="140103" y="736599"/>
                  </a:lnTo>
                  <a:lnTo>
                    <a:pt x="105636" y="761999"/>
                  </a:lnTo>
                  <a:lnTo>
                    <a:pt x="75236" y="787399"/>
                  </a:lnTo>
                  <a:lnTo>
                    <a:pt x="49352" y="825499"/>
                  </a:lnTo>
                  <a:lnTo>
                    <a:pt x="28436" y="876299"/>
                  </a:lnTo>
                  <a:lnTo>
                    <a:pt x="12938" y="914399"/>
                  </a:lnTo>
                  <a:lnTo>
                    <a:pt x="3309" y="952499"/>
                  </a:lnTo>
                  <a:lnTo>
                    <a:pt x="0" y="1003299"/>
                  </a:lnTo>
                  <a:lnTo>
                    <a:pt x="3309" y="1054099"/>
                  </a:lnTo>
                  <a:lnTo>
                    <a:pt x="12938" y="1104899"/>
                  </a:lnTo>
                  <a:lnTo>
                    <a:pt x="28436" y="1142999"/>
                  </a:lnTo>
                  <a:lnTo>
                    <a:pt x="49352" y="1181099"/>
                  </a:lnTo>
                  <a:lnTo>
                    <a:pt x="75236" y="1219199"/>
                  </a:lnTo>
                  <a:lnTo>
                    <a:pt x="105636" y="1257299"/>
                  </a:lnTo>
                  <a:lnTo>
                    <a:pt x="140103" y="1282699"/>
                  </a:lnTo>
                  <a:lnTo>
                    <a:pt x="178187" y="1308099"/>
                  </a:lnTo>
                  <a:lnTo>
                    <a:pt x="219435" y="1320799"/>
                  </a:lnTo>
                  <a:lnTo>
                    <a:pt x="263398" y="1333499"/>
                  </a:lnTo>
                  <a:lnTo>
                    <a:pt x="354687" y="1333499"/>
                  </a:lnTo>
                  <a:lnTo>
                    <a:pt x="398405" y="1320799"/>
                  </a:lnTo>
                  <a:lnTo>
                    <a:pt x="440102" y="1308099"/>
                  </a:lnTo>
                  <a:lnTo>
                    <a:pt x="479102" y="1282699"/>
                  </a:lnTo>
                  <a:lnTo>
                    <a:pt x="514729" y="1257299"/>
                  </a:lnTo>
                  <a:lnTo>
                    <a:pt x="546306" y="1231899"/>
                  </a:lnTo>
                  <a:lnTo>
                    <a:pt x="573159" y="1193799"/>
                  </a:lnTo>
                  <a:lnTo>
                    <a:pt x="118363" y="1193799"/>
                  </a:lnTo>
                  <a:lnTo>
                    <a:pt x="87792" y="1155699"/>
                  </a:lnTo>
                  <a:lnTo>
                    <a:pt x="64865" y="1104899"/>
                  </a:lnTo>
                  <a:lnTo>
                    <a:pt x="50462" y="1054099"/>
                  </a:lnTo>
                  <a:lnTo>
                    <a:pt x="45465" y="1003299"/>
                  </a:lnTo>
                  <a:lnTo>
                    <a:pt x="49725" y="952499"/>
                  </a:lnTo>
                  <a:lnTo>
                    <a:pt x="62003" y="901699"/>
                  </a:lnTo>
                  <a:lnTo>
                    <a:pt x="81552" y="863599"/>
                  </a:lnTo>
                  <a:lnTo>
                    <a:pt x="107624" y="825499"/>
                  </a:lnTo>
                  <a:lnTo>
                    <a:pt x="139470" y="787399"/>
                  </a:lnTo>
                  <a:lnTo>
                    <a:pt x="176341" y="761999"/>
                  </a:lnTo>
                  <a:lnTo>
                    <a:pt x="217490" y="749299"/>
                  </a:lnTo>
                  <a:lnTo>
                    <a:pt x="262168" y="736599"/>
                  </a:lnTo>
                  <a:lnTo>
                    <a:pt x="309625" y="723899"/>
                  </a:lnTo>
                  <a:lnTo>
                    <a:pt x="469587" y="723899"/>
                  </a:lnTo>
                  <a:lnTo>
                    <a:pt x="449548" y="711199"/>
                  </a:lnTo>
                  <a:lnTo>
                    <a:pt x="405680" y="698499"/>
                  </a:lnTo>
                  <a:lnTo>
                    <a:pt x="358785" y="685799"/>
                  </a:lnTo>
                  <a:lnTo>
                    <a:pt x="309625" y="673099"/>
                  </a:lnTo>
                  <a:close/>
                </a:path>
                <a:path w="1784984" h="1333500">
                  <a:moveTo>
                    <a:pt x="1221263" y="1104899"/>
                  </a:moveTo>
                  <a:lnTo>
                    <a:pt x="1174622" y="1104899"/>
                  </a:lnTo>
                  <a:lnTo>
                    <a:pt x="1191964" y="1155699"/>
                  </a:lnTo>
                  <a:lnTo>
                    <a:pt x="1216251" y="1206499"/>
                  </a:lnTo>
                  <a:lnTo>
                    <a:pt x="1246734" y="1244599"/>
                  </a:lnTo>
                  <a:lnTo>
                    <a:pt x="1282668" y="1269999"/>
                  </a:lnTo>
                  <a:lnTo>
                    <a:pt x="1323304" y="1308099"/>
                  </a:lnTo>
                  <a:lnTo>
                    <a:pt x="1367897" y="1320799"/>
                  </a:lnTo>
                  <a:lnTo>
                    <a:pt x="1415698" y="1333499"/>
                  </a:lnTo>
                  <a:lnTo>
                    <a:pt x="1512369" y="1333499"/>
                  </a:lnTo>
                  <a:lnTo>
                    <a:pt x="1556891" y="1320799"/>
                  </a:lnTo>
                  <a:lnTo>
                    <a:pt x="1598991" y="1308099"/>
                  </a:lnTo>
                  <a:lnTo>
                    <a:pt x="1638136" y="1282699"/>
                  </a:lnTo>
                  <a:lnTo>
                    <a:pt x="1673793" y="1257299"/>
                  </a:lnTo>
                  <a:lnTo>
                    <a:pt x="1705429" y="1219199"/>
                  </a:lnTo>
                  <a:lnTo>
                    <a:pt x="1723482" y="1193799"/>
                  </a:lnTo>
                  <a:lnTo>
                    <a:pt x="1274698" y="1193799"/>
                  </a:lnTo>
                  <a:lnTo>
                    <a:pt x="1244147" y="1155699"/>
                  </a:lnTo>
                  <a:lnTo>
                    <a:pt x="1221263" y="1104899"/>
                  </a:lnTo>
                  <a:close/>
                </a:path>
                <a:path w="1784984" h="1333500">
                  <a:moveTo>
                    <a:pt x="327786" y="838199"/>
                  </a:moveTo>
                  <a:lnTo>
                    <a:pt x="289091" y="850899"/>
                  </a:lnTo>
                  <a:lnTo>
                    <a:pt x="257206" y="876299"/>
                  </a:lnTo>
                  <a:lnTo>
                    <a:pt x="235561" y="901699"/>
                  </a:lnTo>
                  <a:lnTo>
                    <a:pt x="227583" y="952499"/>
                  </a:lnTo>
                  <a:lnTo>
                    <a:pt x="230868" y="965199"/>
                  </a:lnTo>
                  <a:lnTo>
                    <a:pt x="240141" y="990599"/>
                  </a:lnTo>
                  <a:lnTo>
                    <a:pt x="254533" y="1015999"/>
                  </a:lnTo>
                  <a:lnTo>
                    <a:pt x="273176" y="1028699"/>
                  </a:lnTo>
                  <a:lnTo>
                    <a:pt x="227364" y="1054099"/>
                  </a:lnTo>
                  <a:lnTo>
                    <a:pt x="188525" y="1079499"/>
                  </a:lnTo>
                  <a:lnTo>
                    <a:pt x="157112" y="1104899"/>
                  </a:lnTo>
                  <a:lnTo>
                    <a:pt x="133574" y="1155699"/>
                  </a:lnTo>
                  <a:lnTo>
                    <a:pt x="118363" y="1193799"/>
                  </a:lnTo>
                  <a:lnTo>
                    <a:pt x="573159" y="1193799"/>
                  </a:lnTo>
                  <a:lnTo>
                    <a:pt x="580309" y="1181099"/>
                  </a:lnTo>
                  <a:lnTo>
                    <a:pt x="519048" y="1181099"/>
                  </a:lnTo>
                  <a:lnTo>
                    <a:pt x="503861" y="1142999"/>
                  </a:lnTo>
                  <a:lnTo>
                    <a:pt x="480823" y="1104899"/>
                  </a:lnTo>
                  <a:lnTo>
                    <a:pt x="450798" y="1079499"/>
                  </a:lnTo>
                  <a:lnTo>
                    <a:pt x="414652" y="1054099"/>
                  </a:lnTo>
                  <a:lnTo>
                    <a:pt x="373252" y="1028699"/>
                  </a:lnTo>
                  <a:lnTo>
                    <a:pt x="391949" y="1015999"/>
                  </a:lnTo>
                  <a:lnTo>
                    <a:pt x="406336" y="1003299"/>
                  </a:lnTo>
                  <a:lnTo>
                    <a:pt x="415579" y="977899"/>
                  </a:lnTo>
                  <a:lnTo>
                    <a:pt x="418845" y="952499"/>
                  </a:lnTo>
                  <a:lnTo>
                    <a:pt x="412297" y="901699"/>
                  </a:lnTo>
                  <a:lnTo>
                    <a:pt x="393795" y="876299"/>
                  </a:lnTo>
                  <a:lnTo>
                    <a:pt x="365053" y="850899"/>
                  </a:lnTo>
                  <a:lnTo>
                    <a:pt x="327786" y="838199"/>
                  </a:lnTo>
                  <a:close/>
                </a:path>
                <a:path w="1784984" h="1333500">
                  <a:moveTo>
                    <a:pt x="1484121" y="838199"/>
                  </a:moveTo>
                  <a:lnTo>
                    <a:pt x="1445426" y="850899"/>
                  </a:lnTo>
                  <a:lnTo>
                    <a:pt x="1413541" y="876299"/>
                  </a:lnTo>
                  <a:lnTo>
                    <a:pt x="1391896" y="901699"/>
                  </a:lnTo>
                  <a:lnTo>
                    <a:pt x="1383918" y="952499"/>
                  </a:lnTo>
                  <a:lnTo>
                    <a:pt x="1387203" y="965199"/>
                  </a:lnTo>
                  <a:lnTo>
                    <a:pt x="1396476" y="990599"/>
                  </a:lnTo>
                  <a:lnTo>
                    <a:pt x="1410868" y="1015999"/>
                  </a:lnTo>
                  <a:lnTo>
                    <a:pt x="1429511" y="1028699"/>
                  </a:lnTo>
                  <a:lnTo>
                    <a:pt x="1387174" y="1054099"/>
                  </a:lnTo>
                  <a:lnTo>
                    <a:pt x="1348792" y="1079499"/>
                  </a:lnTo>
                  <a:lnTo>
                    <a:pt x="1316098" y="1104899"/>
                  </a:lnTo>
                  <a:lnTo>
                    <a:pt x="1290823" y="1155699"/>
                  </a:lnTo>
                  <a:lnTo>
                    <a:pt x="1274698" y="1193799"/>
                  </a:lnTo>
                  <a:lnTo>
                    <a:pt x="1723482" y="1193799"/>
                  </a:lnTo>
                  <a:lnTo>
                    <a:pt x="1732509" y="1181099"/>
                  </a:lnTo>
                  <a:lnTo>
                    <a:pt x="1675383" y="1181099"/>
                  </a:lnTo>
                  <a:lnTo>
                    <a:pt x="1660197" y="1142999"/>
                  </a:lnTo>
                  <a:lnTo>
                    <a:pt x="1637166" y="1104899"/>
                  </a:lnTo>
                  <a:lnTo>
                    <a:pt x="1607160" y="1079499"/>
                  </a:lnTo>
                  <a:lnTo>
                    <a:pt x="1571052" y="1054099"/>
                  </a:lnTo>
                  <a:lnTo>
                    <a:pt x="1529714" y="1028699"/>
                  </a:lnTo>
                  <a:lnTo>
                    <a:pt x="1549767" y="1015999"/>
                  </a:lnTo>
                  <a:lnTo>
                    <a:pt x="1567259" y="1003299"/>
                  </a:lnTo>
                  <a:lnTo>
                    <a:pt x="1579631" y="977899"/>
                  </a:lnTo>
                  <a:lnTo>
                    <a:pt x="1584324" y="952499"/>
                  </a:lnTo>
                  <a:lnTo>
                    <a:pt x="1576347" y="901699"/>
                  </a:lnTo>
                  <a:lnTo>
                    <a:pt x="1554702" y="876299"/>
                  </a:lnTo>
                  <a:lnTo>
                    <a:pt x="1522817" y="850899"/>
                  </a:lnTo>
                  <a:lnTo>
                    <a:pt x="1484121" y="838199"/>
                  </a:lnTo>
                  <a:close/>
                </a:path>
                <a:path w="1784984" h="1333500">
                  <a:moveTo>
                    <a:pt x="469587" y="723899"/>
                  </a:moveTo>
                  <a:lnTo>
                    <a:pt x="309625" y="723899"/>
                  </a:lnTo>
                  <a:lnTo>
                    <a:pt x="357046" y="736599"/>
                  </a:lnTo>
                  <a:lnTo>
                    <a:pt x="401694" y="749299"/>
                  </a:lnTo>
                  <a:lnTo>
                    <a:pt x="442820" y="761999"/>
                  </a:lnTo>
                  <a:lnTo>
                    <a:pt x="479676" y="787399"/>
                  </a:lnTo>
                  <a:lnTo>
                    <a:pt x="511511" y="825499"/>
                  </a:lnTo>
                  <a:lnTo>
                    <a:pt x="537576" y="863599"/>
                  </a:lnTo>
                  <a:lnTo>
                    <a:pt x="557122" y="901699"/>
                  </a:lnTo>
                  <a:lnTo>
                    <a:pt x="569400" y="952499"/>
                  </a:lnTo>
                  <a:lnTo>
                    <a:pt x="573658" y="1003299"/>
                  </a:lnTo>
                  <a:lnTo>
                    <a:pt x="570233" y="1054099"/>
                  </a:lnTo>
                  <a:lnTo>
                    <a:pt x="559974" y="1104899"/>
                  </a:lnTo>
                  <a:lnTo>
                    <a:pt x="542905" y="1142999"/>
                  </a:lnTo>
                  <a:lnTo>
                    <a:pt x="519048" y="1181099"/>
                  </a:lnTo>
                  <a:lnTo>
                    <a:pt x="580309" y="1181099"/>
                  </a:lnTo>
                  <a:lnTo>
                    <a:pt x="594609" y="1155699"/>
                  </a:lnTo>
                  <a:lnTo>
                    <a:pt x="609980" y="1104899"/>
                  </a:lnTo>
                  <a:lnTo>
                    <a:pt x="1221263" y="1104899"/>
                  </a:lnTo>
                  <a:lnTo>
                    <a:pt x="1206904" y="1054099"/>
                  </a:lnTo>
                  <a:lnTo>
                    <a:pt x="1205660" y="1041399"/>
                  </a:lnTo>
                  <a:lnTo>
                    <a:pt x="620553" y="1041399"/>
                  </a:lnTo>
                  <a:lnTo>
                    <a:pt x="626840" y="1015999"/>
                  </a:lnTo>
                  <a:lnTo>
                    <a:pt x="628268" y="1003299"/>
                  </a:lnTo>
                  <a:lnTo>
                    <a:pt x="625127" y="965199"/>
                  </a:lnTo>
                  <a:lnTo>
                    <a:pt x="616854" y="927099"/>
                  </a:lnTo>
                  <a:lnTo>
                    <a:pt x="605176" y="901699"/>
                  </a:lnTo>
                  <a:lnTo>
                    <a:pt x="591819" y="863599"/>
                  </a:lnTo>
                  <a:lnTo>
                    <a:pt x="637363" y="800099"/>
                  </a:lnTo>
                  <a:lnTo>
                    <a:pt x="555370" y="800099"/>
                  </a:lnTo>
                  <a:lnTo>
                    <a:pt x="525155" y="761999"/>
                  </a:lnTo>
                  <a:lnTo>
                    <a:pt x="489627" y="736599"/>
                  </a:lnTo>
                  <a:lnTo>
                    <a:pt x="469587" y="723899"/>
                  </a:lnTo>
                  <a:close/>
                </a:path>
                <a:path w="1784984" h="1333500">
                  <a:moveTo>
                    <a:pt x="1618563" y="723899"/>
                  </a:moveTo>
                  <a:lnTo>
                    <a:pt x="1465960" y="723899"/>
                  </a:lnTo>
                  <a:lnTo>
                    <a:pt x="1516103" y="736599"/>
                  </a:lnTo>
                  <a:lnTo>
                    <a:pt x="1562870" y="749299"/>
                  </a:lnTo>
                  <a:lnTo>
                    <a:pt x="1605590" y="761999"/>
                  </a:lnTo>
                  <a:lnTo>
                    <a:pt x="1643587" y="787399"/>
                  </a:lnTo>
                  <a:lnTo>
                    <a:pt x="1676187" y="825499"/>
                  </a:lnTo>
                  <a:lnTo>
                    <a:pt x="1702717" y="863599"/>
                  </a:lnTo>
                  <a:lnTo>
                    <a:pt x="1722501" y="901699"/>
                  </a:lnTo>
                  <a:lnTo>
                    <a:pt x="1734866" y="952499"/>
                  </a:lnTo>
                  <a:lnTo>
                    <a:pt x="1739137" y="1003299"/>
                  </a:lnTo>
                  <a:lnTo>
                    <a:pt x="1734284" y="1054099"/>
                  </a:lnTo>
                  <a:lnTo>
                    <a:pt x="1720881" y="1104899"/>
                  </a:lnTo>
                  <a:lnTo>
                    <a:pt x="1700668" y="1142999"/>
                  </a:lnTo>
                  <a:lnTo>
                    <a:pt x="1675383" y="1181099"/>
                  </a:lnTo>
                  <a:lnTo>
                    <a:pt x="1732509" y="1181099"/>
                  </a:lnTo>
                  <a:lnTo>
                    <a:pt x="1754500" y="1142999"/>
                  </a:lnTo>
                  <a:lnTo>
                    <a:pt x="1770868" y="1104899"/>
                  </a:lnTo>
                  <a:lnTo>
                    <a:pt x="1781081" y="1054099"/>
                  </a:lnTo>
                  <a:lnTo>
                    <a:pt x="1784603" y="1003299"/>
                  </a:lnTo>
                  <a:lnTo>
                    <a:pt x="1781081" y="952499"/>
                  </a:lnTo>
                  <a:lnTo>
                    <a:pt x="1770868" y="914399"/>
                  </a:lnTo>
                  <a:lnTo>
                    <a:pt x="1754500" y="876299"/>
                  </a:lnTo>
                  <a:lnTo>
                    <a:pt x="1732509" y="825499"/>
                  </a:lnTo>
                  <a:lnTo>
                    <a:pt x="1705429" y="787399"/>
                  </a:lnTo>
                  <a:lnTo>
                    <a:pt x="1673793" y="761999"/>
                  </a:lnTo>
                  <a:lnTo>
                    <a:pt x="1638136" y="736599"/>
                  </a:lnTo>
                  <a:lnTo>
                    <a:pt x="1618563" y="723899"/>
                  </a:lnTo>
                  <a:close/>
                </a:path>
                <a:path w="1784984" h="1333500">
                  <a:moveTo>
                    <a:pt x="1083489" y="622299"/>
                  </a:moveTo>
                  <a:lnTo>
                    <a:pt x="1010665" y="622299"/>
                  </a:lnTo>
                  <a:lnTo>
                    <a:pt x="1183639" y="863599"/>
                  </a:lnTo>
                  <a:lnTo>
                    <a:pt x="1171711" y="901699"/>
                  </a:lnTo>
                  <a:lnTo>
                    <a:pt x="1163177" y="939799"/>
                  </a:lnTo>
                  <a:lnTo>
                    <a:pt x="1158047" y="965199"/>
                  </a:lnTo>
                  <a:lnTo>
                    <a:pt x="1156334" y="1003299"/>
                  </a:lnTo>
                  <a:lnTo>
                    <a:pt x="1156334" y="1041399"/>
                  </a:lnTo>
                  <a:lnTo>
                    <a:pt x="1205660" y="1041399"/>
                  </a:lnTo>
                  <a:lnTo>
                    <a:pt x="1201927" y="1003299"/>
                  </a:lnTo>
                  <a:lnTo>
                    <a:pt x="1206186" y="952499"/>
                  </a:lnTo>
                  <a:lnTo>
                    <a:pt x="1218464" y="901699"/>
                  </a:lnTo>
                  <a:lnTo>
                    <a:pt x="1238010" y="863599"/>
                  </a:lnTo>
                  <a:lnTo>
                    <a:pt x="1264075" y="825499"/>
                  </a:lnTo>
                  <a:lnTo>
                    <a:pt x="1274687" y="812799"/>
                  </a:lnTo>
                  <a:lnTo>
                    <a:pt x="1220088" y="812799"/>
                  </a:lnTo>
                  <a:lnTo>
                    <a:pt x="1083489" y="622299"/>
                  </a:lnTo>
                  <a:close/>
                </a:path>
                <a:path w="1784984" h="1333500">
                  <a:moveTo>
                    <a:pt x="1465960" y="673099"/>
                  </a:moveTo>
                  <a:lnTo>
                    <a:pt x="1416747" y="685799"/>
                  </a:lnTo>
                  <a:lnTo>
                    <a:pt x="1369817" y="698499"/>
                  </a:lnTo>
                  <a:lnTo>
                    <a:pt x="1325927" y="711199"/>
                  </a:lnTo>
                  <a:lnTo>
                    <a:pt x="1285837" y="749299"/>
                  </a:lnTo>
                  <a:lnTo>
                    <a:pt x="1250305" y="774699"/>
                  </a:lnTo>
                  <a:lnTo>
                    <a:pt x="1220088" y="812799"/>
                  </a:lnTo>
                  <a:lnTo>
                    <a:pt x="1274687" y="812799"/>
                  </a:lnTo>
                  <a:lnTo>
                    <a:pt x="1295910" y="787399"/>
                  </a:lnTo>
                  <a:lnTo>
                    <a:pt x="1332766" y="761999"/>
                  </a:lnTo>
                  <a:lnTo>
                    <a:pt x="1373892" y="749299"/>
                  </a:lnTo>
                  <a:lnTo>
                    <a:pt x="1418540" y="736599"/>
                  </a:lnTo>
                  <a:lnTo>
                    <a:pt x="1465960" y="723899"/>
                  </a:lnTo>
                  <a:lnTo>
                    <a:pt x="1618563" y="723899"/>
                  </a:lnTo>
                  <a:lnTo>
                    <a:pt x="1598991" y="711199"/>
                  </a:lnTo>
                  <a:lnTo>
                    <a:pt x="1556891" y="698499"/>
                  </a:lnTo>
                  <a:lnTo>
                    <a:pt x="1512369" y="685799"/>
                  </a:lnTo>
                  <a:lnTo>
                    <a:pt x="1465960" y="673099"/>
                  </a:lnTo>
                  <a:close/>
                </a:path>
                <a:path w="1784984" h="1333500">
                  <a:moveTo>
                    <a:pt x="920336" y="0"/>
                  </a:moveTo>
                  <a:lnTo>
                    <a:pt x="827913" y="0"/>
                  </a:lnTo>
                  <a:lnTo>
                    <a:pt x="783950" y="12699"/>
                  </a:lnTo>
                  <a:lnTo>
                    <a:pt x="742702" y="25399"/>
                  </a:lnTo>
                  <a:lnTo>
                    <a:pt x="704618" y="50799"/>
                  </a:lnTo>
                  <a:lnTo>
                    <a:pt x="670151" y="76199"/>
                  </a:lnTo>
                  <a:lnTo>
                    <a:pt x="639751" y="114299"/>
                  </a:lnTo>
                  <a:lnTo>
                    <a:pt x="613867" y="139699"/>
                  </a:lnTo>
                  <a:lnTo>
                    <a:pt x="592951" y="190499"/>
                  </a:lnTo>
                  <a:lnTo>
                    <a:pt x="577453" y="228599"/>
                  </a:lnTo>
                  <a:lnTo>
                    <a:pt x="567824" y="279399"/>
                  </a:lnTo>
                  <a:lnTo>
                    <a:pt x="564514" y="317499"/>
                  </a:lnTo>
                  <a:lnTo>
                    <a:pt x="567778" y="368299"/>
                  </a:lnTo>
                  <a:lnTo>
                    <a:pt x="577252" y="419099"/>
                  </a:lnTo>
                  <a:lnTo>
                    <a:pt x="592456" y="457199"/>
                  </a:lnTo>
                  <a:lnTo>
                    <a:pt x="612915" y="507999"/>
                  </a:lnTo>
                  <a:lnTo>
                    <a:pt x="638150" y="546099"/>
                  </a:lnTo>
                  <a:lnTo>
                    <a:pt x="667684" y="571499"/>
                  </a:lnTo>
                  <a:lnTo>
                    <a:pt x="701039" y="596899"/>
                  </a:lnTo>
                  <a:lnTo>
                    <a:pt x="555370" y="800099"/>
                  </a:lnTo>
                  <a:lnTo>
                    <a:pt x="637363" y="800099"/>
                  </a:lnTo>
                  <a:lnTo>
                    <a:pt x="755776" y="634999"/>
                  </a:lnTo>
                  <a:lnTo>
                    <a:pt x="980350" y="634999"/>
                  </a:lnTo>
                  <a:lnTo>
                    <a:pt x="1010665" y="622299"/>
                  </a:lnTo>
                  <a:lnTo>
                    <a:pt x="1083489" y="622299"/>
                  </a:lnTo>
                  <a:lnTo>
                    <a:pt x="1065275" y="596899"/>
                  </a:lnTo>
                  <a:lnTo>
                    <a:pt x="1099355" y="558799"/>
                  </a:lnTo>
                  <a:lnTo>
                    <a:pt x="1128362" y="520699"/>
                  </a:lnTo>
                  <a:lnTo>
                    <a:pt x="682878" y="520699"/>
                  </a:lnTo>
                  <a:lnTo>
                    <a:pt x="629380" y="431799"/>
                  </a:lnTo>
                  <a:lnTo>
                    <a:pt x="614977" y="380999"/>
                  </a:lnTo>
                  <a:lnTo>
                    <a:pt x="609980" y="317499"/>
                  </a:lnTo>
                  <a:lnTo>
                    <a:pt x="614244" y="279399"/>
                  </a:lnTo>
                  <a:lnTo>
                    <a:pt x="626533" y="228599"/>
                  </a:lnTo>
                  <a:lnTo>
                    <a:pt x="646096" y="177799"/>
                  </a:lnTo>
                  <a:lnTo>
                    <a:pt x="672181" y="139699"/>
                  </a:lnTo>
                  <a:lnTo>
                    <a:pt x="704037" y="114299"/>
                  </a:lnTo>
                  <a:lnTo>
                    <a:pt x="740913" y="88899"/>
                  </a:lnTo>
                  <a:lnTo>
                    <a:pt x="782056" y="63499"/>
                  </a:lnTo>
                  <a:lnTo>
                    <a:pt x="826716" y="50799"/>
                  </a:lnTo>
                  <a:lnTo>
                    <a:pt x="1043568" y="50799"/>
                  </a:lnTo>
                  <a:lnTo>
                    <a:pt x="1005501" y="25399"/>
                  </a:lnTo>
                  <a:lnTo>
                    <a:pt x="964274" y="12699"/>
                  </a:lnTo>
                  <a:lnTo>
                    <a:pt x="920336" y="0"/>
                  </a:lnTo>
                  <a:close/>
                </a:path>
                <a:path w="1784984" h="1333500">
                  <a:moveTo>
                    <a:pt x="980350" y="634999"/>
                  </a:moveTo>
                  <a:lnTo>
                    <a:pt x="755776" y="634999"/>
                  </a:lnTo>
                  <a:lnTo>
                    <a:pt x="783183" y="647699"/>
                  </a:lnTo>
                  <a:lnTo>
                    <a:pt x="811482" y="647699"/>
                  </a:lnTo>
                  <a:lnTo>
                    <a:pt x="841519" y="660399"/>
                  </a:lnTo>
                  <a:lnTo>
                    <a:pt x="909528" y="660399"/>
                  </a:lnTo>
                  <a:lnTo>
                    <a:pt x="945784" y="647699"/>
                  </a:lnTo>
                  <a:lnTo>
                    <a:pt x="980350" y="634999"/>
                  </a:lnTo>
                  <a:close/>
                </a:path>
                <a:path w="1784984" h="1333500">
                  <a:moveTo>
                    <a:pt x="921853" y="165099"/>
                  </a:moveTo>
                  <a:lnTo>
                    <a:pt x="849749" y="165099"/>
                  </a:lnTo>
                  <a:lnTo>
                    <a:pt x="820578" y="190499"/>
                  </a:lnTo>
                  <a:lnTo>
                    <a:pt x="799933" y="215899"/>
                  </a:lnTo>
                  <a:lnTo>
                    <a:pt x="792098" y="253999"/>
                  </a:lnTo>
                  <a:lnTo>
                    <a:pt x="795383" y="279399"/>
                  </a:lnTo>
                  <a:lnTo>
                    <a:pt x="804656" y="304799"/>
                  </a:lnTo>
                  <a:lnTo>
                    <a:pt x="819048" y="330199"/>
                  </a:lnTo>
                  <a:lnTo>
                    <a:pt x="837691" y="342899"/>
                  </a:lnTo>
                  <a:lnTo>
                    <a:pt x="791013" y="355599"/>
                  </a:lnTo>
                  <a:lnTo>
                    <a:pt x="750444" y="380999"/>
                  </a:lnTo>
                  <a:lnTo>
                    <a:pt x="717731" y="419099"/>
                  </a:lnTo>
                  <a:lnTo>
                    <a:pt x="694627" y="469899"/>
                  </a:lnTo>
                  <a:lnTo>
                    <a:pt x="682878" y="520699"/>
                  </a:lnTo>
                  <a:lnTo>
                    <a:pt x="1128362" y="520699"/>
                  </a:lnTo>
                  <a:lnTo>
                    <a:pt x="1134220" y="507999"/>
                  </a:lnTo>
                  <a:lnTo>
                    <a:pt x="1083563" y="507999"/>
                  </a:lnTo>
                  <a:lnTo>
                    <a:pt x="1058175" y="457199"/>
                  </a:lnTo>
                  <a:lnTo>
                    <a:pt x="1024286" y="406399"/>
                  </a:lnTo>
                  <a:lnTo>
                    <a:pt x="983587" y="368299"/>
                  </a:lnTo>
                  <a:lnTo>
                    <a:pt x="937767" y="355599"/>
                  </a:lnTo>
                  <a:lnTo>
                    <a:pt x="956464" y="330199"/>
                  </a:lnTo>
                  <a:lnTo>
                    <a:pt x="970851" y="317499"/>
                  </a:lnTo>
                  <a:lnTo>
                    <a:pt x="980094" y="279399"/>
                  </a:lnTo>
                  <a:lnTo>
                    <a:pt x="983360" y="253999"/>
                  </a:lnTo>
                  <a:lnTo>
                    <a:pt x="975383" y="215899"/>
                  </a:lnTo>
                  <a:lnTo>
                    <a:pt x="953738" y="190499"/>
                  </a:lnTo>
                  <a:lnTo>
                    <a:pt x="921853" y="165099"/>
                  </a:lnTo>
                  <a:close/>
                </a:path>
                <a:path w="1784984" h="1333500">
                  <a:moveTo>
                    <a:pt x="1043568" y="50799"/>
                  </a:moveTo>
                  <a:lnTo>
                    <a:pt x="921561" y="50799"/>
                  </a:lnTo>
                  <a:lnTo>
                    <a:pt x="966209" y="63499"/>
                  </a:lnTo>
                  <a:lnTo>
                    <a:pt x="1007335" y="88899"/>
                  </a:lnTo>
                  <a:lnTo>
                    <a:pt x="1044191" y="114299"/>
                  </a:lnTo>
                  <a:lnTo>
                    <a:pt x="1076026" y="139699"/>
                  </a:lnTo>
                  <a:lnTo>
                    <a:pt x="1102091" y="177799"/>
                  </a:lnTo>
                  <a:lnTo>
                    <a:pt x="1121637" y="228599"/>
                  </a:lnTo>
                  <a:lnTo>
                    <a:pt x="1133915" y="279399"/>
                  </a:lnTo>
                  <a:lnTo>
                    <a:pt x="1138173" y="317499"/>
                  </a:lnTo>
                  <a:lnTo>
                    <a:pt x="1134748" y="368299"/>
                  </a:lnTo>
                  <a:lnTo>
                    <a:pt x="1124489" y="419099"/>
                  </a:lnTo>
                  <a:lnTo>
                    <a:pt x="1107420" y="469899"/>
                  </a:lnTo>
                  <a:lnTo>
                    <a:pt x="1083563" y="507999"/>
                  </a:lnTo>
                  <a:lnTo>
                    <a:pt x="1134220" y="507999"/>
                  </a:lnTo>
                  <a:lnTo>
                    <a:pt x="1151794" y="469899"/>
                  </a:lnTo>
                  <a:lnTo>
                    <a:pt x="1169152" y="431799"/>
                  </a:lnTo>
                  <a:lnTo>
                    <a:pt x="1179934" y="380999"/>
                  </a:lnTo>
                  <a:lnTo>
                    <a:pt x="1183639" y="317499"/>
                  </a:lnTo>
                  <a:lnTo>
                    <a:pt x="1180330" y="279399"/>
                  </a:lnTo>
                  <a:lnTo>
                    <a:pt x="1170701" y="228599"/>
                  </a:lnTo>
                  <a:lnTo>
                    <a:pt x="1155205" y="190499"/>
                  </a:lnTo>
                  <a:lnTo>
                    <a:pt x="1134293" y="139699"/>
                  </a:lnTo>
                  <a:lnTo>
                    <a:pt x="1108415" y="114299"/>
                  </a:lnTo>
                  <a:lnTo>
                    <a:pt x="1078023" y="76199"/>
                  </a:lnTo>
                  <a:lnTo>
                    <a:pt x="1043568" y="5079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11503381" y="127825"/>
              <a:ext cx="683895" cy="605790"/>
            </a:xfrm>
            <a:custGeom>
              <a:avLst/>
              <a:gdLst/>
              <a:ahLst/>
              <a:cxnLst/>
              <a:rect l="l" t="t" r="r" b="b"/>
              <a:pathLst>
                <a:path w="683895" h="605790">
                  <a:moveTo>
                    <a:pt x="534682" y="96697"/>
                  </a:moveTo>
                  <a:lnTo>
                    <a:pt x="534555" y="92951"/>
                  </a:lnTo>
                  <a:lnTo>
                    <a:pt x="534530" y="92252"/>
                  </a:lnTo>
                  <a:lnTo>
                    <a:pt x="534416" y="88760"/>
                  </a:lnTo>
                  <a:lnTo>
                    <a:pt x="534301" y="85458"/>
                  </a:lnTo>
                  <a:lnTo>
                    <a:pt x="534276" y="84645"/>
                  </a:lnTo>
                  <a:lnTo>
                    <a:pt x="530237" y="76758"/>
                  </a:lnTo>
                  <a:lnTo>
                    <a:pt x="522122" y="72466"/>
                  </a:lnTo>
                  <a:lnTo>
                    <a:pt x="509524" y="70954"/>
                  </a:lnTo>
                  <a:lnTo>
                    <a:pt x="492721" y="71526"/>
                  </a:lnTo>
                  <a:lnTo>
                    <a:pt x="492721" y="109105"/>
                  </a:lnTo>
                  <a:lnTo>
                    <a:pt x="491667" y="118364"/>
                  </a:lnTo>
                  <a:lnTo>
                    <a:pt x="454761" y="189852"/>
                  </a:lnTo>
                  <a:lnTo>
                    <a:pt x="422148" y="218528"/>
                  </a:lnTo>
                  <a:lnTo>
                    <a:pt x="387019" y="234607"/>
                  </a:lnTo>
                  <a:lnTo>
                    <a:pt x="384492" y="235242"/>
                  </a:lnTo>
                  <a:lnTo>
                    <a:pt x="382651" y="235661"/>
                  </a:lnTo>
                  <a:lnTo>
                    <a:pt x="372021" y="235661"/>
                  </a:lnTo>
                  <a:lnTo>
                    <a:pt x="372237" y="232714"/>
                  </a:lnTo>
                  <a:lnTo>
                    <a:pt x="372541" y="228625"/>
                  </a:lnTo>
                  <a:lnTo>
                    <a:pt x="377507" y="223050"/>
                  </a:lnTo>
                  <a:lnTo>
                    <a:pt x="387959" y="207327"/>
                  </a:lnTo>
                  <a:lnTo>
                    <a:pt x="394436" y="190296"/>
                  </a:lnTo>
                  <a:lnTo>
                    <a:pt x="398399" y="172453"/>
                  </a:lnTo>
                  <a:lnTo>
                    <a:pt x="401269" y="154482"/>
                  </a:lnTo>
                  <a:lnTo>
                    <a:pt x="402564" y="146215"/>
                  </a:lnTo>
                  <a:lnTo>
                    <a:pt x="407111" y="141376"/>
                  </a:lnTo>
                  <a:lnTo>
                    <a:pt x="445109" y="119024"/>
                  </a:lnTo>
                  <a:lnTo>
                    <a:pt x="490181" y="107429"/>
                  </a:lnTo>
                  <a:lnTo>
                    <a:pt x="492721" y="109105"/>
                  </a:lnTo>
                  <a:lnTo>
                    <a:pt x="492721" y="71526"/>
                  </a:lnTo>
                  <a:lnTo>
                    <a:pt x="437400" y="82588"/>
                  </a:lnTo>
                  <a:lnTo>
                    <a:pt x="407746" y="95999"/>
                  </a:lnTo>
                  <a:lnTo>
                    <a:pt x="402069" y="96697"/>
                  </a:lnTo>
                  <a:lnTo>
                    <a:pt x="397662" y="93586"/>
                  </a:lnTo>
                  <a:lnTo>
                    <a:pt x="394322" y="85458"/>
                  </a:lnTo>
                  <a:lnTo>
                    <a:pt x="386753" y="65163"/>
                  </a:lnTo>
                  <a:lnTo>
                    <a:pt x="375932" y="46761"/>
                  </a:lnTo>
                  <a:lnTo>
                    <a:pt x="375056" y="45618"/>
                  </a:lnTo>
                  <a:lnTo>
                    <a:pt x="362953" y="29692"/>
                  </a:lnTo>
                  <a:lnTo>
                    <a:pt x="360972" y="27381"/>
                  </a:lnTo>
                  <a:lnTo>
                    <a:pt x="360972" y="139865"/>
                  </a:lnTo>
                  <a:lnTo>
                    <a:pt x="354520" y="186715"/>
                  </a:lnTo>
                  <a:lnTo>
                    <a:pt x="335546" y="224523"/>
                  </a:lnTo>
                  <a:lnTo>
                    <a:pt x="328676" y="232714"/>
                  </a:lnTo>
                  <a:lnTo>
                    <a:pt x="325196" y="230619"/>
                  </a:lnTo>
                  <a:lnTo>
                    <a:pt x="296811" y="184061"/>
                  </a:lnTo>
                  <a:lnTo>
                    <a:pt x="290741" y="133286"/>
                  </a:lnTo>
                  <a:lnTo>
                    <a:pt x="291592" y="113233"/>
                  </a:lnTo>
                  <a:lnTo>
                    <a:pt x="291630" y="112483"/>
                  </a:lnTo>
                  <a:lnTo>
                    <a:pt x="296672" y="92951"/>
                  </a:lnTo>
                  <a:lnTo>
                    <a:pt x="296735" y="92710"/>
                  </a:lnTo>
                  <a:lnTo>
                    <a:pt x="296849" y="92252"/>
                  </a:lnTo>
                  <a:lnTo>
                    <a:pt x="306184" y="72758"/>
                  </a:lnTo>
                  <a:lnTo>
                    <a:pt x="319379" y="54140"/>
                  </a:lnTo>
                  <a:lnTo>
                    <a:pt x="326466" y="45618"/>
                  </a:lnTo>
                  <a:lnTo>
                    <a:pt x="330377" y="48361"/>
                  </a:lnTo>
                  <a:lnTo>
                    <a:pt x="335978" y="54978"/>
                  </a:lnTo>
                  <a:lnTo>
                    <a:pt x="354698" y="92710"/>
                  </a:lnTo>
                  <a:lnTo>
                    <a:pt x="354812" y="92951"/>
                  </a:lnTo>
                  <a:lnTo>
                    <a:pt x="360972" y="139865"/>
                  </a:lnTo>
                  <a:lnTo>
                    <a:pt x="360972" y="27381"/>
                  </a:lnTo>
                  <a:lnTo>
                    <a:pt x="348970" y="13360"/>
                  </a:lnTo>
                  <a:lnTo>
                    <a:pt x="337070" y="3225"/>
                  </a:lnTo>
                  <a:lnTo>
                    <a:pt x="325132" y="0"/>
                  </a:lnTo>
                  <a:lnTo>
                    <a:pt x="313080" y="3441"/>
                  </a:lnTo>
                  <a:lnTo>
                    <a:pt x="300888" y="13360"/>
                  </a:lnTo>
                  <a:lnTo>
                    <a:pt x="275844" y="48361"/>
                  </a:lnTo>
                  <a:lnTo>
                    <a:pt x="275742" y="48501"/>
                  </a:lnTo>
                  <a:lnTo>
                    <a:pt x="259918" y="88760"/>
                  </a:lnTo>
                  <a:lnTo>
                    <a:pt x="253504" y="131737"/>
                  </a:lnTo>
                  <a:lnTo>
                    <a:pt x="256628" y="175044"/>
                  </a:lnTo>
                  <a:lnTo>
                    <a:pt x="269379" y="216293"/>
                  </a:lnTo>
                  <a:lnTo>
                    <a:pt x="291896" y="253111"/>
                  </a:lnTo>
                  <a:lnTo>
                    <a:pt x="324218" y="278739"/>
                  </a:lnTo>
                  <a:lnTo>
                    <a:pt x="337667" y="279171"/>
                  </a:lnTo>
                  <a:lnTo>
                    <a:pt x="367398" y="276161"/>
                  </a:lnTo>
                  <a:lnTo>
                    <a:pt x="394919" y="269748"/>
                  </a:lnTo>
                  <a:lnTo>
                    <a:pt x="420624" y="259816"/>
                  </a:lnTo>
                  <a:lnTo>
                    <a:pt x="444944" y="246278"/>
                  </a:lnTo>
                  <a:lnTo>
                    <a:pt x="458127" y="235661"/>
                  </a:lnTo>
                  <a:lnTo>
                    <a:pt x="481291" y="217017"/>
                  </a:lnTo>
                  <a:lnTo>
                    <a:pt x="508292" y="182359"/>
                  </a:lnTo>
                  <a:lnTo>
                    <a:pt x="526046" y="142328"/>
                  </a:lnTo>
                  <a:lnTo>
                    <a:pt x="532688" y="107429"/>
                  </a:lnTo>
                  <a:lnTo>
                    <a:pt x="534682" y="96913"/>
                  </a:lnTo>
                  <a:lnTo>
                    <a:pt x="534682" y="96697"/>
                  </a:lnTo>
                  <a:close/>
                </a:path>
                <a:path w="683895" h="605790">
                  <a:moveTo>
                    <a:pt x="683806" y="293624"/>
                  </a:moveTo>
                  <a:lnTo>
                    <a:pt x="670623" y="250685"/>
                  </a:lnTo>
                  <a:lnTo>
                    <a:pt x="642937" y="233705"/>
                  </a:lnTo>
                  <a:lnTo>
                    <a:pt x="642937" y="289052"/>
                  </a:lnTo>
                  <a:lnTo>
                    <a:pt x="640613" y="296519"/>
                  </a:lnTo>
                  <a:lnTo>
                    <a:pt x="593382" y="343382"/>
                  </a:lnTo>
                  <a:lnTo>
                    <a:pt x="551408" y="382905"/>
                  </a:lnTo>
                  <a:lnTo>
                    <a:pt x="496341" y="432015"/>
                  </a:lnTo>
                  <a:lnTo>
                    <a:pt x="496023" y="432320"/>
                  </a:lnTo>
                  <a:lnTo>
                    <a:pt x="477862" y="452704"/>
                  </a:lnTo>
                  <a:lnTo>
                    <a:pt x="457784" y="471360"/>
                  </a:lnTo>
                  <a:lnTo>
                    <a:pt x="437121" y="489381"/>
                  </a:lnTo>
                  <a:lnTo>
                    <a:pt x="417068" y="507987"/>
                  </a:lnTo>
                  <a:lnTo>
                    <a:pt x="411391" y="511873"/>
                  </a:lnTo>
                  <a:lnTo>
                    <a:pt x="404926" y="513638"/>
                  </a:lnTo>
                  <a:lnTo>
                    <a:pt x="397992" y="514108"/>
                  </a:lnTo>
                  <a:lnTo>
                    <a:pt x="333527" y="514426"/>
                  </a:lnTo>
                  <a:lnTo>
                    <a:pt x="340550" y="514426"/>
                  </a:lnTo>
                  <a:lnTo>
                    <a:pt x="310121" y="514731"/>
                  </a:lnTo>
                  <a:lnTo>
                    <a:pt x="273507" y="514731"/>
                  </a:lnTo>
                  <a:lnTo>
                    <a:pt x="229450" y="513245"/>
                  </a:lnTo>
                  <a:lnTo>
                    <a:pt x="207911" y="514426"/>
                  </a:lnTo>
                  <a:lnTo>
                    <a:pt x="189217" y="520230"/>
                  </a:lnTo>
                  <a:lnTo>
                    <a:pt x="172567" y="530059"/>
                  </a:lnTo>
                  <a:lnTo>
                    <a:pt x="157162" y="543306"/>
                  </a:lnTo>
                  <a:lnTo>
                    <a:pt x="146050" y="553478"/>
                  </a:lnTo>
                  <a:lnTo>
                    <a:pt x="138417" y="556729"/>
                  </a:lnTo>
                  <a:lnTo>
                    <a:pt x="130670" y="553085"/>
                  </a:lnTo>
                  <a:lnTo>
                    <a:pt x="119214" y="542569"/>
                  </a:lnTo>
                  <a:lnTo>
                    <a:pt x="105041" y="529069"/>
                  </a:lnTo>
                  <a:lnTo>
                    <a:pt x="90741" y="515683"/>
                  </a:lnTo>
                  <a:lnTo>
                    <a:pt x="76301" y="502424"/>
                  </a:lnTo>
                  <a:lnTo>
                    <a:pt x="61823" y="489381"/>
                  </a:lnTo>
                  <a:lnTo>
                    <a:pt x="56362" y="483285"/>
                  </a:lnTo>
                  <a:lnTo>
                    <a:pt x="54457" y="477520"/>
                  </a:lnTo>
                  <a:lnTo>
                    <a:pt x="56108" y="471614"/>
                  </a:lnTo>
                  <a:lnTo>
                    <a:pt x="61391" y="465213"/>
                  </a:lnTo>
                  <a:lnTo>
                    <a:pt x="86296" y="441667"/>
                  </a:lnTo>
                  <a:lnTo>
                    <a:pt x="135877" y="394347"/>
                  </a:lnTo>
                  <a:lnTo>
                    <a:pt x="170776" y="363499"/>
                  </a:lnTo>
                  <a:lnTo>
                    <a:pt x="205994" y="353796"/>
                  </a:lnTo>
                  <a:lnTo>
                    <a:pt x="454266" y="353796"/>
                  </a:lnTo>
                  <a:lnTo>
                    <a:pt x="465035" y="354495"/>
                  </a:lnTo>
                  <a:lnTo>
                    <a:pt x="474573" y="357466"/>
                  </a:lnTo>
                  <a:lnTo>
                    <a:pt x="474408" y="357466"/>
                  </a:lnTo>
                  <a:lnTo>
                    <a:pt x="481114" y="363728"/>
                  </a:lnTo>
                  <a:lnTo>
                    <a:pt x="484390" y="374713"/>
                  </a:lnTo>
                  <a:lnTo>
                    <a:pt x="483082" y="384162"/>
                  </a:lnTo>
                  <a:lnTo>
                    <a:pt x="477418" y="391007"/>
                  </a:lnTo>
                  <a:lnTo>
                    <a:pt x="467626" y="395173"/>
                  </a:lnTo>
                  <a:lnTo>
                    <a:pt x="453948" y="396570"/>
                  </a:lnTo>
                  <a:lnTo>
                    <a:pt x="319189" y="396570"/>
                  </a:lnTo>
                  <a:lnTo>
                    <a:pt x="314121" y="397205"/>
                  </a:lnTo>
                  <a:lnTo>
                    <a:pt x="304177" y="398564"/>
                  </a:lnTo>
                  <a:lnTo>
                    <a:pt x="298996" y="404774"/>
                  </a:lnTo>
                  <a:lnTo>
                    <a:pt x="299085" y="412991"/>
                  </a:lnTo>
                  <a:lnTo>
                    <a:pt x="299212" y="417995"/>
                  </a:lnTo>
                  <a:lnTo>
                    <a:pt x="299427" y="424637"/>
                  </a:lnTo>
                  <a:lnTo>
                    <a:pt x="305028" y="431469"/>
                  </a:lnTo>
                  <a:lnTo>
                    <a:pt x="359041" y="431774"/>
                  </a:lnTo>
                  <a:lnTo>
                    <a:pt x="403288" y="432701"/>
                  </a:lnTo>
                  <a:lnTo>
                    <a:pt x="447471" y="432015"/>
                  </a:lnTo>
                  <a:lnTo>
                    <a:pt x="491578" y="427583"/>
                  </a:lnTo>
                  <a:lnTo>
                    <a:pt x="517880" y="397205"/>
                  </a:lnTo>
                  <a:lnTo>
                    <a:pt x="524522" y="379044"/>
                  </a:lnTo>
                  <a:lnTo>
                    <a:pt x="523633" y="358140"/>
                  </a:lnTo>
                  <a:lnTo>
                    <a:pt x="523608" y="357466"/>
                  </a:lnTo>
                  <a:lnTo>
                    <a:pt x="522833" y="353796"/>
                  </a:lnTo>
                  <a:lnTo>
                    <a:pt x="522757" y="353479"/>
                  </a:lnTo>
                  <a:lnTo>
                    <a:pt x="525399" y="350012"/>
                  </a:lnTo>
                  <a:lnTo>
                    <a:pt x="553059" y="322033"/>
                  </a:lnTo>
                  <a:lnTo>
                    <a:pt x="588098" y="288798"/>
                  </a:lnTo>
                  <a:lnTo>
                    <a:pt x="624166" y="266217"/>
                  </a:lnTo>
                  <a:lnTo>
                    <a:pt x="631405" y="268427"/>
                  </a:lnTo>
                  <a:lnTo>
                    <a:pt x="637755" y="273913"/>
                  </a:lnTo>
                  <a:lnTo>
                    <a:pt x="642010" y="281406"/>
                  </a:lnTo>
                  <a:lnTo>
                    <a:pt x="642912" y="288798"/>
                  </a:lnTo>
                  <a:lnTo>
                    <a:pt x="642937" y="289052"/>
                  </a:lnTo>
                  <a:lnTo>
                    <a:pt x="642937" y="233705"/>
                  </a:lnTo>
                  <a:lnTo>
                    <a:pt x="642620" y="233553"/>
                  </a:lnTo>
                  <a:lnTo>
                    <a:pt x="625462" y="229717"/>
                  </a:lnTo>
                  <a:lnTo>
                    <a:pt x="608901" y="230619"/>
                  </a:lnTo>
                  <a:lnTo>
                    <a:pt x="593217" y="236194"/>
                  </a:lnTo>
                  <a:lnTo>
                    <a:pt x="578675" y="246367"/>
                  </a:lnTo>
                  <a:lnTo>
                    <a:pt x="566966" y="257606"/>
                  </a:lnTo>
                  <a:lnTo>
                    <a:pt x="544144" y="280670"/>
                  </a:lnTo>
                  <a:lnTo>
                    <a:pt x="532384" y="291782"/>
                  </a:lnTo>
                  <a:lnTo>
                    <a:pt x="518375" y="304838"/>
                  </a:lnTo>
                  <a:lnTo>
                    <a:pt x="503567" y="316204"/>
                  </a:lnTo>
                  <a:lnTo>
                    <a:pt x="486435" y="322033"/>
                  </a:lnTo>
                  <a:lnTo>
                    <a:pt x="465480" y="318477"/>
                  </a:lnTo>
                  <a:lnTo>
                    <a:pt x="461568" y="316903"/>
                  </a:lnTo>
                  <a:lnTo>
                    <a:pt x="456387" y="318262"/>
                  </a:lnTo>
                  <a:lnTo>
                    <a:pt x="201333" y="318262"/>
                  </a:lnTo>
                  <a:lnTo>
                    <a:pt x="183286" y="319684"/>
                  </a:lnTo>
                  <a:lnTo>
                    <a:pt x="136334" y="342125"/>
                  </a:lnTo>
                  <a:lnTo>
                    <a:pt x="105270" y="370598"/>
                  </a:lnTo>
                  <a:lnTo>
                    <a:pt x="74371" y="399237"/>
                  </a:lnTo>
                  <a:lnTo>
                    <a:pt x="12877" y="456907"/>
                  </a:lnTo>
                  <a:lnTo>
                    <a:pt x="0" y="477189"/>
                  </a:lnTo>
                  <a:lnTo>
                    <a:pt x="3200" y="486549"/>
                  </a:lnTo>
                  <a:lnTo>
                    <a:pt x="40093" y="522973"/>
                  </a:lnTo>
                  <a:lnTo>
                    <a:pt x="122275" y="598589"/>
                  </a:lnTo>
                  <a:lnTo>
                    <a:pt x="137210" y="605497"/>
                  </a:lnTo>
                  <a:lnTo>
                    <a:pt x="144780" y="604088"/>
                  </a:lnTo>
                  <a:lnTo>
                    <a:pt x="183197" y="572249"/>
                  </a:lnTo>
                  <a:lnTo>
                    <a:pt x="192887" y="562648"/>
                  </a:lnTo>
                  <a:lnTo>
                    <a:pt x="199682" y="556729"/>
                  </a:lnTo>
                  <a:lnTo>
                    <a:pt x="200101" y="556361"/>
                  </a:lnTo>
                  <a:lnTo>
                    <a:pt x="207822" y="552297"/>
                  </a:lnTo>
                  <a:lnTo>
                    <a:pt x="216319" y="550113"/>
                  </a:lnTo>
                  <a:lnTo>
                    <a:pt x="224485" y="549592"/>
                  </a:lnTo>
                  <a:lnTo>
                    <a:pt x="265747" y="549592"/>
                  </a:lnTo>
                  <a:lnTo>
                    <a:pt x="348957" y="549465"/>
                  </a:lnTo>
                  <a:lnTo>
                    <a:pt x="385457" y="550341"/>
                  </a:lnTo>
                  <a:lnTo>
                    <a:pt x="400240" y="549376"/>
                  </a:lnTo>
                  <a:lnTo>
                    <a:pt x="408520" y="548830"/>
                  </a:lnTo>
                  <a:lnTo>
                    <a:pt x="428472" y="542569"/>
                  </a:lnTo>
                  <a:lnTo>
                    <a:pt x="428650" y="542569"/>
                  </a:lnTo>
                  <a:lnTo>
                    <a:pt x="447116" y="531799"/>
                  </a:lnTo>
                  <a:lnTo>
                    <a:pt x="463994" y="517448"/>
                  </a:lnTo>
                  <a:lnTo>
                    <a:pt x="466763" y="514731"/>
                  </a:lnTo>
                  <a:lnTo>
                    <a:pt x="522097" y="460413"/>
                  </a:lnTo>
                  <a:lnTo>
                    <a:pt x="551599" y="432320"/>
                  </a:lnTo>
                  <a:lnTo>
                    <a:pt x="581952" y="405193"/>
                  </a:lnTo>
                  <a:lnTo>
                    <a:pt x="603504" y="385267"/>
                  </a:lnTo>
                  <a:lnTo>
                    <a:pt x="624306" y="364566"/>
                  </a:lnTo>
                  <a:lnTo>
                    <a:pt x="645477" y="344258"/>
                  </a:lnTo>
                  <a:lnTo>
                    <a:pt x="668096" y="325513"/>
                  </a:lnTo>
                  <a:lnTo>
                    <a:pt x="676656" y="316509"/>
                  </a:lnTo>
                  <a:lnTo>
                    <a:pt x="681685" y="305650"/>
                  </a:lnTo>
                  <a:lnTo>
                    <a:pt x="683806" y="293624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1" name="object 71"/>
          <p:cNvSpPr txBox="1"/>
          <p:nvPr/>
        </p:nvSpPr>
        <p:spPr>
          <a:xfrm>
            <a:off x="8584438" y="3803141"/>
            <a:ext cx="3008630" cy="1093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"/>
                <a:cs typeface="Arial"/>
              </a:rPr>
              <a:t>In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Germany</a:t>
            </a:r>
            <a:r>
              <a:rPr dirty="0" sz="1400">
                <a:latin typeface="Arial"/>
                <a:cs typeface="Arial"/>
              </a:rPr>
              <a:t>,</a:t>
            </a:r>
            <a:r>
              <a:rPr dirty="0" sz="1400" spc="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there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has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been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sharp </a:t>
            </a:r>
            <a:r>
              <a:rPr dirty="0" sz="1400">
                <a:latin typeface="Arial"/>
                <a:cs typeface="Arial"/>
              </a:rPr>
              <a:t>increase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number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of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consumers </a:t>
            </a:r>
            <a:r>
              <a:rPr dirty="0" sz="1400">
                <a:latin typeface="Arial"/>
                <a:cs typeface="Arial"/>
              </a:rPr>
              <a:t>who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say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that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better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availability</a:t>
            </a:r>
            <a:r>
              <a:rPr dirty="0" sz="1400" spc="-60" b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is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an </a:t>
            </a:r>
            <a:r>
              <a:rPr dirty="0" sz="1400">
                <a:latin typeface="Arial"/>
                <a:cs typeface="Arial"/>
              </a:rPr>
              <a:t>important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factor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persuading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them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to </a:t>
            </a:r>
            <a:r>
              <a:rPr dirty="0" sz="1400">
                <a:latin typeface="Arial"/>
                <a:cs typeface="Arial"/>
              </a:rPr>
              <a:t>use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sustainable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transport.</a:t>
            </a:r>
            <a:endParaRPr sz="14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8584438" y="5083555"/>
            <a:ext cx="2793365" cy="1093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Arial"/>
                <a:cs typeface="Arial"/>
              </a:rPr>
              <a:t>US</a:t>
            </a:r>
            <a:r>
              <a:rPr dirty="0" sz="1400" spc="1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respondents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focus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strongly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 spc="-25" b="1">
                <a:latin typeface="Arial"/>
                <a:cs typeface="Arial"/>
              </a:rPr>
              <a:t>on </a:t>
            </a:r>
            <a:r>
              <a:rPr dirty="0" sz="1400" b="1">
                <a:latin typeface="Arial"/>
                <a:cs typeface="Arial"/>
              </a:rPr>
              <a:t>cheaper</a:t>
            </a:r>
            <a:r>
              <a:rPr dirty="0" sz="1400" spc="-5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prices</a:t>
            </a:r>
            <a:r>
              <a:rPr dirty="0" sz="1400">
                <a:latin typeface="Arial"/>
                <a:cs typeface="Arial"/>
              </a:rPr>
              <a:t>,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whereas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 spc="-20" b="1">
                <a:latin typeface="Arial"/>
                <a:cs typeface="Arial"/>
              </a:rPr>
              <a:t>user-</a:t>
            </a:r>
            <a:r>
              <a:rPr dirty="0" sz="1400" b="1">
                <a:latin typeface="Arial"/>
                <a:cs typeface="Arial"/>
              </a:rPr>
              <a:t>friendly</a:t>
            </a:r>
            <a:r>
              <a:rPr dirty="0" sz="1400" spc="-5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access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is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most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likely</a:t>
            </a:r>
            <a:r>
              <a:rPr dirty="0" sz="1400" spc="-55" b="1">
                <a:latin typeface="Arial"/>
                <a:cs typeface="Arial"/>
              </a:rPr>
              <a:t> </a:t>
            </a:r>
            <a:r>
              <a:rPr dirty="0" sz="1400" spc="-25" b="1">
                <a:latin typeface="Arial"/>
                <a:cs typeface="Arial"/>
              </a:rPr>
              <a:t>to </a:t>
            </a:r>
            <a:r>
              <a:rPr dirty="0" sz="1400" b="1">
                <a:latin typeface="Arial"/>
                <a:cs typeface="Arial"/>
              </a:rPr>
              <a:t>encourage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respondents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use </a:t>
            </a:r>
            <a:r>
              <a:rPr dirty="0" sz="1400">
                <a:latin typeface="Arial"/>
                <a:cs typeface="Arial"/>
              </a:rPr>
              <a:t>sustainable</a:t>
            </a:r>
            <a:r>
              <a:rPr dirty="0" sz="1400" spc="-8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transport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China.”</a:t>
            </a:r>
            <a:endParaRPr sz="1400">
              <a:latin typeface="Arial"/>
              <a:cs typeface="Arial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8609076" y="3352800"/>
            <a:ext cx="182880" cy="414655"/>
          </a:xfrm>
          <a:custGeom>
            <a:avLst/>
            <a:gdLst/>
            <a:ahLst/>
            <a:cxnLst/>
            <a:rect l="l" t="t" r="r" b="b"/>
            <a:pathLst>
              <a:path w="182879" h="414654">
                <a:moveTo>
                  <a:pt x="182879" y="0"/>
                </a:moveTo>
                <a:lnTo>
                  <a:pt x="0" y="0"/>
                </a:lnTo>
                <a:lnTo>
                  <a:pt x="0" y="198882"/>
                </a:lnTo>
                <a:lnTo>
                  <a:pt x="84962" y="198882"/>
                </a:lnTo>
                <a:lnTo>
                  <a:pt x="80898" y="242824"/>
                </a:lnTo>
                <a:lnTo>
                  <a:pt x="67055" y="279527"/>
                </a:lnTo>
                <a:lnTo>
                  <a:pt x="41020" y="308483"/>
                </a:lnTo>
                <a:lnTo>
                  <a:pt x="0" y="329184"/>
                </a:lnTo>
                <a:lnTo>
                  <a:pt x="0" y="414401"/>
                </a:lnTo>
                <a:lnTo>
                  <a:pt x="43941" y="403987"/>
                </a:lnTo>
                <a:lnTo>
                  <a:pt x="83692" y="385318"/>
                </a:lnTo>
                <a:lnTo>
                  <a:pt x="117982" y="359283"/>
                </a:lnTo>
                <a:lnTo>
                  <a:pt x="146176" y="326644"/>
                </a:lnTo>
                <a:lnTo>
                  <a:pt x="167004" y="288290"/>
                </a:lnTo>
                <a:lnTo>
                  <a:pt x="179577" y="244983"/>
                </a:lnTo>
                <a:lnTo>
                  <a:pt x="182752" y="198882"/>
                </a:lnTo>
                <a:lnTo>
                  <a:pt x="1828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8883268" y="3352800"/>
            <a:ext cx="182880" cy="414655"/>
          </a:xfrm>
          <a:custGeom>
            <a:avLst/>
            <a:gdLst/>
            <a:ahLst/>
            <a:cxnLst/>
            <a:rect l="l" t="t" r="r" b="b"/>
            <a:pathLst>
              <a:path w="182879" h="414654">
                <a:moveTo>
                  <a:pt x="182879" y="0"/>
                </a:moveTo>
                <a:lnTo>
                  <a:pt x="0" y="0"/>
                </a:lnTo>
                <a:lnTo>
                  <a:pt x="0" y="198882"/>
                </a:lnTo>
                <a:lnTo>
                  <a:pt x="84962" y="198882"/>
                </a:lnTo>
                <a:lnTo>
                  <a:pt x="81025" y="242824"/>
                </a:lnTo>
                <a:lnTo>
                  <a:pt x="67182" y="279527"/>
                </a:lnTo>
                <a:lnTo>
                  <a:pt x="41020" y="308483"/>
                </a:lnTo>
                <a:lnTo>
                  <a:pt x="0" y="329184"/>
                </a:lnTo>
                <a:lnTo>
                  <a:pt x="0" y="414401"/>
                </a:lnTo>
                <a:lnTo>
                  <a:pt x="44068" y="403987"/>
                </a:lnTo>
                <a:lnTo>
                  <a:pt x="83692" y="385318"/>
                </a:lnTo>
                <a:lnTo>
                  <a:pt x="118109" y="359283"/>
                </a:lnTo>
                <a:lnTo>
                  <a:pt x="146176" y="326644"/>
                </a:lnTo>
                <a:lnTo>
                  <a:pt x="167004" y="288290"/>
                </a:lnTo>
                <a:lnTo>
                  <a:pt x="179577" y="244983"/>
                </a:lnTo>
                <a:lnTo>
                  <a:pt x="182752" y="198882"/>
                </a:lnTo>
                <a:lnTo>
                  <a:pt x="1828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 txBox="1"/>
          <p:nvPr/>
        </p:nvSpPr>
        <p:spPr>
          <a:xfrm>
            <a:off x="1550860" y="2971990"/>
            <a:ext cx="241300" cy="199390"/>
          </a:xfrm>
          <a:prstGeom prst="rect">
            <a:avLst/>
          </a:prstGeom>
          <a:solidFill>
            <a:srgbClr val="F8DDE0"/>
          </a:solidFill>
        </p:spPr>
        <p:txBody>
          <a:bodyPr wrap="square" lIns="0" tIns="215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70"/>
              </a:spcBef>
            </a:pPr>
            <a:r>
              <a:rPr dirty="0" sz="1000" spc="-25" b="1">
                <a:latin typeface="Arial"/>
                <a:cs typeface="Arial"/>
              </a:rPr>
              <a:t>59%</a:t>
            </a:r>
            <a:endParaRPr sz="100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758823" y="3580003"/>
            <a:ext cx="2781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 b="1">
                <a:latin typeface="Arial"/>
                <a:cs typeface="Arial"/>
              </a:rPr>
              <a:t>40%</a:t>
            </a:r>
            <a:endParaRPr sz="100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2297683" y="4521200"/>
            <a:ext cx="2781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 b="1">
                <a:latin typeface="Arial"/>
                <a:cs typeface="Arial"/>
              </a:rPr>
              <a:t>10%</a:t>
            </a:r>
            <a:endParaRPr sz="100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820623" y="5057394"/>
            <a:ext cx="3060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0" b="1">
                <a:latin typeface="Arial"/>
                <a:cs typeface="Arial"/>
              </a:rPr>
              <a:t>2021</a:t>
            </a:r>
            <a:endParaRPr sz="1000">
              <a:latin typeface="Arial"/>
              <a:cs typeface="Arial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1792223" y="4098035"/>
            <a:ext cx="294640" cy="152400"/>
          </a:xfrm>
          <a:custGeom>
            <a:avLst/>
            <a:gdLst/>
            <a:ahLst/>
            <a:cxnLst/>
            <a:rect l="l" t="t" r="r" b="b"/>
            <a:pathLst>
              <a:path w="294639" h="152400">
                <a:moveTo>
                  <a:pt x="294131" y="0"/>
                </a:moveTo>
                <a:lnTo>
                  <a:pt x="0" y="0"/>
                </a:lnTo>
                <a:lnTo>
                  <a:pt x="0" y="152400"/>
                </a:lnTo>
                <a:lnTo>
                  <a:pt x="294131" y="152400"/>
                </a:lnTo>
                <a:lnTo>
                  <a:pt x="29413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 txBox="1"/>
          <p:nvPr/>
        </p:nvSpPr>
        <p:spPr>
          <a:xfrm>
            <a:off x="1775714" y="4082541"/>
            <a:ext cx="64579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latin typeface="Arial"/>
                <a:cs typeface="Arial"/>
              </a:rPr>
              <a:t>24%</a:t>
            </a:r>
            <a:r>
              <a:rPr dirty="0" sz="1000" spc="204" b="1">
                <a:latin typeface="Arial"/>
                <a:cs typeface="Arial"/>
              </a:rPr>
              <a:t> </a:t>
            </a:r>
            <a:r>
              <a:rPr dirty="0" baseline="-13888" sz="1500" spc="-37" b="1">
                <a:latin typeface="Arial"/>
                <a:cs typeface="Arial"/>
              </a:rPr>
              <a:t>23%</a:t>
            </a:r>
            <a:endParaRPr baseline="-13888" sz="1500">
              <a:latin typeface="Arial"/>
              <a:cs typeface="Arial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464819" y="5884164"/>
            <a:ext cx="180340" cy="134620"/>
          </a:xfrm>
          <a:custGeom>
            <a:avLst/>
            <a:gdLst/>
            <a:ahLst/>
            <a:cxnLst/>
            <a:rect l="l" t="t" r="r" b="b"/>
            <a:pathLst>
              <a:path w="180340" h="134620">
                <a:moveTo>
                  <a:pt x="179832" y="0"/>
                </a:moveTo>
                <a:lnTo>
                  <a:pt x="0" y="0"/>
                </a:lnTo>
                <a:lnTo>
                  <a:pt x="0" y="134112"/>
                </a:lnTo>
                <a:lnTo>
                  <a:pt x="179832" y="134112"/>
                </a:lnTo>
                <a:lnTo>
                  <a:pt x="179832" y="0"/>
                </a:lnTo>
                <a:close/>
              </a:path>
            </a:pathLst>
          </a:custGeom>
          <a:solidFill>
            <a:srgbClr val="DB52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464819" y="5416296"/>
            <a:ext cx="180340" cy="134620"/>
          </a:xfrm>
          <a:custGeom>
            <a:avLst/>
            <a:gdLst/>
            <a:ahLst/>
            <a:cxnLst/>
            <a:rect l="l" t="t" r="r" b="b"/>
            <a:pathLst>
              <a:path w="180340" h="134620">
                <a:moveTo>
                  <a:pt x="179832" y="0"/>
                </a:moveTo>
                <a:lnTo>
                  <a:pt x="0" y="0"/>
                </a:lnTo>
                <a:lnTo>
                  <a:pt x="0" y="134111"/>
                </a:lnTo>
                <a:lnTo>
                  <a:pt x="179832" y="134111"/>
                </a:lnTo>
                <a:lnTo>
                  <a:pt x="179832" y="0"/>
                </a:lnTo>
                <a:close/>
              </a:path>
            </a:pathLst>
          </a:custGeom>
          <a:solidFill>
            <a:srgbClr val="A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1752600" y="5416296"/>
            <a:ext cx="180340" cy="134620"/>
          </a:xfrm>
          <a:custGeom>
            <a:avLst/>
            <a:gdLst/>
            <a:ahLst/>
            <a:cxnLst/>
            <a:rect l="l" t="t" r="r" b="b"/>
            <a:pathLst>
              <a:path w="180339" h="134620">
                <a:moveTo>
                  <a:pt x="179831" y="0"/>
                </a:moveTo>
                <a:lnTo>
                  <a:pt x="0" y="0"/>
                </a:lnTo>
                <a:lnTo>
                  <a:pt x="0" y="134111"/>
                </a:lnTo>
                <a:lnTo>
                  <a:pt x="179831" y="134111"/>
                </a:lnTo>
                <a:lnTo>
                  <a:pt x="1798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1752600" y="5884164"/>
            <a:ext cx="180340" cy="134620"/>
          </a:xfrm>
          <a:custGeom>
            <a:avLst/>
            <a:gdLst/>
            <a:ahLst/>
            <a:cxnLst/>
            <a:rect l="l" t="t" r="r" b="b"/>
            <a:pathLst>
              <a:path w="180339" h="134620">
                <a:moveTo>
                  <a:pt x="179831" y="0"/>
                </a:moveTo>
                <a:lnTo>
                  <a:pt x="0" y="0"/>
                </a:lnTo>
                <a:lnTo>
                  <a:pt x="0" y="134112"/>
                </a:lnTo>
                <a:lnTo>
                  <a:pt x="179831" y="134112"/>
                </a:lnTo>
                <a:lnTo>
                  <a:pt x="179831" y="0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 txBox="1"/>
          <p:nvPr/>
        </p:nvSpPr>
        <p:spPr>
          <a:xfrm>
            <a:off x="1862073" y="5057394"/>
            <a:ext cx="2091055" cy="11195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90370" algn="l"/>
              </a:tabLst>
            </a:pPr>
            <a:r>
              <a:rPr dirty="0" sz="1000" spc="-20" b="1">
                <a:latin typeface="Arial"/>
                <a:cs typeface="Arial"/>
              </a:rPr>
              <a:t>2023</a:t>
            </a:r>
            <a:r>
              <a:rPr dirty="0" sz="1000" b="1">
                <a:latin typeface="Arial"/>
                <a:cs typeface="Arial"/>
              </a:rPr>
              <a:t>	</a:t>
            </a:r>
            <a:r>
              <a:rPr dirty="0" sz="1000" spc="-20" b="1">
                <a:latin typeface="Arial"/>
                <a:cs typeface="Arial"/>
              </a:rPr>
              <a:t>2021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1000">
              <a:latin typeface="Arial"/>
              <a:cs typeface="Arial"/>
            </a:endParaRPr>
          </a:p>
          <a:p>
            <a:pPr marL="120650" marR="463550">
              <a:lnSpc>
                <a:spcPts val="1080"/>
              </a:lnSpc>
            </a:pPr>
            <a:r>
              <a:rPr dirty="0" sz="1000">
                <a:latin typeface="Arial"/>
                <a:cs typeface="Arial"/>
              </a:rPr>
              <a:t>Incentives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by</a:t>
            </a:r>
            <a:r>
              <a:rPr dirty="0" sz="1000" spc="-3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the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employer </a:t>
            </a:r>
            <a:r>
              <a:rPr dirty="0" sz="1000">
                <a:latin typeface="Arial"/>
                <a:cs typeface="Arial"/>
              </a:rPr>
              <a:t>(e.g.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job</a:t>
            </a:r>
            <a:r>
              <a:rPr dirty="0" sz="1000" spc="-3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bike,</a:t>
            </a:r>
            <a:r>
              <a:rPr dirty="0" sz="1000" spc="-3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car</a:t>
            </a:r>
            <a:r>
              <a:rPr dirty="0" sz="1000" spc="-3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sharing </a:t>
            </a:r>
            <a:r>
              <a:rPr dirty="0" sz="1000">
                <a:latin typeface="Arial"/>
                <a:cs typeface="Arial"/>
              </a:rPr>
              <a:t>benefit</a:t>
            </a:r>
            <a:r>
              <a:rPr dirty="0" sz="1000" spc="-3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package,</a:t>
            </a:r>
            <a:r>
              <a:rPr dirty="0" sz="1000" spc="-60">
                <a:latin typeface="Arial"/>
                <a:cs typeface="Arial"/>
              </a:rPr>
              <a:t> </a:t>
            </a:r>
            <a:r>
              <a:rPr dirty="0" sz="1000" spc="-20">
                <a:latin typeface="Arial"/>
                <a:cs typeface="Arial"/>
              </a:rPr>
              <a:t>...)</a:t>
            </a:r>
            <a:endParaRPr sz="1000">
              <a:latin typeface="Arial"/>
              <a:cs typeface="Arial"/>
            </a:endParaRPr>
          </a:p>
          <a:p>
            <a:pPr marL="120650">
              <a:lnSpc>
                <a:spcPts val="1140"/>
              </a:lnSpc>
              <a:spcBef>
                <a:spcPts val="315"/>
              </a:spcBef>
            </a:pPr>
            <a:r>
              <a:rPr dirty="0" sz="1000" spc="-10">
                <a:latin typeface="Arial"/>
                <a:cs typeface="Arial"/>
              </a:rPr>
              <a:t>User-</a:t>
            </a:r>
            <a:r>
              <a:rPr dirty="0" sz="1000">
                <a:latin typeface="Arial"/>
                <a:cs typeface="Arial"/>
              </a:rPr>
              <a:t>friendly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access</a:t>
            </a:r>
            <a:endParaRPr sz="1000">
              <a:latin typeface="Arial"/>
              <a:cs typeface="Arial"/>
            </a:endParaRPr>
          </a:p>
          <a:p>
            <a:pPr marL="120650">
              <a:lnSpc>
                <a:spcPts val="1140"/>
              </a:lnSpc>
            </a:pPr>
            <a:r>
              <a:rPr dirty="0" sz="1000">
                <a:latin typeface="Arial"/>
                <a:cs typeface="Arial"/>
              </a:rPr>
              <a:t>(e.g.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cashless</a:t>
            </a:r>
            <a:r>
              <a:rPr dirty="0" sz="1000" spc="-4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payment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via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app,</a:t>
            </a:r>
            <a:r>
              <a:rPr dirty="0" sz="1000" spc="-20">
                <a:latin typeface="Arial"/>
                <a:cs typeface="Arial"/>
              </a:rPr>
              <a:t> ...)</a:t>
            </a:r>
            <a:endParaRPr sz="1000">
              <a:latin typeface="Arial"/>
              <a:cs typeface="Arial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4041647" y="5416296"/>
            <a:ext cx="180340" cy="134620"/>
          </a:xfrm>
          <a:custGeom>
            <a:avLst/>
            <a:gdLst/>
            <a:ahLst/>
            <a:cxnLst/>
            <a:rect l="l" t="t" r="r" b="b"/>
            <a:pathLst>
              <a:path w="180339" h="134620">
                <a:moveTo>
                  <a:pt x="179832" y="0"/>
                </a:moveTo>
                <a:lnTo>
                  <a:pt x="0" y="0"/>
                </a:lnTo>
                <a:lnTo>
                  <a:pt x="0" y="134111"/>
                </a:lnTo>
                <a:lnTo>
                  <a:pt x="179832" y="134111"/>
                </a:lnTo>
                <a:lnTo>
                  <a:pt x="179832" y="0"/>
                </a:lnTo>
                <a:close/>
              </a:path>
            </a:pathLst>
          </a:custGeom>
          <a:solidFill>
            <a:srgbClr val="7C7C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 txBox="1"/>
          <p:nvPr/>
        </p:nvSpPr>
        <p:spPr>
          <a:xfrm>
            <a:off x="4259707" y="5394197"/>
            <a:ext cx="1876425" cy="314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140"/>
              </a:lnSpc>
              <a:spcBef>
                <a:spcPts val="95"/>
              </a:spcBef>
            </a:pPr>
            <a:r>
              <a:rPr dirty="0" sz="1000">
                <a:latin typeface="Arial"/>
                <a:cs typeface="Arial"/>
              </a:rPr>
              <a:t>Family</a:t>
            </a:r>
            <a:r>
              <a:rPr dirty="0" sz="1000" spc="-4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offers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ts val="1140"/>
              </a:lnSpc>
            </a:pPr>
            <a:r>
              <a:rPr dirty="0" sz="1000">
                <a:latin typeface="Arial"/>
                <a:cs typeface="Arial"/>
              </a:rPr>
              <a:t>(e.g.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4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bikes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for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the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price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of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2,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 spc="-20">
                <a:latin typeface="Arial"/>
                <a:cs typeface="Arial"/>
              </a:rPr>
              <a:t>...)</a:t>
            </a:r>
            <a:endParaRPr sz="1000">
              <a:latin typeface="Arial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682853" y="5397246"/>
            <a:ext cx="8197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Arial"/>
                <a:cs typeface="Arial"/>
              </a:rPr>
              <a:t>Cheaper</a:t>
            </a:r>
            <a:r>
              <a:rPr dirty="0" sz="1000" spc="-4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price</a:t>
            </a:r>
            <a:endParaRPr sz="1000">
              <a:latin typeface="Arial"/>
              <a:cs typeface="Arial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682853" y="5862320"/>
            <a:ext cx="977265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140"/>
              </a:lnSpc>
              <a:spcBef>
                <a:spcPts val="95"/>
              </a:spcBef>
            </a:pPr>
            <a:r>
              <a:rPr dirty="0" sz="1000">
                <a:latin typeface="Arial"/>
                <a:cs typeface="Arial"/>
              </a:rPr>
              <a:t>Better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availability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ts val="1140"/>
              </a:lnSpc>
            </a:pPr>
            <a:r>
              <a:rPr dirty="0" sz="1000">
                <a:latin typeface="Arial"/>
                <a:cs typeface="Arial"/>
              </a:rPr>
              <a:t>(e.g.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more</a:t>
            </a:r>
            <a:r>
              <a:rPr dirty="0" sz="1000" spc="-4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bikes)</a:t>
            </a:r>
            <a:endParaRPr sz="1000">
              <a:latin typeface="Arial"/>
              <a:cs typeface="Arial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430174" y="80518"/>
            <a:ext cx="21666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"/>
                <a:cs typeface="Arial"/>
              </a:rPr>
              <a:t>Consumer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–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Smart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Mobility</a:t>
            </a:r>
            <a:endParaRPr sz="1400">
              <a:latin typeface="Arial"/>
              <a:cs typeface="Arial"/>
            </a:endParaRPr>
          </a:p>
        </p:txBody>
      </p:sp>
      <p:sp>
        <p:nvSpPr>
          <p:cNvPr id="91" name="object 91" descr="$PPTXTitle"/>
          <p:cNvSpPr txBox="1">
            <a:spLocks noGrp="1"/>
          </p:cNvSpPr>
          <p:nvPr>
            <p:ph type="title"/>
          </p:nvPr>
        </p:nvSpPr>
        <p:spPr>
          <a:xfrm>
            <a:off x="430174" y="296926"/>
            <a:ext cx="11235055" cy="1260475"/>
          </a:xfrm>
          <a:prstGeom prst="rect"/>
        </p:spPr>
        <p:txBody>
          <a:bodyPr wrap="square" lIns="0" tIns="88265" rIns="0" bIns="0" rtlCol="0" vert="horz">
            <a:spAutoFit/>
          </a:bodyPr>
          <a:lstStyle/>
          <a:p>
            <a:pPr marL="12700" marR="5080">
              <a:lnSpc>
                <a:spcPts val="3260"/>
              </a:lnSpc>
              <a:spcBef>
                <a:spcPts val="695"/>
              </a:spcBef>
            </a:pPr>
            <a:r>
              <a:rPr dirty="0">
                <a:solidFill>
                  <a:srgbClr val="000000"/>
                </a:solidFill>
              </a:rPr>
              <a:t>Price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and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availability</a:t>
            </a:r>
            <a:r>
              <a:rPr dirty="0" spc="-4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are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by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far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top drivers</a:t>
            </a:r>
            <a:r>
              <a:rPr dirty="0" spc="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for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encouraging </a:t>
            </a:r>
            <a:r>
              <a:rPr dirty="0">
                <a:solidFill>
                  <a:srgbClr val="000000"/>
                </a:solidFill>
              </a:rPr>
              <a:t>consumers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to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use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sustainable</a:t>
            </a:r>
            <a:r>
              <a:rPr dirty="0" spc="-3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transport</a:t>
            </a: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Factors</a:t>
            </a:r>
            <a:r>
              <a:rPr dirty="0" sz="1800" spc="-6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encouraging</a:t>
            </a:r>
            <a:r>
              <a:rPr dirty="0" sz="1800" spc="-6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sustainable</a:t>
            </a:r>
            <a:r>
              <a:rPr dirty="0" sz="1800" spc="-6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transportation</a:t>
            </a:r>
            <a:r>
              <a:rPr dirty="0" sz="1800" spc="-6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A21F1F"/>
                </a:solidFill>
                <a:latin typeface="Arial"/>
                <a:cs typeface="Arial"/>
              </a:rPr>
              <a:t>modes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7848207" y="5598528"/>
            <a:ext cx="638810" cy="590550"/>
          </a:xfrm>
          <a:custGeom>
            <a:avLst/>
            <a:gdLst/>
            <a:ahLst/>
            <a:cxnLst/>
            <a:rect l="l" t="t" r="r" b="b"/>
            <a:pathLst>
              <a:path w="638809" h="590550">
                <a:moveTo>
                  <a:pt x="257746" y="280187"/>
                </a:moveTo>
                <a:lnTo>
                  <a:pt x="248272" y="279781"/>
                </a:lnTo>
                <a:lnTo>
                  <a:pt x="250151" y="281343"/>
                </a:lnTo>
                <a:lnTo>
                  <a:pt x="251980" y="282892"/>
                </a:lnTo>
                <a:lnTo>
                  <a:pt x="253860" y="284581"/>
                </a:lnTo>
                <a:lnTo>
                  <a:pt x="257746" y="280187"/>
                </a:lnTo>
                <a:close/>
              </a:path>
              <a:path w="638809" h="590550">
                <a:moveTo>
                  <a:pt x="387921" y="257975"/>
                </a:moveTo>
                <a:lnTo>
                  <a:pt x="381965" y="254304"/>
                </a:lnTo>
                <a:lnTo>
                  <a:pt x="378675" y="257975"/>
                </a:lnTo>
                <a:lnTo>
                  <a:pt x="387921" y="257975"/>
                </a:lnTo>
                <a:close/>
              </a:path>
              <a:path w="638809" h="590550">
                <a:moveTo>
                  <a:pt x="388797" y="147574"/>
                </a:moveTo>
                <a:lnTo>
                  <a:pt x="385851" y="145770"/>
                </a:lnTo>
                <a:lnTo>
                  <a:pt x="382968" y="143903"/>
                </a:lnTo>
                <a:lnTo>
                  <a:pt x="380022" y="142100"/>
                </a:lnTo>
                <a:lnTo>
                  <a:pt x="257746" y="280187"/>
                </a:lnTo>
                <a:lnTo>
                  <a:pt x="295109" y="281774"/>
                </a:lnTo>
                <a:lnTo>
                  <a:pt x="246773" y="392671"/>
                </a:lnTo>
                <a:lnTo>
                  <a:pt x="251663" y="395719"/>
                </a:lnTo>
                <a:lnTo>
                  <a:pt x="254165" y="397344"/>
                </a:lnTo>
                <a:lnTo>
                  <a:pt x="378675" y="257975"/>
                </a:lnTo>
                <a:lnTo>
                  <a:pt x="341261" y="257975"/>
                </a:lnTo>
                <a:lnTo>
                  <a:pt x="388797" y="147574"/>
                </a:lnTo>
                <a:close/>
              </a:path>
              <a:path w="638809" h="590550">
                <a:moveTo>
                  <a:pt x="638556" y="176479"/>
                </a:moveTo>
                <a:lnTo>
                  <a:pt x="634428" y="149720"/>
                </a:lnTo>
                <a:lnTo>
                  <a:pt x="613308" y="126580"/>
                </a:lnTo>
                <a:lnTo>
                  <a:pt x="609041" y="107403"/>
                </a:lnTo>
                <a:lnTo>
                  <a:pt x="602945" y="100291"/>
                </a:lnTo>
                <a:lnTo>
                  <a:pt x="601560" y="98679"/>
                </a:lnTo>
                <a:lnTo>
                  <a:pt x="598754" y="95402"/>
                </a:lnTo>
                <a:lnTo>
                  <a:pt x="584123" y="89331"/>
                </a:lnTo>
                <a:lnTo>
                  <a:pt x="583793" y="89192"/>
                </a:lnTo>
                <a:lnTo>
                  <a:pt x="565531" y="87401"/>
                </a:lnTo>
                <a:lnTo>
                  <a:pt x="557085" y="47752"/>
                </a:lnTo>
                <a:lnTo>
                  <a:pt x="553453" y="40919"/>
                </a:lnTo>
                <a:lnTo>
                  <a:pt x="542861" y="20955"/>
                </a:lnTo>
                <a:lnTo>
                  <a:pt x="533082" y="14033"/>
                </a:lnTo>
                <a:lnTo>
                  <a:pt x="533082" y="460514"/>
                </a:lnTo>
                <a:lnTo>
                  <a:pt x="531622" y="474294"/>
                </a:lnTo>
                <a:lnTo>
                  <a:pt x="520331" y="480949"/>
                </a:lnTo>
                <a:lnTo>
                  <a:pt x="497865" y="482638"/>
                </a:lnTo>
                <a:lnTo>
                  <a:pt x="449834" y="482638"/>
                </a:lnTo>
                <a:lnTo>
                  <a:pt x="447395" y="461314"/>
                </a:lnTo>
                <a:lnTo>
                  <a:pt x="453250" y="449605"/>
                </a:lnTo>
                <a:lnTo>
                  <a:pt x="476440" y="443115"/>
                </a:lnTo>
                <a:lnTo>
                  <a:pt x="526021" y="437464"/>
                </a:lnTo>
                <a:lnTo>
                  <a:pt x="533082" y="460514"/>
                </a:lnTo>
                <a:lnTo>
                  <a:pt x="533082" y="14033"/>
                </a:lnTo>
                <a:lnTo>
                  <a:pt x="532549" y="13652"/>
                </a:lnTo>
                <a:lnTo>
                  <a:pt x="532549" y="365633"/>
                </a:lnTo>
                <a:lnTo>
                  <a:pt x="530720" y="380111"/>
                </a:lnTo>
                <a:lnTo>
                  <a:pt x="500964" y="405003"/>
                </a:lnTo>
                <a:lnTo>
                  <a:pt x="448767" y="416407"/>
                </a:lnTo>
                <a:lnTo>
                  <a:pt x="396570" y="424014"/>
                </a:lnTo>
                <a:lnTo>
                  <a:pt x="344347" y="427812"/>
                </a:lnTo>
                <a:lnTo>
                  <a:pt x="292087" y="427812"/>
                </a:lnTo>
                <a:lnTo>
                  <a:pt x="239814" y="424014"/>
                </a:lnTo>
                <a:lnTo>
                  <a:pt x="188341" y="416534"/>
                </a:lnTo>
                <a:lnTo>
                  <a:pt x="188341" y="466077"/>
                </a:lnTo>
                <a:lnTo>
                  <a:pt x="185978" y="482638"/>
                </a:lnTo>
                <a:lnTo>
                  <a:pt x="119380" y="482638"/>
                </a:lnTo>
                <a:lnTo>
                  <a:pt x="107340" y="479463"/>
                </a:lnTo>
                <a:lnTo>
                  <a:pt x="103416" y="472173"/>
                </a:lnTo>
                <a:lnTo>
                  <a:pt x="103555" y="466077"/>
                </a:lnTo>
                <a:lnTo>
                  <a:pt x="113804" y="436295"/>
                </a:lnTo>
                <a:lnTo>
                  <a:pt x="123342" y="437273"/>
                </a:lnTo>
                <a:lnTo>
                  <a:pt x="132981" y="439699"/>
                </a:lnTo>
                <a:lnTo>
                  <a:pt x="142748" y="441769"/>
                </a:lnTo>
                <a:lnTo>
                  <a:pt x="152730" y="443255"/>
                </a:lnTo>
                <a:lnTo>
                  <a:pt x="163360" y="443941"/>
                </a:lnTo>
                <a:lnTo>
                  <a:pt x="162763" y="443941"/>
                </a:lnTo>
                <a:lnTo>
                  <a:pt x="177647" y="446557"/>
                </a:lnTo>
                <a:lnTo>
                  <a:pt x="185928" y="453999"/>
                </a:lnTo>
                <a:lnTo>
                  <a:pt x="188341" y="466077"/>
                </a:lnTo>
                <a:lnTo>
                  <a:pt x="188341" y="416534"/>
                </a:lnTo>
                <a:lnTo>
                  <a:pt x="135191" y="405003"/>
                </a:lnTo>
                <a:lnTo>
                  <a:pt x="105016" y="378536"/>
                </a:lnTo>
                <a:lnTo>
                  <a:pt x="103339" y="363321"/>
                </a:lnTo>
                <a:lnTo>
                  <a:pt x="103454" y="249643"/>
                </a:lnTo>
                <a:lnTo>
                  <a:pt x="103555" y="156298"/>
                </a:lnTo>
                <a:lnTo>
                  <a:pt x="125907" y="117094"/>
                </a:lnTo>
                <a:lnTo>
                  <a:pt x="125450" y="117094"/>
                </a:lnTo>
                <a:lnTo>
                  <a:pt x="145796" y="115239"/>
                </a:lnTo>
                <a:lnTo>
                  <a:pt x="491286" y="115239"/>
                </a:lnTo>
                <a:lnTo>
                  <a:pt x="510806" y="117094"/>
                </a:lnTo>
                <a:lnTo>
                  <a:pt x="523405" y="123304"/>
                </a:lnTo>
                <a:lnTo>
                  <a:pt x="530186" y="135077"/>
                </a:lnTo>
                <a:lnTo>
                  <a:pt x="532231" y="153187"/>
                </a:lnTo>
                <a:lnTo>
                  <a:pt x="532295" y="153682"/>
                </a:lnTo>
                <a:lnTo>
                  <a:pt x="532384" y="173062"/>
                </a:lnTo>
                <a:lnTo>
                  <a:pt x="532447" y="187566"/>
                </a:lnTo>
                <a:lnTo>
                  <a:pt x="532549" y="365633"/>
                </a:lnTo>
                <a:lnTo>
                  <a:pt x="532549" y="13652"/>
                </a:lnTo>
                <a:lnTo>
                  <a:pt x="521322" y="5689"/>
                </a:lnTo>
                <a:lnTo>
                  <a:pt x="490905" y="673"/>
                </a:lnTo>
                <a:lnTo>
                  <a:pt x="474548" y="533"/>
                </a:lnTo>
                <a:lnTo>
                  <a:pt x="474548" y="65468"/>
                </a:lnTo>
                <a:lnTo>
                  <a:pt x="472782" y="77076"/>
                </a:lnTo>
                <a:lnTo>
                  <a:pt x="467791" y="84429"/>
                </a:lnTo>
                <a:lnTo>
                  <a:pt x="459511" y="88277"/>
                </a:lnTo>
                <a:lnTo>
                  <a:pt x="447954" y="89331"/>
                </a:lnTo>
                <a:lnTo>
                  <a:pt x="345516" y="88925"/>
                </a:lnTo>
                <a:lnTo>
                  <a:pt x="294322" y="88925"/>
                </a:lnTo>
                <a:lnTo>
                  <a:pt x="191935" y="89331"/>
                </a:lnTo>
                <a:lnTo>
                  <a:pt x="166484" y="64414"/>
                </a:lnTo>
                <a:lnTo>
                  <a:pt x="168084" y="52501"/>
                </a:lnTo>
                <a:lnTo>
                  <a:pt x="173151" y="45288"/>
                </a:lnTo>
                <a:lnTo>
                  <a:pt x="181495" y="41757"/>
                </a:lnTo>
                <a:lnTo>
                  <a:pt x="192938" y="40919"/>
                </a:lnTo>
                <a:lnTo>
                  <a:pt x="226428" y="41325"/>
                </a:lnTo>
                <a:lnTo>
                  <a:pt x="416280" y="41325"/>
                </a:lnTo>
                <a:lnTo>
                  <a:pt x="444614" y="40919"/>
                </a:lnTo>
                <a:lnTo>
                  <a:pt x="449605" y="40919"/>
                </a:lnTo>
                <a:lnTo>
                  <a:pt x="460756" y="41998"/>
                </a:lnTo>
                <a:lnTo>
                  <a:pt x="468706" y="46228"/>
                </a:lnTo>
                <a:lnTo>
                  <a:pt x="473189" y="53924"/>
                </a:lnTo>
                <a:lnTo>
                  <a:pt x="474421" y="64414"/>
                </a:lnTo>
                <a:lnTo>
                  <a:pt x="474548" y="65468"/>
                </a:lnTo>
                <a:lnTo>
                  <a:pt x="474548" y="533"/>
                </a:lnTo>
                <a:lnTo>
                  <a:pt x="447205" y="279"/>
                </a:lnTo>
                <a:lnTo>
                  <a:pt x="397586" y="0"/>
                </a:lnTo>
                <a:lnTo>
                  <a:pt x="242824" y="0"/>
                </a:lnTo>
                <a:lnTo>
                  <a:pt x="143586" y="673"/>
                </a:lnTo>
                <a:lnTo>
                  <a:pt x="91668" y="20269"/>
                </a:lnTo>
                <a:lnTo>
                  <a:pt x="70231" y="72377"/>
                </a:lnTo>
                <a:lnTo>
                  <a:pt x="69850" y="77495"/>
                </a:lnTo>
                <a:lnTo>
                  <a:pt x="69354" y="82600"/>
                </a:lnTo>
                <a:lnTo>
                  <a:pt x="68846" y="87401"/>
                </a:lnTo>
                <a:lnTo>
                  <a:pt x="68719" y="88519"/>
                </a:lnTo>
                <a:lnTo>
                  <a:pt x="50482" y="89585"/>
                </a:lnTo>
                <a:lnTo>
                  <a:pt x="35915" y="94970"/>
                </a:lnTo>
                <a:lnTo>
                  <a:pt x="25908" y="105956"/>
                </a:lnTo>
                <a:lnTo>
                  <a:pt x="21463" y="123304"/>
                </a:lnTo>
                <a:lnTo>
                  <a:pt x="21374" y="123621"/>
                </a:lnTo>
                <a:lnTo>
                  <a:pt x="21323" y="123837"/>
                </a:lnTo>
                <a:lnTo>
                  <a:pt x="21082" y="126580"/>
                </a:lnTo>
                <a:lnTo>
                  <a:pt x="21005" y="127520"/>
                </a:lnTo>
                <a:lnTo>
                  <a:pt x="14478" y="130505"/>
                </a:lnTo>
                <a:lnTo>
                  <a:pt x="11912" y="134429"/>
                </a:lnTo>
                <a:lnTo>
                  <a:pt x="7467" y="141414"/>
                </a:lnTo>
                <a:lnTo>
                  <a:pt x="1066" y="148831"/>
                </a:lnTo>
                <a:lnTo>
                  <a:pt x="812" y="153187"/>
                </a:lnTo>
                <a:lnTo>
                  <a:pt x="698" y="154990"/>
                </a:lnTo>
                <a:lnTo>
                  <a:pt x="609" y="156616"/>
                </a:lnTo>
                <a:lnTo>
                  <a:pt x="25" y="173062"/>
                </a:lnTo>
                <a:lnTo>
                  <a:pt x="0" y="230568"/>
                </a:lnTo>
                <a:lnTo>
                  <a:pt x="1892" y="242341"/>
                </a:lnTo>
                <a:lnTo>
                  <a:pt x="7442" y="249643"/>
                </a:lnTo>
                <a:lnTo>
                  <a:pt x="16383" y="253415"/>
                </a:lnTo>
                <a:lnTo>
                  <a:pt x="17284" y="253415"/>
                </a:lnTo>
                <a:lnTo>
                  <a:pt x="27584" y="254241"/>
                </a:lnTo>
                <a:lnTo>
                  <a:pt x="39319" y="253707"/>
                </a:lnTo>
                <a:lnTo>
                  <a:pt x="49377" y="251142"/>
                </a:lnTo>
                <a:lnTo>
                  <a:pt x="56426" y="244563"/>
                </a:lnTo>
                <a:lnTo>
                  <a:pt x="58953" y="232740"/>
                </a:lnTo>
                <a:lnTo>
                  <a:pt x="59055" y="232308"/>
                </a:lnTo>
                <a:lnTo>
                  <a:pt x="59143" y="230568"/>
                </a:lnTo>
                <a:lnTo>
                  <a:pt x="59207" y="173062"/>
                </a:lnTo>
                <a:lnTo>
                  <a:pt x="58788" y="156616"/>
                </a:lnTo>
                <a:lnTo>
                  <a:pt x="58699" y="153187"/>
                </a:lnTo>
                <a:lnTo>
                  <a:pt x="58597" y="149720"/>
                </a:lnTo>
                <a:lnTo>
                  <a:pt x="58572" y="148831"/>
                </a:lnTo>
                <a:lnTo>
                  <a:pt x="57759" y="147701"/>
                </a:lnTo>
                <a:lnTo>
                  <a:pt x="53860" y="142532"/>
                </a:lnTo>
                <a:lnTo>
                  <a:pt x="50787" y="136550"/>
                </a:lnTo>
                <a:lnTo>
                  <a:pt x="47028" y="129133"/>
                </a:lnTo>
                <a:lnTo>
                  <a:pt x="42811" y="122034"/>
                </a:lnTo>
                <a:lnTo>
                  <a:pt x="38620" y="114566"/>
                </a:lnTo>
                <a:lnTo>
                  <a:pt x="70231" y="98679"/>
                </a:lnTo>
                <a:lnTo>
                  <a:pt x="70294" y="136321"/>
                </a:lnTo>
                <a:lnTo>
                  <a:pt x="70421" y="154990"/>
                </a:lnTo>
                <a:lnTo>
                  <a:pt x="70535" y="173062"/>
                </a:lnTo>
                <a:lnTo>
                  <a:pt x="70637" y="187566"/>
                </a:lnTo>
                <a:lnTo>
                  <a:pt x="71234" y="230568"/>
                </a:lnTo>
                <a:lnTo>
                  <a:pt x="71361" y="238925"/>
                </a:lnTo>
                <a:lnTo>
                  <a:pt x="71958" y="290283"/>
                </a:lnTo>
                <a:lnTo>
                  <a:pt x="71958" y="341591"/>
                </a:lnTo>
                <a:lnTo>
                  <a:pt x="70929" y="390423"/>
                </a:lnTo>
                <a:lnTo>
                  <a:pt x="70878" y="392823"/>
                </a:lnTo>
                <a:lnTo>
                  <a:pt x="68618" y="436295"/>
                </a:lnTo>
                <a:lnTo>
                  <a:pt x="68567" y="437273"/>
                </a:lnTo>
                <a:lnTo>
                  <a:pt x="68440" y="439699"/>
                </a:lnTo>
                <a:lnTo>
                  <a:pt x="68389" y="446557"/>
                </a:lnTo>
                <a:lnTo>
                  <a:pt x="70548" y="479463"/>
                </a:lnTo>
                <a:lnTo>
                  <a:pt x="70612" y="480326"/>
                </a:lnTo>
                <a:lnTo>
                  <a:pt x="80416" y="513118"/>
                </a:lnTo>
                <a:lnTo>
                  <a:pt x="93281" y="544410"/>
                </a:lnTo>
                <a:lnTo>
                  <a:pt x="104838" y="576275"/>
                </a:lnTo>
                <a:lnTo>
                  <a:pt x="144411" y="590435"/>
                </a:lnTo>
                <a:lnTo>
                  <a:pt x="167640" y="584771"/>
                </a:lnTo>
                <a:lnTo>
                  <a:pt x="185407" y="569074"/>
                </a:lnTo>
                <a:lnTo>
                  <a:pt x="196392" y="544004"/>
                </a:lnTo>
                <a:lnTo>
                  <a:pt x="436041" y="544004"/>
                </a:lnTo>
                <a:lnTo>
                  <a:pt x="442074" y="556475"/>
                </a:lnTo>
                <a:lnTo>
                  <a:pt x="447433" y="568617"/>
                </a:lnTo>
                <a:lnTo>
                  <a:pt x="453034" y="578383"/>
                </a:lnTo>
                <a:lnTo>
                  <a:pt x="459803" y="583742"/>
                </a:lnTo>
                <a:lnTo>
                  <a:pt x="474167" y="586727"/>
                </a:lnTo>
                <a:lnTo>
                  <a:pt x="489369" y="587286"/>
                </a:lnTo>
                <a:lnTo>
                  <a:pt x="504863" y="586130"/>
                </a:lnTo>
                <a:lnTo>
                  <a:pt x="520065" y="583996"/>
                </a:lnTo>
                <a:lnTo>
                  <a:pt x="524268" y="581037"/>
                </a:lnTo>
                <a:lnTo>
                  <a:pt x="527964" y="574789"/>
                </a:lnTo>
                <a:lnTo>
                  <a:pt x="534492" y="559701"/>
                </a:lnTo>
                <a:lnTo>
                  <a:pt x="537679" y="553161"/>
                </a:lnTo>
                <a:lnTo>
                  <a:pt x="537527" y="544410"/>
                </a:lnTo>
                <a:lnTo>
                  <a:pt x="537514" y="544004"/>
                </a:lnTo>
                <a:lnTo>
                  <a:pt x="537502" y="542874"/>
                </a:lnTo>
                <a:lnTo>
                  <a:pt x="562876" y="505853"/>
                </a:lnTo>
                <a:lnTo>
                  <a:pt x="563460" y="491794"/>
                </a:lnTo>
                <a:lnTo>
                  <a:pt x="563435" y="482638"/>
                </a:lnTo>
                <a:lnTo>
                  <a:pt x="563346" y="437464"/>
                </a:lnTo>
                <a:lnTo>
                  <a:pt x="563346" y="436295"/>
                </a:lnTo>
                <a:lnTo>
                  <a:pt x="563346" y="427812"/>
                </a:lnTo>
                <a:lnTo>
                  <a:pt x="563270" y="115239"/>
                </a:lnTo>
                <a:lnTo>
                  <a:pt x="563270" y="100291"/>
                </a:lnTo>
                <a:lnTo>
                  <a:pt x="595376" y="114566"/>
                </a:lnTo>
                <a:lnTo>
                  <a:pt x="591883" y="121843"/>
                </a:lnTo>
                <a:lnTo>
                  <a:pt x="588098" y="129514"/>
                </a:lnTo>
                <a:lnTo>
                  <a:pt x="582434" y="141414"/>
                </a:lnTo>
                <a:lnTo>
                  <a:pt x="581850" y="142532"/>
                </a:lnTo>
                <a:lnTo>
                  <a:pt x="577621" y="147701"/>
                </a:lnTo>
                <a:lnTo>
                  <a:pt x="577557" y="149720"/>
                </a:lnTo>
                <a:lnTo>
                  <a:pt x="577443" y="153187"/>
                </a:lnTo>
                <a:lnTo>
                  <a:pt x="577049" y="173062"/>
                </a:lnTo>
                <a:lnTo>
                  <a:pt x="577126" y="232740"/>
                </a:lnTo>
                <a:lnTo>
                  <a:pt x="579488" y="243624"/>
                </a:lnTo>
                <a:lnTo>
                  <a:pt x="579716" y="244563"/>
                </a:lnTo>
                <a:lnTo>
                  <a:pt x="586219" y="250939"/>
                </a:lnTo>
                <a:lnTo>
                  <a:pt x="595947" y="253707"/>
                </a:lnTo>
                <a:lnTo>
                  <a:pt x="597458" y="253707"/>
                </a:lnTo>
                <a:lnTo>
                  <a:pt x="606780" y="254190"/>
                </a:lnTo>
                <a:lnTo>
                  <a:pt x="635584" y="212686"/>
                </a:lnTo>
                <a:lnTo>
                  <a:pt x="635609" y="204724"/>
                </a:lnTo>
                <a:lnTo>
                  <a:pt x="638556" y="176479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7540650" y="5818619"/>
            <a:ext cx="245745" cy="366395"/>
          </a:xfrm>
          <a:custGeom>
            <a:avLst/>
            <a:gdLst/>
            <a:ahLst/>
            <a:cxnLst/>
            <a:rect l="l" t="t" r="r" b="b"/>
            <a:pathLst>
              <a:path w="245745" h="366395">
                <a:moveTo>
                  <a:pt x="107111" y="74739"/>
                </a:moveTo>
                <a:lnTo>
                  <a:pt x="100584" y="73926"/>
                </a:lnTo>
                <a:lnTo>
                  <a:pt x="103289" y="38049"/>
                </a:lnTo>
                <a:lnTo>
                  <a:pt x="66294" y="73190"/>
                </a:lnTo>
                <a:lnTo>
                  <a:pt x="71869" y="74498"/>
                </a:lnTo>
                <a:lnTo>
                  <a:pt x="69049" y="114617"/>
                </a:lnTo>
                <a:lnTo>
                  <a:pt x="107111" y="74739"/>
                </a:lnTo>
                <a:close/>
              </a:path>
              <a:path w="245745" h="366395">
                <a:moveTo>
                  <a:pt x="245351" y="184289"/>
                </a:moveTo>
                <a:lnTo>
                  <a:pt x="234340" y="126288"/>
                </a:lnTo>
                <a:lnTo>
                  <a:pt x="192189" y="95173"/>
                </a:lnTo>
                <a:lnTo>
                  <a:pt x="193560" y="102031"/>
                </a:lnTo>
                <a:lnTo>
                  <a:pt x="194767" y="108356"/>
                </a:lnTo>
                <a:lnTo>
                  <a:pt x="196138" y="115303"/>
                </a:lnTo>
                <a:lnTo>
                  <a:pt x="176072" y="111937"/>
                </a:lnTo>
                <a:lnTo>
                  <a:pt x="181063" y="125818"/>
                </a:lnTo>
                <a:lnTo>
                  <a:pt x="216014" y="152488"/>
                </a:lnTo>
                <a:lnTo>
                  <a:pt x="218401" y="152488"/>
                </a:lnTo>
                <a:lnTo>
                  <a:pt x="223227" y="160655"/>
                </a:lnTo>
                <a:lnTo>
                  <a:pt x="223291" y="165074"/>
                </a:lnTo>
                <a:lnTo>
                  <a:pt x="223494" y="176542"/>
                </a:lnTo>
                <a:lnTo>
                  <a:pt x="223443" y="224891"/>
                </a:lnTo>
                <a:lnTo>
                  <a:pt x="223037" y="238099"/>
                </a:lnTo>
                <a:lnTo>
                  <a:pt x="222910" y="241960"/>
                </a:lnTo>
                <a:lnTo>
                  <a:pt x="222719" y="246570"/>
                </a:lnTo>
                <a:lnTo>
                  <a:pt x="215265" y="254914"/>
                </a:lnTo>
                <a:lnTo>
                  <a:pt x="212686" y="254419"/>
                </a:lnTo>
                <a:lnTo>
                  <a:pt x="206857" y="253111"/>
                </a:lnTo>
                <a:lnTo>
                  <a:pt x="200342" y="248373"/>
                </a:lnTo>
                <a:lnTo>
                  <a:pt x="194754" y="238340"/>
                </a:lnTo>
                <a:lnTo>
                  <a:pt x="195948" y="231051"/>
                </a:lnTo>
                <a:lnTo>
                  <a:pt x="196265" y="224891"/>
                </a:lnTo>
                <a:lnTo>
                  <a:pt x="185051" y="187464"/>
                </a:lnTo>
                <a:lnTo>
                  <a:pt x="167170" y="176542"/>
                </a:lnTo>
                <a:lnTo>
                  <a:pt x="163652" y="165074"/>
                </a:lnTo>
                <a:lnTo>
                  <a:pt x="163550" y="160655"/>
                </a:lnTo>
                <a:lnTo>
                  <a:pt x="163474" y="157670"/>
                </a:lnTo>
                <a:lnTo>
                  <a:pt x="163207" y="139763"/>
                </a:lnTo>
                <a:lnTo>
                  <a:pt x="163106" y="132930"/>
                </a:lnTo>
                <a:lnTo>
                  <a:pt x="163004" y="125818"/>
                </a:lnTo>
                <a:lnTo>
                  <a:pt x="162928" y="62103"/>
                </a:lnTo>
                <a:lnTo>
                  <a:pt x="163144" y="42227"/>
                </a:lnTo>
                <a:lnTo>
                  <a:pt x="163220" y="35179"/>
                </a:lnTo>
                <a:lnTo>
                  <a:pt x="163283" y="30264"/>
                </a:lnTo>
                <a:lnTo>
                  <a:pt x="162001" y="19126"/>
                </a:lnTo>
                <a:lnTo>
                  <a:pt x="161899" y="18237"/>
                </a:lnTo>
                <a:lnTo>
                  <a:pt x="142709" y="939"/>
                </a:lnTo>
                <a:lnTo>
                  <a:pt x="142709" y="74676"/>
                </a:lnTo>
                <a:lnTo>
                  <a:pt x="141820" y="107276"/>
                </a:lnTo>
                <a:lnTo>
                  <a:pt x="141795" y="108356"/>
                </a:lnTo>
                <a:lnTo>
                  <a:pt x="135267" y="125818"/>
                </a:lnTo>
                <a:lnTo>
                  <a:pt x="134848" y="125818"/>
                </a:lnTo>
                <a:lnTo>
                  <a:pt x="117779" y="132029"/>
                </a:lnTo>
                <a:lnTo>
                  <a:pt x="83642" y="132930"/>
                </a:lnTo>
                <a:lnTo>
                  <a:pt x="52324" y="132029"/>
                </a:lnTo>
                <a:lnTo>
                  <a:pt x="36550" y="125818"/>
                </a:lnTo>
                <a:lnTo>
                  <a:pt x="36283" y="125818"/>
                </a:lnTo>
                <a:lnTo>
                  <a:pt x="30353" y="108635"/>
                </a:lnTo>
                <a:lnTo>
                  <a:pt x="30289" y="107276"/>
                </a:lnTo>
                <a:lnTo>
                  <a:pt x="29476" y="75120"/>
                </a:lnTo>
                <a:lnTo>
                  <a:pt x="30365" y="42227"/>
                </a:lnTo>
                <a:lnTo>
                  <a:pt x="36677" y="25349"/>
                </a:lnTo>
                <a:lnTo>
                  <a:pt x="53809" y="19126"/>
                </a:lnTo>
                <a:lnTo>
                  <a:pt x="87160" y="18237"/>
                </a:lnTo>
                <a:lnTo>
                  <a:pt x="119291" y="19126"/>
                </a:lnTo>
                <a:lnTo>
                  <a:pt x="135788" y="25349"/>
                </a:lnTo>
                <a:lnTo>
                  <a:pt x="141846" y="42049"/>
                </a:lnTo>
                <a:lnTo>
                  <a:pt x="142709" y="74676"/>
                </a:lnTo>
                <a:lnTo>
                  <a:pt x="142709" y="939"/>
                </a:lnTo>
                <a:lnTo>
                  <a:pt x="134734" y="0"/>
                </a:lnTo>
                <a:lnTo>
                  <a:pt x="43662" y="0"/>
                </a:lnTo>
                <a:lnTo>
                  <a:pt x="25946" y="1193"/>
                </a:lnTo>
                <a:lnTo>
                  <a:pt x="15125" y="6057"/>
                </a:lnTo>
                <a:lnTo>
                  <a:pt x="10299" y="16484"/>
                </a:lnTo>
                <a:lnTo>
                  <a:pt x="10210" y="16675"/>
                </a:lnTo>
                <a:lnTo>
                  <a:pt x="9029" y="35179"/>
                </a:lnTo>
                <a:lnTo>
                  <a:pt x="8915" y="253111"/>
                </a:lnTo>
                <a:lnTo>
                  <a:pt x="8585" y="311238"/>
                </a:lnTo>
                <a:lnTo>
                  <a:pt x="7467" y="320408"/>
                </a:lnTo>
                <a:lnTo>
                  <a:pt x="4965" y="329539"/>
                </a:lnTo>
                <a:lnTo>
                  <a:pt x="2260" y="338696"/>
                </a:lnTo>
                <a:lnTo>
                  <a:pt x="495" y="347929"/>
                </a:lnTo>
                <a:lnTo>
                  <a:pt x="0" y="353656"/>
                </a:lnTo>
                <a:lnTo>
                  <a:pt x="5232" y="365379"/>
                </a:lnTo>
                <a:lnTo>
                  <a:pt x="8026" y="365379"/>
                </a:lnTo>
                <a:lnTo>
                  <a:pt x="46736" y="366064"/>
                </a:lnTo>
                <a:lnTo>
                  <a:pt x="85445" y="366356"/>
                </a:lnTo>
                <a:lnTo>
                  <a:pt x="116052" y="366356"/>
                </a:lnTo>
                <a:lnTo>
                  <a:pt x="162775" y="365747"/>
                </a:lnTo>
                <a:lnTo>
                  <a:pt x="166192" y="365747"/>
                </a:lnTo>
                <a:lnTo>
                  <a:pt x="172681" y="354469"/>
                </a:lnTo>
                <a:lnTo>
                  <a:pt x="172250" y="348996"/>
                </a:lnTo>
                <a:lnTo>
                  <a:pt x="169214" y="312496"/>
                </a:lnTo>
                <a:lnTo>
                  <a:pt x="165823" y="275640"/>
                </a:lnTo>
                <a:lnTo>
                  <a:pt x="158521" y="199402"/>
                </a:lnTo>
                <a:lnTo>
                  <a:pt x="168236" y="203327"/>
                </a:lnTo>
                <a:lnTo>
                  <a:pt x="175006" y="238099"/>
                </a:lnTo>
                <a:lnTo>
                  <a:pt x="178701" y="253936"/>
                </a:lnTo>
                <a:lnTo>
                  <a:pt x="186385" y="266280"/>
                </a:lnTo>
                <a:lnTo>
                  <a:pt x="197319" y="274307"/>
                </a:lnTo>
                <a:lnTo>
                  <a:pt x="210680" y="277088"/>
                </a:lnTo>
                <a:lnTo>
                  <a:pt x="224421" y="274307"/>
                </a:lnTo>
                <a:lnTo>
                  <a:pt x="235140" y="266484"/>
                </a:lnTo>
                <a:lnTo>
                  <a:pt x="241808" y="254914"/>
                </a:lnTo>
                <a:lnTo>
                  <a:pt x="242239" y="254190"/>
                </a:lnTo>
                <a:lnTo>
                  <a:pt x="245046" y="238340"/>
                </a:lnTo>
                <a:lnTo>
                  <a:pt x="245084" y="238099"/>
                </a:lnTo>
                <a:lnTo>
                  <a:pt x="245287" y="231051"/>
                </a:lnTo>
                <a:lnTo>
                  <a:pt x="245351" y="184289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 txBox="1"/>
          <p:nvPr/>
        </p:nvSpPr>
        <p:spPr>
          <a:xfrm>
            <a:off x="8572500" y="1737360"/>
            <a:ext cx="3619500" cy="124523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191135" rIns="0" bIns="0" rtlCol="0" vert="horz">
            <a:spAutoFit/>
          </a:bodyPr>
          <a:lstStyle/>
          <a:p>
            <a:pPr marL="212090" marR="499745">
              <a:lnSpc>
                <a:spcPct val="100000"/>
              </a:lnSpc>
              <a:spcBef>
                <a:spcPts val="1505"/>
              </a:spcBef>
            </a:pPr>
            <a:r>
              <a:rPr dirty="0" sz="1400" b="1" i="1">
                <a:solidFill>
                  <a:srgbClr val="A21F1F"/>
                </a:solidFill>
                <a:latin typeface="Arial"/>
                <a:cs typeface="Arial"/>
              </a:rPr>
              <a:t>Question:</a:t>
            </a:r>
            <a:r>
              <a:rPr dirty="0" sz="1400" spc="-60" b="1" i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“What</a:t>
            </a:r>
            <a:r>
              <a:rPr dirty="0" sz="1400" spc="-5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would</a:t>
            </a:r>
            <a:r>
              <a:rPr dirty="0" sz="1400" spc="-35" i="1">
                <a:latin typeface="Arial"/>
                <a:cs typeface="Arial"/>
              </a:rPr>
              <a:t> </a:t>
            </a:r>
            <a:r>
              <a:rPr dirty="0" sz="1400" spc="-10" i="1">
                <a:latin typeface="Arial"/>
                <a:cs typeface="Arial"/>
              </a:rPr>
              <a:t>encourage</a:t>
            </a:r>
            <a:r>
              <a:rPr dirty="0" sz="1400" spc="-1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you</a:t>
            </a:r>
            <a:r>
              <a:rPr dirty="0" sz="1400" spc="-3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to</a:t>
            </a:r>
            <a:r>
              <a:rPr dirty="0" sz="1400" spc="-3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use</a:t>
            </a:r>
            <a:r>
              <a:rPr dirty="0" sz="1400" spc="-3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sustainable</a:t>
            </a:r>
            <a:r>
              <a:rPr dirty="0" sz="1400" spc="-55" i="1">
                <a:latin typeface="Arial"/>
                <a:cs typeface="Arial"/>
              </a:rPr>
              <a:t> </a:t>
            </a:r>
            <a:r>
              <a:rPr dirty="0" sz="1400" spc="-10" i="1">
                <a:latin typeface="Arial"/>
                <a:cs typeface="Arial"/>
              </a:rPr>
              <a:t>transportation </a:t>
            </a:r>
            <a:r>
              <a:rPr dirty="0" sz="1400" i="1">
                <a:latin typeface="Arial"/>
                <a:cs typeface="Arial"/>
              </a:rPr>
              <a:t>(e.g.</a:t>
            </a:r>
            <a:r>
              <a:rPr dirty="0" sz="1400" spc="-3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bike</a:t>
            </a:r>
            <a:r>
              <a:rPr dirty="0" sz="1400" spc="-3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sharing,</a:t>
            </a:r>
            <a:r>
              <a:rPr dirty="0" sz="1400" spc="-4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car</a:t>
            </a:r>
            <a:r>
              <a:rPr dirty="0" sz="1400" spc="-2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sharing,</a:t>
            </a:r>
            <a:r>
              <a:rPr dirty="0" sz="1400" spc="-40" i="1">
                <a:latin typeface="Arial"/>
                <a:cs typeface="Arial"/>
              </a:rPr>
              <a:t> </a:t>
            </a:r>
            <a:r>
              <a:rPr dirty="0" sz="1400" spc="-10" i="1">
                <a:latin typeface="Arial"/>
                <a:cs typeface="Arial"/>
              </a:rPr>
              <a:t>public transportation)</a:t>
            </a:r>
            <a:r>
              <a:rPr dirty="0" sz="1400" spc="-1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more</a:t>
            </a:r>
            <a:r>
              <a:rPr dirty="0" sz="1400" spc="15" i="1">
                <a:latin typeface="Arial"/>
                <a:cs typeface="Arial"/>
              </a:rPr>
              <a:t> </a:t>
            </a:r>
            <a:r>
              <a:rPr dirty="0" sz="1400" spc="-10" i="1">
                <a:latin typeface="Arial"/>
                <a:cs typeface="Arial"/>
              </a:rPr>
              <a:t>frequently?”</a:t>
            </a:r>
            <a:endParaRPr sz="1400">
              <a:latin typeface="Arial"/>
              <a:cs typeface="Arial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11612626" y="6500876"/>
            <a:ext cx="132080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 spc="-25">
                <a:latin typeface="Arial"/>
                <a:cs typeface="Arial"/>
              </a:rPr>
              <a:t>19</a:t>
            </a:r>
            <a:endParaRPr sz="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6341160"/>
            <a:ext cx="1062355" cy="3003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300"/>
              </a:lnSpc>
              <a:spcBef>
                <a:spcPts val="95"/>
              </a:spcBef>
            </a:pPr>
            <a:r>
              <a:rPr dirty="0" sz="750">
                <a:latin typeface="Arial"/>
                <a:cs typeface="Arial"/>
              </a:rPr>
              <a:t>Digital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Auto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Report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-20">
                <a:latin typeface="Arial"/>
                <a:cs typeface="Arial"/>
              </a:rPr>
              <a:t>2023</a:t>
            </a:r>
            <a:r>
              <a:rPr dirty="0" sz="750" spc="-10">
                <a:latin typeface="Arial"/>
                <a:cs typeface="Arial"/>
              </a:rPr>
              <a:t> Strategy&amp;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115745" y="2409444"/>
            <a:ext cx="1439545" cy="3162300"/>
            <a:chOff x="1115745" y="2409444"/>
            <a:chExt cx="1439545" cy="3162300"/>
          </a:xfrm>
        </p:grpSpPr>
        <p:sp>
          <p:nvSpPr>
            <p:cNvPr id="4" name="object 4"/>
            <p:cNvSpPr/>
            <p:nvPr/>
          </p:nvSpPr>
          <p:spPr>
            <a:xfrm>
              <a:off x="1629917" y="2919222"/>
              <a:ext cx="318770" cy="1880870"/>
            </a:xfrm>
            <a:custGeom>
              <a:avLst/>
              <a:gdLst/>
              <a:ahLst/>
              <a:cxnLst/>
              <a:rect l="l" t="t" r="r" b="b"/>
              <a:pathLst>
                <a:path w="318769" h="1880870">
                  <a:moveTo>
                    <a:pt x="185927" y="1880615"/>
                  </a:moveTo>
                  <a:lnTo>
                    <a:pt x="170254" y="1834430"/>
                  </a:lnTo>
                  <a:lnTo>
                    <a:pt x="153608" y="1789440"/>
                  </a:lnTo>
                  <a:lnTo>
                    <a:pt x="136355" y="1745195"/>
                  </a:lnTo>
                  <a:lnTo>
                    <a:pt x="118857" y="1701248"/>
                  </a:lnTo>
                  <a:lnTo>
                    <a:pt x="101479" y="1657149"/>
                  </a:lnTo>
                  <a:lnTo>
                    <a:pt x="84583" y="1612449"/>
                  </a:lnTo>
                  <a:lnTo>
                    <a:pt x="68533" y="1566700"/>
                  </a:lnTo>
                  <a:lnTo>
                    <a:pt x="53693" y="1519453"/>
                  </a:lnTo>
                  <a:lnTo>
                    <a:pt x="40426" y="1470259"/>
                  </a:lnTo>
                  <a:lnTo>
                    <a:pt x="29095" y="1418669"/>
                  </a:lnTo>
                  <a:lnTo>
                    <a:pt x="20065" y="1364233"/>
                  </a:lnTo>
                  <a:lnTo>
                    <a:pt x="14495" y="1318513"/>
                  </a:lnTo>
                  <a:lnTo>
                    <a:pt x="9895" y="1269688"/>
                  </a:lnTo>
                  <a:lnTo>
                    <a:pt x="6223" y="1218329"/>
                  </a:lnTo>
                  <a:lnTo>
                    <a:pt x="3438" y="1165004"/>
                  </a:lnTo>
                  <a:lnTo>
                    <a:pt x="1501" y="1110284"/>
                  </a:lnTo>
                  <a:lnTo>
                    <a:pt x="368" y="1054737"/>
                  </a:lnTo>
                  <a:lnTo>
                    <a:pt x="0" y="998934"/>
                  </a:lnTo>
                  <a:lnTo>
                    <a:pt x="354" y="943444"/>
                  </a:lnTo>
                  <a:lnTo>
                    <a:pt x="1391" y="888836"/>
                  </a:lnTo>
                  <a:lnTo>
                    <a:pt x="3069" y="835680"/>
                  </a:lnTo>
                  <a:lnTo>
                    <a:pt x="5346" y="784546"/>
                  </a:lnTo>
                  <a:lnTo>
                    <a:pt x="8182" y="736003"/>
                  </a:lnTo>
                  <a:lnTo>
                    <a:pt x="11536" y="690621"/>
                  </a:lnTo>
                  <a:lnTo>
                    <a:pt x="15366" y="648969"/>
                  </a:lnTo>
                  <a:lnTo>
                    <a:pt x="24401" y="582777"/>
                  </a:lnTo>
                  <a:lnTo>
                    <a:pt x="36756" y="522454"/>
                  </a:lnTo>
                  <a:lnTo>
                    <a:pt x="51596" y="467500"/>
                  </a:lnTo>
                  <a:lnTo>
                    <a:pt x="68087" y="417417"/>
                  </a:lnTo>
                  <a:lnTo>
                    <a:pt x="85394" y="371703"/>
                  </a:lnTo>
                  <a:lnTo>
                    <a:pt x="102681" y="329858"/>
                  </a:lnTo>
                  <a:lnTo>
                    <a:pt x="119114" y="291383"/>
                  </a:lnTo>
                  <a:lnTo>
                    <a:pt x="133857" y="255777"/>
                  </a:lnTo>
                  <a:lnTo>
                    <a:pt x="160325" y="198721"/>
                  </a:lnTo>
                  <a:lnTo>
                    <a:pt x="185578" y="159273"/>
                  </a:lnTo>
                  <a:lnTo>
                    <a:pt x="209831" y="128994"/>
                  </a:lnTo>
                  <a:lnTo>
                    <a:pt x="233298" y="99440"/>
                  </a:lnTo>
                  <a:lnTo>
                    <a:pt x="252472" y="73955"/>
                  </a:lnTo>
                  <a:lnTo>
                    <a:pt x="268477" y="55102"/>
                  </a:lnTo>
                  <a:lnTo>
                    <a:pt x="288198" y="33557"/>
                  </a:lnTo>
                  <a:lnTo>
                    <a:pt x="318515" y="0"/>
                  </a:lnTo>
                </a:path>
              </a:pathLst>
            </a:custGeom>
            <a:ln w="28575">
              <a:solidFill>
                <a:srgbClr val="A2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629917" y="3615690"/>
              <a:ext cx="213360" cy="289560"/>
            </a:xfrm>
            <a:custGeom>
              <a:avLst/>
              <a:gdLst/>
              <a:ahLst/>
              <a:cxnLst/>
              <a:rect l="l" t="t" r="r" b="b"/>
              <a:pathLst>
                <a:path w="213360" h="289560">
                  <a:moveTo>
                    <a:pt x="0" y="289560"/>
                  </a:moveTo>
                  <a:lnTo>
                    <a:pt x="18545" y="242825"/>
                  </a:lnTo>
                  <a:lnTo>
                    <a:pt x="36258" y="194960"/>
                  </a:lnTo>
                  <a:lnTo>
                    <a:pt x="55685" y="149310"/>
                  </a:lnTo>
                  <a:lnTo>
                    <a:pt x="79375" y="109220"/>
                  </a:lnTo>
                  <a:lnTo>
                    <a:pt x="109025" y="76920"/>
                  </a:lnTo>
                  <a:lnTo>
                    <a:pt x="142938" y="50180"/>
                  </a:lnTo>
                  <a:lnTo>
                    <a:pt x="178565" y="25655"/>
                  </a:lnTo>
                  <a:lnTo>
                    <a:pt x="213360" y="0"/>
                  </a:lnTo>
                </a:path>
              </a:pathLst>
            </a:custGeom>
            <a:ln w="28575">
              <a:solidFill>
                <a:srgbClr val="A2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573529" y="3222497"/>
              <a:ext cx="85725" cy="256540"/>
            </a:xfrm>
            <a:custGeom>
              <a:avLst/>
              <a:gdLst/>
              <a:ahLst/>
              <a:cxnLst/>
              <a:rect l="l" t="t" r="r" b="b"/>
              <a:pathLst>
                <a:path w="85725" h="256539">
                  <a:moveTo>
                    <a:pt x="85343" y="256032"/>
                  </a:moveTo>
                  <a:lnTo>
                    <a:pt x="78880" y="205724"/>
                  </a:lnTo>
                  <a:lnTo>
                    <a:pt x="72882" y="153511"/>
                  </a:lnTo>
                  <a:lnTo>
                    <a:pt x="66002" y="105156"/>
                  </a:lnTo>
                  <a:lnTo>
                    <a:pt x="56895" y="66421"/>
                  </a:lnTo>
                  <a:lnTo>
                    <a:pt x="44666" y="41148"/>
                  </a:lnTo>
                  <a:lnTo>
                    <a:pt x="30210" y="25495"/>
                  </a:lnTo>
                  <a:lnTo>
                    <a:pt x="14872" y="13700"/>
                  </a:lnTo>
                  <a:lnTo>
                    <a:pt x="0" y="0"/>
                  </a:lnTo>
                </a:path>
              </a:pathLst>
            </a:custGeom>
            <a:ln w="28575">
              <a:solidFill>
                <a:srgbClr val="A21F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deutschland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3707" y="5285232"/>
              <a:ext cx="452628" cy="28651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115745" y="2409443"/>
              <a:ext cx="1439545" cy="1330325"/>
            </a:xfrm>
            <a:custGeom>
              <a:avLst/>
              <a:gdLst/>
              <a:ahLst/>
              <a:cxnLst/>
              <a:rect l="l" t="t" r="r" b="b"/>
              <a:pathLst>
                <a:path w="1439545" h="1330325">
                  <a:moveTo>
                    <a:pt x="493725" y="741553"/>
                  </a:moveTo>
                  <a:lnTo>
                    <a:pt x="491451" y="696087"/>
                  </a:lnTo>
                  <a:lnTo>
                    <a:pt x="478383" y="653503"/>
                  </a:lnTo>
                  <a:lnTo>
                    <a:pt x="455714" y="615073"/>
                  </a:lnTo>
                  <a:lnTo>
                    <a:pt x="424649" y="582091"/>
                  </a:lnTo>
                  <a:lnTo>
                    <a:pt x="386384" y="555828"/>
                  </a:lnTo>
                  <a:lnTo>
                    <a:pt x="342112" y="537565"/>
                  </a:lnTo>
                  <a:lnTo>
                    <a:pt x="293065" y="528574"/>
                  </a:lnTo>
                  <a:lnTo>
                    <a:pt x="243382" y="522617"/>
                  </a:lnTo>
                  <a:lnTo>
                    <a:pt x="194043" y="512483"/>
                  </a:lnTo>
                  <a:lnTo>
                    <a:pt x="145046" y="498157"/>
                  </a:lnTo>
                  <a:lnTo>
                    <a:pt x="96367" y="479653"/>
                  </a:lnTo>
                  <a:lnTo>
                    <a:pt x="48018" y="456946"/>
                  </a:lnTo>
                  <a:lnTo>
                    <a:pt x="0" y="430022"/>
                  </a:lnTo>
                  <a:lnTo>
                    <a:pt x="21869" y="477291"/>
                  </a:lnTo>
                  <a:lnTo>
                    <a:pt x="39141" y="524217"/>
                  </a:lnTo>
                  <a:lnTo>
                    <a:pt x="51803" y="570788"/>
                  </a:lnTo>
                  <a:lnTo>
                    <a:pt x="59842" y="617016"/>
                  </a:lnTo>
                  <a:lnTo>
                    <a:pt x="63271" y="662889"/>
                  </a:lnTo>
                  <a:lnTo>
                    <a:pt x="62103" y="708406"/>
                  </a:lnTo>
                  <a:lnTo>
                    <a:pt x="64338" y="753884"/>
                  </a:lnTo>
                  <a:lnTo>
                    <a:pt x="77393" y="796467"/>
                  </a:lnTo>
                  <a:lnTo>
                    <a:pt x="100063" y="834898"/>
                  </a:lnTo>
                  <a:lnTo>
                    <a:pt x="131140" y="867879"/>
                  </a:lnTo>
                  <a:lnTo>
                    <a:pt x="169430" y="894143"/>
                  </a:lnTo>
                  <a:lnTo>
                    <a:pt x="213728" y="912406"/>
                  </a:lnTo>
                  <a:lnTo>
                    <a:pt x="262839" y="921385"/>
                  </a:lnTo>
                  <a:lnTo>
                    <a:pt x="312686" y="920000"/>
                  </a:lnTo>
                  <a:lnTo>
                    <a:pt x="359232" y="908710"/>
                  </a:lnTo>
                  <a:lnTo>
                    <a:pt x="401078" y="888606"/>
                  </a:lnTo>
                  <a:lnTo>
                    <a:pt x="436829" y="860755"/>
                  </a:lnTo>
                  <a:lnTo>
                    <a:pt x="465112" y="826236"/>
                  </a:lnTo>
                  <a:lnTo>
                    <a:pt x="484543" y="786155"/>
                  </a:lnTo>
                  <a:lnTo>
                    <a:pt x="493725" y="741553"/>
                  </a:lnTo>
                  <a:close/>
                </a:path>
                <a:path w="1439545" h="1330325">
                  <a:moveTo>
                    <a:pt x="1263218" y="1036574"/>
                  </a:moveTo>
                  <a:lnTo>
                    <a:pt x="1212303" y="1035964"/>
                  </a:lnTo>
                  <a:lnTo>
                    <a:pt x="1163091" y="1031836"/>
                  </a:lnTo>
                  <a:lnTo>
                    <a:pt x="1115555" y="1024191"/>
                  </a:lnTo>
                  <a:lnTo>
                    <a:pt x="1069708" y="1013040"/>
                  </a:lnTo>
                  <a:lnTo>
                    <a:pt x="1025537" y="998372"/>
                  </a:lnTo>
                  <a:lnTo>
                    <a:pt x="983056" y="980186"/>
                  </a:lnTo>
                  <a:lnTo>
                    <a:pt x="939584" y="964755"/>
                  </a:lnTo>
                  <a:lnTo>
                    <a:pt x="895667" y="958938"/>
                  </a:lnTo>
                  <a:lnTo>
                    <a:pt x="852855" y="962291"/>
                  </a:lnTo>
                  <a:lnTo>
                    <a:pt x="812711" y="974356"/>
                  </a:lnTo>
                  <a:lnTo>
                    <a:pt x="776782" y="994664"/>
                  </a:lnTo>
                  <a:lnTo>
                    <a:pt x="746645" y="1022756"/>
                  </a:lnTo>
                  <a:lnTo>
                    <a:pt x="723849" y="1058164"/>
                  </a:lnTo>
                  <a:lnTo>
                    <a:pt x="710590" y="1098143"/>
                  </a:lnTo>
                  <a:lnTo>
                    <a:pt x="707631" y="1139253"/>
                  </a:lnTo>
                  <a:lnTo>
                    <a:pt x="714349" y="1179969"/>
                  </a:lnTo>
                  <a:lnTo>
                    <a:pt x="730161" y="1218793"/>
                  </a:lnTo>
                  <a:lnTo>
                    <a:pt x="754405" y="1254226"/>
                  </a:lnTo>
                  <a:lnTo>
                    <a:pt x="786498" y="1284744"/>
                  </a:lnTo>
                  <a:lnTo>
                    <a:pt x="825830" y="1308862"/>
                  </a:lnTo>
                  <a:lnTo>
                    <a:pt x="869289" y="1324356"/>
                  </a:lnTo>
                  <a:lnTo>
                    <a:pt x="913193" y="1330172"/>
                  </a:lnTo>
                  <a:lnTo>
                    <a:pt x="955967" y="1326819"/>
                  </a:lnTo>
                  <a:lnTo>
                    <a:pt x="996086" y="1314742"/>
                  </a:lnTo>
                  <a:lnTo>
                    <a:pt x="1031989" y="1294409"/>
                  </a:lnTo>
                  <a:lnTo>
                    <a:pt x="1062113" y="1266304"/>
                  </a:lnTo>
                  <a:lnTo>
                    <a:pt x="1084910" y="1230884"/>
                  </a:lnTo>
                  <a:lnTo>
                    <a:pt x="1109472" y="1186726"/>
                  </a:lnTo>
                  <a:lnTo>
                    <a:pt x="1139583" y="1145209"/>
                  </a:lnTo>
                  <a:lnTo>
                    <a:pt x="1175245" y="1106347"/>
                  </a:lnTo>
                  <a:lnTo>
                    <a:pt x="1216456" y="1070140"/>
                  </a:lnTo>
                  <a:lnTo>
                    <a:pt x="1263218" y="1036574"/>
                  </a:lnTo>
                  <a:close/>
                </a:path>
                <a:path w="1439545" h="1330325">
                  <a:moveTo>
                    <a:pt x="1439367" y="0"/>
                  </a:moveTo>
                  <a:lnTo>
                    <a:pt x="1390269" y="23228"/>
                  </a:lnTo>
                  <a:lnTo>
                    <a:pt x="1341183" y="43345"/>
                  </a:lnTo>
                  <a:lnTo>
                    <a:pt x="1292098" y="60375"/>
                  </a:lnTo>
                  <a:lnTo>
                    <a:pt x="1243037" y="74295"/>
                  </a:lnTo>
                  <a:lnTo>
                    <a:pt x="1193977" y="85140"/>
                  </a:lnTo>
                  <a:lnTo>
                    <a:pt x="1144917" y="92875"/>
                  </a:lnTo>
                  <a:lnTo>
                    <a:pt x="1095857" y="97523"/>
                  </a:lnTo>
                  <a:lnTo>
                    <a:pt x="1046810" y="99060"/>
                  </a:lnTo>
                  <a:lnTo>
                    <a:pt x="995845" y="103212"/>
                  </a:lnTo>
                  <a:lnTo>
                    <a:pt x="947877" y="115176"/>
                  </a:lnTo>
                  <a:lnTo>
                    <a:pt x="903719" y="134226"/>
                  </a:lnTo>
                  <a:lnTo>
                    <a:pt x="864158" y="159639"/>
                  </a:lnTo>
                  <a:lnTo>
                    <a:pt x="829995" y="190677"/>
                  </a:lnTo>
                  <a:lnTo>
                    <a:pt x="802030" y="226631"/>
                  </a:lnTo>
                  <a:lnTo>
                    <a:pt x="781075" y="266750"/>
                  </a:lnTo>
                  <a:lnTo>
                    <a:pt x="767905" y="310324"/>
                  </a:lnTo>
                  <a:lnTo>
                    <a:pt x="763346" y="356616"/>
                  </a:lnTo>
                  <a:lnTo>
                    <a:pt x="767905" y="402920"/>
                  </a:lnTo>
                  <a:lnTo>
                    <a:pt x="781075" y="446493"/>
                  </a:lnTo>
                  <a:lnTo>
                    <a:pt x="802030" y="486613"/>
                  </a:lnTo>
                  <a:lnTo>
                    <a:pt x="829995" y="522566"/>
                  </a:lnTo>
                  <a:lnTo>
                    <a:pt x="864158" y="553605"/>
                  </a:lnTo>
                  <a:lnTo>
                    <a:pt x="903719" y="579018"/>
                  </a:lnTo>
                  <a:lnTo>
                    <a:pt x="947877" y="598068"/>
                  </a:lnTo>
                  <a:lnTo>
                    <a:pt x="995845" y="610031"/>
                  </a:lnTo>
                  <a:lnTo>
                    <a:pt x="1046810" y="614172"/>
                  </a:lnTo>
                  <a:lnTo>
                    <a:pt x="1097762" y="610031"/>
                  </a:lnTo>
                  <a:lnTo>
                    <a:pt x="1145730" y="598068"/>
                  </a:lnTo>
                  <a:lnTo>
                    <a:pt x="1189888" y="579018"/>
                  </a:lnTo>
                  <a:lnTo>
                    <a:pt x="1229448" y="553605"/>
                  </a:lnTo>
                  <a:lnTo>
                    <a:pt x="1263611" y="522566"/>
                  </a:lnTo>
                  <a:lnTo>
                    <a:pt x="1291577" y="486613"/>
                  </a:lnTo>
                  <a:lnTo>
                    <a:pt x="1312532" y="446493"/>
                  </a:lnTo>
                  <a:lnTo>
                    <a:pt x="1325702" y="402920"/>
                  </a:lnTo>
                  <a:lnTo>
                    <a:pt x="1330274" y="356616"/>
                  </a:lnTo>
                  <a:lnTo>
                    <a:pt x="1331976" y="312039"/>
                  </a:lnTo>
                  <a:lnTo>
                    <a:pt x="1337081" y="267462"/>
                  </a:lnTo>
                  <a:lnTo>
                    <a:pt x="1345603" y="222885"/>
                  </a:lnTo>
                  <a:lnTo>
                    <a:pt x="1357528" y="178308"/>
                  </a:lnTo>
                  <a:lnTo>
                    <a:pt x="1372870" y="133731"/>
                  </a:lnTo>
                  <a:lnTo>
                    <a:pt x="1391615" y="89154"/>
                  </a:lnTo>
                  <a:lnTo>
                    <a:pt x="1413776" y="44577"/>
                  </a:lnTo>
                  <a:lnTo>
                    <a:pt x="1439367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3757612" y="3426142"/>
            <a:ext cx="1355725" cy="2674620"/>
            <a:chOff x="3757612" y="3426142"/>
            <a:chExt cx="1355725" cy="2674620"/>
          </a:xfrm>
        </p:grpSpPr>
        <p:sp>
          <p:nvSpPr>
            <p:cNvPr id="10" name="object 10"/>
            <p:cNvSpPr/>
            <p:nvPr/>
          </p:nvSpPr>
          <p:spPr>
            <a:xfrm>
              <a:off x="4094225" y="3440429"/>
              <a:ext cx="476884" cy="1336675"/>
            </a:xfrm>
            <a:custGeom>
              <a:avLst/>
              <a:gdLst/>
              <a:ahLst/>
              <a:cxnLst/>
              <a:rect l="l" t="t" r="r" b="b"/>
              <a:pathLst>
                <a:path w="476885" h="1336675">
                  <a:moveTo>
                    <a:pt x="0" y="0"/>
                  </a:moveTo>
                  <a:lnTo>
                    <a:pt x="21811" y="29712"/>
                  </a:lnTo>
                  <a:lnTo>
                    <a:pt x="45280" y="55426"/>
                  </a:lnTo>
                  <a:lnTo>
                    <a:pt x="70322" y="81446"/>
                  </a:lnTo>
                  <a:lnTo>
                    <a:pt x="96853" y="112078"/>
                  </a:lnTo>
                  <a:lnTo>
                    <a:pt x="124787" y="151628"/>
                  </a:lnTo>
                  <a:lnTo>
                    <a:pt x="154041" y="204400"/>
                  </a:lnTo>
                  <a:lnTo>
                    <a:pt x="184531" y="274701"/>
                  </a:lnTo>
                  <a:lnTo>
                    <a:pt x="210684" y="347588"/>
                  </a:lnTo>
                  <a:lnTo>
                    <a:pt x="225001" y="390796"/>
                  </a:lnTo>
                  <a:lnTo>
                    <a:pt x="239951" y="437674"/>
                  </a:lnTo>
                  <a:lnTo>
                    <a:pt x="255393" y="487595"/>
                  </a:lnTo>
                  <a:lnTo>
                    <a:pt x="271182" y="539928"/>
                  </a:lnTo>
                  <a:lnTo>
                    <a:pt x="287175" y="594046"/>
                  </a:lnTo>
                  <a:lnTo>
                    <a:pt x="303228" y="649319"/>
                  </a:lnTo>
                  <a:lnTo>
                    <a:pt x="319198" y="705119"/>
                  </a:lnTo>
                  <a:lnTo>
                    <a:pt x="334941" y="760817"/>
                  </a:lnTo>
                  <a:lnTo>
                    <a:pt x="350313" y="815783"/>
                  </a:lnTo>
                  <a:lnTo>
                    <a:pt x="365172" y="869390"/>
                  </a:lnTo>
                  <a:lnTo>
                    <a:pt x="379372" y="921007"/>
                  </a:lnTo>
                  <a:lnTo>
                    <a:pt x="392771" y="970007"/>
                  </a:lnTo>
                  <a:lnTo>
                    <a:pt x="405225" y="1015760"/>
                  </a:lnTo>
                  <a:lnTo>
                    <a:pt x="416591" y="1057638"/>
                  </a:lnTo>
                  <a:lnTo>
                    <a:pt x="426725" y="1095011"/>
                  </a:lnTo>
                  <a:lnTo>
                    <a:pt x="435483" y="1127252"/>
                  </a:lnTo>
                  <a:lnTo>
                    <a:pt x="458511" y="1218176"/>
                  </a:lnTo>
                  <a:lnTo>
                    <a:pt x="471427" y="1281078"/>
                  </a:lnTo>
                  <a:lnTo>
                    <a:pt x="476612" y="1319358"/>
                  </a:lnTo>
                  <a:lnTo>
                    <a:pt x="476452" y="1336417"/>
                  </a:lnTo>
                  <a:lnTo>
                    <a:pt x="473329" y="1335659"/>
                  </a:lnTo>
                </a:path>
              </a:pathLst>
            </a:custGeom>
            <a:ln w="28575">
              <a:solidFill>
                <a:srgbClr val="DB52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089654" y="4056125"/>
              <a:ext cx="373380" cy="269875"/>
            </a:xfrm>
            <a:custGeom>
              <a:avLst/>
              <a:gdLst/>
              <a:ahLst/>
              <a:cxnLst/>
              <a:rect l="l" t="t" r="r" b="b"/>
              <a:pathLst>
                <a:path w="373379" h="269875">
                  <a:moveTo>
                    <a:pt x="0" y="0"/>
                  </a:moveTo>
                  <a:lnTo>
                    <a:pt x="33004" y="15466"/>
                  </a:lnTo>
                  <a:lnTo>
                    <a:pt x="65722" y="30194"/>
                  </a:lnTo>
                  <a:lnTo>
                    <a:pt x="99012" y="46398"/>
                  </a:lnTo>
                  <a:lnTo>
                    <a:pt x="133731" y="66294"/>
                  </a:lnTo>
                  <a:lnTo>
                    <a:pt x="173468" y="92463"/>
                  </a:lnTo>
                  <a:lnTo>
                    <a:pt x="216646" y="123063"/>
                  </a:lnTo>
                  <a:lnTo>
                    <a:pt x="256371" y="153662"/>
                  </a:lnTo>
                  <a:lnTo>
                    <a:pt x="285750" y="179832"/>
                  </a:lnTo>
                  <a:lnTo>
                    <a:pt x="373380" y="269748"/>
                  </a:lnTo>
                </a:path>
              </a:pathLst>
            </a:custGeom>
            <a:ln w="28575">
              <a:solidFill>
                <a:srgbClr val="DB52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383786" y="3710177"/>
              <a:ext cx="142240" cy="332740"/>
            </a:xfrm>
            <a:custGeom>
              <a:avLst/>
              <a:gdLst/>
              <a:ahLst/>
              <a:cxnLst/>
              <a:rect l="l" t="t" r="r" b="b"/>
              <a:pathLst>
                <a:path w="142239" h="332739">
                  <a:moveTo>
                    <a:pt x="0" y="332232"/>
                  </a:moveTo>
                  <a:lnTo>
                    <a:pt x="10703" y="282239"/>
                  </a:lnTo>
                  <a:lnTo>
                    <a:pt x="20669" y="231378"/>
                  </a:lnTo>
                  <a:lnTo>
                    <a:pt x="32111" y="182302"/>
                  </a:lnTo>
                  <a:lnTo>
                    <a:pt x="47244" y="137668"/>
                  </a:lnTo>
                  <a:lnTo>
                    <a:pt x="67544" y="99244"/>
                  </a:lnTo>
                  <a:lnTo>
                    <a:pt x="91535" y="65262"/>
                  </a:lnTo>
                  <a:lnTo>
                    <a:pt x="117002" y="33065"/>
                  </a:lnTo>
                  <a:lnTo>
                    <a:pt x="141732" y="0"/>
                  </a:lnTo>
                </a:path>
              </a:pathLst>
            </a:custGeom>
            <a:ln w="28574">
              <a:solidFill>
                <a:srgbClr val="DB52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762375" y="4749799"/>
              <a:ext cx="650240" cy="650240"/>
            </a:xfrm>
            <a:custGeom>
              <a:avLst/>
              <a:gdLst/>
              <a:ahLst/>
              <a:cxnLst/>
              <a:rect l="l" t="t" r="r" b="b"/>
              <a:pathLst>
                <a:path w="650239" h="650239">
                  <a:moveTo>
                    <a:pt x="650113" y="0"/>
                  </a:moveTo>
                  <a:lnTo>
                    <a:pt x="601596" y="1783"/>
                  </a:lnTo>
                  <a:lnTo>
                    <a:pt x="554048" y="7049"/>
                  </a:lnTo>
                  <a:lnTo>
                    <a:pt x="507593" y="15672"/>
                  </a:lnTo>
                  <a:lnTo>
                    <a:pt x="462358" y="27526"/>
                  </a:lnTo>
                  <a:lnTo>
                    <a:pt x="418468" y="42486"/>
                  </a:lnTo>
                  <a:lnTo>
                    <a:pt x="376049" y="60426"/>
                  </a:lnTo>
                  <a:lnTo>
                    <a:pt x="335227" y="81219"/>
                  </a:lnTo>
                  <a:lnTo>
                    <a:pt x="296127" y="104741"/>
                  </a:lnTo>
                  <a:lnTo>
                    <a:pt x="258876" y="130866"/>
                  </a:lnTo>
                  <a:lnTo>
                    <a:pt x="223598" y="159468"/>
                  </a:lnTo>
                  <a:lnTo>
                    <a:pt x="190420" y="190420"/>
                  </a:lnTo>
                  <a:lnTo>
                    <a:pt x="159468" y="223598"/>
                  </a:lnTo>
                  <a:lnTo>
                    <a:pt x="130866" y="258876"/>
                  </a:lnTo>
                  <a:lnTo>
                    <a:pt x="104741" y="296127"/>
                  </a:lnTo>
                  <a:lnTo>
                    <a:pt x="81219" y="335227"/>
                  </a:lnTo>
                  <a:lnTo>
                    <a:pt x="60426" y="376049"/>
                  </a:lnTo>
                  <a:lnTo>
                    <a:pt x="42486" y="418468"/>
                  </a:lnTo>
                  <a:lnTo>
                    <a:pt x="27526" y="462358"/>
                  </a:lnTo>
                  <a:lnTo>
                    <a:pt x="15672" y="507593"/>
                  </a:lnTo>
                  <a:lnTo>
                    <a:pt x="7049" y="554048"/>
                  </a:lnTo>
                  <a:lnTo>
                    <a:pt x="1783" y="601596"/>
                  </a:lnTo>
                  <a:lnTo>
                    <a:pt x="0" y="650113"/>
                  </a:lnTo>
                  <a:lnTo>
                    <a:pt x="324993" y="650113"/>
                  </a:lnTo>
                  <a:lnTo>
                    <a:pt x="328517" y="602064"/>
                  </a:lnTo>
                  <a:lnTo>
                    <a:pt x="338756" y="556207"/>
                  </a:lnTo>
                  <a:lnTo>
                    <a:pt x="355207" y="513042"/>
                  </a:lnTo>
                  <a:lnTo>
                    <a:pt x="377366" y="473073"/>
                  </a:lnTo>
                  <a:lnTo>
                    <a:pt x="404732" y="436802"/>
                  </a:lnTo>
                  <a:lnTo>
                    <a:pt x="436802" y="404732"/>
                  </a:lnTo>
                  <a:lnTo>
                    <a:pt x="473073" y="377366"/>
                  </a:lnTo>
                  <a:lnTo>
                    <a:pt x="513042" y="355207"/>
                  </a:lnTo>
                  <a:lnTo>
                    <a:pt x="556207" y="338756"/>
                  </a:lnTo>
                  <a:lnTo>
                    <a:pt x="602064" y="328517"/>
                  </a:lnTo>
                  <a:lnTo>
                    <a:pt x="650113" y="324992"/>
                  </a:lnTo>
                  <a:lnTo>
                    <a:pt x="650113" y="0"/>
                  </a:lnTo>
                  <a:close/>
                </a:path>
              </a:pathLst>
            </a:custGeom>
            <a:solidFill>
              <a:srgbClr val="B4B4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762375" y="4749799"/>
              <a:ext cx="650240" cy="650240"/>
            </a:xfrm>
            <a:custGeom>
              <a:avLst/>
              <a:gdLst/>
              <a:ahLst/>
              <a:cxnLst/>
              <a:rect l="l" t="t" r="r" b="b"/>
              <a:pathLst>
                <a:path w="650239" h="650239">
                  <a:moveTo>
                    <a:pt x="0" y="650113"/>
                  </a:moveTo>
                  <a:lnTo>
                    <a:pt x="1783" y="601596"/>
                  </a:lnTo>
                  <a:lnTo>
                    <a:pt x="7049" y="554048"/>
                  </a:lnTo>
                  <a:lnTo>
                    <a:pt x="15672" y="507593"/>
                  </a:lnTo>
                  <a:lnTo>
                    <a:pt x="27526" y="462358"/>
                  </a:lnTo>
                  <a:lnTo>
                    <a:pt x="42486" y="418468"/>
                  </a:lnTo>
                  <a:lnTo>
                    <a:pt x="60426" y="376049"/>
                  </a:lnTo>
                  <a:lnTo>
                    <a:pt x="81219" y="335227"/>
                  </a:lnTo>
                  <a:lnTo>
                    <a:pt x="104741" y="296127"/>
                  </a:lnTo>
                  <a:lnTo>
                    <a:pt x="130866" y="258876"/>
                  </a:lnTo>
                  <a:lnTo>
                    <a:pt x="159468" y="223598"/>
                  </a:lnTo>
                  <a:lnTo>
                    <a:pt x="190420" y="190420"/>
                  </a:lnTo>
                  <a:lnTo>
                    <a:pt x="223598" y="159468"/>
                  </a:lnTo>
                  <a:lnTo>
                    <a:pt x="258876" y="130866"/>
                  </a:lnTo>
                  <a:lnTo>
                    <a:pt x="296127" y="104741"/>
                  </a:lnTo>
                  <a:lnTo>
                    <a:pt x="335227" y="81219"/>
                  </a:lnTo>
                  <a:lnTo>
                    <a:pt x="376049" y="60426"/>
                  </a:lnTo>
                  <a:lnTo>
                    <a:pt x="418468" y="42486"/>
                  </a:lnTo>
                  <a:lnTo>
                    <a:pt x="462358" y="27526"/>
                  </a:lnTo>
                  <a:lnTo>
                    <a:pt x="507593" y="15672"/>
                  </a:lnTo>
                  <a:lnTo>
                    <a:pt x="554048" y="7049"/>
                  </a:lnTo>
                  <a:lnTo>
                    <a:pt x="601596" y="1783"/>
                  </a:lnTo>
                  <a:lnTo>
                    <a:pt x="650113" y="0"/>
                  </a:lnTo>
                  <a:lnTo>
                    <a:pt x="650113" y="324992"/>
                  </a:lnTo>
                  <a:lnTo>
                    <a:pt x="602064" y="328517"/>
                  </a:lnTo>
                  <a:lnTo>
                    <a:pt x="556207" y="338756"/>
                  </a:lnTo>
                  <a:lnTo>
                    <a:pt x="513042" y="355207"/>
                  </a:lnTo>
                  <a:lnTo>
                    <a:pt x="473073" y="377366"/>
                  </a:lnTo>
                  <a:lnTo>
                    <a:pt x="436802" y="404732"/>
                  </a:lnTo>
                  <a:lnTo>
                    <a:pt x="404732" y="436802"/>
                  </a:lnTo>
                  <a:lnTo>
                    <a:pt x="377366" y="473073"/>
                  </a:lnTo>
                  <a:lnTo>
                    <a:pt x="355207" y="513042"/>
                  </a:lnTo>
                  <a:lnTo>
                    <a:pt x="338756" y="556207"/>
                  </a:lnTo>
                  <a:lnTo>
                    <a:pt x="328517" y="602064"/>
                  </a:lnTo>
                  <a:lnTo>
                    <a:pt x="324993" y="650113"/>
                  </a:lnTo>
                  <a:lnTo>
                    <a:pt x="0" y="650113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808348" y="4795773"/>
              <a:ext cx="1300480" cy="1300480"/>
            </a:xfrm>
            <a:custGeom>
              <a:avLst/>
              <a:gdLst/>
              <a:ahLst/>
              <a:cxnLst/>
              <a:rect l="l" t="t" r="r" b="b"/>
              <a:pathLst>
                <a:path w="1300479" h="1300479">
                  <a:moveTo>
                    <a:pt x="650113" y="0"/>
                  </a:moveTo>
                  <a:lnTo>
                    <a:pt x="650113" y="324993"/>
                  </a:lnTo>
                  <a:lnTo>
                    <a:pt x="698129" y="328517"/>
                  </a:lnTo>
                  <a:lnTo>
                    <a:pt x="743961" y="338756"/>
                  </a:lnTo>
                  <a:lnTo>
                    <a:pt x="787105" y="355207"/>
                  </a:lnTo>
                  <a:lnTo>
                    <a:pt x="827058" y="377366"/>
                  </a:lnTo>
                  <a:lnTo>
                    <a:pt x="863316" y="404732"/>
                  </a:lnTo>
                  <a:lnTo>
                    <a:pt x="895377" y="436802"/>
                  </a:lnTo>
                  <a:lnTo>
                    <a:pt x="922738" y="473073"/>
                  </a:lnTo>
                  <a:lnTo>
                    <a:pt x="944894" y="513042"/>
                  </a:lnTo>
                  <a:lnTo>
                    <a:pt x="961343" y="556207"/>
                  </a:lnTo>
                  <a:lnTo>
                    <a:pt x="971581" y="602064"/>
                  </a:lnTo>
                  <a:lnTo>
                    <a:pt x="975106" y="650113"/>
                  </a:lnTo>
                  <a:lnTo>
                    <a:pt x="971581" y="698135"/>
                  </a:lnTo>
                  <a:lnTo>
                    <a:pt x="961343" y="743971"/>
                  </a:lnTo>
                  <a:lnTo>
                    <a:pt x="944894" y="787118"/>
                  </a:lnTo>
                  <a:lnTo>
                    <a:pt x="922738" y="827073"/>
                  </a:lnTo>
                  <a:lnTo>
                    <a:pt x="895377" y="863332"/>
                  </a:lnTo>
                  <a:lnTo>
                    <a:pt x="863316" y="895393"/>
                  </a:lnTo>
                  <a:lnTo>
                    <a:pt x="827058" y="922753"/>
                  </a:lnTo>
                  <a:lnTo>
                    <a:pt x="787105" y="944908"/>
                  </a:lnTo>
                  <a:lnTo>
                    <a:pt x="743961" y="961356"/>
                  </a:lnTo>
                  <a:lnTo>
                    <a:pt x="698129" y="971594"/>
                  </a:lnTo>
                  <a:lnTo>
                    <a:pt x="650113" y="975118"/>
                  </a:lnTo>
                  <a:lnTo>
                    <a:pt x="602064" y="971594"/>
                  </a:lnTo>
                  <a:lnTo>
                    <a:pt x="556207" y="961356"/>
                  </a:lnTo>
                  <a:lnTo>
                    <a:pt x="513042" y="944908"/>
                  </a:lnTo>
                  <a:lnTo>
                    <a:pt x="473073" y="922753"/>
                  </a:lnTo>
                  <a:lnTo>
                    <a:pt x="436802" y="895393"/>
                  </a:lnTo>
                  <a:lnTo>
                    <a:pt x="404732" y="863332"/>
                  </a:lnTo>
                  <a:lnTo>
                    <a:pt x="377366" y="827073"/>
                  </a:lnTo>
                  <a:lnTo>
                    <a:pt x="355207" y="787118"/>
                  </a:lnTo>
                  <a:lnTo>
                    <a:pt x="338756" y="743971"/>
                  </a:lnTo>
                  <a:lnTo>
                    <a:pt x="328517" y="698135"/>
                  </a:lnTo>
                  <a:lnTo>
                    <a:pt x="324992" y="650113"/>
                  </a:lnTo>
                  <a:lnTo>
                    <a:pt x="0" y="650113"/>
                  </a:lnTo>
                  <a:lnTo>
                    <a:pt x="1783" y="698624"/>
                  </a:lnTo>
                  <a:lnTo>
                    <a:pt x="7049" y="746167"/>
                  </a:lnTo>
                  <a:lnTo>
                    <a:pt x="15672" y="792616"/>
                  </a:lnTo>
                  <a:lnTo>
                    <a:pt x="27526" y="837846"/>
                  </a:lnTo>
                  <a:lnTo>
                    <a:pt x="42486" y="881731"/>
                  </a:lnTo>
                  <a:lnTo>
                    <a:pt x="60426" y="924145"/>
                  </a:lnTo>
                  <a:lnTo>
                    <a:pt x="81219" y="964963"/>
                  </a:lnTo>
                  <a:lnTo>
                    <a:pt x="104741" y="1004058"/>
                  </a:lnTo>
                  <a:lnTo>
                    <a:pt x="130866" y="1041305"/>
                  </a:lnTo>
                  <a:lnTo>
                    <a:pt x="159468" y="1076579"/>
                  </a:lnTo>
                  <a:lnTo>
                    <a:pt x="190420" y="1109752"/>
                  </a:lnTo>
                  <a:lnTo>
                    <a:pt x="223598" y="1140701"/>
                  </a:lnTo>
                  <a:lnTo>
                    <a:pt x="258876" y="1169299"/>
                  </a:lnTo>
                  <a:lnTo>
                    <a:pt x="296127" y="1195421"/>
                  </a:lnTo>
                  <a:lnTo>
                    <a:pt x="335227" y="1218940"/>
                  </a:lnTo>
                  <a:lnTo>
                    <a:pt x="376049" y="1239731"/>
                  </a:lnTo>
                  <a:lnTo>
                    <a:pt x="418468" y="1257668"/>
                  </a:lnTo>
                  <a:lnTo>
                    <a:pt x="462358" y="1272626"/>
                  </a:lnTo>
                  <a:lnTo>
                    <a:pt x="507593" y="1284479"/>
                  </a:lnTo>
                  <a:lnTo>
                    <a:pt x="554048" y="1293101"/>
                  </a:lnTo>
                  <a:lnTo>
                    <a:pt x="601596" y="1298366"/>
                  </a:lnTo>
                  <a:lnTo>
                    <a:pt x="650113" y="1300149"/>
                  </a:lnTo>
                  <a:lnTo>
                    <a:pt x="698628" y="1298366"/>
                  </a:lnTo>
                  <a:lnTo>
                    <a:pt x="746174" y="1293101"/>
                  </a:lnTo>
                  <a:lnTo>
                    <a:pt x="792625" y="1284479"/>
                  </a:lnTo>
                  <a:lnTo>
                    <a:pt x="837856" y="1272626"/>
                  </a:lnTo>
                  <a:lnTo>
                    <a:pt x="881740" y="1257668"/>
                  </a:lnTo>
                  <a:lnTo>
                    <a:pt x="924153" y="1239731"/>
                  </a:lnTo>
                  <a:lnTo>
                    <a:pt x="964968" y="1218940"/>
                  </a:lnTo>
                  <a:lnTo>
                    <a:pt x="1004059" y="1195421"/>
                  </a:lnTo>
                  <a:lnTo>
                    <a:pt x="1041303" y="1169299"/>
                  </a:lnTo>
                  <a:lnTo>
                    <a:pt x="1076572" y="1140701"/>
                  </a:lnTo>
                  <a:lnTo>
                    <a:pt x="1109741" y="1109752"/>
                  </a:lnTo>
                  <a:lnTo>
                    <a:pt x="1140685" y="1076578"/>
                  </a:lnTo>
                  <a:lnTo>
                    <a:pt x="1169278" y="1041305"/>
                  </a:lnTo>
                  <a:lnTo>
                    <a:pt x="1195395" y="1004058"/>
                  </a:lnTo>
                  <a:lnTo>
                    <a:pt x="1218909" y="964963"/>
                  </a:lnTo>
                  <a:lnTo>
                    <a:pt x="1239696" y="924145"/>
                  </a:lnTo>
                  <a:lnTo>
                    <a:pt x="1257629" y="881731"/>
                  </a:lnTo>
                  <a:lnTo>
                    <a:pt x="1272583" y="837846"/>
                  </a:lnTo>
                  <a:lnTo>
                    <a:pt x="1284433" y="792616"/>
                  </a:lnTo>
                  <a:lnTo>
                    <a:pt x="1293052" y="746167"/>
                  </a:lnTo>
                  <a:lnTo>
                    <a:pt x="1298316" y="698624"/>
                  </a:lnTo>
                  <a:lnTo>
                    <a:pt x="1300099" y="650113"/>
                  </a:lnTo>
                  <a:lnTo>
                    <a:pt x="1298316" y="601596"/>
                  </a:lnTo>
                  <a:lnTo>
                    <a:pt x="1293052" y="554048"/>
                  </a:lnTo>
                  <a:lnTo>
                    <a:pt x="1284433" y="507593"/>
                  </a:lnTo>
                  <a:lnTo>
                    <a:pt x="1272583" y="462358"/>
                  </a:lnTo>
                  <a:lnTo>
                    <a:pt x="1257629" y="418468"/>
                  </a:lnTo>
                  <a:lnTo>
                    <a:pt x="1239696" y="376049"/>
                  </a:lnTo>
                  <a:lnTo>
                    <a:pt x="1218909" y="335227"/>
                  </a:lnTo>
                  <a:lnTo>
                    <a:pt x="1195395" y="296127"/>
                  </a:lnTo>
                  <a:lnTo>
                    <a:pt x="1169278" y="258876"/>
                  </a:lnTo>
                  <a:lnTo>
                    <a:pt x="1140685" y="223598"/>
                  </a:lnTo>
                  <a:lnTo>
                    <a:pt x="1109741" y="190420"/>
                  </a:lnTo>
                  <a:lnTo>
                    <a:pt x="1076572" y="159468"/>
                  </a:lnTo>
                  <a:lnTo>
                    <a:pt x="1041303" y="130866"/>
                  </a:lnTo>
                  <a:lnTo>
                    <a:pt x="1004059" y="104741"/>
                  </a:lnTo>
                  <a:lnTo>
                    <a:pt x="964968" y="81219"/>
                  </a:lnTo>
                  <a:lnTo>
                    <a:pt x="924153" y="60426"/>
                  </a:lnTo>
                  <a:lnTo>
                    <a:pt x="881740" y="42486"/>
                  </a:lnTo>
                  <a:lnTo>
                    <a:pt x="837856" y="27526"/>
                  </a:lnTo>
                  <a:lnTo>
                    <a:pt x="792625" y="15672"/>
                  </a:lnTo>
                  <a:lnTo>
                    <a:pt x="746174" y="7049"/>
                  </a:lnTo>
                  <a:lnTo>
                    <a:pt x="698628" y="1783"/>
                  </a:lnTo>
                  <a:lnTo>
                    <a:pt x="6501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808348" y="4795773"/>
              <a:ext cx="1300480" cy="1300480"/>
            </a:xfrm>
            <a:custGeom>
              <a:avLst/>
              <a:gdLst/>
              <a:ahLst/>
              <a:cxnLst/>
              <a:rect l="l" t="t" r="r" b="b"/>
              <a:pathLst>
                <a:path w="1300479" h="1300479">
                  <a:moveTo>
                    <a:pt x="650113" y="0"/>
                  </a:moveTo>
                  <a:lnTo>
                    <a:pt x="698628" y="1783"/>
                  </a:lnTo>
                  <a:lnTo>
                    <a:pt x="746174" y="7049"/>
                  </a:lnTo>
                  <a:lnTo>
                    <a:pt x="792625" y="15672"/>
                  </a:lnTo>
                  <a:lnTo>
                    <a:pt x="837856" y="27526"/>
                  </a:lnTo>
                  <a:lnTo>
                    <a:pt x="881740" y="42486"/>
                  </a:lnTo>
                  <a:lnTo>
                    <a:pt x="924153" y="60426"/>
                  </a:lnTo>
                  <a:lnTo>
                    <a:pt x="964968" y="81219"/>
                  </a:lnTo>
                  <a:lnTo>
                    <a:pt x="1004059" y="104741"/>
                  </a:lnTo>
                  <a:lnTo>
                    <a:pt x="1041303" y="130866"/>
                  </a:lnTo>
                  <a:lnTo>
                    <a:pt x="1076572" y="159468"/>
                  </a:lnTo>
                  <a:lnTo>
                    <a:pt x="1109741" y="190420"/>
                  </a:lnTo>
                  <a:lnTo>
                    <a:pt x="1140685" y="223598"/>
                  </a:lnTo>
                  <a:lnTo>
                    <a:pt x="1169278" y="258876"/>
                  </a:lnTo>
                  <a:lnTo>
                    <a:pt x="1195395" y="296127"/>
                  </a:lnTo>
                  <a:lnTo>
                    <a:pt x="1218909" y="335227"/>
                  </a:lnTo>
                  <a:lnTo>
                    <a:pt x="1239696" y="376049"/>
                  </a:lnTo>
                  <a:lnTo>
                    <a:pt x="1257629" y="418468"/>
                  </a:lnTo>
                  <a:lnTo>
                    <a:pt x="1272583" y="462358"/>
                  </a:lnTo>
                  <a:lnTo>
                    <a:pt x="1284433" y="507593"/>
                  </a:lnTo>
                  <a:lnTo>
                    <a:pt x="1293052" y="554048"/>
                  </a:lnTo>
                  <a:lnTo>
                    <a:pt x="1298316" y="601596"/>
                  </a:lnTo>
                  <a:lnTo>
                    <a:pt x="1300099" y="650113"/>
                  </a:lnTo>
                  <a:lnTo>
                    <a:pt x="1298316" y="698624"/>
                  </a:lnTo>
                  <a:lnTo>
                    <a:pt x="1293052" y="746167"/>
                  </a:lnTo>
                  <a:lnTo>
                    <a:pt x="1284433" y="792616"/>
                  </a:lnTo>
                  <a:lnTo>
                    <a:pt x="1272583" y="837846"/>
                  </a:lnTo>
                  <a:lnTo>
                    <a:pt x="1257629" y="881731"/>
                  </a:lnTo>
                  <a:lnTo>
                    <a:pt x="1239696" y="924145"/>
                  </a:lnTo>
                  <a:lnTo>
                    <a:pt x="1218909" y="964963"/>
                  </a:lnTo>
                  <a:lnTo>
                    <a:pt x="1195395" y="1004058"/>
                  </a:lnTo>
                  <a:lnTo>
                    <a:pt x="1169278" y="1041305"/>
                  </a:lnTo>
                  <a:lnTo>
                    <a:pt x="1140685" y="1076578"/>
                  </a:lnTo>
                  <a:lnTo>
                    <a:pt x="1109741" y="1109752"/>
                  </a:lnTo>
                  <a:lnTo>
                    <a:pt x="1076572" y="1140701"/>
                  </a:lnTo>
                  <a:lnTo>
                    <a:pt x="1041303" y="1169299"/>
                  </a:lnTo>
                  <a:lnTo>
                    <a:pt x="1004059" y="1195421"/>
                  </a:lnTo>
                  <a:lnTo>
                    <a:pt x="964968" y="1218940"/>
                  </a:lnTo>
                  <a:lnTo>
                    <a:pt x="924153" y="1239731"/>
                  </a:lnTo>
                  <a:lnTo>
                    <a:pt x="881740" y="1257668"/>
                  </a:lnTo>
                  <a:lnTo>
                    <a:pt x="837856" y="1272626"/>
                  </a:lnTo>
                  <a:lnTo>
                    <a:pt x="792625" y="1284479"/>
                  </a:lnTo>
                  <a:lnTo>
                    <a:pt x="746174" y="1293101"/>
                  </a:lnTo>
                  <a:lnTo>
                    <a:pt x="698628" y="1298366"/>
                  </a:lnTo>
                  <a:lnTo>
                    <a:pt x="650113" y="1300149"/>
                  </a:lnTo>
                  <a:lnTo>
                    <a:pt x="601596" y="1298366"/>
                  </a:lnTo>
                  <a:lnTo>
                    <a:pt x="554048" y="1293101"/>
                  </a:lnTo>
                  <a:lnTo>
                    <a:pt x="507593" y="1284479"/>
                  </a:lnTo>
                  <a:lnTo>
                    <a:pt x="462358" y="1272626"/>
                  </a:lnTo>
                  <a:lnTo>
                    <a:pt x="418468" y="1257668"/>
                  </a:lnTo>
                  <a:lnTo>
                    <a:pt x="376049" y="1239731"/>
                  </a:lnTo>
                  <a:lnTo>
                    <a:pt x="335227" y="1218940"/>
                  </a:lnTo>
                  <a:lnTo>
                    <a:pt x="296127" y="1195421"/>
                  </a:lnTo>
                  <a:lnTo>
                    <a:pt x="258876" y="1169299"/>
                  </a:lnTo>
                  <a:lnTo>
                    <a:pt x="223598" y="1140701"/>
                  </a:lnTo>
                  <a:lnTo>
                    <a:pt x="190420" y="1109752"/>
                  </a:lnTo>
                  <a:lnTo>
                    <a:pt x="159468" y="1076579"/>
                  </a:lnTo>
                  <a:lnTo>
                    <a:pt x="130866" y="1041305"/>
                  </a:lnTo>
                  <a:lnTo>
                    <a:pt x="104741" y="1004058"/>
                  </a:lnTo>
                  <a:lnTo>
                    <a:pt x="81219" y="964963"/>
                  </a:lnTo>
                  <a:lnTo>
                    <a:pt x="60426" y="924145"/>
                  </a:lnTo>
                  <a:lnTo>
                    <a:pt x="42486" y="881731"/>
                  </a:lnTo>
                  <a:lnTo>
                    <a:pt x="27526" y="837846"/>
                  </a:lnTo>
                  <a:lnTo>
                    <a:pt x="15672" y="792616"/>
                  </a:lnTo>
                  <a:lnTo>
                    <a:pt x="7049" y="746167"/>
                  </a:lnTo>
                  <a:lnTo>
                    <a:pt x="1783" y="698624"/>
                  </a:lnTo>
                  <a:lnTo>
                    <a:pt x="0" y="650113"/>
                  </a:lnTo>
                  <a:lnTo>
                    <a:pt x="324992" y="650113"/>
                  </a:lnTo>
                  <a:lnTo>
                    <a:pt x="328517" y="698135"/>
                  </a:lnTo>
                  <a:lnTo>
                    <a:pt x="338756" y="743971"/>
                  </a:lnTo>
                  <a:lnTo>
                    <a:pt x="355207" y="787118"/>
                  </a:lnTo>
                  <a:lnTo>
                    <a:pt x="377366" y="827073"/>
                  </a:lnTo>
                  <a:lnTo>
                    <a:pt x="404732" y="863332"/>
                  </a:lnTo>
                  <a:lnTo>
                    <a:pt x="436802" y="895393"/>
                  </a:lnTo>
                  <a:lnTo>
                    <a:pt x="473073" y="922753"/>
                  </a:lnTo>
                  <a:lnTo>
                    <a:pt x="513042" y="944908"/>
                  </a:lnTo>
                  <a:lnTo>
                    <a:pt x="556207" y="961356"/>
                  </a:lnTo>
                  <a:lnTo>
                    <a:pt x="602064" y="971594"/>
                  </a:lnTo>
                  <a:lnTo>
                    <a:pt x="650113" y="975118"/>
                  </a:lnTo>
                  <a:lnTo>
                    <a:pt x="698129" y="971594"/>
                  </a:lnTo>
                  <a:lnTo>
                    <a:pt x="743961" y="961356"/>
                  </a:lnTo>
                  <a:lnTo>
                    <a:pt x="787105" y="944908"/>
                  </a:lnTo>
                  <a:lnTo>
                    <a:pt x="827058" y="922753"/>
                  </a:lnTo>
                  <a:lnTo>
                    <a:pt x="863316" y="895393"/>
                  </a:lnTo>
                  <a:lnTo>
                    <a:pt x="895377" y="863332"/>
                  </a:lnTo>
                  <a:lnTo>
                    <a:pt x="922738" y="827073"/>
                  </a:lnTo>
                  <a:lnTo>
                    <a:pt x="944894" y="787118"/>
                  </a:lnTo>
                  <a:lnTo>
                    <a:pt x="961343" y="743971"/>
                  </a:lnTo>
                  <a:lnTo>
                    <a:pt x="971581" y="698135"/>
                  </a:lnTo>
                  <a:lnTo>
                    <a:pt x="975106" y="650113"/>
                  </a:lnTo>
                  <a:lnTo>
                    <a:pt x="971581" y="602064"/>
                  </a:lnTo>
                  <a:lnTo>
                    <a:pt x="961343" y="556207"/>
                  </a:lnTo>
                  <a:lnTo>
                    <a:pt x="944894" y="513042"/>
                  </a:lnTo>
                  <a:lnTo>
                    <a:pt x="922738" y="473073"/>
                  </a:lnTo>
                  <a:lnTo>
                    <a:pt x="895377" y="436802"/>
                  </a:lnTo>
                  <a:lnTo>
                    <a:pt x="863316" y="404732"/>
                  </a:lnTo>
                  <a:lnTo>
                    <a:pt x="827058" y="377366"/>
                  </a:lnTo>
                  <a:lnTo>
                    <a:pt x="787105" y="355207"/>
                  </a:lnTo>
                  <a:lnTo>
                    <a:pt x="743961" y="338756"/>
                  </a:lnTo>
                  <a:lnTo>
                    <a:pt x="698129" y="328517"/>
                  </a:lnTo>
                  <a:lnTo>
                    <a:pt x="650113" y="324993"/>
                  </a:lnTo>
                  <a:lnTo>
                    <a:pt x="650113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/>
          <p:cNvGrpSpPr/>
          <p:nvPr/>
        </p:nvGrpSpPr>
        <p:grpSpPr>
          <a:xfrm>
            <a:off x="6088634" y="1933448"/>
            <a:ext cx="1741805" cy="3624579"/>
            <a:chOff x="6088634" y="1933448"/>
            <a:chExt cx="1741805" cy="3624579"/>
          </a:xfrm>
        </p:grpSpPr>
        <p:sp>
          <p:nvSpPr>
            <p:cNvPr id="18" name="object 18"/>
            <p:cNvSpPr/>
            <p:nvPr/>
          </p:nvSpPr>
          <p:spPr>
            <a:xfrm>
              <a:off x="6808450" y="2620518"/>
              <a:ext cx="431800" cy="2165985"/>
            </a:xfrm>
            <a:custGeom>
              <a:avLst/>
              <a:gdLst/>
              <a:ahLst/>
              <a:cxnLst/>
              <a:rect l="l" t="t" r="r" b="b"/>
              <a:pathLst>
                <a:path w="431800" h="2165985">
                  <a:moveTo>
                    <a:pt x="431311" y="2165604"/>
                  </a:moveTo>
                  <a:lnTo>
                    <a:pt x="403062" y="2126089"/>
                  </a:lnTo>
                  <a:lnTo>
                    <a:pt x="373304" y="2088174"/>
                  </a:lnTo>
                  <a:lnTo>
                    <a:pt x="342491" y="2051378"/>
                  </a:lnTo>
                  <a:lnTo>
                    <a:pt x="311076" y="2015224"/>
                  </a:lnTo>
                  <a:lnTo>
                    <a:pt x="279511" y="1979230"/>
                  </a:lnTo>
                  <a:lnTo>
                    <a:pt x="248249" y="1942919"/>
                  </a:lnTo>
                  <a:lnTo>
                    <a:pt x="217744" y="1905810"/>
                  </a:lnTo>
                  <a:lnTo>
                    <a:pt x="188448" y="1867424"/>
                  </a:lnTo>
                  <a:lnTo>
                    <a:pt x="160815" y="1827283"/>
                  </a:lnTo>
                  <a:lnTo>
                    <a:pt x="135297" y="1784906"/>
                  </a:lnTo>
                  <a:lnTo>
                    <a:pt x="112348" y="1739814"/>
                  </a:lnTo>
                  <a:lnTo>
                    <a:pt x="92419" y="1691529"/>
                  </a:lnTo>
                  <a:lnTo>
                    <a:pt x="75965" y="1639569"/>
                  </a:lnTo>
                  <a:lnTo>
                    <a:pt x="65495" y="1599219"/>
                  </a:lnTo>
                  <a:lnTo>
                    <a:pt x="55270" y="1556301"/>
                  </a:lnTo>
                  <a:lnTo>
                    <a:pt x="45446" y="1511113"/>
                  </a:lnTo>
                  <a:lnTo>
                    <a:pt x="36179" y="1463951"/>
                  </a:lnTo>
                  <a:lnTo>
                    <a:pt x="27625" y="1415113"/>
                  </a:lnTo>
                  <a:lnTo>
                    <a:pt x="19939" y="1364897"/>
                  </a:lnTo>
                  <a:lnTo>
                    <a:pt x="13279" y="1313598"/>
                  </a:lnTo>
                  <a:lnTo>
                    <a:pt x="7798" y="1261515"/>
                  </a:lnTo>
                  <a:lnTo>
                    <a:pt x="3655" y="1208944"/>
                  </a:lnTo>
                  <a:lnTo>
                    <a:pt x="1003" y="1156183"/>
                  </a:lnTo>
                  <a:lnTo>
                    <a:pt x="0" y="1103528"/>
                  </a:lnTo>
                  <a:lnTo>
                    <a:pt x="800" y="1051277"/>
                  </a:lnTo>
                  <a:lnTo>
                    <a:pt x="3560" y="999727"/>
                  </a:lnTo>
                  <a:lnTo>
                    <a:pt x="8437" y="949175"/>
                  </a:lnTo>
                  <a:lnTo>
                    <a:pt x="15584" y="899918"/>
                  </a:lnTo>
                  <a:lnTo>
                    <a:pt x="25160" y="852253"/>
                  </a:lnTo>
                  <a:lnTo>
                    <a:pt x="37318" y="806478"/>
                  </a:lnTo>
                  <a:lnTo>
                    <a:pt x="52216" y="762888"/>
                  </a:lnTo>
                  <a:lnTo>
                    <a:pt x="345967" y="0"/>
                  </a:lnTo>
                </a:path>
              </a:pathLst>
            </a:custGeom>
            <a:ln w="28575">
              <a:solidFill>
                <a:srgbClr val="7C7C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718554" y="3294126"/>
              <a:ext cx="94615" cy="297180"/>
            </a:xfrm>
            <a:custGeom>
              <a:avLst/>
              <a:gdLst/>
              <a:ahLst/>
              <a:cxnLst/>
              <a:rect l="l" t="t" r="r" b="b"/>
              <a:pathLst>
                <a:path w="94615" h="297179">
                  <a:moveTo>
                    <a:pt x="0" y="0"/>
                  </a:moveTo>
                  <a:lnTo>
                    <a:pt x="17446" y="19635"/>
                  </a:lnTo>
                  <a:lnTo>
                    <a:pt x="35464" y="37449"/>
                  </a:lnTo>
                  <a:lnTo>
                    <a:pt x="52292" y="58953"/>
                  </a:lnTo>
                  <a:lnTo>
                    <a:pt x="66167" y="89662"/>
                  </a:lnTo>
                  <a:lnTo>
                    <a:pt x="76575" y="138124"/>
                  </a:lnTo>
                  <a:lnTo>
                    <a:pt x="84470" y="199040"/>
                  </a:lnTo>
                  <a:lnTo>
                    <a:pt x="90295" y="257147"/>
                  </a:lnTo>
                  <a:lnTo>
                    <a:pt x="94488" y="297180"/>
                  </a:lnTo>
                </a:path>
              </a:pathLst>
            </a:custGeom>
            <a:ln w="28575">
              <a:solidFill>
                <a:srgbClr val="7C7C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846570" y="3573018"/>
              <a:ext cx="469900" cy="492759"/>
            </a:xfrm>
            <a:custGeom>
              <a:avLst/>
              <a:gdLst/>
              <a:ahLst/>
              <a:cxnLst/>
              <a:rect l="l" t="t" r="r" b="b"/>
              <a:pathLst>
                <a:path w="469900" h="492760">
                  <a:moveTo>
                    <a:pt x="0" y="492252"/>
                  </a:moveTo>
                  <a:lnTo>
                    <a:pt x="14893" y="445137"/>
                  </a:lnTo>
                  <a:lnTo>
                    <a:pt x="31434" y="393892"/>
                  </a:lnTo>
                  <a:lnTo>
                    <a:pt x="50085" y="341074"/>
                  </a:lnTo>
                  <a:lnTo>
                    <a:pt x="71308" y="289240"/>
                  </a:lnTo>
                  <a:lnTo>
                    <a:pt x="95564" y="240947"/>
                  </a:lnTo>
                  <a:lnTo>
                    <a:pt x="123317" y="198755"/>
                  </a:lnTo>
                  <a:lnTo>
                    <a:pt x="157068" y="162243"/>
                  </a:lnTo>
                  <a:lnTo>
                    <a:pt x="197028" y="129206"/>
                  </a:lnTo>
                  <a:lnTo>
                    <a:pt x="240030" y="99710"/>
                  </a:lnTo>
                  <a:lnTo>
                    <a:pt x="282904" y="73824"/>
                  </a:lnTo>
                  <a:lnTo>
                    <a:pt x="322483" y="51614"/>
                  </a:lnTo>
                  <a:lnTo>
                    <a:pt x="392364" y="15537"/>
                  </a:lnTo>
                  <a:lnTo>
                    <a:pt x="443700" y="5179"/>
                  </a:lnTo>
                  <a:lnTo>
                    <a:pt x="469392" y="0"/>
                  </a:lnTo>
                </a:path>
              </a:pathLst>
            </a:custGeom>
            <a:ln w="28575">
              <a:solidFill>
                <a:srgbClr val="7C7C7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China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03720" y="5285232"/>
              <a:ext cx="431292" cy="27279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088634" y="1933447"/>
              <a:ext cx="1741805" cy="1802130"/>
            </a:xfrm>
            <a:custGeom>
              <a:avLst/>
              <a:gdLst/>
              <a:ahLst/>
              <a:cxnLst/>
              <a:rect l="l" t="t" r="r" b="b"/>
              <a:pathLst>
                <a:path w="1741804" h="1802129">
                  <a:moveTo>
                    <a:pt x="682498" y="1196086"/>
                  </a:moveTo>
                  <a:lnTo>
                    <a:pt x="679018" y="1148003"/>
                  </a:lnTo>
                  <a:lnTo>
                    <a:pt x="668909" y="1102118"/>
                  </a:lnTo>
                  <a:lnTo>
                    <a:pt x="652678" y="1058926"/>
                  </a:lnTo>
                  <a:lnTo>
                    <a:pt x="630809" y="1018921"/>
                  </a:lnTo>
                  <a:lnTo>
                    <a:pt x="603796" y="982624"/>
                  </a:lnTo>
                  <a:lnTo>
                    <a:pt x="572160" y="950518"/>
                  </a:lnTo>
                  <a:lnTo>
                    <a:pt x="536371" y="923137"/>
                  </a:lnTo>
                  <a:lnTo>
                    <a:pt x="496925" y="900963"/>
                  </a:lnTo>
                  <a:lnTo>
                    <a:pt x="454342" y="884491"/>
                  </a:lnTo>
                  <a:lnTo>
                    <a:pt x="409092" y="874242"/>
                  </a:lnTo>
                  <a:lnTo>
                    <a:pt x="361696" y="870712"/>
                  </a:lnTo>
                  <a:lnTo>
                    <a:pt x="310032" y="869873"/>
                  </a:lnTo>
                  <a:lnTo>
                    <a:pt x="258356" y="867333"/>
                  </a:lnTo>
                  <a:lnTo>
                    <a:pt x="206679" y="863092"/>
                  </a:lnTo>
                  <a:lnTo>
                    <a:pt x="155003" y="857161"/>
                  </a:lnTo>
                  <a:lnTo>
                    <a:pt x="103327" y="849528"/>
                  </a:lnTo>
                  <a:lnTo>
                    <a:pt x="51650" y="840206"/>
                  </a:lnTo>
                  <a:lnTo>
                    <a:pt x="0" y="829183"/>
                  </a:lnTo>
                  <a:lnTo>
                    <a:pt x="10858" y="881608"/>
                  </a:lnTo>
                  <a:lnTo>
                    <a:pt x="20040" y="934021"/>
                  </a:lnTo>
                  <a:lnTo>
                    <a:pt x="27546" y="986434"/>
                  </a:lnTo>
                  <a:lnTo>
                    <a:pt x="33388" y="1038847"/>
                  </a:lnTo>
                  <a:lnTo>
                    <a:pt x="37553" y="1091260"/>
                  </a:lnTo>
                  <a:lnTo>
                    <a:pt x="40055" y="1143673"/>
                  </a:lnTo>
                  <a:lnTo>
                    <a:pt x="40894" y="1196086"/>
                  </a:lnTo>
                  <a:lnTo>
                    <a:pt x="44361" y="1244180"/>
                  </a:lnTo>
                  <a:lnTo>
                    <a:pt x="54470" y="1290066"/>
                  </a:lnTo>
                  <a:lnTo>
                    <a:pt x="70700" y="1333258"/>
                  </a:lnTo>
                  <a:lnTo>
                    <a:pt x="92570" y="1373263"/>
                  </a:lnTo>
                  <a:lnTo>
                    <a:pt x="119583" y="1409560"/>
                  </a:lnTo>
                  <a:lnTo>
                    <a:pt x="151218" y="1441665"/>
                  </a:lnTo>
                  <a:lnTo>
                    <a:pt x="187007" y="1469047"/>
                  </a:lnTo>
                  <a:lnTo>
                    <a:pt x="226453" y="1491221"/>
                  </a:lnTo>
                  <a:lnTo>
                    <a:pt x="269036" y="1507693"/>
                  </a:lnTo>
                  <a:lnTo>
                    <a:pt x="314286" y="1517942"/>
                  </a:lnTo>
                  <a:lnTo>
                    <a:pt x="361696" y="1521460"/>
                  </a:lnTo>
                  <a:lnTo>
                    <a:pt x="409092" y="1517942"/>
                  </a:lnTo>
                  <a:lnTo>
                    <a:pt x="454342" y="1507693"/>
                  </a:lnTo>
                  <a:lnTo>
                    <a:pt x="496925" y="1491221"/>
                  </a:lnTo>
                  <a:lnTo>
                    <a:pt x="536371" y="1469047"/>
                  </a:lnTo>
                  <a:lnTo>
                    <a:pt x="572160" y="1441665"/>
                  </a:lnTo>
                  <a:lnTo>
                    <a:pt x="603796" y="1409560"/>
                  </a:lnTo>
                  <a:lnTo>
                    <a:pt x="630809" y="1373263"/>
                  </a:lnTo>
                  <a:lnTo>
                    <a:pt x="652678" y="1333258"/>
                  </a:lnTo>
                  <a:lnTo>
                    <a:pt x="668909" y="1290066"/>
                  </a:lnTo>
                  <a:lnTo>
                    <a:pt x="679018" y="1244180"/>
                  </a:lnTo>
                  <a:lnTo>
                    <a:pt x="682498" y="1196086"/>
                  </a:lnTo>
                  <a:close/>
                </a:path>
                <a:path w="1741804" h="1802129">
                  <a:moveTo>
                    <a:pt x="1607604" y="444677"/>
                  </a:moveTo>
                  <a:lnTo>
                    <a:pt x="1605280" y="397129"/>
                  </a:lnTo>
                  <a:lnTo>
                    <a:pt x="1600288" y="348056"/>
                  </a:lnTo>
                  <a:lnTo>
                    <a:pt x="1596656" y="298805"/>
                  </a:lnTo>
                  <a:lnTo>
                    <a:pt x="1594383" y="249415"/>
                  </a:lnTo>
                  <a:lnTo>
                    <a:pt x="1593481" y="199859"/>
                  </a:lnTo>
                  <a:lnTo>
                    <a:pt x="1593938" y="150139"/>
                  </a:lnTo>
                  <a:lnTo>
                    <a:pt x="1595755" y="100253"/>
                  </a:lnTo>
                  <a:lnTo>
                    <a:pt x="1598942" y="50215"/>
                  </a:lnTo>
                  <a:lnTo>
                    <a:pt x="1603502" y="0"/>
                  </a:lnTo>
                  <a:lnTo>
                    <a:pt x="1556410" y="16027"/>
                  </a:lnTo>
                  <a:lnTo>
                    <a:pt x="1509153" y="30657"/>
                  </a:lnTo>
                  <a:lnTo>
                    <a:pt x="1461731" y="43891"/>
                  </a:lnTo>
                  <a:lnTo>
                    <a:pt x="1414157" y="55727"/>
                  </a:lnTo>
                  <a:lnTo>
                    <a:pt x="1366418" y="66179"/>
                  </a:lnTo>
                  <a:lnTo>
                    <a:pt x="1318514" y="75234"/>
                  </a:lnTo>
                  <a:lnTo>
                    <a:pt x="1270457" y="82892"/>
                  </a:lnTo>
                  <a:lnTo>
                    <a:pt x="1222248" y="89154"/>
                  </a:lnTo>
                  <a:lnTo>
                    <a:pt x="1176083" y="97726"/>
                  </a:lnTo>
                  <a:lnTo>
                    <a:pt x="1132535" y="112153"/>
                  </a:lnTo>
                  <a:lnTo>
                    <a:pt x="1091958" y="131965"/>
                  </a:lnTo>
                  <a:lnTo>
                    <a:pt x="1054709" y="156705"/>
                  </a:lnTo>
                  <a:lnTo>
                    <a:pt x="1021156" y="185915"/>
                  </a:lnTo>
                  <a:lnTo>
                    <a:pt x="991641" y="219125"/>
                  </a:lnTo>
                  <a:lnTo>
                    <a:pt x="966533" y="255879"/>
                  </a:lnTo>
                  <a:lnTo>
                    <a:pt x="946200" y="295719"/>
                  </a:lnTo>
                  <a:lnTo>
                    <a:pt x="930986" y="338175"/>
                  </a:lnTo>
                  <a:lnTo>
                    <a:pt x="921270" y="382790"/>
                  </a:lnTo>
                  <a:lnTo>
                    <a:pt x="917397" y="429094"/>
                  </a:lnTo>
                  <a:lnTo>
                    <a:pt x="919734" y="476631"/>
                  </a:lnTo>
                  <a:lnTo>
                    <a:pt x="928344" y="523455"/>
                  </a:lnTo>
                  <a:lnTo>
                    <a:pt x="942721" y="567639"/>
                  </a:lnTo>
                  <a:lnTo>
                    <a:pt x="962393" y="608838"/>
                  </a:lnTo>
                  <a:lnTo>
                    <a:pt x="986917" y="646684"/>
                  </a:lnTo>
                  <a:lnTo>
                    <a:pt x="1015822" y="680796"/>
                  </a:lnTo>
                  <a:lnTo>
                    <a:pt x="1048664" y="710819"/>
                  </a:lnTo>
                  <a:lnTo>
                    <a:pt x="1084986" y="736396"/>
                  </a:lnTo>
                  <a:lnTo>
                    <a:pt x="1124318" y="757148"/>
                  </a:lnTo>
                  <a:lnTo>
                    <a:pt x="1166228" y="772706"/>
                  </a:lnTo>
                  <a:lnTo>
                    <a:pt x="1210233" y="782713"/>
                  </a:lnTo>
                  <a:lnTo>
                    <a:pt x="1255903" y="786803"/>
                  </a:lnTo>
                  <a:lnTo>
                    <a:pt x="1302766" y="784606"/>
                  </a:lnTo>
                  <a:lnTo>
                    <a:pt x="1348917" y="776046"/>
                  </a:lnTo>
                  <a:lnTo>
                    <a:pt x="1392466" y="761619"/>
                  </a:lnTo>
                  <a:lnTo>
                    <a:pt x="1433042" y="741807"/>
                  </a:lnTo>
                  <a:lnTo>
                    <a:pt x="1470291" y="717067"/>
                  </a:lnTo>
                  <a:lnTo>
                    <a:pt x="1503845" y="687857"/>
                  </a:lnTo>
                  <a:lnTo>
                    <a:pt x="1533359" y="654646"/>
                  </a:lnTo>
                  <a:lnTo>
                    <a:pt x="1558467" y="617893"/>
                  </a:lnTo>
                  <a:lnTo>
                    <a:pt x="1578800" y="578053"/>
                  </a:lnTo>
                  <a:lnTo>
                    <a:pt x="1594015" y="535597"/>
                  </a:lnTo>
                  <a:lnTo>
                    <a:pt x="1603730" y="490982"/>
                  </a:lnTo>
                  <a:lnTo>
                    <a:pt x="1607604" y="444677"/>
                  </a:lnTo>
                  <a:close/>
                </a:path>
                <a:path w="1741804" h="1802129">
                  <a:moveTo>
                    <a:pt x="1741678" y="1332103"/>
                  </a:moveTo>
                  <a:lnTo>
                    <a:pt x="1687804" y="1336167"/>
                  </a:lnTo>
                  <a:lnTo>
                    <a:pt x="1634236" y="1337818"/>
                  </a:lnTo>
                  <a:lnTo>
                    <a:pt x="1580972" y="1337068"/>
                  </a:lnTo>
                  <a:lnTo>
                    <a:pt x="1528013" y="1333944"/>
                  </a:lnTo>
                  <a:lnTo>
                    <a:pt x="1475359" y="1328420"/>
                  </a:lnTo>
                  <a:lnTo>
                    <a:pt x="1427835" y="1327150"/>
                  </a:lnTo>
                  <a:lnTo>
                    <a:pt x="1382369" y="1335252"/>
                  </a:lnTo>
                  <a:lnTo>
                    <a:pt x="1340027" y="1351902"/>
                  </a:lnTo>
                  <a:lnTo>
                    <a:pt x="1301877" y="1376273"/>
                  </a:lnTo>
                  <a:lnTo>
                    <a:pt x="1268945" y="1407541"/>
                  </a:lnTo>
                  <a:lnTo>
                    <a:pt x="1242326" y="1444866"/>
                  </a:lnTo>
                  <a:lnTo>
                    <a:pt x="1223060" y="1487436"/>
                  </a:lnTo>
                  <a:lnTo>
                    <a:pt x="1212215" y="1534414"/>
                  </a:lnTo>
                  <a:lnTo>
                    <a:pt x="1210779" y="1582623"/>
                  </a:lnTo>
                  <a:lnTo>
                    <a:pt x="1218603" y="1628698"/>
                  </a:lnTo>
                  <a:lnTo>
                    <a:pt x="1234871" y="1671574"/>
                  </a:lnTo>
                  <a:lnTo>
                    <a:pt x="1258773" y="1710182"/>
                  </a:lnTo>
                  <a:lnTo>
                    <a:pt x="1289481" y="1743468"/>
                  </a:lnTo>
                  <a:lnTo>
                    <a:pt x="1326210" y="1770341"/>
                  </a:lnTo>
                  <a:lnTo>
                    <a:pt x="1368107" y="1789747"/>
                  </a:lnTo>
                  <a:lnTo>
                    <a:pt x="1414399" y="1800606"/>
                  </a:lnTo>
                  <a:lnTo>
                    <a:pt x="1461947" y="1801850"/>
                  </a:lnTo>
                  <a:lnTo>
                    <a:pt x="1507426" y="1793709"/>
                  </a:lnTo>
                  <a:lnTo>
                    <a:pt x="1549781" y="1777034"/>
                  </a:lnTo>
                  <a:lnTo>
                    <a:pt x="1587944" y="1752650"/>
                  </a:lnTo>
                  <a:lnTo>
                    <a:pt x="1620862" y="1721383"/>
                  </a:lnTo>
                  <a:lnTo>
                    <a:pt x="1647494" y="1684045"/>
                  </a:lnTo>
                  <a:lnTo>
                    <a:pt x="1666773" y="1641475"/>
                  </a:lnTo>
                  <a:lnTo>
                    <a:pt x="1677670" y="1594485"/>
                  </a:lnTo>
                  <a:lnTo>
                    <a:pt x="1685709" y="1541399"/>
                  </a:lnTo>
                  <a:lnTo>
                    <a:pt x="1696135" y="1488617"/>
                  </a:lnTo>
                  <a:lnTo>
                    <a:pt x="1708937" y="1436154"/>
                  </a:lnTo>
                  <a:lnTo>
                    <a:pt x="1724113" y="1383982"/>
                  </a:lnTo>
                  <a:lnTo>
                    <a:pt x="1741678" y="1332103"/>
                  </a:lnTo>
                  <a:close/>
                </a:path>
              </a:pathLst>
            </a:custGeom>
            <a:solidFill>
              <a:srgbClr val="7C7C7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3926840" y="4961382"/>
            <a:ext cx="2781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Arial"/>
                <a:cs typeface="Arial"/>
              </a:rPr>
              <a:t>25%</a:t>
            </a:r>
            <a:endParaRPr sz="1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65726" y="5700166"/>
            <a:ext cx="2781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FFFFFF"/>
                </a:solidFill>
                <a:latin typeface="Arial"/>
                <a:cs typeface="Arial"/>
              </a:rPr>
              <a:t>75%</a:t>
            </a:r>
            <a:endParaRPr sz="1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578354" y="6500876"/>
            <a:ext cx="1867535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>
                <a:latin typeface="Arial"/>
                <a:cs typeface="Arial"/>
              </a:rPr>
              <a:t>Source:</a:t>
            </a:r>
            <a:r>
              <a:rPr dirty="0" sz="750" spc="-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PwC</a:t>
            </a:r>
            <a:r>
              <a:rPr dirty="0" sz="750" spc="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Strategy&amp;</a:t>
            </a:r>
            <a:r>
              <a:rPr dirty="0" sz="750" spc="-2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consumer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research</a:t>
            </a:r>
            <a:endParaRPr sz="7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04774" y="1257680"/>
            <a:ext cx="40811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A21F1F"/>
                </a:solidFill>
                <a:latin typeface="Arial"/>
                <a:cs typeface="Arial"/>
              </a:rPr>
              <a:t>Top-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3</a:t>
            </a:r>
            <a:r>
              <a:rPr dirty="0" sz="1800" spc="-2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contributions</a:t>
            </a:r>
            <a:r>
              <a:rPr dirty="0" sz="1800" spc="-3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to</a:t>
            </a:r>
            <a:r>
              <a:rPr dirty="0" sz="1800" spc="-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CO</a:t>
            </a:r>
            <a:r>
              <a:rPr dirty="0" baseline="-20833" sz="1800" b="1">
                <a:solidFill>
                  <a:srgbClr val="A21F1F"/>
                </a:solidFill>
                <a:latin typeface="Arial"/>
                <a:cs typeface="Arial"/>
              </a:rPr>
              <a:t>2</a:t>
            </a:r>
            <a:r>
              <a:rPr dirty="0" baseline="-20833" sz="1800" spc="24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A21F1F"/>
                </a:solidFill>
                <a:latin typeface="Arial"/>
                <a:cs typeface="Arial"/>
              </a:rPr>
              <a:t>reduction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0355580" y="53339"/>
            <a:ext cx="1831975" cy="1333500"/>
            <a:chOff x="10355580" y="53339"/>
            <a:chExt cx="1831975" cy="1333500"/>
          </a:xfrm>
        </p:grpSpPr>
        <p:sp>
          <p:nvSpPr>
            <p:cNvPr id="28" name="object 28"/>
            <p:cNvSpPr/>
            <p:nvPr/>
          </p:nvSpPr>
          <p:spPr>
            <a:xfrm>
              <a:off x="10355580" y="53339"/>
              <a:ext cx="1784985" cy="1333500"/>
            </a:xfrm>
            <a:custGeom>
              <a:avLst/>
              <a:gdLst/>
              <a:ahLst/>
              <a:cxnLst/>
              <a:rect l="l" t="t" r="r" b="b"/>
              <a:pathLst>
                <a:path w="1784984" h="1333500">
                  <a:moveTo>
                    <a:pt x="309625" y="673099"/>
                  </a:moveTo>
                  <a:lnTo>
                    <a:pt x="263398" y="685799"/>
                  </a:lnTo>
                  <a:lnTo>
                    <a:pt x="219435" y="698499"/>
                  </a:lnTo>
                  <a:lnTo>
                    <a:pt x="178187" y="711199"/>
                  </a:lnTo>
                  <a:lnTo>
                    <a:pt x="140103" y="736599"/>
                  </a:lnTo>
                  <a:lnTo>
                    <a:pt x="105636" y="761999"/>
                  </a:lnTo>
                  <a:lnTo>
                    <a:pt x="75236" y="787399"/>
                  </a:lnTo>
                  <a:lnTo>
                    <a:pt x="49352" y="825499"/>
                  </a:lnTo>
                  <a:lnTo>
                    <a:pt x="28436" y="876299"/>
                  </a:lnTo>
                  <a:lnTo>
                    <a:pt x="12938" y="914399"/>
                  </a:lnTo>
                  <a:lnTo>
                    <a:pt x="3309" y="952499"/>
                  </a:lnTo>
                  <a:lnTo>
                    <a:pt x="0" y="1003299"/>
                  </a:lnTo>
                  <a:lnTo>
                    <a:pt x="3309" y="1054099"/>
                  </a:lnTo>
                  <a:lnTo>
                    <a:pt x="12938" y="1104899"/>
                  </a:lnTo>
                  <a:lnTo>
                    <a:pt x="28436" y="1142999"/>
                  </a:lnTo>
                  <a:lnTo>
                    <a:pt x="49352" y="1181099"/>
                  </a:lnTo>
                  <a:lnTo>
                    <a:pt x="75236" y="1219199"/>
                  </a:lnTo>
                  <a:lnTo>
                    <a:pt x="105636" y="1257299"/>
                  </a:lnTo>
                  <a:lnTo>
                    <a:pt x="140103" y="1282699"/>
                  </a:lnTo>
                  <a:lnTo>
                    <a:pt x="178187" y="1308099"/>
                  </a:lnTo>
                  <a:lnTo>
                    <a:pt x="219435" y="1320799"/>
                  </a:lnTo>
                  <a:lnTo>
                    <a:pt x="263398" y="1333499"/>
                  </a:lnTo>
                  <a:lnTo>
                    <a:pt x="354687" y="1333499"/>
                  </a:lnTo>
                  <a:lnTo>
                    <a:pt x="398405" y="1320799"/>
                  </a:lnTo>
                  <a:lnTo>
                    <a:pt x="440102" y="1308099"/>
                  </a:lnTo>
                  <a:lnTo>
                    <a:pt x="479102" y="1282699"/>
                  </a:lnTo>
                  <a:lnTo>
                    <a:pt x="514729" y="1257299"/>
                  </a:lnTo>
                  <a:lnTo>
                    <a:pt x="546306" y="1231899"/>
                  </a:lnTo>
                  <a:lnTo>
                    <a:pt x="573159" y="1193799"/>
                  </a:lnTo>
                  <a:lnTo>
                    <a:pt x="118363" y="1193799"/>
                  </a:lnTo>
                  <a:lnTo>
                    <a:pt x="87792" y="1155699"/>
                  </a:lnTo>
                  <a:lnTo>
                    <a:pt x="64865" y="1104899"/>
                  </a:lnTo>
                  <a:lnTo>
                    <a:pt x="50462" y="1054099"/>
                  </a:lnTo>
                  <a:lnTo>
                    <a:pt x="45465" y="1003299"/>
                  </a:lnTo>
                  <a:lnTo>
                    <a:pt x="49725" y="952499"/>
                  </a:lnTo>
                  <a:lnTo>
                    <a:pt x="62003" y="901699"/>
                  </a:lnTo>
                  <a:lnTo>
                    <a:pt x="81552" y="863599"/>
                  </a:lnTo>
                  <a:lnTo>
                    <a:pt x="107624" y="825499"/>
                  </a:lnTo>
                  <a:lnTo>
                    <a:pt x="139470" y="787399"/>
                  </a:lnTo>
                  <a:lnTo>
                    <a:pt x="176341" y="761999"/>
                  </a:lnTo>
                  <a:lnTo>
                    <a:pt x="217490" y="749299"/>
                  </a:lnTo>
                  <a:lnTo>
                    <a:pt x="262168" y="736599"/>
                  </a:lnTo>
                  <a:lnTo>
                    <a:pt x="309625" y="723899"/>
                  </a:lnTo>
                  <a:lnTo>
                    <a:pt x="469587" y="723899"/>
                  </a:lnTo>
                  <a:lnTo>
                    <a:pt x="449548" y="711199"/>
                  </a:lnTo>
                  <a:lnTo>
                    <a:pt x="405680" y="698499"/>
                  </a:lnTo>
                  <a:lnTo>
                    <a:pt x="358785" y="685799"/>
                  </a:lnTo>
                  <a:lnTo>
                    <a:pt x="309625" y="673099"/>
                  </a:lnTo>
                  <a:close/>
                </a:path>
                <a:path w="1784984" h="1333500">
                  <a:moveTo>
                    <a:pt x="1221263" y="1104899"/>
                  </a:moveTo>
                  <a:lnTo>
                    <a:pt x="1174622" y="1104899"/>
                  </a:lnTo>
                  <a:lnTo>
                    <a:pt x="1191964" y="1155699"/>
                  </a:lnTo>
                  <a:lnTo>
                    <a:pt x="1216251" y="1206499"/>
                  </a:lnTo>
                  <a:lnTo>
                    <a:pt x="1246734" y="1244599"/>
                  </a:lnTo>
                  <a:lnTo>
                    <a:pt x="1282668" y="1269999"/>
                  </a:lnTo>
                  <a:lnTo>
                    <a:pt x="1323304" y="1308099"/>
                  </a:lnTo>
                  <a:lnTo>
                    <a:pt x="1367897" y="1320799"/>
                  </a:lnTo>
                  <a:lnTo>
                    <a:pt x="1415698" y="1333499"/>
                  </a:lnTo>
                  <a:lnTo>
                    <a:pt x="1512369" y="1333499"/>
                  </a:lnTo>
                  <a:lnTo>
                    <a:pt x="1556891" y="1320799"/>
                  </a:lnTo>
                  <a:lnTo>
                    <a:pt x="1598991" y="1308099"/>
                  </a:lnTo>
                  <a:lnTo>
                    <a:pt x="1638136" y="1282699"/>
                  </a:lnTo>
                  <a:lnTo>
                    <a:pt x="1673793" y="1257299"/>
                  </a:lnTo>
                  <a:lnTo>
                    <a:pt x="1705429" y="1219199"/>
                  </a:lnTo>
                  <a:lnTo>
                    <a:pt x="1723482" y="1193799"/>
                  </a:lnTo>
                  <a:lnTo>
                    <a:pt x="1274698" y="1193799"/>
                  </a:lnTo>
                  <a:lnTo>
                    <a:pt x="1244147" y="1155699"/>
                  </a:lnTo>
                  <a:lnTo>
                    <a:pt x="1221263" y="1104899"/>
                  </a:lnTo>
                  <a:close/>
                </a:path>
                <a:path w="1784984" h="1333500">
                  <a:moveTo>
                    <a:pt x="327786" y="838199"/>
                  </a:moveTo>
                  <a:lnTo>
                    <a:pt x="289091" y="850899"/>
                  </a:lnTo>
                  <a:lnTo>
                    <a:pt x="257206" y="876299"/>
                  </a:lnTo>
                  <a:lnTo>
                    <a:pt x="235561" y="901699"/>
                  </a:lnTo>
                  <a:lnTo>
                    <a:pt x="227583" y="952499"/>
                  </a:lnTo>
                  <a:lnTo>
                    <a:pt x="230868" y="965199"/>
                  </a:lnTo>
                  <a:lnTo>
                    <a:pt x="240141" y="990599"/>
                  </a:lnTo>
                  <a:lnTo>
                    <a:pt x="254533" y="1015999"/>
                  </a:lnTo>
                  <a:lnTo>
                    <a:pt x="273176" y="1028699"/>
                  </a:lnTo>
                  <a:lnTo>
                    <a:pt x="227364" y="1054099"/>
                  </a:lnTo>
                  <a:lnTo>
                    <a:pt x="188525" y="1079499"/>
                  </a:lnTo>
                  <a:lnTo>
                    <a:pt x="157112" y="1104899"/>
                  </a:lnTo>
                  <a:lnTo>
                    <a:pt x="133574" y="1155699"/>
                  </a:lnTo>
                  <a:lnTo>
                    <a:pt x="118363" y="1193799"/>
                  </a:lnTo>
                  <a:lnTo>
                    <a:pt x="573159" y="1193799"/>
                  </a:lnTo>
                  <a:lnTo>
                    <a:pt x="580309" y="1181099"/>
                  </a:lnTo>
                  <a:lnTo>
                    <a:pt x="519048" y="1181099"/>
                  </a:lnTo>
                  <a:lnTo>
                    <a:pt x="503861" y="1142999"/>
                  </a:lnTo>
                  <a:lnTo>
                    <a:pt x="480823" y="1104899"/>
                  </a:lnTo>
                  <a:lnTo>
                    <a:pt x="450798" y="1079499"/>
                  </a:lnTo>
                  <a:lnTo>
                    <a:pt x="414652" y="1054099"/>
                  </a:lnTo>
                  <a:lnTo>
                    <a:pt x="373252" y="1028699"/>
                  </a:lnTo>
                  <a:lnTo>
                    <a:pt x="391949" y="1015999"/>
                  </a:lnTo>
                  <a:lnTo>
                    <a:pt x="406336" y="1003299"/>
                  </a:lnTo>
                  <a:lnTo>
                    <a:pt x="415579" y="977899"/>
                  </a:lnTo>
                  <a:lnTo>
                    <a:pt x="418845" y="952499"/>
                  </a:lnTo>
                  <a:lnTo>
                    <a:pt x="412297" y="901699"/>
                  </a:lnTo>
                  <a:lnTo>
                    <a:pt x="393795" y="876299"/>
                  </a:lnTo>
                  <a:lnTo>
                    <a:pt x="365053" y="850899"/>
                  </a:lnTo>
                  <a:lnTo>
                    <a:pt x="327786" y="838199"/>
                  </a:lnTo>
                  <a:close/>
                </a:path>
                <a:path w="1784984" h="1333500">
                  <a:moveTo>
                    <a:pt x="1484121" y="838199"/>
                  </a:moveTo>
                  <a:lnTo>
                    <a:pt x="1445426" y="850899"/>
                  </a:lnTo>
                  <a:lnTo>
                    <a:pt x="1413541" y="876299"/>
                  </a:lnTo>
                  <a:lnTo>
                    <a:pt x="1391896" y="901699"/>
                  </a:lnTo>
                  <a:lnTo>
                    <a:pt x="1383918" y="952499"/>
                  </a:lnTo>
                  <a:lnTo>
                    <a:pt x="1387203" y="965199"/>
                  </a:lnTo>
                  <a:lnTo>
                    <a:pt x="1396476" y="990599"/>
                  </a:lnTo>
                  <a:lnTo>
                    <a:pt x="1410868" y="1015999"/>
                  </a:lnTo>
                  <a:lnTo>
                    <a:pt x="1429511" y="1028699"/>
                  </a:lnTo>
                  <a:lnTo>
                    <a:pt x="1387174" y="1054099"/>
                  </a:lnTo>
                  <a:lnTo>
                    <a:pt x="1348792" y="1079499"/>
                  </a:lnTo>
                  <a:lnTo>
                    <a:pt x="1316098" y="1104899"/>
                  </a:lnTo>
                  <a:lnTo>
                    <a:pt x="1290823" y="1155699"/>
                  </a:lnTo>
                  <a:lnTo>
                    <a:pt x="1274698" y="1193799"/>
                  </a:lnTo>
                  <a:lnTo>
                    <a:pt x="1723482" y="1193799"/>
                  </a:lnTo>
                  <a:lnTo>
                    <a:pt x="1732509" y="1181099"/>
                  </a:lnTo>
                  <a:lnTo>
                    <a:pt x="1675383" y="1181099"/>
                  </a:lnTo>
                  <a:lnTo>
                    <a:pt x="1660197" y="1142999"/>
                  </a:lnTo>
                  <a:lnTo>
                    <a:pt x="1637166" y="1104899"/>
                  </a:lnTo>
                  <a:lnTo>
                    <a:pt x="1607160" y="1079499"/>
                  </a:lnTo>
                  <a:lnTo>
                    <a:pt x="1571052" y="1054099"/>
                  </a:lnTo>
                  <a:lnTo>
                    <a:pt x="1529714" y="1028699"/>
                  </a:lnTo>
                  <a:lnTo>
                    <a:pt x="1549767" y="1015999"/>
                  </a:lnTo>
                  <a:lnTo>
                    <a:pt x="1567259" y="1003299"/>
                  </a:lnTo>
                  <a:lnTo>
                    <a:pt x="1579631" y="977899"/>
                  </a:lnTo>
                  <a:lnTo>
                    <a:pt x="1584324" y="952499"/>
                  </a:lnTo>
                  <a:lnTo>
                    <a:pt x="1576347" y="901699"/>
                  </a:lnTo>
                  <a:lnTo>
                    <a:pt x="1554702" y="876299"/>
                  </a:lnTo>
                  <a:lnTo>
                    <a:pt x="1522817" y="850899"/>
                  </a:lnTo>
                  <a:lnTo>
                    <a:pt x="1484121" y="838199"/>
                  </a:lnTo>
                  <a:close/>
                </a:path>
                <a:path w="1784984" h="1333500">
                  <a:moveTo>
                    <a:pt x="469587" y="723899"/>
                  </a:moveTo>
                  <a:lnTo>
                    <a:pt x="309625" y="723899"/>
                  </a:lnTo>
                  <a:lnTo>
                    <a:pt x="357046" y="736599"/>
                  </a:lnTo>
                  <a:lnTo>
                    <a:pt x="401694" y="749299"/>
                  </a:lnTo>
                  <a:lnTo>
                    <a:pt x="442820" y="761999"/>
                  </a:lnTo>
                  <a:lnTo>
                    <a:pt x="479676" y="787399"/>
                  </a:lnTo>
                  <a:lnTo>
                    <a:pt x="511511" y="825499"/>
                  </a:lnTo>
                  <a:lnTo>
                    <a:pt x="537576" y="863599"/>
                  </a:lnTo>
                  <a:lnTo>
                    <a:pt x="557122" y="901699"/>
                  </a:lnTo>
                  <a:lnTo>
                    <a:pt x="569400" y="952499"/>
                  </a:lnTo>
                  <a:lnTo>
                    <a:pt x="573658" y="1003299"/>
                  </a:lnTo>
                  <a:lnTo>
                    <a:pt x="570233" y="1054099"/>
                  </a:lnTo>
                  <a:lnTo>
                    <a:pt x="559974" y="1104899"/>
                  </a:lnTo>
                  <a:lnTo>
                    <a:pt x="542905" y="1142999"/>
                  </a:lnTo>
                  <a:lnTo>
                    <a:pt x="519048" y="1181099"/>
                  </a:lnTo>
                  <a:lnTo>
                    <a:pt x="580309" y="1181099"/>
                  </a:lnTo>
                  <a:lnTo>
                    <a:pt x="594609" y="1155699"/>
                  </a:lnTo>
                  <a:lnTo>
                    <a:pt x="609980" y="1104899"/>
                  </a:lnTo>
                  <a:lnTo>
                    <a:pt x="1221263" y="1104899"/>
                  </a:lnTo>
                  <a:lnTo>
                    <a:pt x="1206904" y="1054099"/>
                  </a:lnTo>
                  <a:lnTo>
                    <a:pt x="1205660" y="1041399"/>
                  </a:lnTo>
                  <a:lnTo>
                    <a:pt x="620553" y="1041399"/>
                  </a:lnTo>
                  <a:lnTo>
                    <a:pt x="626840" y="1015999"/>
                  </a:lnTo>
                  <a:lnTo>
                    <a:pt x="628268" y="1003299"/>
                  </a:lnTo>
                  <a:lnTo>
                    <a:pt x="625127" y="965199"/>
                  </a:lnTo>
                  <a:lnTo>
                    <a:pt x="616854" y="927099"/>
                  </a:lnTo>
                  <a:lnTo>
                    <a:pt x="605176" y="901699"/>
                  </a:lnTo>
                  <a:lnTo>
                    <a:pt x="591819" y="863599"/>
                  </a:lnTo>
                  <a:lnTo>
                    <a:pt x="637363" y="800099"/>
                  </a:lnTo>
                  <a:lnTo>
                    <a:pt x="555370" y="800099"/>
                  </a:lnTo>
                  <a:lnTo>
                    <a:pt x="525155" y="761999"/>
                  </a:lnTo>
                  <a:lnTo>
                    <a:pt x="489627" y="736599"/>
                  </a:lnTo>
                  <a:lnTo>
                    <a:pt x="469587" y="723899"/>
                  </a:lnTo>
                  <a:close/>
                </a:path>
                <a:path w="1784984" h="1333500">
                  <a:moveTo>
                    <a:pt x="1618563" y="723899"/>
                  </a:moveTo>
                  <a:lnTo>
                    <a:pt x="1465960" y="723899"/>
                  </a:lnTo>
                  <a:lnTo>
                    <a:pt x="1516103" y="736599"/>
                  </a:lnTo>
                  <a:lnTo>
                    <a:pt x="1562870" y="749299"/>
                  </a:lnTo>
                  <a:lnTo>
                    <a:pt x="1605590" y="761999"/>
                  </a:lnTo>
                  <a:lnTo>
                    <a:pt x="1643587" y="787399"/>
                  </a:lnTo>
                  <a:lnTo>
                    <a:pt x="1676187" y="825499"/>
                  </a:lnTo>
                  <a:lnTo>
                    <a:pt x="1702717" y="863599"/>
                  </a:lnTo>
                  <a:lnTo>
                    <a:pt x="1722501" y="901699"/>
                  </a:lnTo>
                  <a:lnTo>
                    <a:pt x="1734866" y="952499"/>
                  </a:lnTo>
                  <a:lnTo>
                    <a:pt x="1739137" y="1003299"/>
                  </a:lnTo>
                  <a:lnTo>
                    <a:pt x="1734284" y="1054099"/>
                  </a:lnTo>
                  <a:lnTo>
                    <a:pt x="1720881" y="1104899"/>
                  </a:lnTo>
                  <a:lnTo>
                    <a:pt x="1700668" y="1142999"/>
                  </a:lnTo>
                  <a:lnTo>
                    <a:pt x="1675383" y="1181099"/>
                  </a:lnTo>
                  <a:lnTo>
                    <a:pt x="1732509" y="1181099"/>
                  </a:lnTo>
                  <a:lnTo>
                    <a:pt x="1754500" y="1142999"/>
                  </a:lnTo>
                  <a:lnTo>
                    <a:pt x="1770868" y="1104899"/>
                  </a:lnTo>
                  <a:lnTo>
                    <a:pt x="1781081" y="1054099"/>
                  </a:lnTo>
                  <a:lnTo>
                    <a:pt x="1784603" y="1003299"/>
                  </a:lnTo>
                  <a:lnTo>
                    <a:pt x="1781081" y="952499"/>
                  </a:lnTo>
                  <a:lnTo>
                    <a:pt x="1770868" y="914399"/>
                  </a:lnTo>
                  <a:lnTo>
                    <a:pt x="1754500" y="876299"/>
                  </a:lnTo>
                  <a:lnTo>
                    <a:pt x="1732509" y="825499"/>
                  </a:lnTo>
                  <a:lnTo>
                    <a:pt x="1705429" y="787399"/>
                  </a:lnTo>
                  <a:lnTo>
                    <a:pt x="1673793" y="761999"/>
                  </a:lnTo>
                  <a:lnTo>
                    <a:pt x="1638136" y="736599"/>
                  </a:lnTo>
                  <a:lnTo>
                    <a:pt x="1618563" y="723899"/>
                  </a:lnTo>
                  <a:close/>
                </a:path>
                <a:path w="1784984" h="1333500">
                  <a:moveTo>
                    <a:pt x="1083489" y="622299"/>
                  </a:moveTo>
                  <a:lnTo>
                    <a:pt x="1010665" y="622299"/>
                  </a:lnTo>
                  <a:lnTo>
                    <a:pt x="1183639" y="863599"/>
                  </a:lnTo>
                  <a:lnTo>
                    <a:pt x="1171711" y="901699"/>
                  </a:lnTo>
                  <a:lnTo>
                    <a:pt x="1163177" y="939799"/>
                  </a:lnTo>
                  <a:lnTo>
                    <a:pt x="1158047" y="965199"/>
                  </a:lnTo>
                  <a:lnTo>
                    <a:pt x="1156334" y="1003299"/>
                  </a:lnTo>
                  <a:lnTo>
                    <a:pt x="1156334" y="1041399"/>
                  </a:lnTo>
                  <a:lnTo>
                    <a:pt x="1205660" y="1041399"/>
                  </a:lnTo>
                  <a:lnTo>
                    <a:pt x="1201927" y="1003299"/>
                  </a:lnTo>
                  <a:lnTo>
                    <a:pt x="1206186" y="952499"/>
                  </a:lnTo>
                  <a:lnTo>
                    <a:pt x="1218464" y="901699"/>
                  </a:lnTo>
                  <a:lnTo>
                    <a:pt x="1238010" y="863599"/>
                  </a:lnTo>
                  <a:lnTo>
                    <a:pt x="1264075" y="825499"/>
                  </a:lnTo>
                  <a:lnTo>
                    <a:pt x="1274687" y="812799"/>
                  </a:lnTo>
                  <a:lnTo>
                    <a:pt x="1220088" y="812799"/>
                  </a:lnTo>
                  <a:lnTo>
                    <a:pt x="1083489" y="622299"/>
                  </a:lnTo>
                  <a:close/>
                </a:path>
                <a:path w="1784984" h="1333500">
                  <a:moveTo>
                    <a:pt x="1465960" y="673099"/>
                  </a:moveTo>
                  <a:lnTo>
                    <a:pt x="1416747" y="685799"/>
                  </a:lnTo>
                  <a:lnTo>
                    <a:pt x="1369817" y="698499"/>
                  </a:lnTo>
                  <a:lnTo>
                    <a:pt x="1325927" y="711199"/>
                  </a:lnTo>
                  <a:lnTo>
                    <a:pt x="1285837" y="749299"/>
                  </a:lnTo>
                  <a:lnTo>
                    <a:pt x="1250305" y="774699"/>
                  </a:lnTo>
                  <a:lnTo>
                    <a:pt x="1220088" y="812799"/>
                  </a:lnTo>
                  <a:lnTo>
                    <a:pt x="1274687" y="812799"/>
                  </a:lnTo>
                  <a:lnTo>
                    <a:pt x="1295910" y="787399"/>
                  </a:lnTo>
                  <a:lnTo>
                    <a:pt x="1332766" y="761999"/>
                  </a:lnTo>
                  <a:lnTo>
                    <a:pt x="1373892" y="749299"/>
                  </a:lnTo>
                  <a:lnTo>
                    <a:pt x="1418540" y="736599"/>
                  </a:lnTo>
                  <a:lnTo>
                    <a:pt x="1465960" y="723899"/>
                  </a:lnTo>
                  <a:lnTo>
                    <a:pt x="1618563" y="723899"/>
                  </a:lnTo>
                  <a:lnTo>
                    <a:pt x="1598991" y="711199"/>
                  </a:lnTo>
                  <a:lnTo>
                    <a:pt x="1556891" y="698499"/>
                  </a:lnTo>
                  <a:lnTo>
                    <a:pt x="1512369" y="685799"/>
                  </a:lnTo>
                  <a:lnTo>
                    <a:pt x="1465960" y="673099"/>
                  </a:lnTo>
                  <a:close/>
                </a:path>
                <a:path w="1784984" h="1333500">
                  <a:moveTo>
                    <a:pt x="920336" y="0"/>
                  </a:moveTo>
                  <a:lnTo>
                    <a:pt x="827913" y="0"/>
                  </a:lnTo>
                  <a:lnTo>
                    <a:pt x="783950" y="12699"/>
                  </a:lnTo>
                  <a:lnTo>
                    <a:pt x="742702" y="25399"/>
                  </a:lnTo>
                  <a:lnTo>
                    <a:pt x="704618" y="50799"/>
                  </a:lnTo>
                  <a:lnTo>
                    <a:pt x="670151" y="76199"/>
                  </a:lnTo>
                  <a:lnTo>
                    <a:pt x="639751" y="114299"/>
                  </a:lnTo>
                  <a:lnTo>
                    <a:pt x="613867" y="139699"/>
                  </a:lnTo>
                  <a:lnTo>
                    <a:pt x="592951" y="190499"/>
                  </a:lnTo>
                  <a:lnTo>
                    <a:pt x="577453" y="228599"/>
                  </a:lnTo>
                  <a:lnTo>
                    <a:pt x="567824" y="279399"/>
                  </a:lnTo>
                  <a:lnTo>
                    <a:pt x="564514" y="317499"/>
                  </a:lnTo>
                  <a:lnTo>
                    <a:pt x="567778" y="368299"/>
                  </a:lnTo>
                  <a:lnTo>
                    <a:pt x="577252" y="419099"/>
                  </a:lnTo>
                  <a:lnTo>
                    <a:pt x="592456" y="457199"/>
                  </a:lnTo>
                  <a:lnTo>
                    <a:pt x="612915" y="507999"/>
                  </a:lnTo>
                  <a:lnTo>
                    <a:pt x="638150" y="546099"/>
                  </a:lnTo>
                  <a:lnTo>
                    <a:pt x="667684" y="571499"/>
                  </a:lnTo>
                  <a:lnTo>
                    <a:pt x="701039" y="596899"/>
                  </a:lnTo>
                  <a:lnTo>
                    <a:pt x="555370" y="800099"/>
                  </a:lnTo>
                  <a:lnTo>
                    <a:pt x="637363" y="800099"/>
                  </a:lnTo>
                  <a:lnTo>
                    <a:pt x="755776" y="634999"/>
                  </a:lnTo>
                  <a:lnTo>
                    <a:pt x="980350" y="634999"/>
                  </a:lnTo>
                  <a:lnTo>
                    <a:pt x="1010665" y="622299"/>
                  </a:lnTo>
                  <a:lnTo>
                    <a:pt x="1083489" y="622299"/>
                  </a:lnTo>
                  <a:lnTo>
                    <a:pt x="1065275" y="596899"/>
                  </a:lnTo>
                  <a:lnTo>
                    <a:pt x="1099355" y="558799"/>
                  </a:lnTo>
                  <a:lnTo>
                    <a:pt x="1128362" y="520699"/>
                  </a:lnTo>
                  <a:lnTo>
                    <a:pt x="682878" y="520699"/>
                  </a:lnTo>
                  <a:lnTo>
                    <a:pt x="629380" y="431799"/>
                  </a:lnTo>
                  <a:lnTo>
                    <a:pt x="614977" y="380999"/>
                  </a:lnTo>
                  <a:lnTo>
                    <a:pt x="609980" y="317499"/>
                  </a:lnTo>
                  <a:lnTo>
                    <a:pt x="614244" y="279399"/>
                  </a:lnTo>
                  <a:lnTo>
                    <a:pt x="626533" y="228599"/>
                  </a:lnTo>
                  <a:lnTo>
                    <a:pt x="646096" y="177799"/>
                  </a:lnTo>
                  <a:lnTo>
                    <a:pt x="672181" y="139699"/>
                  </a:lnTo>
                  <a:lnTo>
                    <a:pt x="704037" y="114299"/>
                  </a:lnTo>
                  <a:lnTo>
                    <a:pt x="740913" y="88899"/>
                  </a:lnTo>
                  <a:lnTo>
                    <a:pt x="782056" y="63499"/>
                  </a:lnTo>
                  <a:lnTo>
                    <a:pt x="826716" y="50799"/>
                  </a:lnTo>
                  <a:lnTo>
                    <a:pt x="1043568" y="50799"/>
                  </a:lnTo>
                  <a:lnTo>
                    <a:pt x="1005501" y="25399"/>
                  </a:lnTo>
                  <a:lnTo>
                    <a:pt x="964274" y="12699"/>
                  </a:lnTo>
                  <a:lnTo>
                    <a:pt x="920336" y="0"/>
                  </a:lnTo>
                  <a:close/>
                </a:path>
                <a:path w="1784984" h="1333500">
                  <a:moveTo>
                    <a:pt x="980350" y="634999"/>
                  </a:moveTo>
                  <a:lnTo>
                    <a:pt x="755776" y="634999"/>
                  </a:lnTo>
                  <a:lnTo>
                    <a:pt x="783183" y="647699"/>
                  </a:lnTo>
                  <a:lnTo>
                    <a:pt x="811482" y="647699"/>
                  </a:lnTo>
                  <a:lnTo>
                    <a:pt x="841519" y="660399"/>
                  </a:lnTo>
                  <a:lnTo>
                    <a:pt x="909528" y="660399"/>
                  </a:lnTo>
                  <a:lnTo>
                    <a:pt x="945784" y="647699"/>
                  </a:lnTo>
                  <a:lnTo>
                    <a:pt x="980350" y="634999"/>
                  </a:lnTo>
                  <a:close/>
                </a:path>
                <a:path w="1784984" h="1333500">
                  <a:moveTo>
                    <a:pt x="921853" y="165099"/>
                  </a:moveTo>
                  <a:lnTo>
                    <a:pt x="849749" y="165099"/>
                  </a:lnTo>
                  <a:lnTo>
                    <a:pt x="820578" y="190499"/>
                  </a:lnTo>
                  <a:lnTo>
                    <a:pt x="799933" y="215899"/>
                  </a:lnTo>
                  <a:lnTo>
                    <a:pt x="792098" y="253999"/>
                  </a:lnTo>
                  <a:lnTo>
                    <a:pt x="795383" y="279399"/>
                  </a:lnTo>
                  <a:lnTo>
                    <a:pt x="804656" y="304799"/>
                  </a:lnTo>
                  <a:lnTo>
                    <a:pt x="819048" y="330199"/>
                  </a:lnTo>
                  <a:lnTo>
                    <a:pt x="837691" y="342899"/>
                  </a:lnTo>
                  <a:lnTo>
                    <a:pt x="791013" y="355599"/>
                  </a:lnTo>
                  <a:lnTo>
                    <a:pt x="750444" y="380999"/>
                  </a:lnTo>
                  <a:lnTo>
                    <a:pt x="717731" y="419099"/>
                  </a:lnTo>
                  <a:lnTo>
                    <a:pt x="694627" y="469899"/>
                  </a:lnTo>
                  <a:lnTo>
                    <a:pt x="682878" y="520699"/>
                  </a:lnTo>
                  <a:lnTo>
                    <a:pt x="1128362" y="520699"/>
                  </a:lnTo>
                  <a:lnTo>
                    <a:pt x="1134220" y="507999"/>
                  </a:lnTo>
                  <a:lnTo>
                    <a:pt x="1083563" y="507999"/>
                  </a:lnTo>
                  <a:lnTo>
                    <a:pt x="1058175" y="457199"/>
                  </a:lnTo>
                  <a:lnTo>
                    <a:pt x="1024286" y="406399"/>
                  </a:lnTo>
                  <a:lnTo>
                    <a:pt x="983587" y="368299"/>
                  </a:lnTo>
                  <a:lnTo>
                    <a:pt x="937767" y="355599"/>
                  </a:lnTo>
                  <a:lnTo>
                    <a:pt x="956464" y="330199"/>
                  </a:lnTo>
                  <a:lnTo>
                    <a:pt x="970851" y="317499"/>
                  </a:lnTo>
                  <a:lnTo>
                    <a:pt x="980094" y="279399"/>
                  </a:lnTo>
                  <a:lnTo>
                    <a:pt x="983360" y="253999"/>
                  </a:lnTo>
                  <a:lnTo>
                    <a:pt x="975383" y="215899"/>
                  </a:lnTo>
                  <a:lnTo>
                    <a:pt x="953738" y="190499"/>
                  </a:lnTo>
                  <a:lnTo>
                    <a:pt x="921853" y="165099"/>
                  </a:lnTo>
                  <a:close/>
                </a:path>
                <a:path w="1784984" h="1333500">
                  <a:moveTo>
                    <a:pt x="1043568" y="50799"/>
                  </a:moveTo>
                  <a:lnTo>
                    <a:pt x="921561" y="50799"/>
                  </a:lnTo>
                  <a:lnTo>
                    <a:pt x="966209" y="63499"/>
                  </a:lnTo>
                  <a:lnTo>
                    <a:pt x="1007335" y="88899"/>
                  </a:lnTo>
                  <a:lnTo>
                    <a:pt x="1044191" y="114299"/>
                  </a:lnTo>
                  <a:lnTo>
                    <a:pt x="1076026" y="139699"/>
                  </a:lnTo>
                  <a:lnTo>
                    <a:pt x="1102091" y="177799"/>
                  </a:lnTo>
                  <a:lnTo>
                    <a:pt x="1121637" y="228599"/>
                  </a:lnTo>
                  <a:lnTo>
                    <a:pt x="1133915" y="279399"/>
                  </a:lnTo>
                  <a:lnTo>
                    <a:pt x="1138173" y="317499"/>
                  </a:lnTo>
                  <a:lnTo>
                    <a:pt x="1134748" y="368299"/>
                  </a:lnTo>
                  <a:lnTo>
                    <a:pt x="1124489" y="419099"/>
                  </a:lnTo>
                  <a:lnTo>
                    <a:pt x="1107420" y="469899"/>
                  </a:lnTo>
                  <a:lnTo>
                    <a:pt x="1083563" y="507999"/>
                  </a:lnTo>
                  <a:lnTo>
                    <a:pt x="1134220" y="507999"/>
                  </a:lnTo>
                  <a:lnTo>
                    <a:pt x="1151794" y="469899"/>
                  </a:lnTo>
                  <a:lnTo>
                    <a:pt x="1169152" y="431799"/>
                  </a:lnTo>
                  <a:lnTo>
                    <a:pt x="1179934" y="380999"/>
                  </a:lnTo>
                  <a:lnTo>
                    <a:pt x="1183639" y="317499"/>
                  </a:lnTo>
                  <a:lnTo>
                    <a:pt x="1180330" y="279399"/>
                  </a:lnTo>
                  <a:lnTo>
                    <a:pt x="1170701" y="228599"/>
                  </a:lnTo>
                  <a:lnTo>
                    <a:pt x="1155205" y="190499"/>
                  </a:lnTo>
                  <a:lnTo>
                    <a:pt x="1134293" y="139699"/>
                  </a:lnTo>
                  <a:lnTo>
                    <a:pt x="1108415" y="114299"/>
                  </a:lnTo>
                  <a:lnTo>
                    <a:pt x="1078023" y="76199"/>
                  </a:lnTo>
                  <a:lnTo>
                    <a:pt x="1043568" y="5079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1503381" y="127825"/>
              <a:ext cx="683895" cy="605790"/>
            </a:xfrm>
            <a:custGeom>
              <a:avLst/>
              <a:gdLst/>
              <a:ahLst/>
              <a:cxnLst/>
              <a:rect l="l" t="t" r="r" b="b"/>
              <a:pathLst>
                <a:path w="683895" h="605790">
                  <a:moveTo>
                    <a:pt x="534682" y="96697"/>
                  </a:moveTo>
                  <a:lnTo>
                    <a:pt x="534555" y="92951"/>
                  </a:lnTo>
                  <a:lnTo>
                    <a:pt x="534530" y="92252"/>
                  </a:lnTo>
                  <a:lnTo>
                    <a:pt x="534416" y="88760"/>
                  </a:lnTo>
                  <a:lnTo>
                    <a:pt x="534301" y="85458"/>
                  </a:lnTo>
                  <a:lnTo>
                    <a:pt x="534276" y="84645"/>
                  </a:lnTo>
                  <a:lnTo>
                    <a:pt x="530237" y="76758"/>
                  </a:lnTo>
                  <a:lnTo>
                    <a:pt x="522122" y="72466"/>
                  </a:lnTo>
                  <a:lnTo>
                    <a:pt x="509524" y="70954"/>
                  </a:lnTo>
                  <a:lnTo>
                    <a:pt x="492721" y="71526"/>
                  </a:lnTo>
                  <a:lnTo>
                    <a:pt x="492721" y="109105"/>
                  </a:lnTo>
                  <a:lnTo>
                    <a:pt x="491667" y="118364"/>
                  </a:lnTo>
                  <a:lnTo>
                    <a:pt x="454761" y="189852"/>
                  </a:lnTo>
                  <a:lnTo>
                    <a:pt x="422148" y="218528"/>
                  </a:lnTo>
                  <a:lnTo>
                    <a:pt x="387019" y="234607"/>
                  </a:lnTo>
                  <a:lnTo>
                    <a:pt x="384492" y="235242"/>
                  </a:lnTo>
                  <a:lnTo>
                    <a:pt x="382651" y="235661"/>
                  </a:lnTo>
                  <a:lnTo>
                    <a:pt x="372021" y="235661"/>
                  </a:lnTo>
                  <a:lnTo>
                    <a:pt x="372237" y="232714"/>
                  </a:lnTo>
                  <a:lnTo>
                    <a:pt x="372541" y="228625"/>
                  </a:lnTo>
                  <a:lnTo>
                    <a:pt x="377507" y="223050"/>
                  </a:lnTo>
                  <a:lnTo>
                    <a:pt x="387959" y="207327"/>
                  </a:lnTo>
                  <a:lnTo>
                    <a:pt x="394436" y="190296"/>
                  </a:lnTo>
                  <a:lnTo>
                    <a:pt x="398399" y="172453"/>
                  </a:lnTo>
                  <a:lnTo>
                    <a:pt x="401269" y="154482"/>
                  </a:lnTo>
                  <a:lnTo>
                    <a:pt x="402564" y="146215"/>
                  </a:lnTo>
                  <a:lnTo>
                    <a:pt x="407111" y="141376"/>
                  </a:lnTo>
                  <a:lnTo>
                    <a:pt x="445109" y="119024"/>
                  </a:lnTo>
                  <a:lnTo>
                    <a:pt x="490181" y="107429"/>
                  </a:lnTo>
                  <a:lnTo>
                    <a:pt x="492721" y="109105"/>
                  </a:lnTo>
                  <a:lnTo>
                    <a:pt x="492721" y="71526"/>
                  </a:lnTo>
                  <a:lnTo>
                    <a:pt x="437400" y="82588"/>
                  </a:lnTo>
                  <a:lnTo>
                    <a:pt x="407746" y="95999"/>
                  </a:lnTo>
                  <a:lnTo>
                    <a:pt x="402069" y="96697"/>
                  </a:lnTo>
                  <a:lnTo>
                    <a:pt x="397662" y="93586"/>
                  </a:lnTo>
                  <a:lnTo>
                    <a:pt x="394322" y="85458"/>
                  </a:lnTo>
                  <a:lnTo>
                    <a:pt x="386753" y="65163"/>
                  </a:lnTo>
                  <a:lnTo>
                    <a:pt x="375932" y="46761"/>
                  </a:lnTo>
                  <a:lnTo>
                    <a:pt x="375056" y="45618"/>
                  </a:lnTo>
                  <a:lnTo>
                    <a:pt x="362953" y="29692"/>
                  </a:lnTo>
                  <a:lnTo>
                    <a:pt x="360972" y="27381"/>
                  </a:lnTo>
                  <a:lnTo>
                    <a:pt x="360972" y="139865"/>
                  </a:lnTo>
                  <a:lnTo>
                    <a:pt x="354520" y="186715"/>
                  </a:lnTo>
                  <a:lnTo>
                    <a:pt x="335546" y="224523"/>
                  </a:lnTo>
                  <a:lnTo>
                    <a:pt x="328676" y="232714"/>
                  </a:lnTo>
                  <a:lnTo>
                    <a:pt x="325196" y="230619"/>
                  </a:lnTo>
                  <a:lnTo>
                    <a:pt x="296811" y="184061"/>
                  </a:lnTo>
                  <a:lnTo>
                    <a:pt x="290741" y="133286"/>
                  </a:lnTo>
                  <a:lnTo>
                    <a:pt x="291592" y="113233"/>
                  </a:lnTo>
                  <a:lnTo>
                    <a:pt x="291630" y="112483"/>
                  </a:lnTo>
                  <a:lnTo>
                    <a:pt x="296672" y="92951"/>
                  </a:lnTo>
                  <a:lnTo>
                    <a:pt x="296735" y="92710"/>
                  </a:lnTo>
                  <a:lnTo>
                    <a:pt x="296849" y="92252"/>
                  </a:lnTo>
                  <a:lnTo>
                    <a:pt x="306184" y="72758"/>
                  </a:lnTo>
                  <a:lnTo>
                    <a:pt x="319379" y="54140"/>
                  </a:lnTo>
                  <a:lnTo>
                    <a:pt x="326466" y="45618"/>
                  </a:lnTo>
                  <a:lnTo>
                    <a:pt x="330377" y="48361"/>
                  </a:lnTo>
                  <a:lnTo>
                    <a:pt x="335978" y="54978"/>
                  </a:lnTo>
                  <a:lnTo>
                    <a:pt x="354698" y="92710"/>
                  </a:lnTo>
                  <a:lnTo>
                    <a:pt x="354812" y="92951"/>
                  </a:lnTo>
                  <a:lnTo>
                    <a:pt x="360972" y="139865"/>
                  </a:lnTo>
                  <a:lnTo>
                    <a:pt x="360972" y="27381"/>
                  </a:lnTo>
                  <a:lnTo>
                    <a:pt x="348970" y="13360"/>
                  </a:lnTo>
                  <a:lnTo>
                    <a:pt x="337070" y="3225"/>
                  </a:lnTo>
                  <a:lnTo>
                    <a:pt x="325132" y="0"/>
                  </a:lnTo>
                  <a:lnTo>
                    <a:pt x="313080" y="3441"/>
                  </a:lnTo>
                  <a:lnTo>
                    <a:pt x="300888" y="13360"/>
                  </a:lnTo>
                  <a:lnTo>
                    <a:pt x="275844" y="48361"/>
                  </a:lnTo>
                  <a:lnTo>
                    <a:pt x="275742" y="48501"/>
                  </a:lnTo>
                  <a:lnTo>
                    <a:pt x="259918" y="88760"/>
                  </a:lnTo>
                  <a:lnTo>
                    <a:pt x="253504" y="131737"/>
                  </a:lnTo>
                  <a:lnTo>
                    <a:pt x="256628" y="175044"/>
                  </a:lnTo>
                  <a:lnTo>
                    <a:pt x="269379" y="216293"/>
                  </a:lnTo>
                  <a:lnTo>
                    <a:pt x="291896" y="253111"/>
                  </a:lnTo>
                  <a:lnTo>
                    <a:pt x="324218" y="278739"/>
                  </a:lnTo>
                  <a:lnTo>
                    <a:pt x="337667" y="279171"/>
                  </a:lnTo>
                  <a:lnTo>
                    <a:pt x="367398" y="276161"/>
                  </a:lnTo>
                  <a:lnTo>
                    <a:pt x="394919" y="269748"/>
                  </a:lnTo>
                  <a:lnTo>
                    <a:pt x="420624" y="259816"/>
                  </a:lnTo>
                  <a:lnTo>
                    <a:pt x="444944" y="246278"/>
                  </a:lnTo>
                  <a:lnTo>
                    <a:pt x="458127" y="235661"/>
                  </a:lnTo>
                  <a:lnTo>
                    <a:pt x="481291" y="217017"/>
                  </a:lnTo>
                  <a:lnTo>
                    <a:pt x="508292" y="182359"/>
                  </a:lnTo>
                  <a:lnTo>
                    <a:pt x="526046" y="142328"/>
                  </a:lnTo>
                  <a:lnTo>
                    <a:pt x="532688" y="107429"/>
                  </a:lnTo>
                  <a:lnTo>
                    <a:pt x="534682" y="96913"/>
                  </a:lnTo>
                  <a:lnTo>
                    <a:pt x="534682" y="96697"/>
                  </a:lnTo>
                  <a:close/>
                </a:path>
                <a:path w="683895" h="605790">
                  <a:moveTo>
                    <a:pt x="683806" y="293624"/>
                  </a:moveTo>
                  <a:lnTo>
                    <a:pt x="670623" y="250685"/>
                  </a:lnTo>
                  <a:lnTo>
                    <a:pt x="642937" y="233705"/>
                  </a:lnTo>
                  <a:lnTo>
                    <a:pt x="642937" y="289052"/>
                  </a:lnTo>
                  <a:lnTo>
                    <a:pt x="640613" y="296519"/>
                  </a:lnTo>
                  <a:lnTo>
                    <a:pt x="593382" y="343382"/>
                  </a:lnTo>
                  <a:lnTo>
                    <a:pt x="551408" y="382905"/>
                  </a:lnTo>
                  <a:lnTo>
                    <a:pt x="496341" y="432015"/>
                  </a:lnTo>
                  <a:lnTo>
                    <a:pt x="496023" y="432320"/>
                  </a:lnTo>
                  <a:lnTo>
                    <a:pt x="477862" y="452704"/>
                  </a:lnTo>
                  <a:lnTo>
                    <a:pt x="457784" y="471360"/>
                  </a:lnTo>
                  <a:lnTo>
                    <a:pt x="437121" y="489381"/>
                  </a:lnTo>
                  <a:lnTo>
                    <a:pt x="417068" y="507987"/>
                  </a:lnTo>
                  <a:lnTo>
                    <a:pt x="411391" y="511873"/>
                  </a:lnTo>
                  <a:lnTo>
                    <a:pt x="404926" y="513638"/>
                  </a:lnTo>
                  <a:lnTo>
                    <a:pt x="397992" y="514108"/>
                  </a:lnTo>
                  <a:lnTo>
                    <a:pt x="333527" y="514426"/>
                  </a:lnTo>
                  <a:lnTo>
                    <a:pt x="340550" y="514426"/>
                  </a:lnTo>
                  <a:lnTo>
                    <a:pt x="310121" y="514731"/>
                  </a:lnTo>
                  <a:lnTo>
                    <a:pt x="273507" y="514731"/>
                  </a:lnTo>
                  <a:lnTo>
                    <a:pt x="229450" y="513245"/>
                  </a:lnTo>
                  <a:lnTo>
                    <a:pt x="207911" y="514426"/>
                  </a:lnTo>
                  <a:lnTo>
                    <a:pt x="189217" y="520230"/>
                  </a:lnTo>
                  <a:lnTo>
                    <a:pt x="172567" y="530059"/>
                  </a:lnTo>
                  <a:lnTo>
                    <a:pt x="157162" y="543306"/>
                  </a:lnTo>
                  <a:lnTo>
                    <a:pt x="146050" y="553478"/>
                  </a:lnTo>
                  <a:lnTo>
                    <a:pt x="138417" y="556729"/>
                  </a:lnTo>
                  <a:lnTo>
                    <a:pt x="130670" y="553085"/>
                  </a:lnTo>
                  <a:lnTo>
                    <a:pt x="119214" y="542569"/>
                  </a:lnTo>
                  <a:lnTo>
                    <a:pt x="105041" y="529069"/>
                  </a:lnTo>
                  <a:lnTo>
                    <a:pt x="90741" y="515683"/>
                  </a:lnTo>
                  <a:lnTo>
                    <a:pt x="76301" y="502424"/>
                  </a:lnTo>
                  <a:lnTo>
                    <a:pt x="61823" y="489381"/>
                  </a:lnTo>
                  <a:lnTo>
                    <a:pt x="56362" y="483285"/>
                  </a:lnTo>
                  <a:lnTo>
                    <a:pt x="54457" y="477520"/>
                  </a:lnTo>
                  <a:lnTo>
                    <a:pt x="56108" y="471614"/>
                  </a:lnTo>
                  <a:lnTo>
                    <a:pt x="61391" y="465213"/>
                  </a:lnTo>
                  <a:lnTo>
                    <a:pt x="86296" y="441667"/>
                  </a:lnTo>
                  <a:lnTo>
                    <a:pt x="135877" y="394347"/>
                  </a:lnTo>
                  <a:lnTo>
                    <a:pt x="170776" y="363499"/>
                  </a:lnTo>
                  <a:lnTo>
                    <a:pt x="205994" y="353796"/>
                  </a:lnTo>
                  <a:lnTo>
                    <a:pt x="454266" y="353796"/>
                  </a:lnTo>
                  <a:lnTo>
                    <a:pt x="465035" y="354495"/>
                  </a:lnTo>
                  <a:lnTo>
                    <a:pt x="474573" y="357466"/>
                  </a:lnTo>
                  <a:lnTo>
                    <a:pt x="474408" y="357466"/>
                  </a:lnTo>
                  <a:lnTo>
                    <a:pt x="481114" y="363728"/>
                  </a:lnTo>
                  <a:lnTo>
                    <a:pt x="484390" y="374713"/>
                  </a:lnTo>
                  <a:lnTo>
                    <a:pt x="483082" y="384162"/>
                  </a:lnTo>
                  <a:lnTo>
                    <a:pt x="477418" y="391007"/>
                  </a:lnTo>
                  <a:lnTo>
                    <a:pt x="467626" y="395173"/>
                  </a:lnTo>
                  <a:lnTo>
                    <a:pt x="453948" y="396570"/>
                  </a:lnTo>
                  <a:lnTo>
                    <a:pt x="319189" y="396570"/>
                  </a:lnTo>
                  <a:lnTo>
                    <a:pt x="314121" y="397205"/>
                  </a:lnTo>
                  <a:lnTo>
                    <a:pt x="304177" y="398564"/>
                  </a:lnTo>
                  <a:lnTo>
                    <a:pt x="298996" y="404774"/>
                  </a:lnTo>
                  <a:lnTo>
                    <a:pt x="299085" y="412991"/>
                  </a:lnTo>
                  <a:lnTo>
                    <a:pt x="299212" y="417995"/>
                  </a:lnTo>
                  <a:lnTo>
                    <a:pt x="299427" y="424637"/>
                  </a:lnTo>
                  <a:lnTo>
                    <a:pt x="305028" y="431469"/>
                  </a:lnTo>
                  <a:lnTo>
                    <a:pt x="359041" y="431774"/>
                  </a:lnTo>
                  <a:lnTo>
                    <a:pt x="403288" y="432701"/>
                  </a:lnTo>
                  <a:lnTo>
                    <a:pt x="447471" y="432015"/>
                  </a:lnTo>
                  <a:lnTo>
                    <a:pt x="491578" y="427583"/>
                  </a:lnTo>
                  <a:lnTo>
                    <a:pt x="517880" y="397205"/>
                  </a:lnTo>
                  <a:lnTo>
                    <a:pt x="524522" y="379044"/>
                  </a:lnTo>
                  <a:lnTo>
                    <a:pt x="523633" y="358140"/>
                  </a:lnTo>
                  <a:lnTo>
                    <a:pt x="523608" y="357466"/>
                  </a:lnTo>
                  <a:lnTo>
                    <a:pt x="522833" y="353796"/>
                  </a:lnTo>
                  <a:lnTo>
                    <a:pt x="522757" y="353479"/>
                  </a:lnTo>
                  <a:lnTo>
                    <a:pt x="525399" y="350012"/>
                  </a:lnTo>
                  <a:lnTo>
                    <a:pt x="553059" y="322033"/>
                  </a:lnTo>
                  <a:lnTo>
                    <a:pt x="588098" y="288798"/>
                  </a:lnTo>
                  <a:lnTo>
                    <a:pt x="624166" y="266217"/>
                  </a:lnTo>
                  <a:lnTo>
                    <a:pt x="631405" y="268427"/>
                  </a:lnTo>
                  <a:lnTo>
                    <a:pt x="637755" y="273913"/>
                  </a:lnTo>
                  <a:lnTo>
                    <a:pt x="642010" y="281406"/>
                  </a:lnTo>
                  <a:lnTo>
                    <a:pt x="642912" y="288798"/>
                  </a:lnTo>
                  <a:lnTo>
                    <a:pt x="642937" y="289052"/>
                  </a:lnTo>
                  <a:lnTo>
                    <a:pt x="642937" y="233705"/>
                  </a:lnTo>
                  <a:lnTo>
                    <a:pt x="642620" y="233553"/>
                  </a:lnTo>
                  <a:lnTo>
                    <a:pt x="625462" y="229717"/>
                  </a:lnTo>
                  <a:lnTo>
                    <a:pt x="608901" y="230619"/>
                  </a:lnTo>
                  <a:lnTo>
                    <a:pt x="593217" y="236194"/>
                  </a:lnTo>
                  <a:lnTo>
                    <a:pt x="578675" y="246367"/>
                  </a:lnTo>
                  <a:lnTo>
                    <a:pt x="566966" y="257606"/>
                  </a:lnTo>
                  <a:lnTo>
                    <a:pt x="544144" y="280670"/>
                  </a:lnTo>
                  <a:lnTo>
                    <a:pt x="532384" y="291782"/>
                  </a:lnTo>
                  <a:lnTo>
                    <a:pt x="518375" y="304838"/>
                  </a:lnTo>
                  <a:lnTo>
                    <a:pt x="503567" y="316204"/>
                  </a:lnTo>
                  <a:lnTo>
                    <a:pt x="486435" y="322033"/>
                  </a:lnTo>
                  <a:lnTo>
                    <a:pt x="465480" y="318477"/>
                  </a:lnTo>
                  <a:lnTo>
                    <a:pt x="461568" y="316903"/>
                  </a:lnTo>
                  <a:lnTo>
                    <a:pt x="456387" y="318262"/>
                  </a:lnTo>
                  <a:lnTo>
                    <a:pt x="201333" y="318262"/>
                  </a:lnTo>
                  <a:lnTo>
                    <a:pt x="183286" y="319684"/>
                  </a:lnTo>
                  <a:lnTo>
                    <a:pt x="136334" y="342125"/>
                  </a:lnTo>
                  <a:lnTo>
                    <a:pt x="105270" y="370598"/>
                  </a:lnTo>
                  <a:lnTo>
                    <a:pt x="74371" y="399237"/>
                  </a:lnTo>
                  <a:lnTo>
                    <a:pt x="12877" y="456907"/>
                  </a:lnTo>
                  <a:lnTo>
                    <a:pt x="0" y="477189"/>
                  </a:lnTo>
                  <a:lnTo>
                    <a:pt x="3200" y="486549"/>
                  </a:lnTo>
                  <a:lnTo>
                    <a:pt x="40093" y="522973"/>
                  </a:lnTo>
                  <a:lnTo>
                    <a:pt x="122275" y="598589"/>
                  </a:lnTo>
                  <a:lnTo>
                    <a:pt x="137210" y="605497"/>
                  </a:lnTo>
                  <a:lnTo>
                    <a:pt x="144780" y="604088"/>
                  </a:lnTo>
                  <a:lnTo>
                    <a:pt x="183197" y="572249"/>
                  </a:lnTo>
                  <a:lnTo>
                    <a:pt x="192887" y="562648"/>
                  </a:lnTo>
                  <a:lnTo>
                    <a:pt x="199682" y="556729"/>
                  </a:lnTo>
                  <a:lnTo>
                    <a:pt x="200101" y="556361"/>
                  </a:lnTo>
                  <a:lnTo>
                    <a:pt x="207822" y="552297"/>
                  </a:lnTo>
                  <a:lnTo>
                    <a:pt x="216319" y="550113"/>
                  </a:lnTo>
                  <a:lnTo>
                    <a:pt x="224485" y="549592"/>
                  </a:lnTo>
                  <a:lnTo>
                    <a:pt x="265747" y="549592"/>
                  </a:lnTo>
                  <a:lnTo>
                    <a:pt x="348957" y="549465"/>
                  </a:lnTo>
                  <a:lnTo>
                    <a:pt x="385457" y="550341"/>
                  </a:lnTo>
                  <a:lnTo>
                    <a:pt x="400240" y="549376"/>
                  </a:lnTo>
                  <a:lnTo>
                    <a:pt x="408520" y="548830"/>
                  </a:lnTo>
                  <a:lnTo>
                    <a:pt x="428472" y="542569"/>
                  </a:lnTo>
                  <a:lnTo>
                    <a:pt x="428650" y="542569"/>
                  </a:lnTo>
                  <a:lnTo>
                    <a:pt x="447116" y="531799"/>
                  </a:lnTo>
                  <a:lnTo>
                    <a:pt x="463994" y="517448"/>
                  </a:lnTo>
                  <a:lnTo>
                    <a:pt x="466763" y="514731"/>
                  </a:lnTo>
                  <a:lnTo>
                    <a:pt x="522097" y="460413"/>
                  </a:lnTo>
                  <a:lnTo>
                    <a:pt x="551599" y="432320"/>
                  </a:lnTo>
                  <a:lnTo>
                    <a:pt x="581952" y="405193"/>
                  </a:lnTo>
                  <a:lnTo>
                    <a:pt x="603504" y="385267"/>
                  </a:lnTo>
                  <a:lnTo>
                    <a:pt x="624306" y="364566"/>
                  </a:lnTo>
                  <a:lnTo>
                    <a:pt x="645477" y="344258"/>
                  </a:lnTo>
                  <a:lnTo>
                    <a:pt x="668096" y="325513"/>
                  </a:lnTo>
                  <a:lnTo>
                    <a:pt x="676656" y="316509"/>
                  </a:lnTo>
                  <a:lnTo>
                    <a:pt x="681685" y="305650"/>
                  </a:lnTo>
                  <a:lnTo>
                    <a:pt x="683806" y="293624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8559038" y="3804665"/>
            <a:ext cx="2824480" cy="880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8100" marR="3048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Arial"/>
                <a:cs typeface="Arial"/>
              </a:rPr>
              <a:t>High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willingness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contribute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to </a:t>
            </a:r>
            <a:r>
              <a:rPr dirty="0" sz="1400" b="1">
                <a:latin typeface="Arial"/>
                <a:cs typeface="Arial"/>
              </a:rPr>
              <a:t>CO</a:t>
            </a:r>
            <a:r>
              <a:rPr dirty="0" baseline="-21604" sz="1350" b="1">
                <a:latin typeface="Arial"/>
                <a:cs typeface="Arial"/>
              </a:rPr>
              <a:t>2</a:t>
            </a:r>
            <a:r>
              <a:rPr dirty="0" baseline="-21604" sz="1350" spc="202" b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reduction,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especially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 spc="-20" b="1">
                <a:latin typeface="Arial"/>
                <a:cs typeface="Arial"/>
              </a:rPr>
              <a:t>China </a:t>
            </a:r>
            <a:r>
              <a:rPr dirty="0" sz="1400">
                <a:latin typeface="Arial"/>
                <a:cs typeface="Arial"/>
              </a:rPr>
              <a:t>(98%)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–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strong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increase</a:t>
            </a:r>
            <a:r>
              <a:rPr dirty="0" sz="1400" spc="-5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in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the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25" b="1">
                <a:latin typeface="Arial"/>
                <a:cs typeface="Arial"/>
              </a:rPr>
              <a:t>US </a:t>
            </a:r>
            <a:r>
              <a:rPr dirty="0" sz="1400">
                <a:latin typeface="Arial"/>
                <a:cs typeface="Arial"/>
              </a:rPr>
              <a:t>(79%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vs.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52%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last</a:t>
            </a:r>
            <a:r>
              <a:rPr dirty="0" sz="1400" spc="-20">
                <a:latin typeface="Arial"/>
                <a:cs typeface="Arial"/>
              </a:rPr>
              <a:t> year)</a:t>
            </a:r>
            <a:endParaRPr sz="14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584438" y="4871720"/>
            <a:ext cx="2662555" cy="1306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"/>
                <a:cs typeface="Arial"/>
              </a:rPr>
              <a:t>Main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contributions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will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be </a:t>
            </a:r>
            <a:r>
              <a:rPr dirty="0" sz="1400">
                <a:latin typeface="Arial"/>
                <a:cs typeface="Arial"/>
              </a:rPr>
              <a:t>completing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short-distance </a:t>
            </a:r>
            <a:r>
              <a:rPr dirty="0" sz="1400" b="1">
                <a:latin typeface="Arial"/>
                <a:cs typeface="Arial"/>
              </a:rPr>
              <a:t>journeys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more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often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on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foot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/</a:t>
            </a:r>
            <a:r>
              <a:rPr dirty="0" sz="1400" spc="-25" b="1">
                <a:latin typeface="Arial"/>
                <a:cs typeface="Arial"/>
              </a:rPr>
              <a:t> by </a:t>
            </a:r>
            <a:r>
              <a:rPr dirty="0" sz="1400" b="1">
                <a:latin typeface="Arial"/>
                <a:cs typeface="Arial"/>
              </a:rPr>
              <a:t>bicycle,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switching</a:t>
            </a:r>
            <a:r>
              <a:rPr dirty="0" sz="1400" spc="-75" b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an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Arial"/>
                <a:cs typeface="Arial"/>
              </a:rPr>
              <a:t>electric</a:t>
            </a:r>
            <a:r>
              <a:rPr dirty="0" sz="1400" spc="-5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car</a:t>
            </a:r>
            <a:r>
              <a:rPr dirty="0" sz="1400">
                <a:latin typeface="Arial"/>
                <a:cs typeface="Arial"/>
              </a:rPr>
              <a:t>,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or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using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public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Arial"/>
                <a:cs typeface="Arial"/>
              </a:rPr>
              <a:t>transport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more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frequently.</a:t>
            </a:r>
            <a:r>
              <a:rPr dirty="0" sz="1400" spc="-10" b="1">
                <a:latin typeface="Arial"/>
                <a:cs typeface="Arial"/>
              </a:rPr>
              <a:t>”</a:t>
            </a:r>
            <a:endParaRPr sz="14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609076" y="3354323"/>
            <a:ext cx="182880" cy="414655"/>
          </a:xfrm>
          <a:custGeom>
            <a:avLst/>
            <a:gdLst/>
            <a:ahLst/>
            <a:cxnLst/>
            <a:rect l="l" t="t" r="r" b="b"/>
            <a:pathLst>
              <a:path w="182879" h="414654">
                <a:moveTo>
                  <a:pt x="182879" y="0"/>
                </a:moveTo>
                <a:lnTo>
                  <a:pt x="0" y="0"/>
                </a:lnTo>
                <a:lnTo>
                  <a:pt x="0" y="198882"/>
                </a:lnTo>
                <a:lnTo>
                  <a:pt x="84962" y="198882"/>
                </a:lnTo>
                <a:lnTo>
                  <a:pt x="80898" y="242824"/>
                </a:lnTo>
                <a:lnTo>
                  <a:pt x="67055" y="279527"/>
                </a:lnTo>
                <a:lnTo>
                  <a:pt x="41020" y="308483"/>
                </a:lnTo>
                <a:lnTo>
                  <a:pt x="0" y="329184"/>
                </a:lnTo>
                <a:lnTo>
                  <a:pt x="0" y="414401"/>
                </a:lnTo>
                <a:lnTo>
                  <a:pt x="43941" y="403987"/>
                </a:lnTo>
                <a:lnTo>
                  <a:pt x="83692" y="385318"/>
                </a:lnTo>
                <a:lnTo>
                  <a:pt x="117982" y="359283"/>
                </a:lnTo>
                <a:lnTo>
                  <a:pt x="146176" y="326644"/>
                </a:lnTo>
                <a:lnTo>
                  <a:pt x="167004" y="288290"/>
                </a:lnTo>
                <a:lnTo>
                  <a:pt x="179577" y="244983"/>
                </a:lnTo>
                <a:lnTo>
                  <a:pt x="182752" y="198882"/>
                </a:lnTo>
                <a:lnTo>
                  <a:pt x="1828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8883268" y="3354323"/>
            <a:ext cx="182880" cy="414655"/>
          </a:xfrm>
          <a:custGeom>
            <a:avLst/>
            <a:gdLst/>
            <a:ahLst/>
            <a:cxnLst/>
            <a:rect l="l" t="t" r="r" b="b"/>
            <a:pathLst>
              <a:path w="182879" h="414654">
                <a:moveTo>
                  <a:pt x="182879" y="0"/>
                </a:moveTo>
                <a:lnTo>
                  <a:pt x="0" y="0"/>
                </a:lnTo>
                <a:lnTo>
                  <a:pt x="0" y="198882"/>
                </a:lnTo>
                <a:lnTo>
                  <a:pt x="84962" y="198882"/>
                </a:lnTo>
                <a:lnTo>
                  <a:pt x="81025" y="242824"/>
                </a:lnTo>
                <a:lnTo>
                  <a:pt x="67182" y="279527"/>
                </a:lnTo>
                <a:lnTo>
                  <a:pt x="41020" y="308483"/>
                </a:lnTo>
                <a:lnTo>
                  <a:pt x="0" y="329184"/>
                </a:lnTo>
                <a:lnTo>
                  <a:pt x="0" y="414401"/>
                </a:lnTo>
                <a:lnTo>
                  <a:pt x="44068" y="403987"/>
                </a:lnTo>
                <a:lnTo>
                  <a:pt x="83692" y="385318"/>
                </a:lnTo>
                <a:lnTo>
                  <a:pt x="118109" y="359283"/>
                </a:lnTo>
                <a:lnTo>
                  <a:pt x="146176" y="326644"/>
                </a:lnTo>
                <a:lnTo>
                  <a:pt x="167004" y="288290"/>
                </a:lnTo>
                <a:lnTo>
                  <a:pt x="179577" y="244983"/>
                </a:lnTo>
                <a:lnTo>
                  <a:pt x="182752" y="198882"/>
                </a:lnTo>
                <a:lnTo>
                  <a:pt x="1828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8572500" y="1737360"/>
            <a:ext cx="3619500" cy="124523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191135" rIns="0" bIns="0" rtlCol="0" vert="horz">
            <a:spAutoFit/>
          </a:bodyPr>
          <a:lstStyle/>
          <a:p>
            <a:pPr marL="212090" marR="826769">
              <a:lnSpc>
                <a:spcPct val="100000"/>
              </a:lnSpc>
              <a:spcBef>
                <a:spcPts val="1505"/>
              </a:spcBef>
            </a:pPr>
            <a:r>
              <a:rPr dirty="0" sz="1400" b="1" i="1">
                <a:solidFill>
                  <a:srgbClr val="A21F1F"/>
                </a:solidFill>
                <a:latin typeface="Arial"/>
                <a:cs typeface="Arial"/>
              </a:rPr>
              <a:t>Question:</a:t>
            </a:r>
            <a:r>
              <a:rPr dirty="0" sz="1400" spc="-55" b="1" i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“What</a:t>
            </a:r>
            <a:r>
              <a:rPr dirty="0" sz="1400" spc="-5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major</a:t>
            </a:r>
            <a:r>
              <a:rPr dirty="0" sz="1400" spc="-30" i="1">
                <a:latin typeface="Arial"/>
                <a:cs typeface="Arial"/>
              </a:rPr>
              <a:t> </a:t>
            </a:r>
            <a:r>
              <a:rPr dirty="0" sz="1400" spc="-10" i="1">
                <a:latin typeface="Arial"/>
                <a:cs typeface="Arial"/>
              </a:rPr>
              <a:t>personal</a:t>
            </a:r>
            <a:r>
              <a:rPr dirty="0" sz="1400" spc="-1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changes</a:t>
            </a:r>
            <a:r>
              <a:rPr dirty="0" sz="1400" spc="-4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would</a:t>
            </a:r>
            <a:r>
              <a:rPr dirty="0" sz="1400" spc="-2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you</a:t>
            </a:r>
            <a:r>
              <a:rPr dirty="0" sz="1400" spc="-2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like</a:t>
            </a:r>
            <a:r>
              <a:rPr dirty="0" sz="1400" spc="-2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to</a:t>
            </a:r>
            <a:r>
              <a:rPr dirty="0" sz="1400" spc="-1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do</a:t>
            </a:r>
            <a:r>
              <a:rPr dirty="0" sz="1400" spc="-25" i="1">
                <a:latin typeface="Arial"/>
                <a:cs typeface="Arial"/>
              </a:rPr>
              <a:t> to </a:t>
            </a:r>
            <a:r>
              <a:rPr dirty="0" sz="1400" i="1">
                <a:latin typeface="Arial"/>
                <a:cs typeface="Arial"/>
              </a:rPr>
              <a:t>contribute</a:t>
            </a:r>
            <a:r>
              <a:rPr dirty="0" sz="1400" spc="-5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to</a:t>
            </a:r>
            <a:r>
              <a:rPr dirty="0" sz="1400" spc="-25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a</a:t>
            </a:r>
            <a:r>
              <a:rPr dirty="0" sz="1400" spc="-2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reduction</a:t>
            </a:r>
            <a:r>
              <a:rPr dirty="0" sz="1400" spc="-5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in</a:t>
            </a:r>
            <a:r>
              <a:rPr dirty="0" sz="1400" spc="-15" i="1">
                <a:latin typeface="Arial"/>
                <a:cs typeface="Arial"/>
              </a:rPr>
              <a:t> </a:t>
            </a:r>
            <a:r>
              <a:rPr dirty="0" sz="1400" spc="-25" i="1">
                <a:latin typeface="Arial"/>
                <a:cs typeface="Arial"/>
              </a:rPr>
              <a:t>CO</a:t>
            </a:r>
            <a:r>
              <a:rPr dirty="0" baseline="-21604" sz="1350" spc="-37" i="1">
                <a:latin typeface="Arial"/>
                <a:cs typeface="Arial"/>
              </a:rPr>
              <a:t>2 </a:t>
            </a:r>
            <a:r>
              <a:rPr dirty="0" sz="1400" spc="-10" i="1">
                <a:latin typeface="Arial"/>
                <a:cs typeface="Arial"/>
              </a:rPr>
              <a:t>emissions?”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714538" y="2897377"/>
            <a:ext cx="1181100" cy="2654935"/>
            <a:chOff x="3714538" y="2897377"/>
            <a:chExt cx="1181100" cy="2654935"/>
          </a:xfrm>
        </p:grpSpPr>
        <p:pic>
          <p:nvPicPr>
            <p:cNvPr id="36" name="object 36" descr="USA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26052" y="5268467"/>
              <a:ext cx="449579" cy="283463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3714534" y="2897377"/>
              <a:ext cx="1181100" cy="1222375"/>
            </a:xfrm>
            <a:custGeom>
              <a:avLst/>
              <a:gdLst/>
              <a:ahLst/>
              <a:cxnLst/>
              <a:rect l="l" t="t" r="r" b="b"/>
              <a:pathLst>
                <a:path w="1181100" h="1222375">
                  <a:moveTo>
                    <a:pt x="401789" y="1081786"/>
                  </a:moveTo>
                  <a:lnTo>
                    <a:pt x="394131" y="1037463"/>
                  </a:lnTo>
                  <a:lnTo>
                    <a:pt x="372833" y="998969"/>
                  </a:lnTo>
                  <a:lnTo>
                    <a:pt x="340334" y="968629"/>
                  </a:lnTo>
                  <a:lnTo>
                    <a:pt x="299123" y="948728"/>
                  </a:lnTo>
                  <a:lnTo>
                    <a:pt x="251675" y="941578"/>
                  </a:lnTo>
                  <a:lnTo>
                    <a:pt x="199682" y="938199"/>
                  </a:lnTo>
                  <a:lnTo>
                    <a:pt x="147726" y="928077"/>
                  </a:lnTo>
                  <a:lnTo>
                    <a:pt x="95758" y="911199"/>
                  </a:lnTo>
                  <a:lnTo>
                    <a:pt x="43776" y="887603"/>
                  </a:lnTo>
                  <a:lnTo>
                    <a:pt x="69037" y="936167"/>
                  </a:lnTo>
                  <a:lnTo>
                    <a:pt x="87096" y="984694"/>
                  </a:lnTo>
                  <a:lnTo>
                    <a:pt x="97942" y="1033233"/>
                  </a:lnTo>
                  <a:lnTo>
                    <a:pt x="101561" y="1081786"/>
                  </a:lnTo>
                  <a:lnTo>
                    <a:pt x="109207" y="1126121"/>
                  </a:lnTo>
                  <a:lnTo>
                    <a:pt x="130517" y="1164615"/>
                  </a:lnTo>
                  <a:lnTo>
                    <a:pt x="163004" y="1194955"/>
                  </a:lnTo>
                  <a:lnTo>
                    <a:pt x="204216" y="1214856"/>
                  </a:lnTo>
                  <a:lnTo>
                    <a:pt x="251675" y="1221994"/>
                  </a:lnTo>
                  <a:lnTo>
                    <a:pt x="299123" y="1214856"/>
                  </a:lnTo>
                  <a:lnTo>
                    <a:pt x="340334" y="1194955"/>
                  </a:lnTo>
                  <a:lnTo>
                    <a:pt x="372833" y="1164615"/>
                  </a:lnTo>
                  <a:lnTo>
                    <a:pt x="394131" y="1126121"/>
                  </a:lnTo>
                  <a:lnTo>
                    <a:pt x="401789" y="1081786"/>
                  </a:lnTo>
                  <a:close/>
                </a:path>
                <a:path w="1181100" h="1222375">
                  <a:moveTo>
                    <a:pt x="521627" y="367728"/>
                  </a:moveTo>
                  <a:lnTo>
                    <a:pt x="520585" y="324535"/>
                  </a:lnTo>
                  <a:lnTo>
                    <a:pt x="511721" y="282651"/>
                  </a:lnTo>
                  <a:lnTo>
                    <a:pt x="495566" y="242912"/>
                  </a:lnTo>
                  <a:lnTo>
                    <a:pt x="472655" y="206209"/>
                  </a:lnTo>
                  <a:lnTo>
                    <a:pt x="443522" y="173380"/>
                  </a:lnTo>
                  <a:lnTo>
                    <a:pt x="408711" y="145300"/>
                  </a:lnTo>
                  <a:lnTo>
                    <a:pt x="368757" y="122821"/>
                  </a:lnTo>
                  <a:lnTo>
                    <a:pt x="324192" y="106807"/>
                  </a:lnTo>
                  <a:lnTo>
                    <a:pt x="276783" y="93205"/>
                  </a:lnTo>
                  <a:lnTo>
                    <a:pt x="229831" y="77914"/>
                  </a:lnTo>
                  <a:lnTo>
                    <a:pt x="183311" y="60934"/>
                  </a:lnTo>
                  <a:lnTo>
                    <a:pt x="137248" y="42291"/>
                  </a:lnTo>
                  <a:lnTo>
                    <a:pt x="91617" y="21971"/>
                  </a:lnTo>
                  <a:lnTo>
                    <a:pt x="46443" y="0"/>
                  </a:lnTo>
                  <a:lnTo>
                    <a:pt x="44399" y="47129"/>
                  </a:lnTo>
                  <a:lnTo>
                    <a:pt x="40589" y="93776"/>
                  </a:lnTo>
                  <a:lnTo>
                    <a:pt x="34975" y="139928"/>
                  </a:lnTo>
                  <a:lnTo>
                    <a:pt x="27571" y="185597"/>
                  </a:lnTo>
                  <a:lnTo>
                    <a:pt x="18351" y="230771"/>
                  </a:lnTo>
                  <a:lnTo>
                    <a:pt x="7327" y="275463"/>
                  </a:lnTo>
                  <a:lnTo>
                    <a:pt x="0" y="319100"/>
                  </a:lnTo>
                  <a:lnTo>
                    <a:pt x="1041" y="362292"/>
                  </a:lnTo>
                  <a:lnTo>
                    <a:pt x="9906" y="404177"/>
                  </a:lnTo>
                  <a:lnTo>
                    <a:pt x="26060" y="443915"/>
                  </a:lnTo>
                  <a:lnTo>
                    <a:pt x="48971" y="480618"/>
                  </a:lnTo>
                  <a:lnTo>
                    <a:pt x="78105" y="513448"/>
                  </a:lnTo>
                  <a:lnTo>
                    <a:pt x="112915" y="541528"/>
                  </a:lnTo>
                  <a:lnTo>
                    <a:pt x="152869" y="564007"/>
                  </a:lnTo>
                  <a:lnTo>
                    <a:pt x="197446" y="580009"/>
                  </a:lnTo>
                  <a:lnTo>
                    <a:pt x="244017" y="588403"/>
                  </a:lnTo>
                  <a:lnTo>
                    <a:pt x="289826" y="588899"/>
                  </a:lnTo>
                  <a:lnTo>
                    <a:pt x="333997" y="581977"/>
                  </a:lnTo>
                  <a:lnTo>
                    <a:pt x="375627" y="568121"/>
                  </a:lnTo>
                  <a:lnTo>
                    <a:pt x="413816" y="547801"/>
                  </a:lnTo>
                  <a:lnTo>
                    <a:pt x="447675" y="521487"/>
                  </a:lnTo>
                  <a:lnTo>
                    <a:pt x="476313" y="489661"/>
                  </a:lnTo>
                  <a:lnTo>
                    <a:pt x="498817" y="452793"/>
                  </a:lnTo>
                  <a:lnTo>
                    <a:pt x="514311" y="411353"/>
                  </a:lnTo>
                  <a:lnTo>
                    <a:pt x="521627" y="367728"/>
                  </a:lnTo>
                  <a:close/>
                </a:path>
                <a:path w="1181100" h="1222375">
                  <a:moveTo>
                    <a:pt x="1180807" y="486918"/>
                  </a:moveTo>
                  <a:lnTo>
                    <a:pt x="1130338" y="507326"/>
                  </a:lnTo>
                  <a:lnTo>
                    <a:pt x="1080160" y="522655"/>
                  </a:lnTo>
                  <a:lnTo>
                    <a:pt x="1030249" y="532879"/>
                  </a:lnTo>
                  <a:lnTo>
                    <a:pt x="980605" y="537997"/>
                  </a:lnTo>
                  <a:lnTo>
                    <a:pt x="931252" y="537972"/>
                  </a:lnTo>
                  <a:lnTo>
                    <a:pt x="883627" y="541464"/>
                  </a:lnTo>
                  <a:lnTo>
                    <a:pt x="840257" y="556006"/>
                  </a:lnTo>
                  <a:lnTo>
                    <a:pt x="802919" y="580110"/>
                  </a:lnTo>
                  <a:lnTo>
                    <a:pt x="773353" y="612279"/>
                  </a:lnTo>
                  <a:lnTo>
                    <a:pt x="753351" y="651014"/>
                  </a:lnTo>
                  <a:lnTo>
                    <a:pt x="744689" y="694829"/>
                  </a:lnTo>
                  <a:lnTo>
                    <a:pt x="748779" y="739292"/>
                  </a:lnTo>
                  <a:lnTo>
                    <a:pt x="764667" y="779881"/>
                  </a:lnTo>
                  <a:lnTo>
                    <a:pt x="790752" y="814933"/>
                  </a:lnTo>
                  <a:lnTo>
                    <a:pt x="825411" y="842759"/>
                  </a:lnTo>
                  <a:lnTo>
                    <a:pt x="867016" y="861707"/>
                  </a:lnTo>
                  <a:lnTo>
                    <a:pt x="913980" y="870089"/>
                  </a:lnTo>
                  <a:lnTo>
                    <a:pt x="961593" y="866597"/>
                  </a:lnTo>
                  <a:lnTo>
                    <a:pt x="1004963" y="852055"/>
                  </a:lnTo>
                  <a:lnTo>
                    <a:pt x="1042314" y="827951"/>
                  </a:lnTo>
                  <a:lnTo>
                    <a:pt x="1071867" y="795782"/>
                  </a:lnTo>
                  <a:lnTo>
                    <a:pt x="1091869" y="757047"/>
                  </a:lnTo>
                  <a:lnTo>
                    <a:pt x="1100543" y="713244"/>
                  </a:lnTo>
                  <a:lnTo>
                    <a:pt x="1105636" y="667410"/>
                  </a:lnTo>
                  <a:lnTo>
                    <a:pt x="1116228" y="621855"/>
                  </a:lnTo>
                  <a:lnTo>
                    <a:pt x="1132281" y="576567"/>
                  </a:lnTo>
                  <a:lnTo>
                    <a:pt x="1153807" y="531583"/>
                  </a:lnTo>
                  <a:lnTo>
                    <a:pt x="1180807" y="486918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1936495" y="2587497"/>
            <a:ext cx="4813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FFFFFF"/>
                </a:solidFill>
                <a:latin typeface="Arial"/>
                <a:cs typeface="Arial"/>
              </a:rPr>
              <a:t>51%</a:t>
            </a:r>
            <a:endParaRPr sz="18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30174" y="2515870"/>
            <a:ext cx="1182370" cy="737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383540">
              <a:lnSpc>
                <a:spcPct val="100000"/>
              </a:lnSpc>
              <a:spcBef>
                <a:spcPts val="105"/>
              </a:spcBef>
            </a:pPr>
            <a:r>
              <a:rPr dirty="0" sz="1050" spc="-10">
                <a:latin typeface="Arial"/>
                <a:cs typeface="Arial"/>
              </a:rPr>
              <a:t>Completely </a:t>
            </a:r>
            <a:r>
              <a:rPr dirty="0" sz="1050">
                <a:latin typeface="Arial"/>
                <a:cs typeface="Arial"/>
              </a:rPr>
              <a:t>cut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out</a:t>
            </a:r>
            <a:r>
              <a:rPr dirty="0" sz="1050" spc="-7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short-</a:t>
            </a:r>
            <a:r>
              <a:rPr dirty="0" sz="1050">
                <a:latin typeface="Arial"/>
                <a:cs typeface="Arial"/>
              </a:rPr>
              <a:t>haul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flights</a:t>
            </a:r>
            <a:endParaRPr sz="1050">
              <a:latin typeface="Arial"/>
              <a:cs typeface="Arial"/>
            </a:endParaRPr>
          </a:p>
          <a:p>
            <a:pPr marL="763270">
              <a:lnSpc>
                <a:spcPts val="1820"/>
              </a:lnSpc>
            </a:pP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25%</a:t>
            </a:r>
            <a:endParaRPr sz="16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816989" y="3417265"/>
            <a:ext cx="895985" cy="838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4450">
              <a:lnSpc>
                <a:spcPct val="100000"/>
              </a:lnSpc>
              <a:spcBef>
                <a:spcPts val="105"/>
              </a:spcBef>
            </a:pPr>
            <a:r>
              <a:rPr dirty="0" sz="1400" spc="-25" b="1">
                <a:solidFill>
                  <a:srgbClr val="FFFFFF"/>
                </a:solidFill>
                <a:latin typeface="Arial"/>
                <a:cs typeface="Arial"/>
              </a:rPr>
              <a:t>29%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930"/>
              </a:spcBef>
            </a:pPr>
            <a:r>
              <a:rPr dirty="0" sz="1050">
                <a:latin typeface="Arial"/>
                <a:cs typeface="Arial"/>
              </a:rPr>
              <a:t>Use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public </a:t>
            </a:r>
            <a:r>
              <a:rPr dirty="0" sz="1050">
                <a:latin typeface="Arial"/>
                <a:cs typeface="Arial"/>
              </a:rPr>
              <a:t>transport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more </a:t>
            </a:r>
            <a:r>
              <a:rPr dirty="0" sz="1050" spc="-10">
                <a:latin typeface="Arial"/>
                <a:cs typeface="Arial"/>
              </a:rPr>
              <a:t>frequently</a:t>
            </a:r>
            <a:endParaRPr sz="105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521333" y="2014854"/>
            <a:ext cx="1463675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latin typeface="Arial"/>
                <a:cs typeface="Arial"/>
              </a:rPr>
              <a:t>Short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distances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more </a:t>
            </a:r>
            <a:r>
              <a:rPr dirty="0" sz="1050">
                <a:latin typeface="Arial"/>
                <a:cs typeface="Arial"/>
              </a:rPr>
              <a:t>often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foot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/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by</a:t>
            </a:r>
            <a:r>
              <a:rPr dirty="0" sz="1050" spc="-10">
                <a:latin typeface="Arial"/>
                <a:cs typeface="Arial"/>
              </a:rPr>
              <a:t> bicycle</a:t>
            </a:r>
            <a:endParaRPr sz="105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786378" y="3120644"/>
            <a:ext cx="38227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 b="1">
                <a:solidFill>
                  <a:srgbClr val="FFFFFF"/>
                </a:solidFill>
                <a:latin typeface="Arial"/>
                <a:cs typeface="Arial"/>
              </a:rPr>
              <a:t>43%</a:t>
            </a:r>
            <a:endParaRPr sz="14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451603" y="3452876"/>
            <a:ext cx="1602105" cy="52514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407670" marR="30480" indent="-370205">
              <a:lnSpc>
                <a:spcPct val="98900"/>
              </a:lnSpc>
              <a:spcBef>
                <a:spcPts val="114"/>
              </a:spcBef>
            </a:pPr>
            <a:r>
              <a:rPr dirty="0" baseline="-13888" sz="1800" b="1">
                <a:solidFill>
                  <a:srgbClr val="FFFFFF"/>
                </a:solidFill>
                <a:latin typeface="Arial"/>
                <a:cs typeface="Arial"/>
              </a:rPr>
              <a:t>37%</a:t>
            </a:r>
            <a:r>
              <a:rPr dirty="0" baseline="-13888" sz="1800" spc="247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Short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distances </a:t>
            </a:r>
            <a:r>
              <a:rPr dirty="0" sz="1050">
                <a:latin typeface="Arial"/>
                <a:cs typeface="Arial"/>
              </a:rPr>
              <a:t>more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often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on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foot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50">
                <a:latin typeface="Arial"/>
                <a:cs typeface="Arial"/>
              </a:rPr>
              <a:t>/ </a:t>
            </a:r>
            <a:r>
              <a:rPr dirty="0" sz="1050">
                <a:latin typeface="Arial"/>
                <a:cs typeface="Arial"/>
              </a:rPr>
              <a:t>by</a:t>
            </a:r>
            <a:r>
              <a:rPr dirty="0" sz="1050" spc="-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bicycle</a:t>
            </a:r>
            <a:endParaRPr sz="105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013453" y="2651505"/>
            <a:ext cx="752475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latin typeface="Arial"/>
                <a:cs typeface="Arial"/>
              </a:rPr>
              <a:t>Switch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an </a:t>
            </a:r>
            <a:r>
              <a:rPr dirty="0" sz="1050">
                <a:latin typeface="Arial"/>
                <a:cs typeface="Arial"/>
              </a:rPr>
              <a:t>electric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car</a:t>
            </a:r>
            <a:endParaRPr sz="10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248025" y="3810037"/>
            <a:ext cx="895985" cy="797560"/>
          </a:xfrm>
          <a:prstGeom prst="rect">
            <a:avLst/>
          </a:prstGeom>
        </p:spPr>
        <p:txBody>
          <a:bodyPr wrap="square" lIns="0" tIns="75565" rIns="0" bIns="0" rtlCol="0" vert="horz">
            <a:spAutoFit/>
          </a:bodyPr>
          <a:lstStyle/>
          <a:p>
            <a:pPr marL="580390">
              <a:lnSpc>
                <a:spcPct val="100000"/>
              </a:lnSpc>
              <a:spcBef>
                <a:spcPts val="595"/>
              </a:spcBef>
            </a:pPr>
            <a:r>
              <a:rPr dirty="0" sz="1100" spc="-25" b="1">
                <a:solidFill>
                  <a:srgbClr val="FFFFFF"/>
                </a:solidFill>
                <a:latin typeface="Arial"/>
                <a:cs typeface="Arial"/>
              </a:rPr>
              <a:t>24%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480"/>
              </a:spcBef>
            </a:pPr>
            <a:r>
              <a:rPr dirty="0" sz="1050">
                <a:latin typeface="Arial"/>
                <a:cs typeface="Arial"/>
              </a:rPr>
              <a:t>Use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public </a:t>
            </a:r>
            <a:r>
              <a:rPr dirty="0" sz="1050">
                <a:latin typeface="Arial"/>
                <a:cs typeface="Arial"/>
              </a:rPr>
              <a:t>transport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more </a:t>
            </a:r>
            <a:r>
              <a:rPr dirty="0" sz="1050" spc="-10">
                <a:latin typeface="Arial"/>
                <a:cs typeface="Arial"/>
              </a:rPr>
              <a:t>frequently</a:t>
            </a:r>
            <a:endParaRPr sz="10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490842" y="1564385"/>
            <a:ext cx="895985" cy="506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latin typeface="Arial"/>
                <a:cs typeface="Arial"/>
              </a:rPr>
              <a:t>Use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public </a:t>
            </a:r>
            <a:r>
              <a:rPr dirty="0" sz="1050">
                <a:latin typeface="Arial"/>
                <a:cs typeface="Arial"/>
              </a:rPr>
              <a:t>transport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more </a:t>
            </a:r>
            <a:r>
              <a:rPr dirty="0" sz="1050" spc="-10">
                <a:latin typeface="Arial"/>
                <a:cs typeface="Arial"/>
              </a:rPr>
              <a:t>frequently</a:t>
            </a:r>
            <a:endParaRPr sz="105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238113" y="2962782"/>
            <a:ext cx="4318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49%</a:t>
            </a:r>
            <a:endParaRPr sz="16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363714" y="3366642"/>
            <a:ext cx="38227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 b="1">
                <a:solidFill>
                  <a:srgbClr val="FFFFFF"/>
                </a:solidFill>
                <a:latin typeface="Arial"/>
                <a:cs typeface="Arial"/>
              </a:rPr>
              <a:t>48%</a:t>
            </a:r>
            <a:endParaRPr sz="14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125969" y="2199208"/>
            <a:ext cx="48133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FFFFFF"/>
                </a:solidFill>
                <a:latin typeface="Arial"/>
                <a:cs typeface="Arial"/>
              </a:rPr>
              <a:t>54%</a:t>
            </a:r>
            <a:endParaRPr sz="18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161021" y="3768978"/>
            <a:ext cx="752475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latin typeface="Arial"/>
                <a:cs typeface="Arial"/>
              </a:rPr>
              <a:t>Switch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an </a:t>
            </a:r>
            <a:r>
              <a:rPr dirty="0" sz="1050">
                <a:latin typeface="Arial"/>
                <a:cs typeface="Arial"/>
              </a:rPr>
              <a:t>electric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car</a:t>
            </a:r>
            <a:endParaRPr sz="105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657850" y="2235834"/>
            <a:ext cx="947419" cy="506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latin typeface="Arial"/>
                <a:cs typeface="Arial"/>
              </a:rPr>
              <a:t>Short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distances </a:t>
            </a:r>
            <a:r>
              <a:rPr dirty="0" sz="1050">
                <a:latin typeface="Arial"/>
                <a:cs typeface="Arial"/>
              </a:rPr>
              <a:t>more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often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spc="-35">
                <a:latin typeface="Arial"/>
                <a:cs typeface="Arial"/>
              </a:rPr>
              <a:t>on </a:t>
            </a:r>
            <a:r>
              <a:rPr dirty="0" sz="1050">
                <a:latin typeface="Arial"/>
                <a:cs typeface="Arial"/>
              </a:rPr>
              <a:t>foot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/</a:t>
            </a:r>
            <a:r>
              <a:rPr dirty="0" sz="1050" spc="-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by</a:t>
            </a:r>
            <a:r>
              <a:rPr dirty="0" sz="1050" spc="-10">
                <a:latin typeface="Arial"/>
                <a:cs typeface="Arial"/>
              </a:rPr>
              <a:t> bicycle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993419" y="4730813"/>
            <a:ext cx="1397000" cy="1428750"/>
            <a:chOff x="993419" y="4730813"/>
            <a:chExt cx="1397000" cy="1428750"/>
          </a:xfrm>
        </p:grpSpPr>
        <p:sp>
          <p:nvSpPr>
            <p:cNvPr id="53" name="object 53"/>
            <p:cNvSpPr/>
            <p:nvPr/>
          </p:nvSpPr>
          <p:spPr>
            <a:xfrm>
              <a:off x="998181" y="4735576"/>
              <a:ext cx="660400" cy="600075"/>
            </a:xfrm>
            <a:custGeom>
              <a:avLst/>
              <a:gdLst/>
              <a:ahLst/>
              <a:cxnLst/>
              <a:rect l="l" t="t" r="r" b="b"/>
              <a:pathLst>
                <a:path w="660400" h="600075">
                  <a:moveTo>
                    <a:pt x="657517" y="0"/>
                  </a:moveTo>
                  <a:lnTo>
                    <a:pt x="608690" y="2074"/>
                  </a:lnTo>
                  <a:lnTo>
                    <a:pt x="560679" y="7544"/>
                  </a:lnTo>
                  <a:lnTo>
                    <a:pt x="513618" y="16303"/>
                  </a:lnTo>
                  <a:lnTo>
                    <a:pt x="467642" y="28247"/>
                  </a:lnTo>
                  <a:lnTo>
                    <a:pt x="422887" y="43269"/>
                  </a:lnTo>
                  <a:lnTo>
                    <a:pt x="379486" y="61262"/>
                  </a:lnTo>
                  <a:lnTo>
                    <a:pt x="337576" y="82122"/>
                  </a:lnTo>
                  <a:lnTo>
                    <a:pt x="297290" y="105741"/>
                  </a:lnTo>
                  <a:lnTo>
                    <a:pt x="258765" y="132014"/>
                  </a:lnTo>
                  <a:lnTo>
                    <a:pt x="222134" y="160835"/>
                  </a:lnTo>
                  <a:lnTo>
                    <a:pt x="187534" y="192099"/>
                  </a:lnTo>
                  <a:lnTo>
                    <a:pt x="155098" y="225698"/>
                  </a:lnTo>
                  <a:lnTo>
                    <a:pt x="124962" y="261527"/>
                  </a:lnTo>
                  <a:lnTo>
                    <a:pt x="97261" y="299480"/>
                  </a:lnTo>
                  <a:lnTo>
                    <a:pt x="72129" y="339452"/>
                  </a:lnTo>
                  <a:lnTo>
                    <a:pt x="49702" y="381335"/>
                  </a:lnTo>
                  <a:lnTo>
                    <a:pt x="30115" y="425024"/>
                  </a:lnTo>
                  <a:lnTo>
                    <a:pt x="13503" y="470414"/>
                  </a:lnTo>
                  <a:lnTo>
                    <a:pt x="0" y="517398"/>
                  </a:lnTo>
                  <a:lnTo>
                    <a:pt x="331127" y="599948"/>
                  </a:lnTo>
                  <a:lnTo>
                    <a:pt x="345291" y="556010"/>
                  </a:lnTo>
                  <a:lnTo>
                    <a:pt x="364847" y="515119"/>
                  </a:lnTo>
                  <a:lnTo>
                    <a:pt x="389330" y="477636"/>
                  </a:lnTo>
                  <a:lnTo>
                    <a:pt x="418281" y="443926"/>
                  </a:lnTo>
                  <a:lnTo>
                    <a:pt x="451237" y="414353"/>
                  </a:lnTo>
                  <a:lnTo>
                    <a:pt x="487736" y="389279"/>
                  </a:lnTo>
                  <a:lnTo>
                    <a:pt x="527316" y="369068"/>
                  </a:lnTo>
                  <a:lnTo>
                    <a:pt x="569517" y="354084"/>
                  </a:lnTo>
                  <a:lnTo>
                    <a:pt x="613875" y="344689"/>
                  </a:lnTo>
                  <a:lnTo>
                    <a:pt x="659930" y="341249"/>
                  </a:lnTo>
                  <a:lnTo>
                    <a:pt x="657517" y="0"/>
                  </a:lnTo>
                  <a:close/>
                </a:path>
              </a:pathLst>
            </a:custGeom>
            <a:solidFill>
              <a:srgbClr val="B4B4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998181" y="4735576"/>
              <a:ext cx="660400" cy="600075"/>
            </a:xfrm>
            <a:custGeom>
              <a:avLst/>
              <a:gdLst/>
              <a:ahLst/>
              <a:cxnLst/>
              <a:rect l="l" t="t" r="r" b="b"/>
              <a:pathLst>
                <a:path w="660400" h="600075">
                  <a:moveTo>
                    <a:pt x="0" y="517398"/>
                  </a:moveTo>
                  <a:lnTo>
                    <a:pt x="13503" y="470414"/>
                  </a:lnTo>
                  <a:lnTo>
                    <a:pt x="30115" y="425024"/>
                  </a:lnTo>
                  <a:lnTo>
                    <a:pt x="49702" y="381335"/>
                  </a:lnTo>
                  <a:lnTo>
                    <a:pt x="72129" y="339452"/>
                  </a:lnTo>
                  <a:lnTo>
                    <a:pt x="97261" y="299480"/>
                  </a:lnTo>
                  <a:lnTo>
                    <a:pt x="124962" y="261527"/>
                  </a:lnTo>
                  <a:lnTo>
                    <a:pt x="155098" y="225698"/>
                  </a:lnTo>
                  <a:lnTo>
                    <a:pt x="187534" y="192099"/>
                  </a:lnTo>
                  <a:lnTo>
                    <a:pt x="222134" y="160835"/>
                  </a:lnTo>
                  <a:lnTo>
                    <a:pt x="258765" y="132014"/>
                  </a:lnTo>
                  <a:lnTo>
                    <a:pt x="297290" y="105741"/>
                  </a:lnTo>
                  <a:lnTo>
                    <a:pt x="337576" y="82122"/>
                  </a:lnTo>
                  <a:lnTo>
                    <a:pt x="379486" y="61262"/>
                  </a:lnTo>
                  <a:lnTo>
                    <a:pt x="422887" y="43269"/>
                  </a:lnTo>
                  <a:lnTo>
                    <a:pt x="467642" y="28247"/>
                  </a:lnTo>
                  <a:lnTo>
                    <a:pt x="513618" y="16303"/>
                  </a:lnTo>
                  <a:lnTo>
                    <a:pt x="560679" y="7544"/>
                  </a:lnTo>
                  <a:lnTo>
                    <a:pt x="608690" y="2074"/>
                  </a:lnTo>
                  <a:lnTo>
                    <a:pt x="657517" y="0"/>
                  </a:lnTo>
                  <a:lnTo>
                    <a:pt x="659930" y="341249"/>
                  </a:lnTo>
                  <a:lnTo>
                    <a:pt x="613875" y="344689"/>
                  </a:lnTo>
                  <a:lnTo>
                    <a:pt x="569517" y="354084"/>
                  </a:lnTo>
                  <a:lnTo>
                    <a:pt x="527316" y="369068"/>
                  </a:lnTo>
                  <a:lnTo>
                    <a:pt x="487736" y="389279"/>
                  </a:lnTo>
                  <a:lnTo>
                    <a:pt x="451237" y="414353"/>
                  </a:lnTo>
                  <a:lnTo>
                    <a:pt x="418281" y="443926"/>
                  </a:lnTo>
                  <a:lnTo>
                    <a:pt x="389330" y="477636"/>
                  </a:lnTo>
                  <a:lnTo>
                    <a:pt x="364847" y="515119"/>
                  </a:lnTo>
                  <a:lnTo>
                    <a:pt x="345291" y="556010"/>
                  </a:lnTo>
                  <a:lnTo>
                    <a:pt x="331127" y="599948"/>
                  </a:lnTo>
                  <a:lnTo>
                    <a:pt x="0" y="517398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1020127" y="4789170"/>
              <a:ext cx="1365250" cy="1365250"/>
            </a:xfrm>
            <a:custGeom>
              <a:avLst/>
              <a:gdLst/>
              <a:ahLst/>
              <a:cxnLst/>
              <a:rect l="l" t="t" r="r" b="b"/>
              <a:pathLst>
                <a:path w="1365250" h="1365250">
                  <a:moveTo>
                    <a:pt x="677862" y="0"/>
                  </a:moveTo>
                  <a:lnTo>
                    <a:pt x="680275" y="341248"/>
                  </a:lnTo>
                  <a:lnTo>
                    <a:pt x="701694" y="341818"/>
                  </a:lnTo>
                  <a:lnTo>
                    <a:pt x="723042" y="343709"/>
                  </a:lnTo>
                  <a:lnTo>
                    <a:pt x="765238" y="351408"/>
                  </a:lnTo>
                  <a:lnTo>
                    <a:pt x="809416" y="365635"/>
                  </a:lnTo>
                  <a:lnTo>
                    <a:pt x="850314" y="385189"/>
                  </a:lnTo>
                  <a:lnTo>
                    <a:pt x="887636" y="409576"/>
                  </a:lnTo>
                  <a:lnTo>
                    <a:pt x="921086" y="438305"/>
                  </a:lnTo>
                  <a:lnTo>
                    <a:pt x="950367" y="470880"/>
                  </a:lnTo>
                  <a:lnTo>
                    <a:pt x="975185" y="506809"/>
                  </a:lnTo>
                  <a:lnTo>
                    <a:pt x="995243" y="545598"/>
                  </a:lnTo>
                  <a:lnTo>
                    <a:pt x="1010245" y="586754"/>
                  </a:lnTo>
                  <a:lnTo>
                    <a:pt x="1019895" y="629783"/>
                  </a:lnTo>
                  <a:lnTo>
                    <a:pt x="1023898" y="674191"/>
                  </a:lnTo>
                  <a:lnTo>
                    <a:pt x="1021957" y="719486"/>
                  </a:lnTo>
                  <a:lnTo>
                    <a:pt x="1013777" y="765174"/>
                  </a:lnTo>
                  <a:lnTo>
                    <a:pt x="999551" y="809360"/>
                  </a:lnTo>
                  <a:lnTo>
                    <a:pt x="979997" y="850265"/>
                  </a:lnTo>
                  <a:lnTo>
                    <a:pt x="955609" y="887595"/>
                  </a:lnTo>
                  <a:lnTo>
                    <a:pt x="926881" y="921053"/>
                  </a:lnTo>
                  <a:lnTo>
                    <a:pt x="894305" y="950343"/>
                  </a:lnTo>
                  <a:lnTo>
                    <a:pt x="858377" y="975169"/>
                  </a:lnTo>
                  <a:lnTo>
                    <a:pt x="819588" y="995234"/>
                  </a:lnTo>
                  <a:lnTo>
                    <a:pt x="778432" y="1010243"/>
                  </a:lnTo>
                  <a:lnTo>
                    <a:pt x="735403" y="1019899"/>
                  </a:lnTo>
                  <a:lnTo>
                    <a:pt x="690994" y="1023906"/>
                  </a:lnTo>
                  <a:lnTo>
                    <a:pt x="645699" y="1021969"/>
                  </a:lnTo>
                  <a:lnTo>
                    <a:pt x="600011" y="1013790"/>
                  </a:lnTo>
                  <a:lnTo>
                    <a:pt x="555833" y="999562"/>
                  </a:lnTo>
                  <a:lnTo>
                    <a:pt x="514935" y="980009"/>
                  </a:lnTo>
                  <a:lnTo>
                    <a:pt x="477613" y="955624"/>
                  </a:lnTo>
                  <a:lnTo>
                    <a:pt x="444163" y="926901"/>
                  </a:lnTo>
                  <a:lnTo>
                    <a:pt x="414882" y="894332"/>
                  </a:lnTo>
                  <a:lnTo>
                    <a:pt x="390064" y="858410"/>
                  </a:lnTo>
                  <a:lnTo>
                    <a:pt x="370006" y="819628"/>
                  </a:lnTo>
                  <a:lnTo>
                    <a:pt x="355004" y="778479"/>
                  </a:lnTo>
                  <a:lnTo>
                    <a:pt x="345354" y="735457"/>
                  </a:lnTo>
                  <a:lnTo>
                    <a:pt x="341351" y="691053"/>
                  </a:lnTo>
                  <a:lnTo>
                    <a:pt x="343292" y="645761"/>
                  </a:lnTo>
                  <a:lnTo>
                    <a:pt x="351472" y="600074"/>
                  </a:lnTo>
                  <a:lnTo>
                    <a:pt x="20269" y="517524"/>
                  </a:lnTo>
                  <a:lnTo>
                    <a:pt x="11201" y="559433"/>
                  </a:lnTo>
                  <a:lnTo>
                    <a:pt x="4791" y="601805"/>
                  </a:lnTo>
                  <a:lnTo>
                    <a:pt x="1052" y="644487"/>
                  </a:lnTo>
                  <a:lnTo>
                    <a:pt x="0" y="687323"/>
                  </a:lnTo>
                  <a:lnTo>
                    <a:pt x="2053" y="736068"/>
                  </a:lnTo>
                  <a:lnTo>
                    <a:pt x="7451" y="783863"/>
                  </a:lnTo>
                  <a:lnTo>
                    <a:pt x="16076" y="830594"/>
                  </a:lnTo>
                  <a:lnTo>
                    <a:pt x="27812" y="876147"/>
                  </a:lnTo>
                  <a:lnTo>
                    <a:pt x="42544" y="920406"/>
                  </a:lnTo>
                  <a:lnTo>
                    <a:pt x="60155" y="963258"/>
                  </a:lnTo>
                  <a:lnTo>
                    <a:pt x="80528" y="1004587"/>
                  </a:lnTo>
                  <a:lnTo>
                    <a:pt x="103548" y="1044279"/>
                  </a:lnTo>
                  <a:lnTo>
                    <a:pt x="129098" y="1082220"/>
                  </a:lnTo>
                  <a:lnTo>
                    <a:pt x="157062" y="1118293"/>
                  </a:lnTo>
                  <a:lnTo>
                    <a:pt x="187324" y="1152386"/>
                  </a:lnTo>
                  <a:lnTo>
                    <a:pt x="219768" y="1184383"/>
                  </a:lnTo>
                  <a:lnTo>
                    <a:pt x="254277" y="1214169"/>
                  </a:lnTo>
                  <a:lnTo>
                    <a:pt x="290734" y="1241630"/>
                  </a:lnTo>
                  <a:lnTo>
                    <a:pt x="329025" y="1266651"/>
                  </a:lnTo>
                  <a:lnTo>
                    <a:pt x="369033" y="1289118"/>
                  </a:lnTo>
                  <a:lnTo>
                    <a:pt x="410641" y="1308915"/>
                  </a:lnTo>
                  <a:lnTo>
                    <a:pt x="453733" y="1325929"/>
                  </a:lnTo>
                  <a:lnTo>
                    <a:pt x="498192" y="1340043"/>
                  </a:lnTo>
                  <a:lnTo>
                    <a:pt x="543904" y="1351145"/>
                  </a:lnTo>
                  <a:lnTo>
                    <a:pt x="590751" y="1359119"/>
                  </a:lnTo>
                  <a:lnTo>
                    <a:pt x="638618" y="1363850"/>
                  </a:lnTo>
                  <a:lnTo>
                    <a:pt x="687387" y="1365224"/>
                  </a:lnTo>
                  <a:lnTo>
                    <a:pt x="736117" y="1363169"/>
                  </a:lnTo>
                  <a:lnTo>
                    <a:pt x="783900" y="1357769"/>
                  </a:lnTo>
                  <a:lnTo>
                    <a:pt x="830620" y="1349141"/>
                  </a:lnTo>
                  <a:lnTo>
                    <a:pt x="876164" y="1337402"/>
                  </a:lnTo>
                  <a:lnTo>
                    <a:pt x="920416" y="1322667"/>
                  </a:lnTo>
                  <a:lnTo>
                    <a:pt x="963261" y="1305053"/>
                  </a:lnTo>
                  <a:lnTo>
                    <a:pt x="1004585" y="1284677"/>
                  </a:lnTo>
                  <a:lnTo>
                    <a:pt x="1044273" y="1261653"/>
                  </a:lnTo>
                  <a:lnTo>
                    <a:pt x="1082210" y="1236100"/>
                  </a:lnTo>
                  <a:lnTo>
                    <a:pt x="1118281" y="1208133"/>
                  </a:lnTo>
                  <a:lnTo>
                    <a:pt x="1152371" y="1177868"/>
                  </a:lnTo>
                  <a:lnTo>
                    <a:pt x="1184366" y="1145421"/>
                  </a:lnTo>
                  <a:lnTo>
                    <a:pt x="1214151" y="1110910"/>
                  </a:lnTo>
                  <a:lnTo>
                    <a:pt x="1241611" y="1074449"/>
                  </a:lnTo>
                  <a:lnTo>
                    <a:pt x="1266631" y="1036157"/>
                  </a:lnTo>
                  <a:lnTo>
                    <a:pt x="1289097" y="996148"/>
                  </a:lnTo>
                  <a:lnTo>
                    <a:pt x="1308893" y="954539"/>
                  </a:lnTo>
                  <a:lnTo>
                    <a:pt x="1325905" y="911446"/>
                  </a:lnTo>
                  <a:lnTo>
                    <a:pt x="1340019" y="866986"/>
                  </a:lnTo>
                  <a:lnTo>
                    <a:pt x="1351118" y="821275"/>
                  </a:lnTo>
                  <a:lnTo>
                    <a:pt x="1359089" y="774429"/>
                  </a:lnTo>
                  <a:lnTo>
                    <a:pt x="1363817" y="726565"/>
                  </a:lnTo>
                  <a:lnTo>
                    <a:pt x="1365186" y="677798"/>
                  </a:lnTo>
                  <a:lnTo>
                    <a:pt x="1363143" y="629068"/>
                  </a:lnTo>
                  <a:lnTo>
                    <a:pt x="1357753" y="581286"/>
                  </a:lnTo>
                  <a:lnTo>
                    <a:pt x="1349133" y="534565"/>
                  </a:lnTo>
                  <a:lnTo>
                    <a:pt x="1337401" y="489021"/>
                  </a:lnTo>
                  <a:lnTo>
                    <a:pt x="1322671" y="444770"/>
                  </a:lnTo>
                  <a:lnTo>
                    <a:pt x="1305060" y="401924"/>
                  </a:lnTo>
                  <a:lnTo>
                    <a:pt x="1284686" y="360600"/>
                  </a:lnTo>
                  <a:lnTo>
                    <a:pt x="1261665" y="320913"/>
                  </a:lnTo>
                  <a:lnTo>
                    <a:pt x="1236112" y="282976"/>
                  </a:lnTo>
                  <a:lnTo>
                    <a:pt x="1208145" y="246905"/>
                  </a:lnTo>
                  <a:lnTo>
                    <a:pt x="1177880" y="212815"/>
                  </a:lnTo>
                  <a:lnTo>
                    <a:pt x="1145434" y="180819"/>
                  </a:lnTo>
                  <a:lnTo>
                    <a:pt x="1110923" y="151035"/>
                  </a:lnTo>
                  <a:lnTo>
                    <a:pt x="1074463" y="123575"/>
                  </a:lnTo>
                  <a:lnTo>
                    <a:pt x="1036171" y="98554"/>
                  </a:lnTo>
                  <a:lnTo>
                    <a:pt x="996163" y="76089"/>
                  </a:lnTo>
                  <a:lnTo>
                    <a:pt x="954557" y="56292"/>
                  </a:lnTo>
                  <a:lnTo>
                    <a:pt x="911468" y="39280"/>
                  </a:lnTo>
                  <a:lnTo>
                    <a:pt x="867013" y="25167"/>
                  </a:lnTo>
                  <a:lnTo>
                    <a:pt x="821308" y="14068"/>
                  </a:lnTo>
                  <a:lnTo>
                    <a:pt x="774471" y="6097"/>
                  </a:lnTo>
                  <a:lnTo>
                    <a:pt x="726616" y="1369"/>
                  </a:lnTo>
                  <a:lnTo>
                    <a:pt x="6778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1020127" y="4789170"/>
              <a:ext cx="1365250" cy="1365250"/>
            </a:xfrm>
            <a:custGeom>
              <a:avLst/>
              <a:gdLst/>
              <a:ahLst/>
              <a:cxnLst/>
              <a:rect l="l" t="t" r="r" b="b"/>
              <a:pathLst>
                <a:path w="1365250" h="1365250">
                  <a:moveTo>
                    <a:pt x="677862" y="0"/>
                  </a:moveTo>
                  <a:lnTo>
                    <a:pt x="726616" y="1369"/>
                  </a:lnTo>
                  <a:lnTo>
                    <a:pt x="774471" y="6097"/>
                  </a:lnTo>
                  <a:lnTo>
                    <a:pt x="821308" y="14068"/>
                  </a:lnTo>
                  <a:lnTo>
                    <a:pt x="867013" y="25167"/>
                  </a:lnTo>
                  <a:lnTo>
                    <a:pt x="911468" y="39280"/>
                  </a:lnTo>
                  <a:lnTo>
                    <a:pt x="954557" y="56292"/>
                  </a:lnTo>
                  <a:lnTo>
                    <a:pt x="996163" y="76089"/>
                  </a:lnTo>
                  <a:lnTo>
                    <a:pt x="1036171" y="98554"/>
                  </a:lnTo>
                  <a:lnTo>
                    <a:pt x="1074463" y="123575"/>
                  </a:lnTo>
                  <a:lnTo>
                    <a:pt x="1110923" y="151035"/>
                  </a:lnTo>
                  <a:lnTo>
                    <a:pt x="1145434" y="180819"/>
                  </a:lnTo>
                  <a:lnTo>
                    <a:pt x="1177880" y="212815"/>
                  </a:lnTo>
                  <a:lnTo>
                    <a:pt x="1208145" y="246905"/>
                  </a:lnTo>
                  <a:lnTo>
                    <a:pt x="1236112" y="282976"/>
                  </a:lnTo>
                  <a:lnTo>
                    <a:pt x="1261665" y="320913"/>
                  </a:lnTo>
                  <a:lnTo>
                    <a:pt x="1284686" y="360600"/>
                  </a:lnTo>
                  <a:lnTo>
                    <a:pt x="1305060" y="401924"/>
                  </a:lnTo>
                  <a:lnTo>
                    <a:pt x="1322671" y="444770"/>
                  </a:lnTo>
                  <a:lnTo>
                    <a:pt x="1337401" y="489021"/>
                  </a:lnTo>
                  <a:lnTo>
                    <a:pt x="1349133" y="534565"/>
                  </a:lnTo>
                  <a:lnTo>
                    <a:pt x="1357753" y="581286"/>
                  </a:lnTo>
                  <a:lnTo>
                    <a:pt x="1363143" y="629068"/>
                  </a:lnTo>
                  <a:lnTo>
                    <a:pt x="1365186" y="677798"/>
                  </a:lnTo>
                  <a:lnTo>
                    <a:pt x="1363817" y="726565"/>
                  </a:lnTo>
                  <a:lnTo>
                    <a:pt x="1359089" y="774429"/>
                  </a:lnTo>
                  <a:lnTo>
                    <a:pt x="1351118" y="821275"/>
                  </a:lnTo>
                  <a:lnTo>
                    <a:pt x="1340019" y="866986"/>
                  </a:lnTo>
                  <a:lnTo>
                    <a:pt x="1325905" y="911446"/>
                  </a:lnTo>
                  <a:lnTo>
                    <a:pt x="1308893" y="954539"/>
                  </a:lnTo>
                  <a:lnTo>
                    <a:pt x="1289097" y="996148"/>
                  </a:lnTo>
                  <a:lnTo>
                    <a:pt x="1266631" y="1036157"/>
                  </a:lnTo>
                  <a:lnTo>
                    <a:pt x="1241611" y="1074449"/>
                  </a:lnTo>
                  <a:lnTo>
                    <a:pt x="1214151" y="1110910"/>
                  </a:lnTo>
                  <a:lnTo>
                    <a:pt x="1184366" y="1145421"/>
                  </a:lnTo>
                  <a:lnTo>
                    <a:pt x="1152371" y="1177868"/>
                  </a:lnTo>
                  <a:lnTo>
                    <a:pt x="1118281" y="1208133"/>
                  </a:lnTo>
                  <a:lnTo>
                    <a:pt x="1082210" y="1236100"/>
                  </a:lnTo>
                  <a:lnTo>
                    <a:pt x="1044273" y="1261653"/>
                  </a:lnTo>
                  <a:lnTo>
                    <a:pt x="1004585" y="1284677"/>
                  </a:lnTo>
                  <a:lnTo>
                    <a:pt x="963261" y="1305053"/>
                  </a:lnTo>
                  <a:lnTo>
                    <a:pt x="920416" y="1322667"/>
                  </a:lnTo>
                  <a:lnTo>
                    <a:pt x="876164" y="1337402"/>
                  </a:lnTo>
                  <a:lnTo>
                    <a:pt x="830620" y="1349141"/>
                  </a:lnTo>
                  <a:lnTo>
                    <a:pt x="783900" y="1357769"/>
                  </a:lnTo>
                  <a:lnTo>
                    <a:pt x="736117" y="1363169"/>
                  </a:lnTo>
                  <a:lnTo>
                    <a:pt x="687387" y="1365224"/>
                  </a:lnTo>
                  <a:lnTo>
                    <a:pt x="638618" y="1363850"/>
                  </a:lnTo>
                  <a:lnTo>
                    <a:pt x="590751" y="1359119"/>
                  </a:lnTo>
                  <a:lnTo>
                    <a:pt x="543904" y="1351145"/>
                  </a:lnTo>
                  <a:lnTo>
                    <a:pt x="498192" y="1340043"/>
                  </a:lnTo>
                  <a:lnTo>
                    <a:pt x="453733" y="1325929"/>
                  </a:lnTo>
                  <a:lnTo>
                    <a:pt x="410641" y="1308915"/>
                  </a:lnTo>
                  <a:lnTo>
                    <a:pt x="369033" y="1289118"/>
                  </a:lnTo>
                  <a:lnTo>
                    <a:pt x="329025" y="1266651"/>
                  </a:lnTo>
                  <a:lnTo>
                    <a:pt x="290734" y="1241630"/>
                  </a:lnTo>
                  <a:lnTo>
                    <a:pt x="254277" y="1214169"/>
                  </a:lnTo>
                  <a:lnTo>
                    <a:pt x="219768" y="1184383"/>
                  </a:lnTo>
                  <a:lnTo>
                    <a:pt x="187324" y="1152386"/>
                  </a:lnTo>
                  <a:lnTo>
                    <a:pt x="157062" y="1118293"/>
                  </a:lnTo>
                  <a:lnTo>
                    <a:pt x="129098" y="1082220"/>
                  </a:lnTo>
                  <a:lnTo>
                    <a:pt x="103548" y="1044279"/>
                  </a:lnTo>
                  <a:lnTo>
                    <a:pt x="80528" y="1004587"/>
                  </a:lnTo>
                  <a:lnTo>
                    <a:pt x="60155" y="963258"/>
                  </a:lnTo>
                  <a:lnTo>
                    <a:pt x="42544" y="920406"/>
                  </a:lnTo>
                  <a:lnTo>
                    <a:pt x="27812" y="876147"/>
                  </a:lnTo>
                  <a:lnTo>
                    <a:pt x="16076" y="830594"/>
                  </a:lnTo>
                  <a:lnTo>
                    <a:pt x="7451" y="783863"/>
                  </a:lnTo>
                  <a:lnTo>
                    <a:pt x="2053" y="736068"/>
                  </a:lnTo>
                  <a:lnTo>
                    <a:pt x="0" y="687323"/>
                  </a:lnTo>
                  <a:lnTo>
                    <a:pt x="1052" y="644487"/>
                  </a:lnTo>
                  <a:lnTo>
                    <a:pt x="4791" y="601805"/>
                  </a:lnTo>
                  <a:lnTo>
                    <a:pt x="11201" y="559433"/>
                  </a:lnTo>
                  <a:lnTo>
                    <a:pt x="20269" y="517524"/>
                  </a:lnTo>
                  <a:lnTo>
                    <a:pt x="351472" y="600074"/>
                  </a:lnTo>
                  <a:lnTo>
                    <a:pt x="343292" y="645761"/>
                  </a:lnTo>
                  <a:lnTo>
                    <a:pt x="341351" y="691053"/>
                  </a:lnTo>
                  <a:lnTo>
                    <a:pt x="345354" y="735457"/>
                  </a:lnTo>
                  <a:lnTo>
                    <a:pt x="355004" y="778479"/>
                  </a:lnTo>
                  <a:lnTo>
                    <a:pt x="370006" y="819628"/>
                  </a:lnTo>
                  <a:lnTo>
                    <a:pt x="390064" y="858410"/>
                  </a:lnTo>
                  <a:lnTo>
                    <a:pt x="414882" y="894332"/>
                  </a:lnTo>
                  <a:lnTo>
                    <a:pt x="444163" y="926901"/>
                  </a:lnTo>
                  <a:lnTo>
                    <a:pt x="477613" y="955624"/>
                  </a:lnTo>
                  <a:lnTo>
                    <a:pt x="514935" y="980009"/>
                  </a:lnTo>
                  <a:lnTo>
                    <a:pt x="555833" y="999562"/>
                  </a:lnTo>
                  <a:lnTo>
                    <a:pt x="600011" y="1013790"/>
                  </a:lnTo>
                  <a:lnTo>
                    <a:pt x="645699" y="1021969"/>
                  </a:lnTo>
                  <a:lnTo>
                    <a:pt x="690994" y="1023906"/>
                  </a:lnTo>
                  <a:lnTo>
                    <a:pt x="735403" y="1019899"/>
                  </a:lnTo>
                  <a:lnTo>
                    <a:pt x="778432" y="1010243"/>
                  </a:lnTo>
                  <a:lnTo>
                    <a:pt x="819588" y="995234"/>
                  </a:lnTo>
                  <a:lnTo>
                    <a:pt x="858377" y="975169"/>
                  </a:lnTo>
                  <a:lnTo>
                    <a:pt x="894305" y="950343"/>
                  </a:lnTo>
                  <a:lnTo>
                    <a:pt x="926881" y="921053"/>
                  </a:lnTo>
                  <a:lnTo>
                    <a:pt x="955609" y="887595"/>
                  </a:lnTo>
                  <a:lnTo>
                    <a:pt x="979997" y="850265"/>
                  </a:lnTo>
                  <a:lnTo>
                    <a:pt x="999551" y="809360"/>
                  </a:lnTo>
                  <a:lnTo>
                    <a:pt x="1013777" y="765174"/>
                  </a:lnTo>
                  <a:lnTo>
                    <a:pt x="1021957" y="719486"/>
                  </a:lnTo>
                  <a:lnTo>
                    <a:pt x="1023898" y="674191"/>
                  </a:lnTo>
                  <a:lnTo>
                    <a:pt x="1019895" y="629783"/>
                  </a:lnTo>
                  <a:lnTo>
                    <a:pt x="1010245" y="586754"/>
                  </a:lnTo>
                  <a:lnTo>
                    <a:pt x="995243" y="545598"/>
                  </a:lnTo>
                  <a:lnTo>
                    <a:pt x="975185" y="506809"/>
                  </a:lnTo>
                  <a:lnTo>
                    <a:pt x="950367" y="470880"/>
                  </a:lnTo>
                  <a:lnTo>
                    <a:pt x="921086" y="438305"/>
                  </a:lnTo>
                  <a:lnTo>
                    <a:pt x="887636" y="409576"/>
                  </a:lnTo>
                  <a:lnTo>
                    <a:pt x="850314" y="385189"/>
                  </a:lnTo>
                  <a:lnTo>
                    <a:pt x="809416" y="365635"/>
                  </a:lnTo>
                  <a:lnTo>
                    <a:pt x="765238" y="351408"/>
                  </a:lnTo>
                  <a:lnTo>
                    <a:pt x="723042" y="343709"/>
                  </a:lnTo>
                  <a:lnTo>
                    <a:pt x="680275" y="341248"/>
                  </a:lnTo>
                  <a:lnTo>
                    <a:pt x="677862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/>
          <p:cNvSpPr txBox="1"/>
          <p:nvPr/>
        </p:nvSpPr>
        <p:spPr>
          <a:xfrm>
            <a:off x="1886204" y="5793130"/>
            <a:ext cx="2781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FFFFFF"/>
                </a:solidFill>
                <a:latin typeface="Arial"/>
                <a:cs typeface="Arial"/>
              </a:rPr>
              <a:t>79%</a:t>
            </a:r>
            <a:endParaRPr sz="10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43204" y="4502022"/>
            <a:ext cx="734695" cy="5861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221615" indent="310515">
              <a:lnSpc>
                <a:spcPct val="100000"/>
              </a:lnSpc>
              <a:spcBef>
                <a:spcPts val="105"/>
              </a:spcBef>
            </a:pPr>
            <a:r>
              <a:rPr dirty="0" sz="1050" spc="-25" b="1">
                <a:latin typeface="Arial"/>
                <a:cs typeface="Arial"/>
              </a:rPr>
              <a:t>Do </a:t>
            </a:r>
            <a:r>
              <a:rPr dirty="0" sz="1050" spc="-10" b="1">
                <a:latin typeface="Arial"/>
                <a:cs typeface="Arial"/>
              </a:rPr>
              <a:t>nothing</a:t>
            </a:r>
            <a:endParaRPr sz="1050">
              <a:latin typeface="Arial"/>
              <a:cs typeface="Arial"/>
            </a:endParaRPr>
          </a:p>
          <a:p>
            <a:pPr marL="468630">
              <a:lnSpc>
                <a:spcPct val="100000"/>
              </a:lnSpc>
              <a:spcBef>
                <a:spcPts val="690"/>
              </a:spcBef>
            </a:pPr>
            <a:r>
              <a:rPr dirty="0" sz="1000" spc="-25">
                <a:latin typeface="Arial"/>
                <a:cs typeface="Arial"/>
              </a:rPr>
              <a:t>21%</a:t>
            </a:r>
            <a:endParaRPr sz="10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289429" y="5862929"/>
            <a:ext cx="582930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050" spc="-10" b="1">
                <a:latin typeface="Arial"/>
                <a:cs typeface="Arial"/>
              </a:rPr>
              <a:t>Change behavior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6461823" y="4692713"/>
            <a:ext cx="1319530" cy="1384935"/>
            <a:chOff x="6461823" y="4692713"/>
            <a:chExt cx="1319530" cy="1384935"/>
          </a:xfrm>
        </p:grpSpPr>
        <p:sp>
          <p:nvSpPr>
            <p:cNvPr id="61" name="object 61"/>
            <p:cNvSpPr/>
            <p:nvPr/>
          </p:nvSpPr>
          <p:spPr>
            <a:xfrm>
              <a:off x="7037704" y="4697476"/>
              <a:ext cx="82550" cy="330200"/>
            </a:xfrm>
            <a:custGeom>
              <a:avLst/>
              <a:gdLst/>
              <a:ahLst/>
              <a:cxnLst/>
              <a:rect l="l" t="t" r="r" b="b"/>
              <a:pathLst>
                <a:path w="82550" h="330200">
                  <a:moveTo>
                    <a:pt x="82169" y="0"/>
                  </a:moveTo>
                  <a:lnTo>
                    <a:pt x="61596" y="236"/>
                  </a:lnTo>
                  <a:lnTo>
                    <a:pt x="41036" y="1127"/>
                  </a:lnTo>
                  <a:lnTo>
                    <a:pt x="20500" y="2661"/>
                  </a:lnTo>
                  <a:lnTo>
                    <a:pt x="0" y="4825"/>
                  </a:lnTo>
                  <a:lnTo>
                    <a:pt x="40005" y="329818"/>
                  </a:lnTo>
                  <a:lnTo>
                    <a:pt x="50218" y="328727"/>
                  </a:lnTo>
                  <a:lnTo>
                    <a:pt x="60467" y="327945"/>
                  </a:lnTo>
                  <a:lnTo>
                    <a:pt x="70740" y="327497"/>
                  </a:lnTo>
                  <a:lnTo>
                    <a:pt x="81026" y="327405"/>
                  </a:lnTo>
                  <a:lnTo>
                    <a:pt x="82169" y="0"/>
                  </a:lnTo>
                  <a:close/>
                </a:path>
              </a:pathLst>
            </a:custGeom>
            <a:solidFill>
              <a:srgbClr val="B4B4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7037704" y="4697476"/>
              <a:ext cx="82550" cy="330200"/>
            </a:xfrm>
            <a:custGeom>
              <a:avLst/>
              <a:gdLst/>
              <a:ahLst/>
              <a:cxnLst/>
              <a:rect l="l" t="t" r="r" b="b"/>
              <a:pathLst>
                <a:path w="82550" h="330200">
                  <a:moveTo>
                    <a:pt x="0" y="4825"/>
                  </a:moveTo>
                  <a:lnTo>
                    <a:pt x="20500" y="2661"/>
                  </a:lnTo>
                  <a:lnTo>
                    <a:pt x="41036" y="1127"/>
                  </a:lnTo>
                  <a:lnTo>
                    <a:pt x="61596" y="236"/>
                  </a:lnTo>
                  <a:lnTo>
                    <a:pt x="82169" y="0"/>
                  </a:lnTo>
                  <a:lnTo>
                    <a:pt x="81026" y="327405"/>
                  </a:lnTo>
                  <a:lnTo>
                    <a:pt x="70740" y="327497"/>
                  </a:lnTo>
                  <a:lnTo>
                    <a:pt x="60467" y="327945"/>
                  </a:lnTo>
                  <a:lnTo>
                    <a:pt x="50218" y="328727"/>
                  </a:lnTo>
                  <a:lnTo>
                    <a:pt x="40005" y="329818"/>
                  </a:lnTo>
                  <a:lnTo>
                    <a:pt x="0" y="4825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6466585" y="4762754"/>
              <a:ext cx="1310005" cy="1310005"/>
            </a:xfrm>
            <a:custGeom>
              <a:avLst/>
              <a:gdLst/>
              <a:ahLst/>
              <a:cxnLst/>
              <a:rect l="l" t="t" r="r" b="b"/>
              <a:pathLst>
                <a:path w="1310004" h="1310004">
                  <a:moveTo>
                    <a:pt x="657098" y="0"/>
                  </a:moveTo>
                  <a:lnTo>
                    <a:pt x="655955" y="327406"/>
                  </a:lnTo>
                  <a:lnTo>
                    <a:pt x="704569" y="331191"/>
                  </a:lnTo>
                  <a:lnTo>
                    <a:pt x="751058" y="341837"/>
                  </a:lnTo>
                  <a:lnTo>
                    <a:pt x="794867" y="358852"/>
                  </a:lnTo>
                  <a:lnTo>
                    <a:pt x="835439" y="381743"/>
                  </a:lnTo>
                  <a:lnTo>
                    <a:pt x="872220" y="410019"/>
                  </a:lnTo>
                  <a:lnTo>
                    <a:pt x="904653" y="443187"/>
                  </a:lnTo>
                  <a:lnTo>
                    <a:pt x="932184" y="480754"/>
                  </a:lnTo>
                  <a:lnTo>
                    <a:pt x="954256" y="522230"/>
                  </a:lnTo>
                  <a:lnTo>
                    <a:pt x="970315" y="567120"/>
                  </a:lnTo>
                  <a:lnTo>
                    <a:pt x="979805" y="614934"/>
                  </a:lnTo>
                  <a:lnTo>
                    <a:pt x="982192" y="663412"/>
                  </a:lnTo>
                  <a:lnTo>
                    <a:pt x="977597" y="710520"/>
                  </a:lnTo>
                  <a:lnTo>
                    <a:pt x="966459" y="755695"/>
                  </a:lnTo>
                  <a:lnTo>
                    <a:pt x="949221" y="798372"/>
                  </a:lnTo>
                  <a:lnTo>
                    <a:pt x="926324" y="837989"/>
                  </a:lnTo>
                  <a:lnTo>
                    <a:pt x="898209" y="873981"/>
                  </a:lnTo>
                  <a:lnTo>
                    <a:pt x="865318" y="905786"/>
                  </a:lnTo>
                  <a:lnTo>
                    <a:pt x="828092" y="932839"/>
                  </a:lnTo>
                  <a:lnTo>
                    <a:pt x="786972" y="954577"/>
                  </a:lnTo>
                  <a:lnTo>
                    <a:pt x="742399" y="970437"/>
                  </a:lnTo>
                  <a:lnTo>
                    <a:pt x="694817" y="979855"/>
                  </a:lnTo>
                  <a:lnTo>
                    <a:pt x="646338" y="982227"/>
                  </a:lnTo>
                  <a:lnTo>
                    <a:pt x="599228" y="977619"/>
                  </a:lnTo>
                  <a:lnTo>
                    <a:pt x="554051" y="966471"/>
                  </a:lnTo>
                  <a:lnTo>
                    <a:pt x="511371" y="949226"/>
                  </a:lnTo>
                  <a:lnTo>
                    <a:pt x="471750" y="926323"/>
                  </a:lnTo>
                  <a:lnTo>
                    <a:pt x="435751" y="898205"/>
                  </a:lnTo>
                  <a:lnTo>
                    <a:pt x="403939" y="865311"/>
                  </a:lnTo>
                  <a:lnTo>
                    <a:pt x="376876" y="828085"/>
                  </a:lnTo>
                  <a:lnTo>
                    <a:pt x="355127" y="786966"/>
                  </a:lnTo>
                  <a:lnTo>
                    <a:pt x="339253" y="742396"/>
                  </a:lnTo>
                  <a:lnTo>
                    <a:pt x="329819" y="694817"/>
                  </a:lnTo>
                  <a:lnTo>
                    <a:pt x="327462" y="646338"/>
                  </a:lnTo>
                  <a:lnTo>
                    <a:pt x="332084" y="599229"/>
                  </a:lnTo>
                  <a:lnTo>
                    <a:pt x="343242" y="554054"/>
                  </a:lnTo>
                  <a:lnTo>
                    <a:pt x="360496" y="511377"/>
                  </a:lnTo>
                  <a:lnTo>
                    <a:pt x="383405" y="471762"/>
                  </a:lnTo>
                  <a:lnTo>
                    <a:pt x="411529" y="435772"/>
                  </a:lnTo>
                  <a:lnTo>
                    <a:pt x="444426" y="403972"/>
                  </a:lnTo>
                  <a:lnTo>
                    <a:pt x="481656" y="376925"/>
                  </a:lnTo>
                  <a:lnTo>
                    <a:pt x="522778" y="355196"/>
                  </a:lnTo>
                  <a:lnTo>
                    <a:pt x="567350" y="339348"/>
                  </a:lnTo>
                  <a:lnTo>
                    <a:pt x="614934" y="329946"/>
                  </a:lnTo>
                  <a:lnTo>
                    <a:pt x="575056" y="4953"/>
                  </a:lnTo>
                  <a:lnTo>
                    <a:pt x="526555" y="12730"/>
                  </a:lnTo>
                  <a:lnTo>
                    <a:pt x="479394" y="23932"/>
                  </a:lnTo>
                  <a:lnTo>
                    <a:pt x="433697" y="38417"/>
                  </a:lnTo>
                  <a:lnTo>
                    <a:pt x="389587" y="56048"/>
                  </a:lnTo>
                  <a:lnTo>
                    <a:pt x="347186" y="76686"/>
                  </a:lnTo>
                  <a:lnTo>
                    <a:pt x="306617" y="100191"/>
                  </a:lnTo>
                  <a:lnTo>
                    <a:pt x="268005" y="126424"/>
                  </a:lnTo>
                  <a:lnTo>
                    <a:pt x="231471" y="155247"/>
                  </a:lnTo>
                  <a:lnTo>
                    <a:pt x="197139" y="186521"/>
                  </a:lnTo>
                  <a:lnTo>
                    <a:pt x="165131" y="220106"/>
                  </a:lnTo>
                  <a:lnTo>
                    <a:pt x="135572" y="255864"/>
                  </a:lnTo>
                  <a:lnTo>
                    <a:pt x="108583" y="293656"/>
                  </a:lnTo>
                  <a:lnTo>
                    <a:pt x="84289" y="333342"/>
                  </a:lnTo>
                  <a:lnTo>
                    <a:pt x="62812" y="374785"/>
                  </a:lnTo>
                  <a:lnTo>
                    <a:pt x="44275" y="417843"/>
                  </a:lnTo>
                  <a:lnTo>
                    <a:pt x="28801" y="462380"/>
                  </a:lnTo>
                  <a:lnTo>
                    <a:pt x="16514" y="508256"/>
                  </a:lnTo>
                  <a:lnTo>
                    <a:pt x="7535" y="555331"/>
                  </a:lnTo>
                  <a:lnTo>
                    <a:pt x="1990" y="603467"/>
                  </a:lnTo>
                  <a:lnTo>
                    <a:pt x="0" y="652526"/>
                  </a:lnTo>
                  <a:lnTo>
                    <a:pt x="1624" y="701412"/>
                  </a:lnTo>
                  <a:lnTo>
                    <a:pt x="6762" y="749334"/>
                  </a:lnTo>
                  <a:lnTo>
                    <a:pt x="15284" y="796165"/>
                  </a:lnTo>
                  <a:lnTo>
                    <a:pt x="27067" y="841778"/>
                  </a:lnTo>
                  <a:lnTo>
                    <a:pt x="41982" y="886045"/>
                  </a:lnTo>
                  <a:lnTo>
                    <a:pt x="59904" y="928841"/>
                  </a:lnTo>
                  <a:lnTo>
                    <a:pt x="80707" y="970038"/>
                  </a:lnTo>
                  <a:lnTo>
                    <a:pt x="104264" y="1009509"/>
                  </a:lnTo>
                  <a:lnTo>
                    <a:pt x="130449" y="1047126"/>
                  </a:lnTo>
                  <a:lnTo>
                    <a:pt x="159136" y="1082763"/>
                  </a:lnTo>
                  <a:lnTo>
                    <a:pt x="190198" y="1116293"/>
                  </a:lnTo>
                  <a:lnTo>
                    <a:pt x="223509" y="1147589"/>
                  </a:lnTo>
                  <a:lnTo>
                    <a:pt x="258942" y="1176523"/>
                  </a:lnTo>
                  <a:lnTo>
                    <a:pt x="296372" y="1202969"/>
                  </a:lnTo>
                  <a:lnTo>
                    <a:pt x="335673" y="1226799"/>
                  </a:lnTo>
                  <a:lnTo>
                    <a:pt x="376716" y="1247888"/>
                  </a:lnTo>
                  <a:lnTo>
                    <a:pt x="419378" y="1266106"/>
                  </a:lnTo>
                  <a:lnTo>
                    <a:pt x="463530" y="1281329"/>
                  </a:lnTo>
                  <a:lnTo>
                    <a:pt x="509048" y="1293427"/>
                  </a:lnTo>
                  <a:lnTo>
                    <a:pt x="555803" y="1302276"/>
                  </a:lnTo>
                  <a:lnTo>
                    <a:pt x="603671" y="1307746"/>
                  </a:lnTo>
                  <a:lnTo>
                    <a:pt x="652526" y="1309712"/>
                  </a:lnTo>
                  <a:lnTo>
                    <a:pt x="701409" y="1308086"/>
                  </a:lnTo>
                  <a:lnTo>
                    <a:pt x="749328" y="1302949"/>
                  </a:lnTo>
                  <a:lnTo>
                    <a:pt x="796158" y="1294427"/>
                  </a:lnTo>
                  <a:lnTo>
                    <a:pt x="841771" y="1282645"/>
                  </a:lnTo>
                  <a:lnTo>
                    <a:pt x="886039" y="1267731"/>
                  </a:lnTo>
                  <a:lnTo>
                    <a:pt x="928835" y="1249811"/>
                  </a:lnTo>
                  <a:lnTo>
                    <a:pt x="970033" y="1229009"/>
                  </a:lnTo>
                  <a:lnTo>
                    <a:pt x="1009506" y="1205454"/>
                  </a:lnTo>
                  <a:lnTo>
                    <a:pt x="1047125" y="1179270"/>
                  </a:lnTo>
                  <a:lnTo>
                    <a:pt x="1082765" y="1150584"/>
                  </a:lnTo>
                  <a:lnTo>
                    <a:pt x="1116298" y="1119522"/>
                  </a:lnTo>
                  <a:lnTo>
                    <a:pt x="1147596" y="1086210"/>
                  </a:lnTo>
                  <a:lnTo>
                    <a:pt x="1176534" y="1050775"/>
                  </a:lnTo>
                  <a:lnTo>
                    <a:pt x="1202983" y="1013341"/>
                  </a:lnTo>
                  <a:lnTo>
                    <a:pt x="1226818" y="974037"/>
                  </a:lnTo>
                  <a:lnTo>
                    <a:pt x="1247909" y="932987"/>
                  </a:lnTo>
                  <a:lnTo>
                    <a:pt x="1266131" y="890317"/>
                  </a:lnTo>
                  <a:lnTo>
                    <a:pt x="1281357" y="846155"/>
                  </a:lnTo>
                  <a:lnTo>
                    <a:pt x="1293458" y="800626"/>
                  </a:lnTo>
                  <a:lnTo>
                    <a:pt x="1302309" y="753856"/>
                  </a:lnTo>
                  <a:lnTo>
                    <a:pt x="1307782" y="705971"/>
                  </a:lnTo>
                  <a:lnTo>
                    <a:pt x="1309751" y="657098"/>
                  </a:lnTo>
                  <a:lnTo>
                    <a:pt x="1308110" y="608231"/>
                  </a:lnTo>
                  <a:lnTo>
                    <a:pt x="1302960" y="560326"/>
                  </a:lnTo>
                  <a:lnTo>
                    <a:pt x="1294427" y="513510"/>
                  </a:lnTo>
                  <a:lnTo>
                    <a:pt x="1282636" y="467910"/>
                  </a:lnTo>
                  <a:lnTo>
                    <a:pt x="1267715" y="423653"/>
                  </a:lnTo>
                  <a:lnTo>
                    <a:pt x="1249788" y="380866"/>
                  </a:lnTo>
                  <a:lnTo>
                    <a:pt x="1228982" y="339676"/>
                  </a:lnTo>
                  <a:lnTo>
                    <a:pt x="1205423" y="300212"/>
                  </a:lnTo>
                  <a:lnTo>
                    <a:pt x="1179238" y="262599"/>
                  </a:lnTo>
                  <a:lnTo>
                    <a:pt x="1150551" y="226964"/>
                  </a:lnTo>
                  <a:lnTo>
                    <a:pt x="1119489" y="193436"/>
                  </a:lnTo>
                  <a:lnTo>
                    <a:pt x="1086178" y="162142"/>
                  </a:lnTo>
                  <a:lnTo>
                    <a:pt x="1050744" y="133207"/>
                  </a:lnTo>
                  <a:lnTo>
                    <a:pt x="1013313" y="106760"/>
                  </a:lnTo>
                  <a:lnTo>
                    <a:pt x="974011" y="82928"/>
                  </a:lnTo>
                  <a:lnTo>
                    <a:pt x="932964" y="61838"/>
                  </a:lnTo>
                  <a:lnTo>
                    <a:pt x="890298" y="43617"/>
                  </a:lnTo>
                  <a:lnTo>
                    <a:pt x="846140" y="28393"/>
                  </a:lnTo>
                  <a:lnTo>
                    <a:pt x="800615" y="16291"/>
                  </a:lnTo>
                  <a:lnTo>
                    <a:pt x="753848" y="7440"/>
                  </a:lnTo>
                  <a:lnTo>
                    <a:pt x="705967" y="1968"/>
                  </a:lnTo>
                  <a:lnTo>
                    <a:pt x="6570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6466585" y="4762754"/>
              <a:ext cx="1310005" cy="1310005"/>
            </a:xfrm>
            <a:custGeom>
              <a:avLst/>
              <a:gdLst/>
              <a:ahLst/>
              <a:cxnLst/>
              <a:rect l="l" t="t" r="r" b="b"/>
              <a:pathLst>
                <a:path w="1310004" h="1310004">
                  <a:moveTo>
                    <a:pt x="657098" y="0"/>
                  </a:moveTo>
                  <a:lnTo>
                    <a:pt x="705967" y="1968"/>
                  </a:lnTo>
                  <a:lnTo>
                    <a:pt x="753848" y="7440"/>
                  </a:lnTo>
                  <a:lnTo>
                    <a:pt x="800615" y="16291"/>
                  </a:lnTo>
                  <a:lnTo>
                    <a:pt x="846140" y="28393"/>
                  </a:lnTo>
                  <a:lnTo>
                    <a:pt x="890298" y="43617"/>
                  </a:lnTo>
                  <a:lnTo>
                    <a:pt x="932964" y="61838"/>
                  </a:lnTo>
                  <a:lnTo>
                    <a:pt x="974011" y="82928"/>
                  </a:lnTo>
                  <a:lnTo>
                    <a:pt x="1013313" y="106760"/>
                  </a:lnTo>
                  <a:lnTo>
                    <a:pt x="1050744" y="133207"/>
                  </a:lnTo>
                  <a:lnTo>
                    <a:pt x="1086178" y="162142"/>
                  </a:lnTo>
                  <a:lnTo>
                    <a:pt x="1119489" y="193436"/>
                  </a:lnTo>
                  <a:lnTo>
                    <a:pt x="1150551" y="226964"/>
                  </a:lnTo>
                  <a:lnTo>
                    <a:pt x="1179238" y="262599"/>
                  </a:lnTo>
                  <a:lnTo>
                    <a:pt x="1205423" y="300212"/>
                  </a:lnTo>
                  <a:lnTo>
                    <a:pt x="1228982" y="339676"/>
                  </a:lnTo>
                  <a:lnTo>
                    <a:pt x="1249788" y="380866"/>
                  </a:lnTo>
                  <a:lnTo>
                    <a:pt x="1267715" y="423653"/>
                  </a:lnTo>
                  <a:lnTo>
                    <a:pt x="1282636" y="467910"/>
                  </a:lnTo>
                  <a:lnTo>
                    <a:pt x="1294427" y="513510"/>
                  </a:lnTo>
                  <a:lnTo>
                    <a:pt x="1302960" y="560326"/>
                  </a:lnTo>
                  <a:lnTo>
                    <a:pt x="1308110" y="608231"/>
                  </a:lnTo>
                  <a:lnTo>
                    <a:pt x="1309751" y="657098"/>
                  </a:lnTo>
                  <a:lnTo>
                    <a:pt x="1307782" y="705971"/>
                  </a:lnTo>
                  <a:lnTo>
                    <a:pt x="1302309" y="753856"/>
                  </a:lnTo>
                  <a:lnTo>
                    <a:pt x="1293458" y="800626"/>
                  </a:lnTo>
                  <a:lnTo>
                    <a:pt x="1281357" y="846155"/>
                  </a:lnTo>
                  <a:lnTo>
                    <a:pt x="1266131" y="890317"/>
                  </a:lnTo>
                  <a:lnTo>
                    <a:pt x="1247909" y="932987"/>
                  </a:lnTo>
                  <a:lnTo>
                    <a:pt x="1226818" y="974037"/>
                  </a:lnTo>
                  <a:lnTo>
                    <a:pt x="1202983" y="1013341"/>
                  </a:lnTo>
                  <a:lnTo>
                    <a:pt x="1176534" y="1050775"/>
                  </a:lnTo>
                  <a:lnTo>
                    <a:pt x="1147596" y="1086210"/>
                  </a:lnTo>
                  <a:lnTo>
                    <a:pt x="1116298" y="1119522"/>
                  </a:lnTo>
                  <a:lnTo>
                    <a:pt x="1082765" y="1150584"/>
                  </a:lnTo>
                  <a:lnTo>
                    <a:pt x="1047125" y="1179270"/>
                  </a:lnTo>
                  <a:lnTo>
                    <a:pt x="1009506" y="1205454"/>
                  </a:lnTo>
                  <a:lnTo>
                    <a:pt x="970033" y="1229009"/>
                  </a:lnTo>
                  <a:lnTo>
                    <a:pt x="928835" y="1249811"/>
                  </a:lnTo>
                  <a:lnTo>
                    <a:pt x="886039" y="1267731"/>
                  </a:lnTo>
                  <a:lnTo>
                    <a:pt x="841771" y="1282645"/>
                  </a:lnTo>
                  <a:lnTo>
                    <a:pt x="796158" y="1294427"/>
                  </a:lnTo>
                  <a:lnTo>
                    <a:pt x="749328" y="1302949"/>
                  </a:lnTo>
                  <a:lnTo>
                    <a:pt x="701409" y="1308086"/>
                  </a:lnTo>
                  <a:lnTo>
                    <a:pt x="652526" y="1309712"/>
                  </a:lnTo>
                  <a:lnTo>
                    <a:pt x="603671" y="1307746"/>
                  </a:lnTo>
                  <a:lnTo>
                    <a:pt x="555803" y="1302276"/>
                  </a:lnTo>
                  <a:lnTo>
                    <a:pt x="509048" y="1293427"/>
                  </a:lnTo>
                  <a:lnTo>
                    <a:pt x="463530" y="1281329"/>
                  </a:lnTo>
                  <a:lnTo>
                    <a:pt x="419378" y="1266106"/>
                  </a:lnTo>
                  <a:lnTo>
                    <a:pt x="376716" y="1247888"/>
                  </a:lnTo>
                  <a:lnTo>
                    <a:pt x="335673" y="1226799"/>
                  </a:lnTo>
                  <a:lnTo>
                    <a:pt x="296372" y="1202969"/>
                  </a:lnTo>
                  <a:lnTo>
                    <a:pt x="258942" y="1176523"/>
                  </a:lnTo>
                  <a:lnTo>
                    <a:pt x="223509" y="1147589"/>
                  </a:lnTo>
                  <a:lnTo>
                    <a:pt x="190198" y="1116293"/>
                  </a:lnTo>
                  <a:lnTo>
                    <a:pt x="159136" y="1082763"/>
                  </a:lnTo>
                  <a:lnTo>
                    <a:pt x="130449" y="1047126"/>
                  </a:lnTo>
                  <a:lnTo>
                    <a:pt x="104264" y="1009509"/>
                  </a:lnTo>
                  <a:lnTo>
                    <a:pt x="80707" y="970038"/>
                  </a:lnTo>
                  <a:lnTo>
                    <a:pt x="59904" y="928841"/>
                  </a:lnTo>
                  <a:lnTo>
                    <a:pt x="41982" y="886045"/>
                  </a:lnTo>
                  <a:lnTo>
                    <a:pt x="27067" y="841778"/>
                  </a:lnTo>
                  <a:lnTo>
                    <a:pt x="15284" y="796165"/>
                  </a:lnTo>
                  <a:lnTo>
                    <a:pt x="6762" y="749334"/>
                  </a:lnTo>
                  <a:lnTo>
                    <a:pt x="1624" y="701412"/>
                  </a:lnTo>
                  <a:lnTo>
                    <a:pt x="0" y="652526"/>
                  </a:lnTo>
                  <a:lnTo>
                    <a:pt x="1990" y="603467"/>
                  </a:lnTo>
                  <a:lnTo>
                    <a:pt x="7535" y="555331"/>
                  </a:lnTo>
                  <a:lnTo>
                    <a:pt x="16514" y="508256"/>
                  </a:lnTo>
                  <a:lnTo>
                    <a:pt x="28801" y="462380"/>
                  </a:lnTo>
                  <a:lnTo>
                    <a:pt x="44275" y="417843"/>
                  </a:lnTo>
                  <a:lnTo>
                    <a:pt x="62812" y="374785"/>
                  </a:lnTo>
                  <a:lnTo>
                    <a:pt x="84289" y="333342"/>
                  </a:lnTo>
                  <a:lnTo>
                    <a:pt x="108583" y="293656"/>
                  </a:lnTo>
                  <a:lnTo>
                    <a:pt x="135572" y="255864"/>
                  </a:lnTo>
                  <a:lnTo>
                    <a:pt x="165131" y="220106"/>
                  </a:lnTo>
                  <a:lnTo>
                    <a:pt x="197139" y="186521"/>
                  </a:lnTo>
                  <a:lnTo>
                    <a:pt x="231471" y="155247"/>
                  </a:lnTo>
                  <a:lnTo>
                    <a:pt x="268005" y="126424"/>
                  </a:lnTo>
                  <a:lnTo>
                    <a:pt x="306617" y="100191"/>
                  </a:lnTo>
                  <a:lnTo>
                    <a:pt x="347186" y="76686"/>
                  </a:lnTo>
                  <a:lnTo>
                    <a:pt x="389587" y="56048"/>
                  </a:lnTo>
                  <a:lnTo>
                    <a:pt x="433697" y="38417"/>
                  </a:lnTo>
                  <a:lnTo>
                    <a:pt x="479394" y="23932"/>
                  </a:lnTo>
                  <a:lnTo>
                    <a:pt x="526555" y="12730"/>
                  </a:lnTo>
                  <a:lnTo>
                    <a:pt x="575056" y="4953"/>
                  </a:lnTo>
                  <a:lnTo>
                    <a:pt x="614934" y="329946"/>
                  </a:lnTo>
                  <a:lnTo>
                    <a:pt x="567350" y="339348"/>
                  </a:lnTo>
                  <a:lnTo>
                    <a:pt x="522778" y="355196"/>
                  </a:lnTo>
                  <a:lnTo>
                    <a:pt x="481656" y="376925"/>
                  </a:lnTo>
                  <a:lnTo>
                    <a:pt x="444426" y="403972"/>
                  </a:lnTo>
                  <a:lnTo>
                    <a:pt x="411529" y="435772"/>
                  </a:lnTo>
                  <a:lnTo>
                    <a:pt x="383405" y="471762"/>
                  </a:lnTo>
                  <a:lnTo>
                    <a:pt x="360496" y="511377"/>
                  </a:lnTo>
                  <a:lnTo>
                    <a:pt x="343242" y="554054"/>
                  </a:lnTo>
                  <a:lnTo>
                    <a:pt x="332084" y="599229"/>
                  </a:lnTo>
                  <a:lnTo>
                    <a:pt x="327462" y="646338"/>
                  </a:lnTo>
                  <a:lnTo>
                    <a:pt x="329819" y="694817"/>
                  </a:lnTo>
                  <a:lnTo>
                    <a:pt x="339253" y="742396"/>
                  </a:lnTo>
                  <a:lnTo>
                    <a:pt x="355127" y="786966"/>
                  </a:lnTo>
                  <a:lnTo>
                    <a:pt x="376876" y="828085"/>
                  </a:lnTo>
                  <a:lnTo>
                    <a:pt x="403939" y="865311"/>
                  </a:lnTo>
                  <a:lnTo>
                    <a:pt x="435751" y="898205"/>
                  </a:lnTo>
                  <a:lnTo>
                    <a:pt x="471750" y="926323"/>
                  </a:lnTo>
                  <a:lnTo>
                    <a:pt x="511371" y="949226"/>
                  </a:lnTo>
                  <a:lnTo>
                    <a:pt x="554051" y="966471"/>
                  </a:lnTo>
                  <a:lnTo>
                    <a:pt x="599228" y="977619"/>
                  </a:lnTo>
                  <a:lnTo>
                    <a:pt x="646338" y="982227"/>
                  </a:lnTo>
                  <a:lnTo>
                    <a:pt x="694817" y="979855"/>
                  </a:lnTo>
                  <a:lnTo>
                    <a:pt x="742399" y="970437"/>
                  </a:lnTo>
                  <a:lnTo>
                    <a:pt x="786972" y="954577"/>
                  </a:lnTo>
                  <a:lnTo>
                    <a:pt x="828092" y="932839"/>
                  </a:lnTo>
                  <a:lnTo>
                    <a:pt x="865318" y="905786"/>
                  </a:lnTo>
                  <a:lnTo>
                    <a:pt x="898209" y="873981"/>
                  </a:lnTo>
                  <a:lnTo>
                    <a:pt x="926324" y="837989"/>
                  </a:lnTo>
                  <a:lnTo>
                    <a:pt x="949221" y="798372"/>
                  </a:lnTo>
                  <a:lnTo>
                    <a:pt x="966459" y="755695"/>
                  </a:lnTo>
                  <a:lnTo>
                    <a:pt x="977597" y="710520"/>
                  </a:lnTo>
                  <a:lnTo>
                    <a:pt x="982192" y="663412"/>
                  </a:lnTo>
                  <a:lnTo>
                    <a:pt x="979805" y="614934"/>
                  </a:lnTo>
                  <a:lnTo>
                    <a:pt x="970315" y="567120"/>
                  </a:lnTo>
                  <a:lnTo>
                    <a:pt x="954256" y="522230"/>
                  </a:lnTo>
                  <a:lnTo>
                    <a:pt x="932184" y="480754"/>
                  </a:lnTo>
                  <a:lnTo>
                    <a:pt x="904653" y="443187"/>
                  </a:lnTo>
                  <a:lnTo>
                    <a:pt x="872220" y="410019"/>
                  </a:lnTo>
                  <a:lnTo>
                    <a:pt x="835439" y="381743"/>
                  </a:lnTo>
                  <a:lnTo>
                    <a:pt x="794867" y="358852"/>
                  </a:lnTo>
                  <a:lnTo>
                    <a:pt x="751058" y="341837"/>
                  </a:lnTo>
                  <a:lnTo>
                    <a:pt x="704569" y="331191"/>
                  </a:lnTo>
                  <a:lnTo>
                    <a:pt x="655955" y="327406"/>
                  </a:lnTo>
                  <a:lnTo>
                    <a:pt x="657098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/>
          <p:cNvSpPr txBox="1"/>
          <p:nvPr/>
        </p:nvSpPr>
        <p:spPr>
          <a:xfrm>
            <a:off x="7014718" y="5868111"/>
            <a:ext cx="2781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FFFFFF"/>
                </a:solidFill>
                <a:latin typeface="Arial"/>
                <a:cs typeface="Arial"/>
              </a:rPr>
              <a:t>98%</a:t>
            </a:r>
            <a:endParaRPr sz="100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970776" y="4725923"/>
            <a:ext cx="224154" cy="152400"/>
          </a:xfrm>
          <a:prstGeom prst="rect">
            <a:avLst/>
          </a:prstGeom>
          <a:solidFill>
            <a:srgbClr val="B4B4B4"/>
          </a:solidFill>
        </p:spPr>
        <p:txBody>
          <a:bodyPr wrap="square" lIns="0" tIns="0" rIns="0" bIns="0" rtlCol="0" vert="horz">
            <a:spAutoFit/>
          </a:bodyPr>
          <a:lstStyle/>
          <a:p>
            <a:pPr marL="22225">
              <a:lnSpc>
                <a:spcPts val="1180"/>
              </a:lnSpc>
            </a:pPr>
            <a:r>
              <a:rPr dirty="0" sz="1000" spc="-25">
                <a:latin typeface="Arial"/>
                <a:cs typeface="Arial"/>
              </a:rPr>
              <a:t>2%</a:t>
            </a:r>
            <a:endParaRPr sz="10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430174" y="80518"/>
            <a:ext cx="21666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"/>
                <a:cs typeface="Arial"/>
              </a:rPr>
              <a:t>Consumer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–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Smart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Mobility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1240282" y="4672329"/>
            <a:ext cx="1198880" cy="1165225"/>
            <a:chOff x="1240282" y="4672329"/>
            <a:chExt cx="1198880" cy="1165225"/>
          </a:xfrm>
        </p:grpSpPr>
        <p:sp>
          <p:nvSpPr>
            <p:cNvPr id="69" name="object 69"/>
            <p:cNvSpPr/>
            <p:nvPr/>
          </p:nvSpPr>
          <p:spPr>
            <a:xfrm>
              <a:off x="1246632" y="4678679"/>
              <a:ext cx="111760" cy="96520"/>
            </a:xfrm>
            <a:custGeom>
              <a:avLst/>
              <a:gdLst/>
              <a:ahLst/>
              <a:cxnLst/>
              <a:rect l="l" t="t" r="r" b="b"/>
              <a:pathLst>
                <a:path w="111759" h="96520">
                  <a:moveTo>
                    <a:pt x="0" y="0"/>
                  </a:moveTo>
                  <a:lnTo>
                    <a:pt x="111760" y="96266"/>
                  </a:lnTo>
                </a:path>
              </a:pathLst>
            </a:custGeom>
            <a:ln w="12699">
              <a:solidFill>
                <a:srgbClr val="7C7C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2321052" y="5734811"/>
              <a:ext cx="111760" cy="96520"/>
            </a:xfrm>
            <a:custGeom>
              <a:avLst/>
              <a:gdLst/>
              <a:ahLst/>
              <a:cxnLst/>
              <a:rect l="l" t="t" r="r" b="b"/>
              <a:pathLst>
                <a:path w="111760" h="96520">
                  <a:moveTo>
                    <a:pt x="0" y="0"/>
                  </a:moveTo>
                  <a:lnTo>
                    <a:pt x="111760" y="9630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1" name="object 71" descr="$PPTXTitle"/>
          <p:cNvSpPr txBox="1">
            <a:spLocks noGrp="1"/>
          </p:cNvSpPr>
          <p:nvPr>
            <p:ph type="title"/>
          </p:nvPr>
        </p:nvSpPr>
        <p:spPr>
          <a:xfrm>
            <a:off x="430174" y="296926"/>
            <a:ext cx="11186795" cy="928369"/>
          </a:xfrm>
          <a:prstGeom prst="rect"/>
        </p:spPr>
        <p:txBody>
          <a:bodyPr wrap="square" lIns="0" tIns="88265" rIns="0" bIns="0" rtlCol="0" vert="horz">
            <a:spAutoFit/>
          </a:bodyPr>
          <a:lstStyle/>
          <a:p>
            <a:pPr marL="12700" marR="5080">
              <a:lnSpc>
                <a:spcPts val="3260"/>
              </a:lnSpc>
              <a:spcBef>
                <a:spcPts val="695"/>
              </a:spcBef>
            </a:pPr>
            <a:r>
              <a:rPr dirty="0">
                <a:solidFill>
                  <a:srgbClr val="000000"/>
                </a:solidFill>
              </a:rPr>
              <a:t>Every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country</a:t>
            </a:r>
            <a:r>
              <a:rPr dirty="0" spc="-3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has different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priorities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to reduce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CO2: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In </a:t>
            </a:r>
            <a:r>
              <a:rPr dirty="0" spc="-25">
                <a:solidFill>
                  <a:srgbClr val="000000"/>
                </a:solidFill>
              </a:rPr>
              <a:t>GER </a:t>
            </a:r>
            <a:r>
              <a:rPr dirty="0">
                <a:solidFill>
                  <a:srgbClr val="000000"/>
                </a:solidFill>
              </a:rPr>
              <a:t>more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walking,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in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US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switch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to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BEV,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in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CN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public</a:t>
            </a:r>
            <a:r>
              <a:rPr dirty="0" spc="-5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transport</a:t>
            </a:r>
          </a:p>
        </p:txBody>
      </p:sp>
      <p:sp>
        <p:nvSpPr>
          <p:cNvPr id="72" name="object 72"/>
          <p:cNvSpPr txBox="1"/>
          <p:nvPr/>
        </p:nvSpPr>
        <p:spPr>
          <a:xfrm>
            <a:off x="11612626" y="6500876"/>
            <a:ext cx="132080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 spc="-25">
                <a:latin typeface="Arial"/>
                <a:cs typeface="Arial"/>
              </a:rPr>
              <a:t>20</a:t>
            </a:r>
            <a:endParaRPr sz="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2874" y="6385205"/>
            <a:ext cx="11289665" cy="2451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35"/>
              </a:lnSpc>
            </a:pPr>
            <a:r>
              <a:rPr dirty="0" sz="750">
                <a:latin typeface="Arial"/>
                <a:cs typeface="Arial"/>
              </a:rPr>
              <a:t>Digital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Auto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Report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-20">
                <a:latin typeface="Arial"/>
                <a:cs typeface="Arial"/>
              </a:rPr>
              <a:t>2023</a:t>
            </a: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0"/>
              </a:spcBef>
              <a:tabLst>
                <a:tab pos="11182350" algn="l"/>
              </a:tabLst>
            </a:pPr>
            <a:r>
              <a:rPr dirty="0" sz="750" spc="-10">
                <a:latin typeface="Arial"/>
                <a:cs typeface="Arial"/>
              </a:rPr>
              <a:t>Strategy&amp;</a:t>
            </a:r>
            <a:r>
              <a:rPr dirty="0" sz="750">
                <a:latin typeface="Arial"/>
                <a:cs typeface="Arial"/>
              </a:rPr>
              <a:t>	</a:t>
            </a:r>
            <a:r>
              <a:rPr dirty="0" sz="750" spc="-25">
                <a:latin typeface="Arial"/>
                <a:cs typeface="Arial"/>
              </a:rPr>
              <a:t>21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126" y="-3174"/>
            <a:ext cx="12192635" cy="4117975"/>
            <a:chOff x="-126" y="-3174"/>
            <a:chExt cx="12192635" cy="41179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40233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4023360"/>
              <a:ext cx="12192000" cy="91440"/>
            </a:xfrm>
            <a:custGeom>
              <a:avLst/>
              <a:gdLst/>
              <a:ahLst/>
              <a:cxnLst/>
              <a:rect l="l" t="t" r="r" b="b"/>
              <a:pathLst>
                <a:path w="12192000" h="91439">
                  <a:moveTo>
                    <a:pt x="12192000" y="0"/>
                  </a:moveTo>
                  <a:lnTo>
                    <a:pt x="0" y="0"/>
                  </a:lnTo>
                  <a:lnTo>
                    <a:pt x="0" y="91439"/>
                  </a:lnTo>
                  <a:lnTo>
                    <a:pt x="12192000" y="9143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048" y="0"/>
              <a:ext cx="5896610" cy="4044950"/>
            </a:xfrm>
            <a:custGeom>
              <a:avLst/>
              <a:gdLst/>
              <a:ahLst/>
              <a:cxnLst/>
              <a:rect l="l" t="t" r="r" b="b"/>
              <a:pathLst>
                <a:path w="5896610" h="4044950">
                  <a:moveTo>
                    <a:pt x="3558733" y="0"/>
                  </a:moveTo>
                  <a:lnTo>
                    <a:pt x="0" y="0"/>
                  </a:lnTo>
                  <a:lnTo>
                    <a:pt x="0" y="4044695"/>
                  </a:lnTo>
                  <a:lnTo>
                    <a:pt x="5896356" y="4041520"/>
                  </a:lnTo>
                  <a:lnTo>
                    <a:pt x="3558733" y="0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048" y="0"/>
              <a:ext cx="5896610" cy="4044950"/>
            </a:xfrm>
            <a:custGeom>
              <a:avLst/>
              <a:gdLst/>
              <a:ahLst/>
              <a:cxnLst/>
              <a:rect l="l" t="t" r="r" b="b"/>
              <a:pathLst>
                <a:path w="5896610" h="4044950">
                  <a:moveTo>
                    <a:pt x="0" y="0"/>
                  </a:moveTo>
                  <a:lnTo>
                    <a:pt x="0" y="4044695"/>
                  </a:lnTo>
                  <a:lnTo>
                    <a:pt x="5896356" y="4041520"/>
                  </a:lnTo>
                  <a:lnTo>
                    <a:pt x="3558733" y="0"/>
                  </a:lnTo>
                </a:path>
              </a:pathLst>
            </a:custGeom>
            <a:ln w="6350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412800" y="4558665"/>
            <a:ext cx="11156315" cy="11163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63245" indent="-5334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563245" algn="l"/>
              </a:tabLst>
            </a:pPr>
            <a:r>
              <a:rPr dirty="0" sz="2400">
                <a:latin typeface="Georgia"/>
                <a:cs typeface="Georgia"/>
              </a:rPr>
              <a:t>Consumer</a:t>
            </a:r>
            <a:r>
              <a:rPr dirty="0" sz="2400" spc="-30">
                <a:latin typeface="Georgia"/>
                <a:cs typeface="Georgia"/>
              </a:rPr>
              <a:t> </a:t>
            </a:r>
            <a:r>
              <a:rPr dirty="0" sz="2400">
                <a:latin typeface="Georgia"/>
                <a:cs typeface="Georgia"/>
              </a:rPr>
              <a:t>preferences</a:t>
            </a:r>
            <a:r>
              <a:rPr dirty="0" sz="2400" spc="-30">
                <a:latin typeface="Georgia"/>
                <a:cs typeface="Georgia"/>
              </a:rPr>
              <a:t> </a:t>
            </a:r>
            <a:r>
              <a:rPr dirty="0" sz="2400">
                <a:latin typeface="Georgia"/>
                <a:cs typeface="Georgia"/>
              </a:rPr>
              <a:t>–</a:t>
            </a:r>
            <a:r>
              <a:rPr dirty="0" sz="2400" spc="-40">
                <a:latin typeface="Georgia"/>
                <a:cs typeface="Georgia"/>
              </a:rPr>
              <a:t> </a:t>
            </a:r>
            <a:r>
              <a:rPr dirty="0" sz="2400">
                <a:latin typeface="Georgia"/>
                <a:cs typeface="Georgia"/>
              </a:rPr>
              <a:t>connected,</a:t>
            </a:r>
            <a:r>
              <a:rPr dirty="0" sz="2400" spc="-40">
                <a:latin typeface="Georgia"/>
                <a:cs typeface="Georgia"/>
              </a:rPr>
              <a:t> </a:t>
            </a:r>
            <a:r>
              <a:rPr dirty="0" sz="2400">
                <a:latin typeface="Georgia"/>
                <a:cs typeface="Georgia"/>
              </a:rPr>
              <a:t>electric,</a:t>
            </a:r>
            <a:r>
              <a:rPr dirty="0" sz="2400" spc="-55">
                <a:latin typeface="Georgia"/>
                <a:cs typeface="Georgia"/>
              </a:rPr>
              <a:t> </a:t>
            </a:r>
            <a:r>
              <a:rPr dirty="0" sz="2400">
                <a:latin typeface="Georgia"/>
                <a:cs typeface="Georgia"/>
              </a:rPr>
              <a:t>automated</a:t>
            </a:r>
            <a:r>
              <a:rPr dirty="0" sz="2400" spc="-40">
                <a:latin typeface="Georgia"/>
                <a:cs typeface="Georgia"/>
              </a:rPr>
              <a:t> </a:t>
            </a:r>
            <a:r>
              <a:rPr dirty="0" sz="2400">
                <a:latin typeface="Georgia"/>
                <a:cs typeface="Georgia"/>
              </a:rPr>
              <a:t>and</a:t>
            </a:r>
            <a:r>
              <a:rPr dirty="0" sz="2400" spc="-40">
                <a:latin typeface="Georgia"/>
                <a:cs typeface="Georgia"/>
              </a:rPr>
              <a:t> </a:t>
            </a:r>
            <a:r>
              <a:rPr dirty="0" sz="2400" spc="-10">
                <a:latin typeface="Georgia"/>
                <a:cs typeface="Georgia"/>
              </a:rPr>
              <a:t>smart</a:t>
            </a:r>
            <a:endParaRPr sz="2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AutoNum type="arabicPeriod"/>
            </a:pPr>
            <a:endParaRPr sz="2400">
              <a:latin typeface="Georgia"/>
              <a:cs typeface="Georgia"/>
            </a:endParaRPr>
          </a:p>
          <a:p>
            <a:pPr marL="545465" indent="-532765">
              <a:lnSpc>
                <a:spcPct val="100000"/>
              </a:lnSpc>
              <a:buAutoNum type="arabicPeriod"/>
              <a:tabLst>
                <a:tab pos="545465" algn="l"/>
              </a:tabLst>
            </a:pPr>
            <a:r>
              <a:rPr dirty="0" sz="2400" b="1">
                <a:solidFill>
                  <a:srgbClr val="A21F1F"/>
                </a:solidFill>
                <a:latin typeface="Georgia"/>
                <a:cs typeface="Georgia"/>
              </a:rPr>
              <a:t>Implications</a:t>
            </a:r>
            <a:r>
              <a:rPr dirty="0" sz="2400" spc="-35" b="1">
                <a:solidFill>
                  <a:srgbClr val="A21F1F"/>
                </a:solidFill>
                <a:latin typeface="Georgia"/>
                <a:cs typeface="Georgia"/>
              </a:rPr>
              <a:t> </a:t>
            </a:r>
            <a:r>
              <a:rPr dirty="0" sz="2400" b="1">
                <a:solidFill>
                  <a:srgbClr val="A21F1F"/>
                </a:solidFill>
                <a:latin typeface="Georgia"/>
                <a:cs typeface="Georgia"/>
              </a:rPr>
              <a:t>for</a:t>
            </a:r>
            <a:r>
              <a:rPr dirty="0" sz="2400" spc="-15" b="1">
                <a:solidFill>
                  <a:srgbClr val="A21F1F"/>
                </a:solidFill>
                <a:latin typeface="Georgia"/>
                <a:cs typeface="Georgia"/>
              </a:rPr>
              <a:t> </a:t>
            </a:r>
            <a:r>
              <a:rPr dirty="0" sz="2400" b="1">
                <a:solidFill>
                  <a:srgbClr val="A21F1F"/>
                </a:solidFill>
                <a:latin typeface="Georgia"/>
                <a:cs typeface="Georgia"/>
              </a:rPr>
              <a:t>auto</a:t>
            </a:r>
            <a:r>
              <a:rPr dirty="0" sz="2400" spc="-10" b="1">
                <a:solidFill>
                  <a:srgbClr val="A21F1F"/>
                </a:solidFill>
                <a:latin typeface="Georgia"/>
                <a:cs typeface="Georgia"/>
              </a:rPr>
              <a:t> </a:t>
            </a:r>
            <a:r>
              <a:rPr dirty="0" sz="2400" b="1">
                <a:solidFill>
                  <a:srgbClr val="A21F1F"/>
                </a:solidFill>
                <a:latin typeface="Georgia"/>
                <a:cs typeface="Georgia"/>
              </a:rPr>
              <a:t>players</a:t>
            </a:r>
            <a:r>
              <a:rPr dirty="0" sz="2400" spc="-10" b="1">
                <a:solidFill>
                  <a:srgbClr val="A21F1F"/>
                </a:solidFill>
                <a:latin typeface="Georgia"/>
                <a:cs typeface="Georgia"/>
              </a:rPr>
              <a:t> </a:t>
            </a:r>
            <a:r>
              <a:rPr dirty="0" sz="2400" b="1">
                <a:solidFill>
                  <a:srgbClr val="A21F1F"/>
                </a:solidFill>
                <a:latin typeface="Georgia"/>
                <a:cs typeface="Georgia"/>
              </a:rPr>
              <a:t>–</a:t>
            </a:r>
            <a:r>
              <a:rPr dirty="0" sz="2400" spc="-5" b="1">
                <a:solidFill>
                  <a:srgbClr val="A21F1F"/>
                </a:solidFill>
                <a:latin typeface="Georgia"/>
                <a:cs typeface="Georgia"/>
              </a:rPr>
              <a:t> </a:t>
            </a:r>
            <a:r>
              <a:rPr dirty="0" sz="2400" b="1">
                <a:solidFill>
                  <a:srgbClr val="A21F1F"/>
                </a:solidFill>
                <a:latin typeface="Georgia"/>
                <a:cs typeface="Georgia"/>
              </a:rPr>
              <a:t>interface,</a:t>
            </a:r>
            <a:r>
              <a:rPr dirty="0" sz="2400" spc="-15" b="1">
                <a:solidFill>
                  <a:srgbClr val="A21F1F"/>
                </a:solidFill>
                <a:latin typeface="Georgia"/>
                <a:cs typeface="Georgia"/>
              </a:rPr>
              <a:t> </a:t>
            </a:r>
            <a:r>
              <a:rPr dirty="0" sz="2400" b="1">
                <a:solidFill>
                  <a:srgbClr val="A21F1F"/>
                </a:solidFill>
                <a:latin typeface="Georgia"/>
                <a:cs typeface="Georgia"/>
              </a:rPr>
              <a:t>subscription</a:t>
            </a:r>
            <a:r>
              <a:rPr dirty="0" sz="2400" spc="-50" b="1">
                <a:solidFill>
                  <a:srgbClr val="A21F1F"/>
                </a:solidFill>
                <a:latin typeface="Georgia"/>
                <a:cs typeface="Georgia"/>
              </a:rPr>
              <a:t> </a:t>
            </a:r>
            <a:r>
              <a:rPr dirty="0" sz="2400" b="1">
                <a:solidFill>
                  <a:srgbClr val="A21F1F"/>
                </a:solidFill>
                <a:latin typeface="Georgia"/>
                <a:cs typeface="Georgia"/>
              </a:rPr>
              <a:t>and</a:t>
            </a:r>
            <a:r>
              <a:rPr dirty="0" sz="2400" spc="-25" b="1">
                <a:solidFill>
                  <a:srgbClr val="A21F1F"/>
                </a:solidFill>
                <a:latin typeface="Georgia"/>
                <a:cs typeface="Georgia"/>
              </a:rPr>
              <a:t> </a:t>
            </a:r>
            <a:r>
              <a:rPr dirty="0" sz="2400" spc="-10" b="1">
                <a:solidFill>
                  <a:srgbClr val="A21F1F"/>
                </a:solidFill>
                <a:latin typeface="Georgia"/>
                <a:cs typeface="Georgia"/>
              </a:rPr>
              <a:t>charging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430174" y="1607565"/>
            <a:ext cx="2247265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10"/>
              <a:t>Contents</a:t>
            </a:r>
            <a:endParaRPr sz="4400"/>
          </a:p>
        </p:txBody>
      </p:sp>
      <p:sp>
        <p:nvSpPr>
          <p:cNvPr id="10" name="object 10"/>
          <p:cNvSpPr/>
          <p:nvPr/>
        </p:nvSpPr>
        <p:spPr>
          <a:xfrm>
            <a:off x="3561338" y="0"/>
            <a:ext cx="2338070" cy="4043679"/>
          </a:xfrm>
          <a:custGeom>
            <a:avLst/>
            <a:gdLst/>
            <a:ahLst/>
            <a:cxnLst/>
            <a:rect l="l" t="t" r="r" b="b"/>
            <a:pathLst>
              <a:path w="2338070" h="4043679">
                <a:moveTo>
                  <a:pt x="0" y="0"/>
                </a:moveTo>
                <a:lnTo>
                  <a:pt x="2337938" y="4043426"/>
                </a:lnTo>
              </a:path>
            </a:pathLst>
          </a:custGeom>
          <a:ln w="28575">
            <a:solidFill>
              <a:srgbClr val="A2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66700" y="6217920"/>
            <a:ext cx="11633200" cy="457200"/>
          </a:xfrm>
          <a:custGeom>
            <a:avLst/>
            <a:gdLst/>
            <a:ahLst/>
            <a:cxnLst/>
            <a:rect l="l" t="t" r="r" b="b"/>
            <a:pathLst>
              <a:path w="11633200" h="457200">
                <a:moveTo>
                  <a:pt x="11632692" y="0"/>
                </a:moveTo>
                <a:lnTo>
                  <a:pt x="0" y="0"/>
                </a:lnTo>
                <a:lnTo>
                  <a:pt x="0" y="457199"/>
                </a:lnTo>
                <a:lnTo>
                  <a:pt x="11632692" y="457199"/>
                </a:lnTo>
                <a:lnTo>
                  <a:pt x="1163269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402336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42874" y="6385205"/>
            <a:ext cx="11289665" cy="2451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35"/>
              </a:lnSpc>
            </a:pPr>
            <a:r>
              <a:rPr dirty="0" sz="750">
                <a:latin typeface="Arial"/>
                <a:cs typeface="Arial"/>
              </a:rPr>
              <a:t>Digital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Auto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Report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-20">
                <a:latin typeface="Arial"/>
                <a:cs typeface="Arial"/>
              </a:rPr>
              <a:t>2023</a:t>
            </a: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0"/>
              </a:spcBef>
              <a:tabLst>
                <a:tab pos="11182350" algn="l"/>
              </a:tabLst>
            </a:pPr>
            <a:r>
              <a:rPr dirty="0" sz="750" spc="-10">
                <a:latin typeface="Arial"/>
                <a:cs typeface="Arial"/>
              </a:rPr>
              <a:t>Strategy&amp;</a:t>
            </a:r>
            <a:r>
              <a:rPr dirty="0" sz="750">
                <a:latin typeface="Arial"/>
                <a:cs typeface="Arial"/>
              </a:rPr>
              <a:t>	</a:t>
            </a:r>
            <a:r>
              <a:rPr dirty="0" sz="750" spc="-25">
                <a:latin typeface="Arial"/>
                <a:cs typeface="Arial"/>
              </a:rPr>
              <a:t>22</a:t>
            </a:r>
            <a:endParaRPr sz="75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769489" y="4977510"/>
            <a:ext cx="706882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i="1">
                <a:solidFill>
                  <a:srgbClr val="A21F1F"/>
                </a:solidFill>
                <a:latin typeface="Georgia"/>
                <a:cs typeface="Georgia"/>
              </a:rPr>
              <a:t>Getting</a:t>
            </a:r>
            <a:r>
              <a:rPr dirty="0" sz="4000" spc="-110" i="1">
                <a:solidFill>
                  <a:srgbClr val="A21F1F"/>
                </a:solidFill>
                <a:latin typeface="Georgia"/>
                <a:cs typeface="Georgia"/>
              </a:rPr>
              <a:t> </a:t>
            </a:r>
            <a:r>
              <a:rPr dirty="0" sz="4000" i="1">
                <a:solidFill>
                  <a:srgbClr val="A21F1F"/>
                </a:solidFill>
                <a:latin typeface="Georgia"/>
                <a:cs typeface="Georgia"/>
              </a:rPr>
              <a:t>the</a:t>
            </a:r>
            <a:r>
              <a:rPr dirty="0" sz="4000" spc="-110" i="1">
                <a:solidFill>
                  <a:srgbClr val="A21F1F"/>
                </a:solidFill>
                <a:latin typeface="Georgia"/>
                <a:cs typeface="Georgia"/>
              </a:rPr>
              <a:t> </a:t>
            </a:r>
            <a:r>
              <a:rPr dirty="0" sz="4000" i="1">
                <a:solidFill>
                  <a:srgbClr val="A21F1F"/>
                </a:solidFill>
                <a:latin typeface="Georgia"/>
                <a:cs typeface="Georgia"/>
              </a:rPr>
              <a:t>user</a:t>
            </a:r>
            <a:r>
              <a:rPr dirty="0" sz="4000" spc="-105" i="1">
                <a:solidFill>
                  <a:srgbClr val="A21F1F"/>
                </a:solidFill>
                <a:latin typeface="Georgia"/>
                <a:cs typeface="Georgia"/>
              </a:rPr>
              <a:t> </a:t>
            </a:r>
            <a:r>
              <a:rPr dirty="0" sz="4000" i="1">
                <a:solidFill>
                  <a:srgbClr val="A21F1F"/>
                </a:solidFill>
                <a:latin typeface="Georgia"/>
                <a:cs typeface="Georgia"/>
              </a:rPr>
              <a:t>interface</a:t>
            </a:r>
            <a:r>
              <a:rPr dirty="0" sz="4000" spc="-110" i="1">
                <a:solidFill>
                  <a:srgbClr val="A21F1F"/>
                </a:solidFill>
                <a:latin typeface="Georgia"/>
                <a:cs typeface="Georgia"/>
              </a:rPr>
              <a:t> </a:t>
            </a:r>
            <a:r>
              <a:rPr dirty="0" sz="4000" spc="-10" i="1">
                <a:solidFill>
                  <a:srgbClr val="A21F1F"/>
                </a:solidFill>
                <a:latin typeface="Georgia"/>
                <a:cs typeface="Georgia"/>
              </a:rPr>
              <a:t>right</a:t>
            </a:r>
            <a:endParaRPr sz="40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6700" y="6217920"/>
            <a:ext cx="11633200" cy="457200"/>
          </a:xfrm>
          <a:custGeom>
            <a:avLst/>
            <a:gdLst/>
            <a:ahLst/>
            <a:cxnLst/>
            <a:rect l="l" t="t" r="r" b="b"/>
            <a:pathLst>
              <a:path w="11633200" h="457200">
                <a:moveTo>
                  <a:pt x="11632692" y="0"/>
                </a:moveTo>
                <a:lnTo>
                  <a:pt x="0" y="0"/>
                </a:lnTo>
                <a:lnTo>
                  <a:pt x="0" y="457199"/>
                </a:lnTo>
                <a:lnTo>
                  <a:pt x="11632692" y="457199"/>
                </a:lnTo>
                <a:lnTo>
                  <a:pt x="1163269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6341160"/>
            <a:ext cx="1062355" cy="3003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300"/>
              </a:lnSpc>
              <a:spcBef>
                <a:spcPts val="95"/>
              </a:spcBef>
            </a:pPr>
            <a:r>
              <a:rPr dirty="0" sz="750">
                <a:latin typeface="Arial"/>
                <a:cs typeface="Arial"/>
              </a:rPr>
              <a:t>Digital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Auto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Report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-20">
                <a:latin typeface="Arial"/>
                <a:cs typeface="Arial"/>
              </a:rPr>
              <a:t>2023</a:t>
            </a:r>
            <a:r>
              <a:rPr dirty="0" sz="750" spc="-10">
                <a:latin typeface="Arial"/>
                <a:cs typeface="Arial"/>
              </a:rPr>
              <a:t> Strategy&amp;</a:t>
            </a:r>
            <a:endParaRPr sz="7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8265" rIns="0" bIns="0" rtlCol="0" vert="horz">
            <a:spAutoFit/>
          </a:bodyPr>
          <a:lstStyle/>
          <a:p>
            <a:pPr marL="12700" marR="5080">
              <a:lnSpc>
                <a:spcPts val="3260"/>
              </a:lnSpc>
              <a:spcBef>
                <a:spcPts val="695"/>
              </a:spcBef>
            </a:pPr>
            <a:r>
              <a:rPr dirty="0">
                <a:solidFill>
                  <a:srgbClr val="000000"/>
                </a:solidFill>
              </a:rPr>
              <a:t>The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relevant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market for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automotive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players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is </a:t>
            </a:r>
            <a:r>
              <a:rPr dirty="0" spc="-10">
                <a:solidFill>
                  <a:srgbClr val="000000"/>
                </a:solidFill>
              </a:rPr>
              <a:t>expanding </a:t>
            </a:r>
            <a:r>
              <a:rPr dirty="0">
                <a:solidFill>
                  <a:srgbClr val="000000"/>
                </a:solidFill>
              </a:rPr>
              <a:t>beyond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car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itself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–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maintaining</a:t>
            </a:r>
            <a:r>
              <a:rPr dirty="0" spc="-4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user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access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is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crucial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78354" y="6500876"/>
            <a:ext cx="1698625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>
                <a:latin typeface="Arial"/>
                <a:cs typeface="Arial"/>
              </a:rPr>
              <a:t>Source:</a:t>
            </a:r>
            <a:r>
              <a:rPr dirty="0" sz="750" spc="-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Strategy&amp;,</a:t>
            </a:r>
            <a:r>
              <a:rPr dirty="0" sz="750" spc="-2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PwC</a:t>
            </a:r>
            <a:r>
              <a:rPr dirty="0" sz="750" spc="1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Ecosystemizer</a:t>
            </a:r>
            <a:endParaRPr sz="7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254752" y="4824984"/>
            <a:ext cx="1042669" cy="248920"/>
          </a:xfrm>
          <a:custGeom>
            <a:avLst/>
            <a:gdLst/>
            <a:ahLst/>
            <a:cxnLst/>
            <a:rect l="l" t="t" r="r" b="b"/>
            <a:pathLst>
              <a:path w="1042670" h="248920">
                <a:moveTo>
                  <a:pt x="1042415" y="0"/>
                </a:moveTo>
                <a:lnTo>
                  <a:pt x="0" y="0"/>
                </a:lnTo>
                <a:lnTo>
                  <a:pt x="0" y="248412"/>
                </a:lnTo>
                <a:lnTo>
                  <a:pt x="1042415" y="248412"/>
                </a:lnTo>
                <a:lnTo>
                  <a:pt x="1042415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417058" y="4852492"/>
            <a:ext cx="72072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latin typeface="Arial"/>
                <a:cs typeface="Arial"/>
              </a:rPr>
              <a:t>Realiser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254752" y="5372100"/>
            <a:ext cx="1042669" cy="248920"/>
          </a:xfrm>
          <a:custGeom>
            <a:avLst/>
            <a:gdLst/>
            <a:ahLst/>
            <a:cxnLst/>
            <a:rect l="l" t="t" r="r" b="b"/>
            <a:pathLst>
              <a:path w="1042670" h="248920">
                <a:moveTo>
                  <a:pt x="1042415" y="0"/>
                </a:moveTo>
                <a:lnTo>
                  <a:pt x="0" y="0"/>
                </a:lnTo>
                <a:lnTo>
                  <a:pt x="0" y="248412"/>
                </a:lnTo>
                <a:lnTo>
                  <a:pt x="1042415" y="248412"/>
                </a:lnTo>
                <a:lnTo>
                  <a:pt x="1042415" y="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436870" y="5400547"/>
            <a:ext cx="67881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latin typeface="Arial"/>
                <a:cs typeface="Arial"/>
              </a:rPr>
              <a:t>Enabler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0174" y="2830195"/>
            <a:ext cx="3058160" cy="315722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92405" marR="5080" indent="-180340">
              <a:lnSpc>
                <a:spcPct val="95000"/>
              </a:lnSpc>
              <a:spcBef>
                <a:spcPts val="185"/>
              </a:spcBef>
              <a:buSzPct val="85714"/>
              <a:buFont typeface="Arial"/>
              <a:buChar char="•"/>
              <a:tabLst>
                <a:tab pos="192405" algn="l"/>
              </a:tabLst>
            </a:pPr>
            <a:r>
              <a:rPr dirty="0" sz="1400" b="1">
                <a:latin typeface="Arial"/>
                <a:cs typeface="Arial"/>
              </a:rPr>
              <a:t>Mobility</a:t>
            </a:r>
            <a:r>
              <a:rPr dirty="0" sz="1400" spc="-6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demand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is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influenced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by </a:t>
            </a:r>
            <a:r>
              <a:rPr dirty="0" sz="1400" spc="-10">
                <a:latin typeface="Arial"/>
                <a:cs typeface="Arial"/>
              </a:rPr>
              <a:t>long-</a:t>
            </a:r>
            <a:r>
              <a:rPr dirty="0" sz="1400">
                <a:latin typeface="Arial"/>
                <a:cs typeface="Arial"/>
              </a:rPr>
              <a:t>term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economic,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political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and </a:t>
            </a:r>
            <a:r>
              <a:rPr dirty="0" sz="1400">
                <a:latin typeface="Arial"/>
                <a:cs typeface="Arial"/>
              </a:rPr>
              <a:t>social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trends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as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well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as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generational changes</a:t>
            </a:r>
            <a:endParaRPr sz="1400">
              <a:latin typeface="Arial"/>
              <a:cs typeface="Arial"/>
            </a:endParaRPr>
          </a:p>
          <a:p>
            <a:pPr marL="192405" marR="78105" indent="-180340">
              <a:lnSpc>
                <a:spcPts val="1600"/>
              </a:lnSpc>
              <a:spcBef>
                <a:spcPts val="640"/>
              </a:spcBef>
              <a:buSzPct val="85714"/>
              <a:buChar char="•"/>
              <a:tabLst>
                <a:tab pos="192405" algn="l"/>
              </a:tabLst>
            </a:pP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individual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user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is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located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at</a:t>
            </a:r>
            <a:r>
              <a:rPr dirty="0" sz="1400" spc="-25">
                <a:latin typeface="Arial"/>
                <a:cs typeface="Arial"/>
              </a:rPr>
              <a:t> the </a:t>
            </a:r>
            <a:r>
              <a:rPr dirty="0" sz="1400">
                <a:latin typeface="Arial"/>
                <a:cs typeface="Arial"/>
              </a:rPr>
              <a:t>center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of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ecosystem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approach </a:t>
            </a:r>
            <a:r>
              <a:rPr dirty="0" sz="1400" b="1">
                <a:latin typeface="Arial"/>
                <a:cs typeface="Arial"/>
              </a:rPr>
              <a:t>(business</a:t>
            </a:r>
            <a:r>
              <a:rPr dirty="0" sz="1400" spc="-6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to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human)</a:t>
            </a:r>
            <a:endParaRPr sz="1400">
              <a:latin typeface="Arial"/>
              <a:cs typeface="Arial"/>
            </a:endParaRPr>
          </a:p>
          <a:p>
            <a:pPr marL="193675" indent="-180975">
              <a:lnSpc>
                <a:spcPts val="1639"/>
              </a:lnSpc>
              <a:spcBef>
                <a:spcPts val="465"/>
              </a:spcBef>
              <a:buSzPct val="85714"/>
              <a:buChar char="•"/>
              <a:tabLst>
                <a:tab pos="193675" algn="l"/>
              </a:tabLst>
            </a:pPr>
            <a:r>
              <a:rPr dirty="0" sz="1400">
                <a:latin typeface="Arial"/>
                <a:cs typeface="Arial"/>
              </a:rPr>
              <a:t>Consumer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needs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can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be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grouped</a:t>
            </a:r>
            <a:endParaRPr sz="1400">
              <a:latin typeface="Arial"/>
              <a:cs typeface="Arial"/>
            </a:endParaRPr>
          </a:p>
          <a:p>
            <a:pPr marL="192405">
              <a:lnSpc>
                <a:spcPts val="1639"/>
              </a:lnSpc>
            </a:pPr>
            <a:r>
              <a:rPr dirty="0" sz="1400">
                <a:latin typeface="Arial"/>
                <a:cs typeface="Arial"/>
              </a:rPr>
              <a:t>into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ten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distinct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Life</a:t>
            </a:r>
            <a:r>
              <a:rPr dirty="0" sz="1400" spc="-7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Areas</a:t>
            </a:r>
            <a:endParaRPr sz="1400">
              <a:latin typeface="Arial"/>
              <a:cs typeface="Arial"/>
            </a:endParaRPr>
          </a:p>
          <a:p>
            <a:pPr marL="192405" marR="34925" indent="-180340">
              <a:lnSpc>
                <a:spcPct val="100000"/>
              </a:lnSpc>
              <a:spcBef>
                <a:spcPts val="605"/>
              </a:spcBef>
              <a:buSzPct val="85714"/>
              <a:buChar char="•"/>
              <a:tabLst>
                <a:tab pos="192405" algn="l"/>
              </a:tabLst>
            </a:pPr>
            <a:r>
              <a:rPr dirty="0" sz="1400">
                <a:latin typeface="Arial"/>
                <a:cs typeface="Arial"/>
              </a:rPr>
              <a:t>Within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these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Life</a:t>
            </a:r>
            <a:r>
              <a:rPr dirty="0" sz="1400" spc="-10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Areas, </a:t>
            </a:r>
            <a:r>
              <a:rPr dirty="0" sz="1400" b="1">
                <a:latin typeface="Arial"/>
                <a:cs typeface="Arial"/>
              </a:rPr>
              <a:t>ecosystems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emerge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form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of </a:t>
            </a:r>
            <a:r>
              <a:rPr dirty="0" sz="1400" spc="-10">
                <a:latin typeface="Arial"/>
                <a:cs typeface="Arial"/>
              </a:rPr>
              <a:t>business-to-</a:t>
            </a:r>
            <a:r>
              <a:rPr dirty="0" sz="1400">
                <a:latin typeface="Arial"/>
                <a:cs typeface="Arial"/>
              </a:rPr>
              <a:t>business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and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business-</a:t>
            </a:r>
            <a:r>
              <a:rPr dirty="0" sz="1400">
                <a:latin typeface="Arial"/>
                <a:cs typeface="Arial"/>
              </a:rPr>
              <a:t>to-consumer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relationships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around </a:t>
            </a:r>
            <a:r>
              <a:rPr dirty="0" sz="1400">
                <a:latin typeface="Arial"/>
                <a:cs typeface="Arial"/>
              </a:rPr>
              <a:t>specific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customer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needs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0174" y="2149220"/>
            <a:ext cx="336677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A21F1F"/>
                </a:solidFill>
                <a:latin typeface="Arial"/>
                <a:cs typeface="Arial"/>
              </a:rPr>
              <a:t>Human</a:t>
            </a:r>
            <a:r>
              <a:rPr dirty="0" sz="1600" spc="-35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A21F1F"/>
                </a:solidFill>
                <a:latin typeface="Arial"/>
                <a:cs typeface="Arial"/>
              </a:rPr>
              <a:t>needs</a:t>
            </a:r>
            <a:r>
              <a:rPr dirty="0" sz="1600" spc="-35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A21F1F"/>
                </a:solidFill>
                <a:latin typeface="Arial"/>
                <a:cs typeface="Arial"/>
              </a:rPr>
              <a:t>in</a:t>
            </a:r>
            <a:r>
              <a:rPr dirty="0" sz="1600" spc="-45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A21F1F"/>
                </a:solidFill>
                <a:latin typeface="Arial"/>
                <a:cs typeface="Arial"/>
              </a:rPr>
              <a:t>mobility</a:t>
            </a:r>
            <a:r>
              <a:rPr dirty="0" sz="1600" spc="-1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A21F1F"/>
                </a:solidFill>
                <a:latin typeface="Arial"/>
                <a:cs typeface="Arial"/>
              </a:rPr>
              <a:t>Life</a:t>
            </a:r>
            <a:r>
              <a:rPr dirty="0" sz="1600" spc="-7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600" spc="-20" b="1">
                <a:solidFill>
                  <a:srgbClr val="A21F1F"/>
                </a:solidFill>
                <a:latin typeface="Arial"/>
                <a:cs typeface="Arial"/>
              </a:rPr>
              <a:t>Areas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600">
                <a:solidFill>
                  <a:srgbClr val="A21F1F"/>
                </a:solidFill>
                <a:latin typeface="Arial"/>
                <a:cs typeface="Arial"/>
              </a:rPr>
              <a:t>determine</a:t>
            </a:r>
            <a:r>
              <a:rPr dirty="0" sz="1600" spc="-70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A21F1F"/>
                </a:solidFill>
                <a:latin typeface="Arial"/>
                <a:cs typeface="Arial"/>
              </a:rPr>
              <a:t>customer</a:t>
            </a:r>
            <a:r>
              <a:rPr dirty="0" sz="1600" spc="-55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A21F1F"/>
                </a:solidFill>
                <a:latin typeface="Arial"/>
                <a:cs typeface="Arial"/>
              </a:rPr>
              <a:t>requirements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89772" y="2149220"/>
            <a:ext cx="3291204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A21F1F"/>
                </a:solidFill>
                <a:latin typeface="Arial"/>
                <a:cs typeface="Arial"/>
              </a:rPr>
              <a:t>Successful</a:t>
            </a:r>
            <a:r>
              <a:rPr dirty="0" sz="1600" spc="-75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A21F1F"/>
                </a:solidFill>
                <a:latin typeface="Arial"/>
                <a:cs typeface="Arial"/>
              </a:rPr>
              <a:t>mobility</a:t>
            </a:r>
            <a:r>
              <a:rPr dirty="0" sz="1600" spc="-3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A21F1F"/>
                </a:solidFill>
                <a:latin typeface="Arial"/>
                <a:cs typeface="Arial"/>
              </a:rPr>
              <a:t>ecosystem </a:t>
            </a:r>
            <a:r>
              <a:rPr dirty="0" sz="1600" b="1">
                <a:solidFill>
                  <a:srgbClr val="A21F1F"/>
                </a:solidFill>
                <a:latin typeface="Arial"/>
                <a:cs typeface="Arial"/>
              </a:rPr>
              <a:t>players</a:t>
            </a:r>
            <a:r>
              <a:rPr dirty="0" sz="1600" spc="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A21F1F"/>
                </a:solidFill>
                <a:latin typeface="Arial"/>
                <a:cs typeface="Arial"/>
              </a:rPr>
              <a:t>are</a:t>
            </a:r>
            <a:r>
              <a:rPr dirty="0" sz="1600" spc="-35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A21F1F"/>
                </a:solidFill>
                <a:latin typeface="Arial"/>
                <a:cs typeface="Arial"/>
              </a:rPr>
              <a:t>clear</a:t>
            </a:r>
            <a:r>
              <a:rPr dirty="0" sz="1600" spc="-45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A21F1F"/>
                </a:solidFill>
                <a:latin typeface="Arial"/>
                <a:cs typeface="Arial"/>
              </a:rPr>
              <a:t>on</a:t>
            </a:r>
            <a:r>
              <a:rPr dirty="0" sz="1600" spc="-35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A21F1F"/>
                </a:solidFill>
                <a:latin typeface="Arial"/>
                <a:cs typeface="Arial"/>
              </a:rPr>
              <a:t>four</a:t>
            </a:r>
            <a:r>
              <a:rPr dirty="0" sz="1600" spc="-25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A21F1F"/>
                </a:solidFill>
                <a:latin typeface="Arial"/>
                <a:cs typeface="Arial"/>
              </a:rPr>
              <a:t>key</a:t>
            </a:r>
            <a:r>
              <a:rPr dirty="0" sz="1600" spc="-45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A21F1F"/>
                </a:solidFill>
                <a:latin typeface="Arial"/>
                <a:cs typeface="Arial"/>
              </a:rPr>
              <a:t>topics: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44245" y="2023110"/>
            <a:ext cx="3349625" cy="0"/>
          </a:xfrm>
          <a:custGeom>
            <a:avLst/>
            <a:gdLst/>
            <a:ahLst/>
            <a:cxnLst/>
            <a:rect l="l" t="t" r="r" b="b"/>
            <a:pathLst>
              <a:path w="3349625" h="0">
                <a:moveTo>
                  <a:pt x="0" y="0"/>
                </a:moveTo>
                <a:lnTo>
                  <a:pt x="3349244" y="0"/>
                </a:lnTo>
              </a:path>
            </a:pathLst>
          </a:custGeom>
          <a:ln w="38100">
            <a:solidFill>
              <a:srgbClr val="A2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30174" y="1257680"/>
            <a:ext cx="9411970" cy="7385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Redefining</a:t>
            </a:r>
            <a:r>
              <a:rPr dirty="0" sz="1800" spc="-3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business</a:t>
            </a:r>
            <a:r>
              <a:rPr dirty="0" sz="1800" spc="-4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models</a:t>
            </a:r>
            <a:r>
              <a:rPr dirty="0" sz="1800" spc="-2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to</a:t>
            </a:r>
            <a:r>
              <a:rPr dirty="0" sz="1800" spc="-3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meet</a:t>
            </a:r>
            <a:r>
              <a:rPr dirty="0" sz="1800" spc="-2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A21F1F"/>
                </a:solidFill>
                <a:latin typeface="Arial"/>
                <a:cs typeface="Arial"/>
              </a:rPr>
              <a:t>human-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centric</a:t>
            </a:r>
            <a:r>
              <a:rPr dirty="0" sz="1800" spc="-2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mobility</a:t>
            </a:r>
            <a:r>
              <a:rPr dirty="0" sz="1800" spc="-4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A21F1F"/>
                </a:solidFill>
                <a:latin typeface="Arial"/>
                <a:cs typeface="Arial"/>
              </a:rPr>
              <a:t>needs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35"/>
              </a:spcBef>
              <a:tabLst>
                <a:tab pos="7672070" algn="l"/>
              </a:tabLst>
            </a:pPr>
            <a:r>
              <a:rPr dirty="0" sz="1600" b="1">
                <a:latin typeface="Arial"/>
                <a:cs typeface="Arial"/>
              </a:rPr>
              <a:t>Mobility</a:t>
            </a:r>
            <a:r>
              <a:rPr dirty="0" sz="1600" spc="-2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demand</a:t>
            </a:r>
            <a:r>
              <a:rPr dirty="0" sz="1600" b="1">
                <a:latin typeface="Arial"/>
                <a:cs typeface="Arial"/>
              </a:rPr>
              <a:t>	Mobility</a:t>
            </a:r>
            <a:r>
              <a:rPr dirty="0" sz="1600" spc="-2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solutions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102345" y="2023110"/>
            <a:ext cx="3648075" cy="0"/>
          </a:xfrm>
          <a:custGeom>
            <a:avLst/>
            <a:gdLst/>
            <a:ahLst/>
            <a:cxnLst/>
            <a:rect l="l" t="t" r="r" b="b"/>
            <a:pathLst>
              <a:path w="3648075" h="0">
                <a:moveTo>
                  <a:pt x="0" y="0"/>
                </a:moveTo>
                <a:lnTo>
                  <a:pt x="3647566" y="0"/>
                </a:lnTo>
              </a:path>
            </a:pathLst>
          </a:custGeom>
          <a:ln w="38100">
            <a:solidFill>
              <a:srgbClr val="A2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101583" y="3800855"/>
            <a:ext cx="3590925" cy="459105"/>
          </a:xfrm>
          <a:custGeom>
            <a:avLst/>
            <a:gdLst/>
            <a:ahLst/>
            <a:cxnLst/>
            <a:rect l="l" t="t" r="r" b="b"/>
            <a:pathLst>
              <a:path w="3590925" h="459104">
                <a:moveTo>
                  <a:pt x="3590544" y="0"/>
                </a:moveTo>
                <a:lnTo>
                  <a:pt x="0" y="0"/>
                </a:lnTo>
                <a:lnTo>
                  <a:pt x="0" y="458724"/>
                </a:lnTo>
                <a:lnTo>
                  <a:pt x="3590544" y="458724"/>
                </a:lnTo>
                <a:lnTo>
                  <a:pt x="3590544" y="0"/>
                </a:lnTo>
                <a:close/>
              </a:path>
            </a:pathLst>
          </a:custGeom>
          <a:solidFill>
            <a:srgbClr val="A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8101583" y="3800855"/>
            <a:ext cx="3590925" cy="459105"/>
          </a:xfrm>
          <a:prstGeom prst="rect">
            <a:avLst/>
          </a:prstGeom>
        </p:spPr>
        <p:txBody>
          <a:bodyPr wrap="square" lIns="0" tIns="102870" rIns="0" bIns="0" rtlCol="0" vert="horz">
            <a:spAutoFit/>
          </a:bodyPr>
          <a:lstStyle/>
          <a:p>
            <a:pPr marL="595630">
              <a:lnSpc>
                <a:spcPct val="100000"/>
              </a:lnSpc>
              <a:spcBef>
                <a:spcPts val="81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Digital</a:t>
            </a:r>
            <a:r>
              <a:rPr dirty="0" sz="16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portfolio</a:t>
            </a: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scope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705215" y="4279519"/>
            <a:ext cx="249237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585858"/>
                </a:solidFill>
                <a:latin typeface="Arial"/>
                <a:cs typeface="Arial"/>
              </a:rPr>
              <a:t>E.g.</a:t>
            </a:r>
            <a:r>
              <a:rPr dirty="0" sz="1000" spc="-1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585858"/>
                </a:solidFill>
                <a:latin typeface="Arial"/>
                <a:cs typeface="Arial"/>
              </a:rPr>
              <a:t>life</a:t>
            </a:r>
            <a:r>
              <a:rPr dirty="0" sz="1000" spc="-1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585858"/>
                </a:solidFill>
                <a:latin typeface="Arial"/>
                <a:cs typeface="Arial"/>
              </a:rPr>
              <a:t>area</a:t>
            </a:r>
            <a:r>
              <a:rPr dirty="0" sz="1000" spc="-2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585858"/>
                </a:solidFill>
                <a:latin typeface="Arial"/>
                <a:cs typeface="Arial"/>
              </a:rPr>
              <a:t>coverage,</a:t>
            </a:r>
            <a:r>
              <a:rPr dirty="0" sz="1000" spc="-1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585858"/>
                </a:solidFill>
                <a:latin typeface="Arial"/>
                <a:cs typeface="Arial"/>
              </a:rPr>
              <a:t>niche</a:t>
            </a:r>
            <a:r>
              <a:rPr dirty="0" sz="1000" spc="-1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585858"/>
                </a:solidFill>
                <a:latin typeface="Arial"/>
                <a:cs typeface="Arial"/>
              </a:rPr>
              <a:t>positioning, </a:t>
            </a:r>
            <a:r>
              <a:rPr dirty="0" sz="1000" spc="-50">
                <a:solidFill>
                  <a:srgbClr val="585858"/>
                </a:solidFill>
                <a:latin typeface="Arial"/>
                <a:cs typeface="Arial"/>
              </a:rPr>
              <a:t>…</a:t>
            </a:r>
            <a:endParaRPr sz="10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101583" y="2945892"/>
            <a:ext cx="3590925" cy="459105"/>
          </a:xfrm>
          <a:custGeom>
            <a:avLst/>
            <a:gdLst/>
            <a:ahLst/>
            <a:cxnLst/>
            <a:rect l="l" t="t" r="r" b="b"/>
            <a:pathLst>
              <a:path w="3590925" h="459104">
                <a:moveTo>
                  <a:pt x="3590544" y="0"/>
                </a:moveTo>
                <a:lnTo>
                  <a:pt x="0" y="0"/>
                </a:lnTo>
                <a:lnTo>
                  <a:pt x="0" y="458724"/>
                </a:lnTo>
                <a:lnTo>
                  <a:pt x="3590544" y="458724"/>
                </a:lnTo>
                <a:lnTo>
                  <a:pt x="3590544" y="0"/>
                </a:lnTo>
                <a:close/>
              </a:path>
            </a:pathLst>
          </a:custGeom>
          <a:solidFill>
            <a:srgbClr val="A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8101583" y="2945892"/>
            <a:ext cx="3590925" cy="459105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595630">
              <a:lnSpc>
                <a:spcPct val="100000"/>
              </a:lnSpc>
              <a:spcBef>
                <a:spcPts val="80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Experience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 differentiators</a:t>
            </a:r>
            <a:endParaRPr sz="16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705215" y="3431794"/>
            <a:ext cx="159639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585858"/>
                </a:solidFill>
                <a:latin typeface="Arial"/>
                <a:cs typeface="Arial"/>
              </a:rPr>
              <a:t>E.g.</a:t>
            </a:r>
            <a:r>
              <a:rPr dirty="0" sz="1000" spc="-4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585858"/>
                </a:solidFill>
                <a:latin typeface="Arial"/>
                <a:cs typeface="Arial"/>
              </a:rPr>
              <a:t>luxury,</a:t>
            </a:r>
            <a:r>
              <a:rPr dirty="0" sz="1000" spc="-2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585858"/>
                </a:solidFill>
                <a:latin typeface="Arial"/>
                <a:cs typeface="Arial"/>
              </a:rPr>
              <a:t>convenience,</a:t>
            </a:r>
            <a:r>
              <a:rPr dirty="0" sz="1000" spc="-4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000" spc="-50">
                <a:solidFill>
                  <a:srgbClr val="585858"/>
                </a:solidFill>
                <a:latin typeface="Arial"/>
                <a:cs typeface="Arial"/>
              </a:rPr>
              <a:t>…</a:t>
            </a:r>
            <a:endParaRPr sz="10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101583" y="5509259"/>
            <a:ext cx="3590925" cy="459105"/>
          </a:xfrm>
          <a:custGeom>
            <a:avLst/>
            <a:gdLst/>
            <a:ahLst/>
            <a:cxnLst/>
            <a:rect l="l" t="t" r="r" b="b"/>
            <a:pathLst>
              <a:path w="3590925" h="459104">
                <a:moveTo>
                  <a:pt x="3590544" y="0"/>
                </a:moveTo>
                <a:lnTo>
                  <a:pt x="0" y="0"/>
                </a:lnTo>
                <a:lnTo>
                  <a:pt x="0" y="458723"/>
                </a:lnTo>
                <a:lnTo>
                  <a:pt x="3590544" y="458723"/>
                </a:lnTo>
                <a:lnTo>
                  <a:pt x="3590544" y="0"/>
                </a:lnTo>
                <a:close/>
              </a:path>
            </a:pathLst>
          </a:custGeom>
          <a:solidFill>
            <a:srgbClr val="A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8101583" y="5509259"/>
            <a:ext cx="3590925" cy="459105"/>
          </a:xfrm>
          <a:prstGeom prst="rect">
            <a:avLst/>
          </a:prstGeom>
        </p:spPr>
        <p:txBody>
          <a:bodyPr wrap="square" lIns="0" tIns="104139" rIns="0" bIns="0" rtlCol="0" vert="horz">
            <a:spAutoFit/>
          </a:bodyPr>
          <a:lstStyle/>
          <a:p>
            <a:pPr marL="595630">
              <a:lnSpc>
                <a:spcPct val="100000"/>
              </a:lnSpc>
              <a:spcBef>
                <a:spcPts val="819"/>
              </a:spcBef>
            </a:pP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Value</a:t>
            </a:r>
            <a:r>
              <a:rPr dirty="0" sz="16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chain</a:t>
            </a:r>
            <a:r>
              <a:rPr dirty="0" sz="16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integration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705215" y="5989116"/>
            <a:ext cx="27273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585858"/>
                </a:solidFill>
                <a:latin typeface="Arial"/>
                <a:cs typeface="Arial"/>
              </a:rPr>
              <a:t>E.g. </a:t>
            </a:r>
            <a:r>
              <a:rPr dirty="0" sz="1000" spc="-10">
                <a:solidFill>
                  <a:srgbClr val="585858"/>
                </a:solidFill>
                <a:latin typeface="Arial"/>
                <a:cs typeface="Arial"/>
              </a:rPr>
              <a:t>vertical/horizontal</a:t>
            </a:r>
            <a:r>
              <a:rPr dirty="0" sz="1000" spc="4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585858"/>
                </a:solidFill>
                <a:latin typeface="Arial"/>
                <a:cs typeface="Arial"/>
              </a:rPr>
              <a:t>integration,</a:t>
            </a:r>
            <a:r>
              <a:rPr dirty="0" sz="1000" spc="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585858"/>
                </a:solidFill>
                <a:latin typeface="Arial"/>
                <a:cs typeface="Arial"/>
              </a:rPr>
              <a:t>partnering,</a:t>
            </a:r>
            <a:r>
              <a:rPr dirty="0" sz="1000" spc="1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000" spc="-50">
                <a:solidFill>
                  <a:srgbClr val="585858"/>
                </a:solidFill>
                <a:latin typeface="Arial"/>
                <a:cs typeface="Arial"/>
              </a:rPr>
              <a:t>…</a:t>
            </a:r>
            <a:endParaRPr sz="10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101583" y="4648200"/>
            <a:ext cx="3590925" cy="459105"/>
          </a:xfrm>
          <a:custGeom>
            <a:avLst/>
            <a:gdLst/>
            <a:ahLst/>
            <a:cxnLst/>
            <a:rect l="l" t="t" r="r" b="b"/>
            <a:pathLst>
              <a:path w="3590925" h="459104">
                <a:moveTo>
                  <a:pt x="3590544" y="0"/>
                </a:moveTo>
                <a:lnTo>
                  <a:pt x="0" y="0"/>
                </a:lnTo>
                <a:lnTo>
                  <a:pt x="0" y="458724"/>
                </a:lnTo>
                <a:lnTo>
                  <a:pt x="3590544" y="458724"/>
                </a:lnTo>
                <a:lnTo>
                  <a:pt x="3590544" y="0"/>
                </a:lnTo>
                <a:close/>
              </a:path>
            </a:pathLst>
          </a:custGeom>
          <a:solidFill>
            <a:srgbClr val="A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8101583" y="4648200"/>
            <a:ext cx="3590925" cy="459105"/>
          </a:xfrm>
          <a:prstGeom prst="rect">
            <a:avLst/>
          </a:prstGeom>
        </p:spPr>
        <p:txBody>
          <a:bodyPr wrap="square" lIns="0" tIns="103505" rIns="0" bIns="0" rtlCol="0" vert="horz">
            <a:spAutoFit/>
          </a:bodyPr>
          <a:lstStyle/>
          <a:p>
            <a:pPr marL="595630">
              <a:lnSpc>
                <a:spcPct val="100000"/>
              </a:lnSpc>
              <a:spcBef>
                <a:spcPts val="815"/>
              </a:spcBef>
            </a:pP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Value</a:t>
            </a:r>
            <a:r>
              <a:rPr dirty="0" sz="160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levers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705215" y="5140833"/>
            <a:ext cx="22993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585858"/>
                </a:solidFill>
                <a:latin typeface="Arial"/>
                <a:cs typeface="Arial"/>
              </a:rPr>
              <a:t>E.g.</a:t>
            </a:r>
            <a:r>
              <a:rPr dirty="0" sz="1000" spc="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585858"/>
                </a:solidFill>
                <a:latin typeface="Arial"/>
                <a:cs typeface="Arial"/>
              </a:rPr>
              <a:t>top-</a:t>
            </a:r>
            <a:r>
              <a:rPr dirty="0" sz="1000">
                <a:solidFill>
                  <a:srgbClr val="585858"/>
                </a:solidFill>
                <a:latin typeface="Arial"/>
                <a:cs typeface="Arial"/>
              </a:rPr>
              <a:t>line,</a:t>
            </a:r>
            <a:r>
              <a:rPr dirty="0" sz="1000" spc="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585858"/>
                </a:solidFill>
                <a:latin typeface="Arial"/>
                <a:cs typeface="Arial"/>
              </a:rPr>
              <a:t>bottom-</a:t>
            </a:r>
            <a:r>
              <a:rPr dirty="0" sz="1000">
                <a:solidFill>
                  <a:srgbClr val="585858"/>
                </a:solidFill>
                <a:latin typeface="Arial"/>
                <a:cs typeface="Arial"/>
              </a:rPr>
              <a:t>line </a:t>
            </a:r>
            <a:r>
              <a:rPr dirty="0" sz="1000" spc="-10">
                <a:solidFill>
                  <a:srgbClr val="585858"/>
                </a:solidFill>
                <a:latin typeface="Arial"/>
                <a:cs typeface="Arial"/>
              </a:rPr>
              <a:t>optimization,</a:t>
            </a:r>
            <a:r>
              <a:rPr dirty="0" sz="1000" spc="2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000" spc="-50">
                <a:solidFill>
                  <a:srgbClr val="585858"/>
                </a:solidFill>
                <a:latin typeface="Arial"/>
                <a:cs typeface="Arial"/>
              </a:rPr>
              <a:t>…</a:t>
            </a:r>
            <a:endParaRPr sz="10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156447" y="5562600"/>
            <a:ext cx="347980" cy="346075"/>
          </a:xfrm>
          <a:custGeom>
            <a:avLst/>
            <a:gdLst/>
            <a:ahLst/>
            <a:cxnLst/>
            <a:rect l="l" t="t" r="r" b="b"/>
            <a:pathLst>
              <a:path w="347979" h="346075">
                <a:moveTo>
                  <a:pt x="347472" y="0"/>
                </a:moveTo>
                <a:lnTo>
                  <a:pt x="0" y="0"/>
                </a:lnTo>
                <a:lnTo>
                  <a:pt x="0" y="345948"/>
                </a:lnTo>
                <a:lnTo>
                  <a:pt x="347472" y="345948"/>
                </a:lnTo>
                <a:lnTo>
                  <a:pt x="347472" y="331736"/>
                </a:lnTo>
                <a:lnTo>
                  <a:pt x="15240" y="331736"/>
                </a:lnTo>
                <a:lnTo>
                  <a:pt x="15240" y="15239"/>
                </a:lnTo>
                <a:lnTo>
                  <a:pt x="347472" y="15239"/>
                </a:lnTo>
                <a:lnTo>
                  <a:pt x="347472" y="0"/>
                </a:lnTo>
                <a:close/>
              </a:path>
              <a:path w="347979" h="346075">
                <a:moveTo>
                  <a:pt x="347472" y="132791"/>
                </a:moveTo>
                <a:lnTo>
                  <a:pt x="332232" y="132791"/>
                </a:lnTo>
                <a:lnTo>
                  <a:pt x="332232" y="331736"/>
                </a:lnTo>
                <a:lnTo>
                  <a:pt x="347472" y="331736"/>
                </a:lnTo>
                <a:lnTo>
                  <a:pt x="347472" y="132791"/>
                </a:lnTo>
                <a:close/>
              </a:path>
              <a:path w="347979" h="346075">
                <a:moveTo>
                  <a:pt x="168275" y="251866"/>
                </a:moveTo>
                <a:lnTo>
                  <a:pt x="111252" y="251866"/>
                </a:lnTo>
                <a:lnTo>
                  <a:pt x="111252" y="308711"/>
                </a:lnTo>
                <a:lnTo>
                  <a:pt x="168275" y="308711"/>
                </a:lnTo>
                <a:lnTo>
                  <a:pt x="168275" y="294500"/>
                </a:lnTo>
                <a:lnTo>
                  <a:pt x="125476" y="294500"/>
                </a:lnTo>
                <a:lnTo>
                  <a:pt x="125476" y="266077"/>
                </a:lnTo>
                <a:lnTo>
                  <a:pt x="168275" y="266077"/>
                </a:lnTo>
                <a:lnTo>
                  <a:pt x="168275" y="251866"/>
                </a:lnTo>
                <a:close/>
              </a:path>
              <a:path w="347979" h="346075">
                <a:moveTo>
                  <a:pt x="168275" y="266077"/>
                </a:moveTo>
                <a:lnTo>
                  <a:pt x="154051" y="266077"/>
                </a:lnTo>
                <a:lnTo>
                  <a:pt x="154051" y="294500"/>
                </a:lnTo>
                <a:lnTo>
                  <a:pt x="168275" y="294500"/>
                </a:lnTo>
                <a:lnTo>
                  <a:pt x="168275" y="287642"/>
                </a:lnTo>
                <a:lnTo>
                  <a:pt x="219075" y="287642"/>
                </a:lnTo>
                <a:lnTo>
                  <a:pt x="219075" y="272935"/>
                </a:lnTo>
                <a:lnTo>
                  <a:pt x="168275" y="272935"/>
                </a:lnTo>
                <a:lnTo>
                  <a:pt x="168275" y="266077"/>
                </a:lnTo>
                <a:close/>
              </a:path>
              <a:path w="347979" h="346075">
                <a:moveTo>
                  <a:pt x="219075" y="214134"/>
                </a:moveTo>
                <a:lnTo>
                  <a:pt x="203708" y="214134"/>
                </a:lnTo>
                <a:lnTo>
                  <a:pt x="203708" y="272935"/>
                </a:lnTo>
                <a:lnTo>
                  <a:pt x="219075" y="272935"/>
                </a:lnTo>
                <a:lnTo>
                  <a:pt x="219075" y="214134"/>
                </a:lnTo>
                <a:close/>
              </a:path>
              <a:path w="347979" h="346075">
                <a:moveTo>
                  <a:pt x="147193" y="192570"/>
                </a:moveTo>
                <a:lnTo>
                  <a:pt x="131953" y="192570"/>
                </a:lnTo>
                <a:lnTo>
                  <a:pt x="131953" y="251866"/>
                </a:lnTo>
                <a:lnTo>
                  <a:pt x="147193" y="251866"/>
                </a:lnTo>
                <a:lnTo>
                  <a:pt x="147193" y="192570"/>
                </a:lnTo>
                <a:close/>
              </a:path>
              <a:path w="347979" h="346075">
                <a:moveTo>
                  <a:pt x="96901" y="156311"/>
                </a:moveTo>
                <a:lnTo>
                  <a:pt x="39370" y="156311"/>
                </a:lnTo>
                <a:lnTo>
                  <a:pt x="39370" y="214134"/>
                </a:lnTo>
                <a:lnTo>
                  <a:pt x="96901" y="214134"/>
                </a:lnTo>
                <a:lnTo>
                  <a:pt x="96901" y="198945"/>
                </a:lnTo>
                <a:lnTo>
                  <a:pt x="53594" y="198945"/>
                </a:lnTo>
                <a:lnTo>
                  <a:pt x="53594" y="171500"/>
                </a:lnTo>
                <a:lnTo>
                  <a:pt x="96901" y="171500"/>
                </a:lnTo>
                <a:lnTo>
                  <a:pt x="96901" y="156311"/>
                </a:lnTo>
                <a:close/>
              </a:path>
              <a:path w="347979" h="346075">
                <a:moveTo>
                  <a:pt x="240157" y="156311"/>
                </a:moveTo>
                <a:lnTo>
                  <a:pt x="182118" y="156311"/>
                </a:lnTo>
                <a:lnTo>
                  <a:pt x="182118" y="214134"/>
                </a:lnTo>
                <a:lnTo>
                  <a:pt x="240157" y="214134"/>
                </a:lnTo>
                <a:lnTo>
                  <a:pt x="240157" y="198945"/>
                </a:lnTo>
                <a:lnTo>
                  <a:pt x="197358" y="198945"/>
                </a:lnTo>
                <a:lnTo>
                  <a:pt x="197358" y="171500"/>
                </a:lnTo>
                <a:lnTo>
                  <a:pt x="240157" y="171500"/>
                </a:lnTo>
                <a:lnTo>
                  <a:pt x="240157" y="156311"/>
                </a:lnTo>
                <a:close/>
              </a:path>
              <a:path w="347979" h="346075">
                <a:moveTo>
                  <a:pt x="96901" y="171500"/>
                </a:moveTo>
                <a:lnTo>
                  <a:pt x="82169" y="171500"/>
                </a:lnTo>
                <a:lnTo>
                  <a:pt x="82169" y="198945"/>
                </a:lnTo>
                <a:lnTo>
                  <a:pt x="96901" y="198945"/>
                </a:lnTo>
                <a:lnTo>
                  <a:pt x="96901" y="192570"/>
                </a:lnTo>
                <a:lnTo>
                  <a:pt x="147193" y="192570"/>
                </a:lnTo>
                <a:lnTo>
                  <a:pt x="147193" y="177876"/>
                </a:lnTo>
                <a:lnTo>
                  <a:pt x="96901" y="177876"/>
                </a:lnTo>
                <a:lnTo>
                  <a:pt x="96901" y="171500"/>
                </a:lnTo>
                <a:close/>
              </a:path>
              <a:path w="347979" h="346075">
                <a:moveTo>
                  <a:pt x="240157" y="171500"/>
                </a:moveTo>
                <a:lnTo>
                  <a:pt x="225425" y="171500"/>
                </a:lnTo>
                <a:lnTo>
                  <a:pt x="225425" y="198945"/>
                </a:lnTo>
                <a:lnTo>
                  <a:pt x="240157" y="198945"/>
                </a:lnTo>
                <a:lnTo>
                  <a:pt x="240157" y="171500"/>
                </a:lnTo>
                <a:close/>
              </a:path>
              <a:path w="347979" h="346075">
                <a:moveTo>
                  <a:pt x="75311" y="95059"/>
                </a:moveTo>
                <a:lnTo>
                  <a:pt x="60578" y="95059"/>
                </a:lnTo>
                <a:lnTo>
                  <a:pt x="60578" y="156311"/>
                </a:lnTo>
                <a:lnTo>
                  <a:pt x="75311" y="156311"/>
                </a:lnTo>
                <a:lnTo>
                  <a:pt x="75311" y="95059"/>
                </a:lnTo>
                <a:close/>
              </a:path>
              <a:path w="347979" h="346075">
                <a:moveTo>
                  <a:pt x="312039" y="97028"/>
                </a:moveTo>
                <a:lnTo>
                  <a:pt x="254000" y="97028"/>
                </a:lnTo>
                <a:lnTo>
                  <a:pt x="254000" y="118579"/>
                </a:lnTo>
                <a:lnTo>
                  <a:pt x="203708" y="118579"/>
                </a:lnTo>
                <a:lnTo>
                  <a:pt x="203708" y="156311"/>
                </a:lnTo>
                <a:lnTo>
                  <a:pt x="219075" y="156311"/>
                </a:lnTo>
                <a:lnTo>
                  <a:pt x="219075" y="132791"/>
                </a:lnTo>
                <a:lnTo>
                  <a:pt x="269240" y="132791"/>
                </a:lnTo>
                <a:lnTo>
                  <a:pt x="269240" y="111721"/>
                </a:lnTo>
                <a:lnTo>
                  <a:pt x="312039" y="111721"/>
                </a:lnTo>
                <a:lnTo>
                  <a:pt x="312039" y="97028"/>
                </a:lnTo>
                <a:close/>
              </a:path>
              <a:path w="347979" h="346075">
                <a:moveTo>
                  <a:pt x="269240" y="132791"/>
                </a:moveTo>
                <a:lnTo>
                  <a:pt x="254000" y="132791"/>
                </a:lnTo>
                <a:lnTo>
                  <a:pt x="254000" y="154355"/>
                </a:lnTo>
                <a:lnTo>
                  <a:pt x="312039" y="154355"/>
                </a:lnTo>
                <a:lnTo>
                  <a:pt x="312039" y="139649"/>
                </a:lnTo>
                <a:lnTo>
                  <a:pt x="269240" y="139649"/>
                </a:lnTo>
                <a:lnTo>
                  <a:pt x="269240" y="132791"/>
                </a:lnTo>
                <a:close/>
              </a:path>
              <a:path w="347979" h="346075">
                <a:moveTo>
                  <a:pt x="312039" y="111721"/>
                </a:moveTo>
                <a:lnTo>
                  <a:pt x="296799" y="111721"/>
                </a:lnTo>
                <a:lnTo>
                  <a:pt x="296799" y="139649"/>
                </a:lnTo>
                <a:lnTo>
                  <a:pt x="312039" y="139649"/>
                </a:lnTo>
                <a:lnTo>
                  <a:pt x="312039" y="132791"/>
                </a:lnTo>
                <a:lnTo>
                  <a:pt x="347472" y="132791"/>
                </a:lnTo>
                <a:lnTo>
                  <a:pt x="347472" y="118579"/>
                </a:lnTo>
                <a:lnTo>
                  <a:pt x="312039" y="118579"/>
                </a:lnTo>
                <a:lnTo>
                  <a:pt x="312039" y="111721"/>
                </a:lnTo>
                <a:close/>
              </a:path>
              <a:path w="347979" h="346075">
                <a:moveTo>
                  <a:pt x="347472" y="15239"/>
                </a:moveTo>
                <a:lnTo>
                  <a:pt x="332232" y="15240"/>
                </a:lnTo>
                <a:lnTo>
                  <a:pt x="332232" y="118579"/>
                </a:lnTo>
                <a:lnTo>
                  <a:pt x="347472" y="118579"/>
                </a:lnTo>
                <a:lnTo>
                  <a:pt x="347472" y="15239"/>
                </a:lnTo>
                <a:close/>
              </a:path>
              <a:path w="347979" h="346075">
                <a:moveTo>
                  <a:pt x="96901" y="37236"/>
                </a:moveTo>
                <a:lnTo>
                  <a:pt x="39370" y="37236"/>
                </a:lnTo>
                <a:lnTo>
                  <a:pt x="39370" y="95059"/>
                </a:lnTo>
                <a:lnTo>
                  <a:pt x="96901" y="95059"/>
                </a:lnTo>
                <a:lnTo>
                  <a:pt x="96901" y="80848"/>
                </a:lnTo>
                <a:lnTo>
                  <a:pt x="53594" y="80848"/>
                </a:lnTo>
                <a:lnTo>
                  <a:pt x="53594" y="52425"/>
                </a:lnTo>
                <a:lnTo>
                  <a:pt x="96901" y="52425"/>
                </a:lnTo>
                <a:lnTo>
                  <a:pt x="96901" y="37236"/>
                </a:lnTo>
                <a:close/>
              </a:path>
              <a:path w="347979" h="346075">
                <a:moveTo>
                  <a:pt x="96901" y="52425"/>
                </a:moveTo>
                <a:lnTo>
                  <a:pt x="82169" y="52425"/>
                </a:lnTo>
                <a:lnTo>
                  <a:pt x="82169" y="80848"/>
                </a:lnTo>
                <a:lnTo>
                  <a:pt x="96901" y="80848"/>
                </a:lnTo>
                <a:lnTo>
                  <a:pt x="96901" y="52425"/>
                </a:lnTo>
                <a:close/>
              </a:path>
              <a:path w="347979" h="346075">
                <a:moveTo>
                  <a:pt x="75311" y="15240"/>
                </a:moveTo>
                <a:lnTo>
                  <a:pt x="60578" y="15240"/>
                </a:lnTo>
                <a:lnTo>
                  <a:pt x="60578" y="37236"/>
                </a:lnTo>
                <a:lnTo>
                  <a:pt x="75311" y="37236"/>
                </a:lnTo>
                <a:lnTo>
                  <a:pt x="75311" y="152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8157971" y="4698491"/>
            <a:ext cx="344805" cy="344805"/>
          </a:xfrm>
          <a:custGeom>
            <a:avLst/>
            <a:gdLst/>
            <a:ahLst/>
            <a:cxnLst/>
            <a:rect l="l" t="t" r="r" b="b"/>
            <a:pathLst>
              <a:path w="344804" h="344804">
                <a:moveTo>
                  <a:pt x="344423" y="0"/>
                </a:moveTo>
                <a:lnTo>
                  <a:pt x="0" y="0"/>
                </a:lnTo>
                <a:lnTo>
                  <a:pt x="0" y="344423"/>
                </a:lnTo>
                <a:lnTo>
                  <a:pt x="344423" y="344423"/>
                </a:lnTo>
                <a:lnTo>
                  <a:pt x="344423" y="329691"/>
                </a:lnTo>
                <a:lnTo>
                  <a:pt x="14604" y="329691"/>
                </a:lnTo>
                <a:lnTo>
                  <a:pt x="14604" y="14731"/>
                </a:lnTo>
                <a:lnTo>
                  <a:pt x="344423" y="14731"/>
                </a:lnTo>
                <a:lnTo>
                  <a:pt x="344423" y="0"/>
                </a:lnTo>
                <a:close/>
              </a:path>
              <a:path w="344804" h="344804">
                <a:moveTo>
                  <a:pt x="344423" y="270128"/>
                </a:moveTo>
                <a:lnTo>
                  <a:pt x="329691" y="270128"/>
                </a:lnTo>
                <a:lnTo>
                  <a:pt x="329691" y="329691"/>
                </a:lnTo>
                <a:lnTo>
                  <a:pt x="344423" y="329691"/>
                </a:lnTo>
                <a:lnTo>
                  <a:pt x="344423" y="270128"/>
                </a:lnTo>
                <a:close/>
              </a:path>
              <a:path w="344804" h="344804">
                <a:moveTo>
                  <a:pt x="278383" y="112394"/>
                </a:moveTo>
                <a:lnTo>
                  <a:pt x="28955" y="112394"/>
                </a:lnTo>
                <a:lnTo>
                  <a:pt x="28955" y="251967"/>
                </a:lnTo>
                <a:lnTo>
                  <a:pt x="200659" y="251967"/>
                </a:lnTo>
                <a:lnTo>
                  <a:pt x="200659" y="270128"/>
                </a:lnTo>
                <a:lnTo>
                  <a:pt x="246125" y="297179"/>
                </a:lnTo>
                <a:lnTo>
                  <a:pt x="263809" y="295078"/>
                </a:lnTo>
                <a:lnTo>
                  <a:pt x="278186" y="289321"/>
                </a:lnTo>
                <a:lnTo>
                  <a:pt x="282647" y="285368"/>
                </a:lnTo>
                <a:lnTo>
                  <a:pt x="245998" y="285368"/>
                </a:lnTo>
                <a:lnTo>
                  <a:pt x="232669" y="283985"/>
                </a:lnTo>
                <a:lnTo>
                  <a:pt x="222043" y="280400"/>
                </a:lnTo>
                <a:lnTo>
                  <a:pt x="215012" y="275457"/>
                </a:lnTo>
                <a:lnTo>
                  <a:pt x="212530" y="270128"/>
                </a:lnTo>
                <a:lnTo>
                  <a:pt x="212470" y="263778"/>
                </a:lnTo>
                <a:lnTo>
                  <a:pt x="291337" y="263778"/>
                </a:lnTo>
                <a:lnTo>
                  <a:pt x="291337" y="260730"/>
                </a:lnTo>
                <a:lnTo>
                  <a:pt x="245998" y="260730"/>
                </a:lnTo>
                <a:lnTo>
                  <a:pt x="232669" y="259367"/>
                </a:lnTo>
                <a:lnTo>
                  <a:pt x="222043" y="255825"/>
                </a:lnTo>
                <a:lnTo>
                  <a:pt x="215012" y="250926"/>
                </a:lnTo>
                <a:lnTo>
                  <a:pt x="212470" y="245490"/>
                </a:lnTo>
                <a:lnTo>
                  <a:pt x="212470" y="240283"/>
                </a:lnTo>
                <a:lnTo>
                  <a:pt x="291337" y="240283"/>
                </a:lnTo>
                <a:lnTo>
                  <a:pt x="291337" y="237235"/>
                </a:lnTo>
                <a:lnTo>
                  <a:pt x="43433" y="237235"/>
                </a:lnTo>
                <a:lnTo>
                  <a:pt x="43433" y="126872"/>
                </a:lnTo>
                <a:lnTo>
                  <a:pt x="278383" y="126872"/>
                </a:lnTo>
                <a:lnTo>
                  <a:pt x="278383" y="112394"/>
                </a:lnTo>
                <a:close/>
              </a:path>
              <a:path w="344804" h="344804">
                <a:moveTo>
                  <a:pt x="291337" y="263778"/>
                </a:moveTo>
                <a:lnTo>
                  <a:pt x="279526" y="263778"/>
                </a:lnTo>
                <a:lnTo>
                  <a:pt x="279467" y="270128"/>
                </a:lnTo>
                <a:lnTo>
                  <a:pt x="276985" y="275457"/>
                </a:lnTo>
                <a:lnTo>
                  <a:pt x="269954" y="280400"/>
                </a:lnTo>
                <a:lnTo>
                  <a:pt x="259328" y="283985"/>
                </a:lnTo>
                <a:lnTo>
                  <a:pt x="245998" y="285368"/>
                </a:lnTo>
                <a:lnTo>
                  <a:pt x="282647" y="285368"/>
                </a:lnTo>
                <a:lnTo>
                  <a:pt x="287803" y="280731"/>
                </a:lnTo>
                <a:lnTo>
                  <a:pt x="287954" y="280400"/>
                </a:lnTo>
                <a:lnTo>
                  <a:pt x="291337" y="270128"/>
                </a:lnTo>
                <a:lnTo>
                  <a:pt x="291337" y="263778"/>
                </a:lnTo>
                <a:close/>
              </a:path>
              <a:path w="344804" h="344804">
                <a:moveTo>
                  <a:pt x="279526" y="263778"/>
                </a:moveTo>
                <a:lnTo>
                  <a:pt x="212470" y="263778"/>
                </a:lnTo>
                <a:lnTo>
                  <a:pt x="220335" y="267755"/>
                </a:lnTo>
                <a:lnTo>
                  <a:pt x="228615" y="270541"/>
                </a:lnTo>
                <a:lnTo>
                  <a:pt x="237206" y="272137"/>
                </a:lnTo>
                <a:lnTo>
                  <a:pt x="245998" y="272541"/>
                </a:lnTo>
                <a:lnTo>
                  <a:pt x="254791" y="272137"/>
                </a:lnTo>
                <a:lnTo>
                  <a:pt x="263382" y="270541"/>
                </a:lnTo>
                <a:lnTo>
                  <a:pt x="271662" y="267755"/>
                </a:lnTo>
                <a:lnTo>
                  <a:pt x="279526" y="263778"/>
                </a:lnTo>
                <a:close/>
              </a:path>
              <a:path w="344804" h="344804">
                <a:moveTo>
                  <a:pt x="344423" y="14731"/>
                </a:moveTo>
                <a:lnTo>
                  <a:pt x="329691" y="14731"/>
                </a:lnTo>
                <a:lnTo>
                  <a:pt x="329691" y="270001"/>
                </a:lnTo>
                <a:lnTo>
                  <a:pt x="344423" y="270001"/>
                </a:lnTo>
                <a:lnTo>
                  <a:pt x="344423" y="14731"/>
                </a:lnTo>
                <a:close/>
              </a:path>
              <a:path w="344804" h="344804">
                <a:moveTo>
                  <a:pt x="291337" y="240283"/>
                </a:moveTo>
                <a:lnTo>
                  <a:pt x="279526" y="240283"/>
                </a:lnTo>
                <a:lnTo>
                  <a:pt x="279526" y="245490"/>
                </a:lnTo>
                <a:lnTo>
                  <a:pt x="276985" y="250926"/>
                </a:lnTo>
                <a:lnTo>
                  <a:pt x="269954" y="255825"/>
                </a:lnTo>
                <a:lnTo>
                  <a:pt x="259328" y="259367"/>
                </a:lnTo>
                <a:lnTo>
                  <a:pt x="245998" y="260730"/>
                </a:lnTo>
                <a:lnTo>
                  <a:pt x="291337" y="260730"/>
                </a:lnTo>
                <a:lnTo>
                  <a:pt x="291337" y="240283"/>
                </a:lnTo>
                <a:close/>
              </a:path>
              <a:path w="344804" h="344804">
                <a:moveTo>
                  <a:pt x="279526" y="240283"/>
                </a:moveTo>
                <a:lnTo>
                  <a:pt x="212470" y="240283"/>
                </a:lnTo>
                <a:lnTo>
                  <a:pt x="220335" y="244260"/>
                </a:lnTo>
                <a:lnTo>
                  <a:pt x="228615" y="247046"/>
                </a:lnTo>
                <a:lnTo>
                  <a:pt x="237206" y="248642"/>
                </a:lnTo>
                <a:lnTo>
                  <a:pt x="245998" y="249046"/>
                </a:lnTo>
                <a:lnTo>
                  <a:pt x="254791" y="248642"/>
                </a:lnTo>
                <a:lnTo>
                  <a:pt x="263382" y="247046"/>
                </a:lnTo>
                <a:lnTo>
                  <a:pt x="271662" y="244260"/>
                </a:lnTo>
                <a:lnTo>
                  <a:pt x="279526" y="240283"/>
                </a:lnTo>
                <a:close/>
              </a:path>
              <a:path w="344804" h="344804">
                <a:moveTo>
                  <a:pt x="251967" y="170306"/>
                </a:moveTo>
                <a:lnTo>
                  <a:pt x="245998" y="170306"/>
                </a:lnTo>
                <a:lnTo>
                  <a:pt x="228179" y="172408"/>
                </a:lnTo>
                <a:lnTo>
                  <a:pt x="213723" y="178180"/>
                </a:lnTo>
                <a:lnTo>
                  <a:pt x="204065" y="186755"/>
                </a:lnTo>
                <a:lnTo>
                  <a:pt x="200532" y="197357"/>
                </a:lnTo>
                <a:lnTo>
                  <a:pt x="200532" y="237235"/>
                </a:lnTo>
                <a:lnTo>
                  <a:pt x="245998" y="237235"/>
                </a:lnTo>
                <a:lnTo>
                  <a:pt x="232669" y="235872"/>
                </a:lnTo>
                <a:lnTo>
                  <a:pt x="222043" y="232330"/>
                </a:lnTo>
                <a:lnTo>
                  <a:pt x="215012" y="227431"/>
                </a:lnTo>
                <a:lnTo>
                  <a:pt x="212470" y="221995"/>
                </a:lnTo>
                <a:lnTo>
                  <a:pt x="212470" y="215645"/>
                </a:lnTo>
                <a:lnTo>
                  <a:pt x="291337" y="215645"/>
                </a:lnTo>
                <a:lnTo>
                  <a:pt x="291337" y="213232"/>
                </a:lnTo>
                <a:lnTo>
                  <a:pt x="314578" y="213232"/>
                </a:lnTo>
                <a:lnTo>
                  <a:pt x="314578" y="212597"/>
                </a:lnTo>
                <a:lnTo>
                  <a:pt x="245998" y="212597"/>
                </a:lnTo>
                <a:lnTo>
                  <a:pt x="232669" y="211234"/>
                </a:lnTo>
                <a:lnTo>
                  <a:pt x="222043" y="207692"/>
                </a:lnTo>
                <a:lnTo>
                  <a:pt x="215012" y="202793"/>
                </a:lnTo>
                <a:lnTo>
                  <a:pt x="212470" y="197357"/>
                </a:lnTo>
                <a:lnTo>
                  <a:pt x="215012" y="191922"/>
                </a:lnTo>
                <a:lnTo>
                  <a:pt x="222043" y="187023"/>
                </a:lnTo>
                <a:lnTo>
                  <a:pt x="232669" y="183481"/>
                </a:lnTo>
                <a:lnTo>
                  <a:pt x="245998" y="182117"/>
                </a:lnTo>
                <a:lnTo>
                  <a:pt x="285014" y="182117"/>
                </a:lnTo>
                <a:lnTo>
                  <a:pt x="278383" y="178180"/>
                </a:lnTo>
                <a:lnTo>
                  <a:pt x="278383" y="172408"/>
                </a:lnTo>
                <a:lnTo>
                  <a:pt x="264069" y="172408"/>
                </a:lnTo>
                <a:lnTo>
                  <a:pt x="257936" y="170941"/>
                </a:lnTo>
                <a:lnTo>
                  <a:pt x="251967" y="170306"/>
                </a:lnTo>
                <a:close/>
              </a:path>
              <a:path w="344804" h="344804">
                <a:moveTo>
                  <a:pt x="291337" y="215645"/>
                </a:moveTo>
                <a:lnTo>
                  <a:pt x="279526" y="215645"/>
                </a:lnTo>
                <a:lnTo>
                  <a:pt x="279526" y="221995"/>
                </a:lnTo>
                <a:lnTo>
                  <a:pt x="277091" y="227202"/>
                </a:lnTo>
                <a:lnTo>
                  <a:pt x="276985" y="227431"/>
                </a:lnTo>
                <a:lnTo>
                  <a:pt x="269954" y="232330"/>
                </a:lnTo>
                <a:lnTo>
                  <a:pt x="259328" y="235872"/>
                </a:lnTo>
                <a:lnTo>
                  <a:pt x="245998" y="237235"/>
                </a:lnTo>
                <a:lnTo>
                  <a:pt x="291337" y="237235"/>
                </a:lnTo>
                <a:lnTo>
                  <a:pt x="291337" y="215645"/>
                </a:lnTo>
                <a:close/>
              </a:path>
              <a:path w="344804" h="344804">
                <a:moveTo>
                  <a:pt x="153542" y="137032"/>
                </a:moveTo>
                <a:lnTo>
                  <a:pt x="140207" y="140523"/>
                </a:lnTo>
                <a:lnTo>
                  <a:pt x="129444" y="150098"/>
                </a:lnTo>
                <a:lnTo>
                  <a:pt x="122253" y="164411"/>
                </a:lnTo>
                <a:lnTo>
                  <a:pt x="119633" y="182117"/>
                </a:lnTo>
                <a:lnTo>
                  <a:pt x="122253" y="199878"/>
                </a:lnTo>
                <a:lnTo>
                  <a:pt x="129348" y="213994"/>
                </a:lnTo>
                <a:lnTo>
                  <a:pt x="129444" y="214185"/>
                </a:lnTo>
                <a:lnTo>
                  <a:pt x="140207" y="223730"/>
                </a:lnTo>
                <a:lnTo>
                  <a:pt x="153542" y="227202"/>
                </a:lnTo>
                <a:lnTo>
                  <a:pt x="166882" y="223730"/>
                </a:lnTo>
                <a:lnTo>
                  <a:pt x="168422" y="222408"/>
                </a:lnTo>
                <a:lnTo>
                  <a:pt x="177698" y="214185"/>
                </a:lnTo>
                <a:lnTo>
                  <a:pt x="177824" y="213994"/>
                </a:lnTo>
                <a:lnTo>
                  <a:pt x="153542" y="213994"/>
                </a:lnTo>
                <a:lnTo>
                  <a:pt x="145593" y="211443"/>
                </a:lnTo>
                <a:lnTo>
                  <a:pt x="139001" y="204533"/>
                </a:lnTo>
                <a:lnTo>
                  <a:pt x="134504" y="194385"/>
                </a:lnTo>
                <a:lnTo>
                  <a:pt x="133026" y="183481"/>
                </a:lnTo>
                <a:lnTo>
                  <a:pt x="132962" y="183006"/>
                </a:lnTo>
                <a:lnTo>
                  <a:pt x="132841" y="182117"/>
                </a:lnTo>
                <a:lnTo>
                  <a:pt x="134373" y="170941"/>
                </a:lnTo>
                <a:lnTo>
                  <a:pt x="134460" y="170306"/>
                </a:lnTo>
                <a:lnTo>
                  <a:pt x="134522" y="169850"/>
                </a:lnTo>
                <a:lnTo>
                  <a:pt x="139049" y="159702"/>
                </a:lnTo>
                <a:lnTo>
                  <a:pt x="145647" y="152792"/>
                </a:lnTo>
                <a:lnTo>
                  <a:pt x="153542" y="150240"/>
                </a:lnTo>
                <a:lnTo>
                  <a:pt x="177824" y="150240"/>
                </a:lnTo>
                <a:lnTo>
                  <a:pt x="177752" y="150098"/>
                </a:lnTo>
                <a:lnTo>
                  <a:pt x="166951" y="140523"/>
                </a:lnTo>
                <a:lnTo>
                  <a:pt x="153542" y="137032"/>
                </a:lnTo>
                <a:close/>
              </a:path>
              <a:path w="344804" h="344804">
                <a:moveTo>
                  <a:pt x="279526" y="215645"/>
                </a:moveTo>
                <a:lnTo>
                  <a:pt x="212470" y="215645"/>
                </a:lnTo>
                <a:lnTo>
                  <a:pt x="220335" y="219622"/>
                </a:lnTo>
                <a:lnTo>
                  <a:pt x="228615" y="222408"/>
                </a:lnTo>
                <a:lnTo>
                  <a:pt x="237206" y="224004"/>
                </a:lnTo>
                <a:lnTo>
                  <a:pt x="245998" y="224408"/>
                </a:lnTo>
                <a:lnTo>
                  <a:pt x="254791" y="224004"/>
                </a:lnTo>
                <a:lnTo>
                  <a:pt x="263382" y="222408"/>
                </a:lnTo>
                <a:lnTo>
                  <a:pt x="271662" y="219622"/>
                </a:lnTo>
                <a:lnTo>
                  <a:pt x="279526" y="215645"/>
                </a:lnTo>
                <a:close/>
              </a:path>
              <a:path w="344804" h="344804">
                <a:moveTo>
                  <a:pt x="177824" y="150240"/>
                </a:moveTo>
                <a:lnTo>
                  <a:pt x="153542" y="150240"/>
                </a:lnTo>
                <a:lnTo>
                  <a:pt x="161512" y="152792"/>
                </a:lnTo>
                <a:lnTo>
                  <a:pt x="168147" y="159702"/>
                </a:lnTo>
                <a:lnTo>
                  <a:pt x="172688" y="169850"/>
                </a:lnTo>
                <a:lnTo>
                  <a:pt x="174370" y="182117"/>
                </a:lnTo>
                <a:lnTo>
                  <a:pt x="172706" y="194385"/>
                </a:lnTo>
                <a:lnTo>
                  <a:pt x="168195" y="204533"/>
                </a:lnTo>
                <a:lnTo>
                  <a:pt x="161565" y="211443"/>
                </a:lnTo>
                <a:lnTo>
                  <a:pt x="153542" y="213994"/>
                </a:lnTo>
                <a:lnTo>
                  <a:pt x="177824" y="213994"/>
                </a:lnTo>
                <a:lnTo>
                  <a:pt x="184930" y="199878"/>
                </a:lnTo>
                <a:lnTo>
                  <a:pt x="185134" y="198627"/>
                </a:lnTo>
                <a:lnTo>
                  <a:pt x="187578" y="182117"/>
                </a:lnTo>
                <a:lnTo>
                  <a:pt x="184957" y="164411"/>
                </a:lnTo>
                <a:lnTo>
                  <a:pt x="177824" y="150240"/>
                </a:lnTo>
                <a:close/>
              </a:path>
              <a:path w="344804" h="344804">
                <a:moveTo>
                  <a:pt x="285014" y="182117"/>
                </a:moveTo>
                <a:lnTo>
                  <a:pt x="245998" y="182117"/>
                </a:lnTo>
                <a:lnTo>
                  <a:pt x="259328" y="183481"/>
                </a:lnTo>
                <a:lnTo>
                  <a:pt x="269954" y="187023"/>
                </a:lnTo>
                <a:lnTo>
                  <a:pt x="276985" y="191922"/>
                </a:lnTo>
                <a:lnTo>
                  <a:pt x="279526" y="197357"/>
                </a:lnTo>
                <a:lnTo>
                  <a:pt x="276985" y="202793"/>
                </a:lnTo>
                <a:lnTo>
                  <a:pt x="269954" y="207692"/>
                </a:lnTo>
                <a:lnTo>
                  <a:pt x="259328" y="211234"/>
                </a:lnTo>
                <a:lnTo>
                  <a:pt x="245998" y="212597"/>
                </a:lnTo>
                <a:lnTo>
                  <a:pt x="314578" y="212597"/>
                </a:lnTo>
                <a:lnTo>
                  <a:pt x="314565" y="198627"/>
                </a:lnTo>
                <a:lnTo>
                  <a:pt x="291337" y="198627"/>
                </a:lnTo>
                <a:lnTo>
                  <a:pt x="291337" y="189864"/>
                </a:lnTo>
                <a:lnTo>
                  <a:pt x="286511" y="183006"/>
                </a:lnTo>
                <a:lnTo>
                  <a:pt x="285014" y="182117"/>
                </a:lnTo>
                <a:close/>
              </a:path>
              <a:path w="344804" h="344804">
                <a:moveTo>
                  <a:pt x="314465" y="88264"/>
                </a:moveTo>
                <a:lnTo>
                  <a:pt x="299973" y="88264"/>
                </a:lnTo>
                <a:lnTo>
                  <a:pt x="299973" y="198627"/>
                </a:lnTo>
                <a:lnTo>
                  <a:pt x="314565" y="198627"/>
                </a:lnTo>
                <a:lnTo>
                  <a:pt x="314465" y="88264"/>
                </a:lnTo>
                <a:close/>
              </a:path>
              <a:path w="344804" h="344804">
                <a:moveTo>
                  <a:pt x="278383" y="126872"/>
                </a:moveTo>
                <a:lnTo>
                  <a:pt x="263778" y="126872"/>
                </a:lnTo>
                <a:lnTo>
                  <a:pt x="263778" y="172408"/>
                </a:lnTo>
                <a:lnTo>
                  <a:pt x="278383" y="172408"/>
                </a:lnTo>
                <a:lnTo>
                  <a:pt x="278383" y="126872"/>
                </a:lnTo>
                <a:close/>
              </a:path>
              <a:path w="344804" h="344804">
                <a:moveTo>
                  <a:pt x="314451" y="73786"/>
                </a:moveTo>
                <a:lnTo>
                  <a:pt x="65023" y="73786"/>
                </a:lnTo>
                <a:lnTo>
                  <a:pt x="65023" y="112394"/>
                </a:lnTo>
                <a:lnTo>
                  <a:pt x="79755" y="112394"/>
                </a:lnTo>
                <a:lnTo>
                  <a:pt x="79755" y="88264"/>
                </a:lnTo>
                <a:lnTo>
                  <a:pt x="314465" y="88264"/>
                </a:lnTo>
                <a:lnTo>
                  <a:pt x="314451" y="7378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8153400" y="3853179"/>
            <a:ext cx="353695" cy="353060"/>
          </a:xfrm>
          <a:custGeom>
            <a:avLst/>
            <a:gdLst/>
            <a:ahLst/>
            <a:cxnLst/>
            <a:rect l="l" t="t" r="r" b="b"/>
            <a:pathLst>
              <a:path w="353695" h="353060">
                <a:moveTo>
                  <a:pt x="313944" y="125603"/>
                </a:moveTo>
                <a:lnTo>
                  <a:pt x="299656" y="97028"/>
                </a:lnTo>
                <a:lnTo>
                  <a:pt x="296799" y="91313"/>
                </a:lnTo>
                <a:lnTo>
                  <a:pt x="296799" y="125603"/>
                </a:lnTo>
                <a:lnTo>
                  <a:pt x="279654" y="154178"/>
                </a:lnTo>
                <a:lnTo>
                  <a:pt x="250952" y="154178"/>
                </a:lnTo>
                <a:lnTo>
                  <a:pt x="233807" y="125603"/>
                </a:lnTo>
                <a:lnTo>
                  <a:pt x="250952" y="97028"/>
                </a:lnTo>
                <a:lnTo>
                  <a:pt x="279654" y="97028"/>
                </a:lnTo>
                <a:lnTo>
                  <a:pt x="296799" y="125603"/>
                </a:lnTo>
                <a:lnTo>
                  <a:pt x="296799" y="91313"/>
                </a:lnTo>
                <a:lnTo>
                  <a:pt x="291084" y="79883"/>
                </a:lnTo>
                <a:lnTo>
                  <a:pt x="239522" y="79883"/>
                </a:lnTo>
                <a:lnTo>
                  <a:pt x="216662" y="125603"/>
                </a:lnTo>
                <a:lnTo>
                  <a:pt x="222377" y="137033"/>
                </a:lnTo>
                <a:lnTo>
                  <a:pt x="210947" y="148463"/>
                </a:lnTo>
                <a:lnTo>
                  <a:pt x="205232" y="139890"/>
                </a:lnTo>
                <a:lnTo>
                  <a:pt x="205232" y="177038"/>
                </a:lnTo>
                <a:lnTo>
                  <a:pt x="188087" y="205613"/>
                </a:lnTo>
                <a:lnTo>
                  <a:pt x="159385" y="205613"/>
                </a:lnTo>
                <a:lnTo>
                  <a:pt x="142240" y="177038"/>
                </a:lnTo>
                <a:lnTo>
                  <a:pt x="159385" y="148463"/>
                </a:lnTo>
                <a:lnTo>
                  <a:pt x="188087" y="148463"/>
                </a:lnTo>
                <a:lnTo>
                  <a:pt x="205232" y="177038"/>
                </a:lnTo>
                <a:lnTo>
                  <a:pt x="205232" y="139890"/>
                </a:lnTo>
                <a:lnTo>
                  <a:pt x="199517" y="131318"/>
                </a:lnTo>
                <a:lnTo>
                  <a:pt x="182372" y="131318"/>
                </a:lnTo>
                <a:lnTo>
                  <a:pt x="182372" y="114173"/>
                </a:lnTo>
                <a:lnTo>
                  <a:pt x="199517" y="114173"/>
                </a:lnTo>
                <a:lnTo>
                  <a:pt x="205232" y="102743"/>
                </a:lnTo>
                <a:lnTo>
                  <a:pt x="222377" y="68453"/>
                </a:lnTo>
                <a:lnTo>
                  <a:pt x="206044" y="39878"/>
                </a:lnTo>
                <a:lnTo>
                  <a:pt x="205232" y="38455"/>
                </a:lnTo>
                <a:lnTo>
                  <a:pt x="205232" y="68453"/>
                </a:lnTo>
                <a:lnTo>
                  <a:pt x="188087" y="102743"/>
                </a:lnTo>
                <a:lnTo>
                  <a:pt x="159385" y="102743"/>
                </a:lnTo>
                <a:lnTo>
                  <a:pt x="142240" y="68453"/>
                </a:lnTo>
                <a:lnTo>
                  <a:pt x="159385" y="39878"/>
                </a:lnTo>
                <a:lnTo>
                  <a:pt x="188087" y="39878"/>
                </a:lnTo>
                <a:lnTo>
                  <a:pt x="205232" y="68453"/>
                </a:lnTo>
                <a:lnTo>
                  <a:pt x="205232" y="38455"/>
                </a:lnTo>
                <a:lnTo>
                  <a:pt x="199517" y="28448"/>
                </a:lnTo>
                <a:lnTo>
                  <a:pt x="147955" y="28448"/>
                </a:lnTo>
                <a:lnTo>
                  <a:pt x="125095" y="68453"/>
                </a:lnTo>
                <a:lnTo>
                  <a:pt x="147955" y="114173"/>
                </a:lnTo>
                <a:lnTo>
                  <a:pt x="165100" y="114173"/>
                </a:lnTo>
                <a:lnTo>
                  <a:pt x="165100" y="131318"/>
                </a:lnTo>
                <a:lnTo>
                  <a:pt x="147955" y="131318"/>
                </a:lnTo>
                <a:lnTo>
                  <a:pt x="142240" y="148463"/>
                </a:lnTo>
                <a:lnTo>
                  <a:pt x="125095" y="142748"/>
                </a:lnTo>
                <a:lnTo>
                  <a:pt x="136525" y="125603"/>
                </a:lnTo>
                <a:lnTo>
                  <a:pt x="119380" y="98196"/>
                </a:lnTo>
                <a:lnTo>
                  <a:pt x="119380" y="125603"/>
                </a:lnTo>
                <a:lnTo>
                  <a:pt x="102235" y="154178"/>
                </a:lnTo>
                <a:lnTo>
                  <a:pt x="67818" y="154178"/>
                </a:lnTo>
                <a:lnTo>
                  <a:pt x="50673" y="125603"/>
                </a:lnTo>
                <a:lnTo>
                  <a:pt x="67818" y="97028"/>
                </a:lnTo>
                <a:lnTo>
                  <a:pt x="102235" y="97028"/>
                </a:lnTo>
                <a:lnTo>
                  <a:pt x="119380" y="125603"/>
                </a:lnTo>
                <a:lnTo>
                  <a:pt x="119380" y="98196"/>
                </a:lnTo>
                <a:lnTo>
                  <a:pt x="118656" y="97028"/>
                </a:lnTo>
                <a:lnTo>
                  <a:pt x="107950" y="79883"/>
                </a:lnTo>
                <a:lnTo>
                  <a:pt x="56388" y="79883"/>
                </a:lnTo>
                <a:lnTo>
                  <a:pt x="33528" y="125603"/>
                </a:lnTo>
                <a:lnTo>
                  <a:pt x="56388" y="165608"/>
                </a:lnTo>
                <a:lnTo>
                  <a:pt x="107950" y="165608"/>
                </a:lnTo>
                <a:lnTo>
                  <a:pt x="119380" y="154178"/>
                </a:lnTo>
                <a:lnTo>
                  <a:pt x="130810" y="159893"/>
                </a:lnTo>
                <a:lnTo>
                  <a:pt x="125095" y="177038"/>
                </a:lnTo>
                <a:lnTo>
                  <a:pt x="130810" y="194183"/>
                </a:lnTo>
                <a:lnTo>
                  <a:pt x="119380" y="199898"/>
                </a:lnTo>
                <a:lnTo>
                  <a:pt x="119380" y="228473"/>
                </a:lnTo>
                <a:lnTo>
                  <a:pt x="102235" y="257048"/>
                </a:lnTo>
                <a:lnTo>
                  <a:pt x="67818" y="257048"/>
                </a:lnTo>
                <a:lnTo>
                  <a:pt x="50673" y="228473"/>
                </a:lnTo>
                <a:lnTo>
                  <a:pt x="67818" y="199898"/>
                </a:lnTo>
                <a:lnTo>
                  <a:pt x="102235" y="199898"/>
                </a:lnTo>
                <a:lnTo>
                  <a:pt x="119380" y="228473"/>
                </a:lnTo>
                <a:lnTo>
                  <a:pt x="119380" y="199898"/>
                </a:lnTo>
                <a:lnTo>
                  <a:pt x="107950" y="188468"/>
                </a:lnTo>
                <a:lnTo>
                  <a:pt x="56388" y="188468"/>
                </a:lnTo>
                <a:lnTo>
                  <a:pt x="33528" y="228473"/>
                </a:lnTo>
                <a:lnTo>
                  <a:pt x="56388" y="274193"/>
                </a:lnTo>
                <a:lnTo>
                  <a:pt x="107950" y="274193"/>
                </a:lnTo>
                <a:lnTo>
                  <a:pt x="118656" y="257048"/>
                </a:lnTo>
                <a:lnTo>
                  <a:pt x="136525" y="228473"/>
                </a:lnTo>
                <a:lnTo>
                  <a:pt x="125095" y="211328"/>
                </a:lnTo>
                <a:lnTo>
                  <a:pt x="142240" y="205613"/>
                </a:lnTo>
                <a:lnTo>
                  <a:pt x="147955" y="217043"/>
                </a:lnTo>
                <a:lnTo>
                  <a:pt x="165100" y="217043"/>
                </a:lnTo>
                <a:lnTo>
                  <a:pt x="165100" y="239903"/>
                </a:lnTo>
                <a:lnTo>
                  <a:pt x="147955" y="239903"/>
                </a:lnTo>
                <a:lnTo>
                  <a:pt x="125095" y="279908"/>
                </a:lnTo>
                <a:lnTo>
                  <a:pt x="147955" y="325628"/>
                </a:lnTo>
                <a:lnTo>
                  <a:pt x="199517" y="325628"/>
                </a:lnTo>
                <a:lnTo>
                  <a:pt x="208089" y="308483"/>
                </a:lnTo>
                <a:lnTo>
                  <a:pt x="222377" y="279908"/>
                </a:lnTo>
                <a:lnTo>
                  <a:pt x="206044" y="251333"/>
                </a:lnTo>
                <a:lnTo>
                  <a:pt x="205232" y="249910"/>
                </a:lnTo>
                <a:lnTo>
                  <a:pt x="205232" y="279908"/>
                </a:lnTo>
                <a:lnTo>
                  <a:pt x="188087" y="308483"/>
                </a:lnTo>
                <a:lnTo>
                  <a:pt x="159385" y="308483"/>
                </a:lnTo>
                <a:lnTo>
                  <a:pt x="142240" y="279908"/>
                </a:lnTo>
                <a:lnTo>
                  <a:pt x="159385" y="251333"/>
                </a:lnTo>
                <a:lnTo>
                  <a:pt x="188087" y="251333"/>
                </a:lnTo>
                <a:lnTo>
                  <a:pt x="205232" y="279908"/>
                </a:lnTo>
                <a:lnTo>
                  <a:pt x="205232" y="249910"/>
                </a:lnTo>
                <a:lnTo>
                  <a:pt x="199517" y="239903"/>
                </a:lnTo>
                <a:lnTo>
                  <a:pt x="182372" y="239903"/>
                </a:lnTo>
                <a:lnTo>
                  <a:pt x="182372" y="217043"/>
                </a:lnTo>
                <a:lnTo>
                  <a:pt x="199517" y="217043"/>
                </a:lnTo>
                <a:lnTo>
                  <a:pt x="210947" y="205613"/>
                </a:lnTo>
                <a:lnTo>
                  <a:pt x="222377" y="211328"/>
                </a:lnTo>
                <a:lnTo>
                  <a:pt x="216662" y="228473"/>
                </a:lnTo>
                <a:lnTo>
                  <a:pt x="239522" y="274193"/>
                </a:lnTo>
                <a:lnTo>
                  <a:pt x="291084" y="274193"/>
                </a:lnTo>
                <a:lnTo>
                  <a:pt x="299656" y="257048"/>
                </a:lnTo>
                <a:lnTo>
                  <a:pt x="313944" y="228473"/>
                </a:lnTo>
                <a:lnTo>
                  <a:pt x="296799" y="198475"/>
                </a:lnTo>
                <a:lnTo>
                  <a:pt x="296799" y="228473"/>
                </a:lnTo>
                <a:lnTo>
                  <a:pt x="279654" y="257048"/>
                </a:lnTo>
                <a:lnTo>
                  <a:pt x="250952" y="257048"/>
                </a:lnTo>
                <a:lnTo>
                  <a:pt x="233807" y="228473"/>
                </a:lnTo>
                <a:lnTo>
                  <a:pt x="250952" y="199898"/>
                </a:lnTo>
                <a:lnTo>
                  <a:pt x="279654" y="199898"/>
                </a:lnTo>
                <a:lnTo>
                  <a:pt x="296799" y="228473"/>
                </a:lnTo>
                <a:lnTo>
                  <a:pt x="296799" y="198475"/>
                </a:lnTo>
                <a:lnTo>
                  <a:pt x="291084" y="188468"/>
                </a:lnTo>
                <a:lnTo>
                  <a:pt x="239522" y="188468"/>
                </a:lnTo>
                <a:lnTo>
                  <a:pt x="233807" y="199898"/>
                </a:lnTo>
                <a:lnTo>
                  <a:pt x="216662" y="194183"/>
                </a:lnTo>
                <a:lnTo>
                  <a:pt x="222377" y="177038"/>
                </a:lnTo>
                <a:lnTo>
                  <a:pt x="216662" y="159893"/>
                </a:lnTo>
                <a:lnTo>
                  <a:pt x="233807" y="154178"/>
                </a:lnTo>
                <a:lnTo>
                  <a:pt x="239522" y="165608"/>
                </a:lnTo>
                <a:lnTo>
                  <a:pt x="291084" y="165608"/>
                </a:lnTo>
                <a:lnTo>
                  <a:pt x="313944" y="125603"/>
                </a:lnTo>
                <a:close/>
              </a:path>
              <a:path w="353695" h="353060">
                <a:moveTo>
                  <a:pt x="353568" y="0"/>
                </a:moveTo>
                <a:lnTo>
                  <a:pt x="0" y="0"/>
                </a:lnTo>
                <a:lnTo>
                  <a:pt x="0" y="16510"/>
                </a:lnTo>
                <a:lnTo>
                  <a:pt x="0" y="335280"/>
                </a:lnTo>
                <a:lnTo>
                  <a:pt x="0" y="353060"/>
                </a:lnTo>
                <a:lnTo>
                  <a:pt x="353568" y="353060"/>
                </a:lnTo>
                <a:lnTo>
                  <a:pt x="353568" y="335915"/>
                </a:lnTo>
                <a:lnTo>
                  <a:pt x="353568" y="335280"/>
                </a:lnTo>
                <a:lnTo>
                  <a:pt x="353568" y="16637"/>
                </a:lnTo>
                <a:lnTo>
                  <a:pt x="336423" y="16637"/>
                </a:lnTo>
                <a:lnTo>
                  <a:pt x="336423" y="335280"/>
                </a:lnTo>
                <a:lnTo>
                  <a:pt x="17145" y="335280"/>
                </a:lnTo>
                <a:lnTo>
                  <a:pt x="17145" y="16510"/>
                </a:lnTo>
                <a:lnTo>
                  <a:pt x="353568" y="16510"/>
                </a:lnTo>
                <a:lnTo>
                  <a:pt x="3535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0" name="object 30"/>
          <p:cNvGrpSpPr/>
          <p:nvPr/>
        </p:nvGrpSpPr>
        <p:grpSpPr>
          <a:xfrm>
            <a:off x="8153400" y="2994660"/>
            <a:ext cx="353695" cy="353060"/>
            <a:chOff x="8153400" y="2994660"/>
            <a:chExt cx="353695" cy="353060"/>
          </a:xfrm>
        </p:grpSpPr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34172" y="3034030"/>
              <a:ext cx="204216" cy="271525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8153400" y="2994659"/>
              <a:ext cx="353695" cy="353060"/>
            </a:xfrm>
            <a:custGeom>
              <a:avLst/>
              <a:gdLst/>
              <a:ahLst/>
              <a:cxnLst/>
              <a:rect l="l" t="t" r="r" b="b"/>
              <a:pathLst>
                <a:path w="353695" h="353060">
                  <a:moveTo>
                    <a:pt x="353568" y="0"/>
                  </a:moveTo>
                  <a:lnTo>
                    <a:pt x="338582" y="0"/>
                  </a:lnTo>
                  <a:lnTo>
                    <a:pt x="338582" y="15240"/>
                  </a:lnTo>
                  <a:lnTo>
                    <a:pt x="338582" y="340360"/>
                  </a:lnTo>
                  <a:lnTo>
                    <a:pt x="14986" y="340360"/>
                  </a:lnTo>
                  <a:lnTo>
                    <a:pt x="14986" y="15240"/>
                  </a:lnTo>
                  <a:lnTo>
                    <a:pt x="338582" y="15240"/>
                  </a:lnTo>
                  <a:lnTo>
                    <a:pt x="338582" y="0"/>
                  </a:lnTo>
                  <a:lnTo>
                    <a:pt x="0" y="0"/>
                  </a:lnTo>
                  <a:lnTo>
                    <a:pt x="0" y="15240"/>
                  </a:lnTo>
                  <a:lnTo>
                    <a:pt x="0" y="340360"/>
                  </a:lnTo>
                  <a:lnTo>
                    <a:pt x="0" y="353060"/>
                  </a:lnTo>
                  <a:lnTo>
                    <a:pt x="353568" y="353060"/>
                  </a:lnTo>
                  <a:lnTo>
                    <a:pt x="353568" y="340360"/>
                  </a:lnTo>
                  <a:lnTo>
                    <a:pt x="353568" y="15240"/>
                  </a:lnTo>
                  <a:lnTo>
                    <a:pt x="353568" y="14986"/>
                  </a:lnTo>
                  <a:lnTo>
                    <a:pt x="3535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11612626" y="6500876"/>
            <a:ext cx="132080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 spc="-25">
                <a:latin typeface="Arial"/>
                <a:cs typeface="Arial"/>
              </a:rPr>
              <a:t>23</a:t>
            </a:r>
            <a:endParaRPr sz="750">
              <a:latin typeface="Arial"/>
              <a:cs typeface="Arial"/>
            </a:endParaRPr>
          </a:p>
        </p:txBody>
      </p:sp>
      <p:pic>
        <p:nvPicPr>
          <p:cNvPr id="34" name="object 3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12464" y="1853183"/>
            <a:ext cx="4275328" cy="4410532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7673712" y="3660140"/>
            <a:ext cx="167005" cy="67881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00" spc="-10" b="1">
                <a:solidFill>
                  <a:srgbClr val="DB526A"/>
                </a:solidFill>
                <a:latin typeface="Arial"/>
                <a:cs typeface="Arial"/>
              </a:rPr>
              <a:t>Recreation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762883" y="3661409"/>
            <a:ext cx="92710" cy="594995"/>
          </a:xfrm>
          <a:custGeom>
            <a:avLst/>
            <a:gdLst/>
            <a:ahLst/>
            <a:cxnLst/>
            <a:rect l="l" t="t" r="r" b="b"/>
            <a:pathLst>
              <a:path w="92710" h="594995">
                <a:moveTo>
                  <a:pt x="16001" y="527431"/>
                </a:moveTo>
                <a:lnTo>
                  <a:pt x="634" y="527431"/>
                </a:lnTo>
                <a:lnTo>
                  <a:pt x="761" y="594614"/>
                </a:lnTo>
                <a:lnTo>
                  <a:pt x="91313" y="594614"/>
                </a:lnTo>
                <a:lnTo>
                  <a:pt x="91279" y="576326"/>
                </a:lnTo>
                <a:lnTo>
                  <a:pt x="16001" y="576326"/>
                </a:lnTo>
                <a:lnTo>
                  <a:pt x="16001" y="527431"/>
                </a:lnTo>
                <a:close/>
              </a:path>
              <a:path w="92710" h="594995">
                <a:moveTo>
                  <a:pt x="51307" y="530860"/>
                </a:moveTo>
                <a:lnTo>
                  <a:pt x="36067" y="530860"/>
                </a:lnTo>
                <a:lnTo>
                  <a:pt x="36067" y="576199"/>
                </a:lnTo>
                <a:lnTo>
                  <a:pt x="16001" y="576326"/>
                </a:lnTo>
                <a:lnTo>
                  <a:pt x="91279" y="576326"/>
                </a:lnTo>
                <a:lnTo>
                  <a:pt x="51307" y="576199"/>
                </a:lnTo>
                <a:lnTo>
                  <a:pt x="51307" y="530860"/>
                </a:lnTo>
                <a:close/>
              </a:path>
              <a:path w="92710" h="594995">
                <a:moveTo>
                  <a:pt x="91186" y="525653"/>
                </a:moveTo>
                <a:lnTo>
                  <a:pt x="75945" y="525653"/>
                </a:lnTo>
                <a:lnTo>
                  <a:pt x="75945" y="576199"/>
                </a:lnTo>
                <a:lnTo>
                  <a:pt x="91279" y="576199"/>
                </a:lnTo>
                <a:lnTo>
                  <a:pt x="91186" y="525653"/>
                </a:lnTo>
                <a:close/>
              </a:path>
              <a:path w="92710" h="594995">
                <a:moveTo>
                  <a:pt x="50926" y="467995"/>
                </a:moveTo>
                <a:lnTo>
                  <a:pt x="33146" y="467995"/>
                </a:lnTo>
                <a:lnTo>
                  <a:pt x="27050" y="473456"/>
                </a:lnTo>
                <a:lnTo>
                  <a:pt x="24002" y="479806"/>
                </a:lnTo>
                <a:lnTo>
                  <a:pt x="24002" y="495046"/>
                </a:lnTo>
                <a:lnTo>
                  <a:pt x="58165" y="514731"/>
                </a:lnTo>
                <a:lnTo>
                  <a:pt x="65509" y="514232"/>
                </a:lnTo>
                <a:lnTo>
                  <a:pt x="65735" y="514232"/>
                </a:lnTo>
                <a:lnTo>
                  <a:pt x="72278" y="512746"/>
                </a:lnTo>
                <a:lnTo>
                  <a:pt x="72443" y="512746"/>
                </a:lnTo>
                <a:lnTo>
                  <a:pt x="78543" y="510123"/>
                </a:lnTo>
                <a:lnTo>
                  <a:pt x="83565" y="506603"/>
                </a:lnTo>
                <a:lnTo>
                  <a:pt x="89534" y="501269"/>
                </a:lnTo>
                <a:lnTo>
                  <a:pt x="91566" y="496951"/>
                </a:lnTo>
                <a:lnTo>
                  <a:pt x="50418" y="496951"/>
                </a:lnTo>
                <a:lnTo>
                  <a:pt x="45465" y="495554"/>
                </a:lnTo>
                <a:lnTo>
                  <a:pt x="42163" y="492887"/>
                </a:lnTo>
                <a:lnTo>
                  <a:pt x="38988" y="490093"/>
                </a:lnTo>
                <a:lnTo>
                  <a:pt x="37337" y="486664"/>
                </a:lnTo>
                <a:lnTo>
                  <a:pt x="37337" y="478282"/>
                </a:lnTo>
                <a:lnTo>
                  <a:pt x="38930" y="474853"/>
                </a:lnTo>
                <a:lnTo>
                  <a:pt x="40561" y="473456"/>
                </a:lnTo>
                <a:lnTo>
                  <a:pt x="42290" y="472059"/>
                </a:lnTo>
                <a:lnTo>
                  <a:pt x="45442" y="469392"/>
                </a:lnTo>
                <a:lnTo>
                  <a:pt x="45059" y="469392"/>
                </a:lnTo>
                <a:lnTo>
                  <a:pt x="50926" y="467995"/>
                </a:lnTo>
                <a:close/>
              </a:path>
              <a:path w="92710" h="594995">
                <a:moveTo>
                  <a:pt x="83221" y="467995"/>
                </a:moveTo>
                <a:lnTo>
                  <a:pt x="65739" y="467995"/>
                </a:lnTo>
                <a:lnTo>
                  <a:pt x="70819" y="469392"/>
                </a:lnTo>
                <a:lnTo>
                  <a:pt x="70513" y="469392"/>
                </a:lnTo>
                <a:lnTo>
                  <a:pt x="73786" y="472059"/>
                </a:lnTo>
                <a:lnTo>
                  <a:pt x="77088" y="474853"/>
                </a:lnTo>
                <a:lnTo>
                  <a:pt x="78866" y="478282"/>
                </a:lnTo>
                <a:lnTo>
                  <a:pt x="78866" y="487299"/>
                </a:lnTo>
                <a:lnTo>
                  <a:pt x="76580" y="491236"/>
                </a:lnTo>
                <a:lnTo>
                  <a:pt x="72135" y="494030"/>
                </a:lnTo>
                <a:lnTo>
                  <a:pt x="68960" y="495935"/>
                </a:lnTo>
                <a:lnTo>
                  <a:pt x="63880" y="496951"/>
                </a:lnTo>
                <a:lnTo>
                  <a:pt x="91566" y="496951"/>
                </a:lnTo>
                <a:lnTo>
                  <a:pt x="92463" y="495046"/>
                </a:lnTo>
                <a:lnTo>
                  <a:pt x="92582" y="483489"/>
                </a:lnTo>
                <a:lnTo>
                  <a:pt x="91693" y="479806"/>
                </a:lnTo>
                <a:lnTo>
                  <a:pt x="89788" y="476250"/>
                </a:lnTo>
                <a:lnTo>
                  <a:pt x="88010" y="472567"/>
                </a:lnTo>
                <a:lnTo>
                  <a:pt x="85216" y="469392"/>
                </a:lnTo>
                <a:lnTo>
                  <a:pt x="83221" y="467995"/>
                </a:lnTo>
                <a:close/>
              </a:path>
              <a:path w="92710" h="594995">
                <a:moveTo>
                  <a:pt x="91058" y="450723"/>
                </a:moveTo>
                <a:lnTo>
                  <a:pt x="507" y="450723"/>
                </a:lnTo>
                <a:lnTo>
                  <a:pt x="507" y="468122"/>
                </a:lnTo>
                <a:lnTo>
                  <a:pt x="83221" y="467995"/>
                </a:lnTo>
                <a:lnTo>
                  <a:pt x="81406" y="466725"/>
                </a:lnTo>
                <a:lnTo>
                  <a:pt x="91058" y="466725"/>
                </a:lnTo>
                <a:lnTo>
                  <a:pt x="91058" y="450723"/>
                </a:lnTo>
                <a:close/>
              </a:path>
              <a:path w="92710" h="594995">
                <a:moveTo>
                  <a:pt x="90931" y="373888"/>
                </a:moveTo>
                <a:lnTo>
                  <a:pt x="25272" y="373888"/>
                </a:lnTo>
                <a:lnTo>
                  <a:pt x="25399" y="391160"/>
                </a:lnTo>
                <a:lnTo>
                  <a:pt x="62356" y="391160"/>
                </a:lnTo>
                <a:lnTo>
                  <a:pt x="68325" y="391541"/>
                </a:lnTo>
                <a:lnTo>
                  <a:pt x="73151" y="393319"/>
                </a:lnTo>
                <a:lnTo>
                  <a:pt x="75183" y="394843"/>
                </a:lnTo>
                <a:lnTo>
                  <a:pt x="76707" y="397256"/>
                </a:lnTo>
                <a:lnTo>
                  <a:pt x="78358" y="399542"/>
                </a:lnTo>
                <a:lnTo>
                  <a:pt x="79247" y="402209"/>
                </a:lnTo>
                <a:lnTo>
                  <a:pt x="79247" y="407797"/>
                </a:lnTo>
                <a:lnTo>
                  <a:pt x="25399" y="416179"/>
                </a:lnTo>
                <a:lnTo>
                  <a:pt x="25399" y="433451"/>
                </a:lnTo>
                <a:lnTo>
                  <a:pt x="73151" y="433451"/>
                </a:lnTo>
                <a:lnTo>
                  <a:pt x="77977" y="432689"/>
                </a:lnTo>
                <a:lnTo>
                  <a:pt x="81406" y="431038"/>
                </a:lnTo>
                <a:lnTo>
                  <a:pt x="84962" y="429514"/>
                </a:lnTo>
                <a:lnTo>
                  <a:pt x="87629" y="426974"/>
                </a:lnTo>
                <a:lnTo>
                  <a:pt x="89534" y="423418"/>
                </a:lnTo>
                <a:lnTo>
                  <a:pt x="91439" y="419989"/>
                </a:lnTo>
                <a:lnTo>
                  <a:pt x="92423" y="416179"/>
                </a:lnTo>
                <a:lnTo>
                  <a:pt x="92455" y="407289"/>
                </a:lnTo>
                <a:lnTo>
                  <a:pt x="91439" y="403225"/>
                </a:lnTo>
                <a:lnTo>
                  <a:pt x="87375" y="395351"/>
                </a:lnTo>
                <a:lnTo>
                  <a:pt x="84581" y="392303"/>
                </a:lnTo>
                <a:lnTo>
                  <a:pt x="81152" y="389890"/>
                </a:lnTo>
                <a:lnTo>
                  <a:pt x="90931" y="389890"/>
                </a:lnTo>
                <a:lnTo>
                  <a:pt x="90931" y="373888"/>
                </a:lnTo>
                <a:close/>
              </a:path>
              <a:path w="92710" h="594995">
                <a:moveTo>
                  <a:pt x="44576" y="298196"/>
                </a:moveTo>
                <a:lnTo>
                  <a:pt x="23848" y="337439"/>
                </a:lnTo>
                <a:lnTo>
                  <a:pt x="26796" y="344932"/>
                </a:lnTo>
                <a:lnTo>
                  <a:pt x="58165" y="359156"/>
                </a:lnTo>
                <a:lnTo>
                  <a:pt x="65738" y="358630"/>
                </a:lnTo>
                <a:lnTo>
                  <a:pt x="90680" y="341376"/>
                </a:lnTo>
                <a:lnTo>
                  <a:pt x="49910" y="341376"/>
                </a:lnTo>
                <a:lnTo>
                  <a:pt x="44830" y="340106"/>
                </a:lnTo>
                <a:lnTo>
                  <a:pt x="38861" y="334899"/>
                </a:lnTo>
                <a:lnTo>
                  <a:pt x="37464" y="331470"/>
                </a:lnTo>
                <a:lnTo>
                  <a:pt x="37464" y="323596"/>
                </a:lnTo>
                <a:lnTo>
                  <a:pt x="38226" y="321310"/>
                </a:lnTo>
                <a:lnTo>
                  <a:pt x="39893" y="319405"/>
                </a:lnTo>
                <a:lnTo>
                  <a:pt x="41655" y="317246"/>
                </a:lnTo>
                <a:lnTo>
                  <a:pt x="44322" y="315849"/>
                </a:lnTo>
                <a:lnTo>
                  <a:pt x="47751" y="315341"/>
                </a:lnTo>
                <a:lnTo>
                  <a:pt x="44576" y="298196"/>
                </a:lnTo>
                <a:close/>
              </a:path>
              <a:path w="92710" h="594995">
                <a:moveTo>
                  <a:pt x="68579" y="297307"/>
                </a:moveTo>
                <a:lnTo>
                  <a:pt x="65658" y="314325"/>
                </a:lnTo>
                <a:lnTo>
                  <a:pt x="70884" y="315341"/>
                </a:lnTo>
                <a:lnTo>
                  <a:pt x="70519" y="315341"/>
                </a:lnTo>
                <a:lnTo>
                  <a:pt x="73405" y="316611"/>
                </a:lnTo>
                <a:lnTo>
                  <a:pt x="75310" y="318770"/>
                </a:lnTo>
                <a:lnTo>
                  <a:pt x="77215" y="320802"/>
                </a:lnTo>
                <a:lnTo>
                  <a:pt x="78104" y="323596"/>
                </a:lnTo>
                <a:lnTo>
                  <a:pt x="78114" y="331470"/>
                </a:lnTo>
                <a:lnTo>
                  <a:pt x="76429" y="334899"/>
                </a:lnTo>
                <a:lnTo>
                  <a:pt x="73405" y="337439"/>
                </a:lnTo>
                <a:lnTo>
                  <a:pt x="69938" y="340106"/>
                </a:lnTo>
                <a:lnTo>
                  <a:pt x="69607" y="340106"/>
                </a:lnTo>
                <a:lnTo>
                  <a:pt x="64642" y="341376"/>
                </a:lnTo>
                <a:lnTo>
                  <a:pt x="90680" y="341376"/>
                </a:lnTo>
                <a:lnTo>
                  <a:pt x="92229" y="337439"/>
                </a:lnTo>
                <a:lnTo>
                  <a:pt x="92213" y="318770"/>
                </a:lnTo>
                <a:lnTo>
                  <a:pt x="90296" y="312420"/>
                </a:lnTo>
                <a:lnTo>
                  <a:pt x="86232" y="307467"/>
                </a:lnTo>
                <a:lnTo>
                  <a:pt x="82295" y="302387"/>
                </a:lnTo>
                <a:lnTo>
                  <a:pt x="76326" y="299085"/>
                </a:lnTo>
                <a:lnTo>
                  <a:pt x="68579" y="297307"/>
                </a:lnTo>
                <a:close/>
              </a:path>
              <a:path w="92710" h="594995">
                <a:moveTo>
                  <a:pt x="59181" y="249047"/>
                </a:moveTo>
                <a:lnTo>
                  <a:pt x="47878" y="249047"/>
                </a:lnTo>
                <a:lnTo>
                  <a:pt x="48945" y="251714"/>
                </a:lnTo>
                <a:lnTo>
                  <a:pt x="49047" y="251968"/>
                </a:lnTo>
                <a:lnTo>
                  <a:pt x="49148" y="252222"/>
                </a:lnTo>
                <a:lnTo>
                  <a:pt x="50672" y="257810"/>
                </a:lnTo>
                <a:lnTo>
                  <a:pt x="53218" y="271272"/>
                </a:lnTo>
                <a:lnTo>
                  <a:pt x="53339" y="271907"/>
                </a:lnTo>
                <a:lnTo>
                  <a:pt x="62991" y="287147"/>
                </a:lnTo>
                <a:lnTo>
                  <a:pt x="65785" y="288925"/>
                </a:lnTo>
                <a:lnTo>
                  <a:pt x="69087" y="289814"/>
                </a:lnTo>
                <a:lnTo>
                  <a:pt x="78485" y="289814"/>
                </a:lnTo>
                <a:lnTo>
                  <a:pt x="83057" y="287782"/>
                </a:lnTo>
                <a:lnTo>
                  <a:pt x="86740" y="283972"/>
                </a:lnTo>
                <a:lnTo>
                  <a:pt x="90423" y="280035"/>
                </a:lnTo>
                <a:lnTo>
                  <a:pt x="92201" y="274701"/>
                </a:lnTo>
                <a:lnTo>
                  <a:pt x="92201" y="272415"/>
                </a:lnTo>
                <a:lnTo>
                  <a:pt x="68579" y="272415"/>
                </a:lnTo>
                <a:lnTo>
                  <a:pt x="66547" y="271272"/>
                </a:lnTo>
                <a:lnTo>
                  <a:pt x="64896" y="269113"/>
                </a:lnTo>
                <a:lnTo>
                  <a:pt x="63880" y="267589"/>
                </a:lnTo>
                <a:lnTo>
                  <a:pt x="62864" y="264414"/>
                </a:lnTo>
                <a:lnTo>
                  <a:pt x="60832" y="254762"/>
                </a:lnTo>
                <a:lnTo>
                  <a:pt x="60174" y="252222"/>
                </a:lnTo>
                <a:lnTo>
                  <a:pt x="60108" y="251968"/>
                </a:lnTo>
                <a:lnTo>
                  <a:pt x="60042" y="251714"/>
                </a:lnTo>
                <a:lnTo>
                  <a:pt x="59943" y="251333"/>
                </a:lnTo>
                <a:lnTo>
                  <a:pt x="59266" y="249301"/>
                </a:lnTo>
                <a:lnTo>
                  <a:pt x="59181" y="249047"/>
                </a:lnTo>
                <a:close/>
              </a:path>
              <a:path w="92710" h="594995">
                <a:moveTo>
                  <a:pt x="90677" y="228219"/>
                </a:moveTo>
                <a:lnTo>
                  <a:pt x="87502" y="229743"/>
                </a:lnTo>
                <a:lnTo>
                  <a:pt x="84581" y="230759"/>
                </a:lnTo>
                <a:lnTo>
                  <a:pt x="81914" y="231267"/>
                </a:lnTo>
                <a:lnTo>
                  <a:pt x="79120" y="231902"/>
                </a:lnTo>
                <a:lnTo>
                  <a:pt x="74929" y="232156"/>
                </a:lnTo>
                <a:lnTo>
                  <a:pt x="40428" y="232156"/>
                </a:lnTo>
                <a:lnTo>
                  <a:pt x="36194" y="232791"/>
                </a:lnTo>
                <a:lnTo>
                  <a:pt x="24633" y="245872"/>
                </a:lnTo>
                <a:lnTo>
                  <a:pt x="24510" y="246126"/>
                </a:lnTo>
                <a:lnTo>
                  <a:pt x="24066" y="249047"/>
                </a:lnTo>
                <a:lnTo>
                  <a:pt x="24027" y="249301"/>
                </a:lnTo>
                <a:lnTo>
                  <a:pt x="23931" y="249936"/>
                </a:lnTo>
                <a:lnTo>
                  <a:pt x="23834" y="250571"/>
                </a:lnTo>
                <a:lnTo>
                  <a:pt x="23718" y="251333"/>
                </a:lnTo>
                <a:lnTo>
                  <a:pt x="23621" y="268224"/>
                </a:lnTo>
                <a:lnTo>
                  <a:pt x="25145" y="274574"/>
                </a:lnTo>
                <a:lnTo>
                  <a:pt x="31241" y="283210"/>
                </a:lnTo>
                <a:lnTo>
                  <a:pt x="35940" y="286258"/>
                </a:lnTo>
                <a:lnTo>
                  <a:pt x="42290" y="288036"/>
                </a:lnTo>
                <a:lnTo>
                  <a:pt x="45062" y="272415"/>
                </a:lnTo>
                <a:lnTo>
                  <a:pt x="45084" y="272288"/>
                </a:lnTo>
                <a:lnTo>
                  <a:pt x="42036" y="271272"/>
                </a:lnTo>
                <a:lnTo>
                  <a:pt x="40004" y="269875"/>
                </a:lnTo>
                <a:lnTo>
                  <a:pt x="38559" y="267843"/>
                </a:lnTo>
                <a:lnTo>
                  <a:pt x="37591" y="266446"/>
                </a:lnTo>
                <a:lnTo>
                  <a:pt x="37057" y="264414"/>
                </a:lnTo>
                <a:lnTo>
                  <a:pt x="36956" y="256286"/>
                </a:lnTo>
                <a:lnTo>
                  <a:pt x="37591" y="253238"/>
                </a:lnTo>
                <a:lnTo>
                  <a:pt x="40385" y="249936"/>
                </a:lnTo>
                <a:lnTo>
                  <a:pt x="42798" y="249047"/>
                </a:lnTo>
                <a:lnTo>
                  <a:pt x="84902" y="249047"/>
                </a:lnTo>
                <a:lnTo>
                  <a:pt x="83565" y="247650"/>
                </a:lnTo>
                <a:lnTo>
                  <a:pt x="83819" y="247523"/>
                </a:lnTo>
                <a:lnTo>
                  <a:pt x="84581" y="247269"/>
                </a:lnTo>
                <a:lnTo>
                  <a:pt x="85597" y="247015"/>
                </a:lnTo>
                <a:lnTo>
                  <a:pt x="87883" y="246380"/>
                </a:lnTo>
                <a:lnTo>
                  <a:pt x="89534" y="245872"/>
                </a:lnTo>
                <a:lnTo>
                  <a:pt x="90677" y="245364"/>
                </a:lnTo>
                <a:lnTo>
                  <a:pt x="90677" y="228219"/>
                </a:lnTo>
                <a:close/>
              </a:path>
              <a:path w="92710" h="594995">
                <a:moveTo>
                  <a:pt x="84902" y="249047"/>
                </a:moveTo>
                <a:lnTo>
                  <a:pt x="66801" y="249047"/>
                </a:lnTo>
                <a:lnTo>
                  <a:pt x="69595" y="249301"/>
                </a:lnTo>
                <a:lnTo>
                  <a:pt x="71119" y="249682"/>
                </a:lnTo>
                <a:lnTo>
                  <a:pt x="73405" y="250317"/>
                </a:lnTo>
                <a:lnTo>
                  <a:pt x="75310" y="251714"/>
                </a:lnTo>
                <a:lnTo>
                  <a:pt x="76834" y="253873"/>
                </a:lnTo>
                <a:lnTo>
                  <a:pt x="78866" y="256667"/>
                </a:lnTo>
                <a:lnTo>
                  <a:pt x="80009" y="259715"/>
                </a:lnTo>
                <a:lnTo>
                  <a:pt x="80009" y="265557"/>
                </a:lnTo>
                <a:lnTo>
                  <a:pt x="73405" y="272415"/>
                </a:lnTo>
                <a:lnTo>
                  <a:pt x="92201" y="272415"/>
                </a:lnTo>
                <a:lnTo>
                  <a:pt x="92201" y="264160"/>
                </a:lnTo>
                <a:lnTo>
                  <a:pt x="91439" y="260477"/>
                </a:lnTo>
                <a:lnTo>
                  <a:pt x="90042" y="257175"/>
                </a:lnTo>
                <a:lnTo>
                  <a:pt x="88575" y="253873"/>
                </a:lnTo>
                <a:lnTo>
                  <a:pt x="88173" y="253238"/>
                </a:lnTo>
                <a:lnTo>
                  <a:pt x="86359" y="250571"/>
                </a:lnTo>
                <a:lnTo>
                  <a:pt x="84902" y="249047"/>
                </a:lnTo>
                <a:close/>
              </a:path>
              <a:path w="92710" h="594995">
                <a:moveTo>
                  <a:pt x="42121" y="231902"/>
                </a:moveTo>
                <a:lnTo>
                  <a:pt x="7619" y="231902"/>
                </a:lnTo>
                <a:lnTo>
                  <a:pt x="74929" y="232156"/>
                </a:lnTo>
                <a:lnTo>
                  <a:pt x="40428" y="232156"/>
                </a:lnTo>
                <a:lnTo>
                  <a:pt x="42121" y="231902"/>
                </a:lnTo>
                <a:close/>
              </a:path>
              <a:path w="92710" h="594995">
                <a:moveTo>
                  <a:pt x="38861" y="214376"/>
                </a:moveTo>
                <a:lnTo>
                  <a:pt x="25018" y="214376"/>
                </a:lnTo>
                <a:lnTo>
                  <a:pt x="25018" y="222377"/>
                </a:lnTo>
                <a:lnTo>
                  <a:pt x="38861" y="222377"/>
                </a:lnTo>
                <a:lnTo>
                  <a:pt x="38861" y="214376"/>
                </a:lnTo>
                <a:close/>
              </a:path>
              <a:path w="92710" h="594995">
                <a:moveTo>
                  <a:pt x="89407" y="183642"/>
                </a:moveTo>
                <a:lnTo>
                  <a:pt x="75945" y="185039"/>
                </a:lnTo>
                <a:lnTo>
                  <a:pt x="77088" y="188087"/>
                </a:lnTo>
                <a:lnTo>
                  <a:pt x="77723" y="190500"/>
                </a:lnTo>
                <a:lnTo>
                  <a:pt x="77723" y="193294"/>
                </a:lnTo>
                <a:lnTo>
                  <a:pt x="77342" y="194183"/>
                </a:lnTo>
                <a:lnTo>
                  <a:pt x="76834" y="195072"/>
                </a:lnTo>
                <a:lnTo>
                  <a:pt x="76199" y="195834"/>
                </a:lnTo>
                <a:lnTo>
                  <a:pt x="75564" y="196342"/>
                </a:lnTo>
                <a:lnTo>
                  <a:pt x="73342" y="196977"/>
                </a:lnTo>
                <a:lnTo>
                  <a:pt x="1904" y="196977"/>
                </a:lnTo>
                <a:lnTo>
                  <a:pt x="12064" y="214376"/>
                </a:lnTo>
                <a:lnTo>
                  <a:pt x="73659" y="214376"/>
                </a:lnTo>
                <a:lnTo>
                  <a:pt x="77723" y="214122"/>
                </a:lnTo>
                <a:lnTo>
                  <a:pt x="92074" y="200406"/>
                </a:lnTo>
                <a:lnTo>
                  <a:pt x="92074" y="192151"/>
                </a:lnTo>
                <a:lnTo>
                  <a:pt x="91284" y="188087"/>
                </a:lnTo>
                <a:lnTo>
                  <a:pt x="91185" y="187579"/>
                </a:lnTo>
                <a:lnTo>
                  <a:pt x="89407" y="183642"/>
                </a:lnTo>
                <a:close/>
              </a:path>
              <a:path w="92710" h="594995">
                <a:moveTo>
                  <a:pt x="38861" y="185166"/>
                </a:moveTo>
                <a:lnTo>
                  <a:pt x="25018" y="185166"/>
                </a:lnTo>
                <a:lnTo>
                  <a:pt x="25018" y="196977"/>
                </a:lnTo>
                <a:lnTo>
                  <a:pt x="38861" y="196977"/>
                </a:lnTo>
                <a:lnTo>
                  <a:pt x="38861" y="185166"/>
                </a:lnTo>
                <a:close/>
              </a:path>
              <a:path w="92710" h="594995">
                <a:moveTo>
                  <a:pt x="16001" y="155194"/>
                </a:moveTo>
                <a:lnTo>
                  <a:pt x="0" y="155194"/>
                </a:lnTo>
                <a:lnTo>
                  <a:pt x="0" y="172593"/>
                </a:lnTo>
                <a:lnTo>
                  <a:pt x="16128" y="172593"/>
                </a:lnTo>
                <a:lnTo>
                  <a:pt x="16001" y="155194"/>
                </a:lnTo>
                <a:close/>
              </a:path>
              <a:path w="92710" h="594995">
                <a:moveTo>
                  <a:pt x="90550" y="155194"/>
                </a:moveTo>
                <a:lnTo>
                  <a:pt x="24891" y="155194"/>
                </a:lnTo>
                <a:lnTo>
                  <a:pt x="25018" y="172593"/>
                </a:lnTo>
                <a:lnTo>
                  <a:pt x="90550" y="172593"/>
                </a:lnTo>
                <a:lnTo>
                  <a:pt x="90550" y="155194"/>
                </a:lnTo>
                <a:close/>
              </a:path>
              <a:path w="92710" h="594995">
                <a:moveTo>
                  <a:pt x="57403" y="73787"/>
                </a:moveTo>
                <a:lnTo>
                  <a:pt x="23965" y="100599"/>
                </a:lnTo>
                <a:lnTo>
                  <a:pt x="23367" y="114173"/>
                </a:lnTo>
                <a:lnTo>
                  <a:pt x="24764" y="120015"/>
                </a:lnTo>
                <a:lnTo>
                  <a:pt x="27685" y="125095"/>
                </a:lnTo>
                <a:lnTo>
                  <a:pt x="30411" y="130175"/>
                </a:lnTo>
                <a:lnTo>
                  <a:pt x="30479" y="130302"/>
                </a:lnTo>
                <a:lnTo>
                  <a:pt x="34670" y="134366"/>
                </a:lnTo>
                <a:lnTo>
                  <a:pt x="40004" y="137160"/>
                </a:lnTo>
                <a:lnTo>
                  <a:pt x="45465" y="140081"/>
                </a:lnTo>
                <a:lnTo>
                  <a:pt x="51053" y="141478"/>
                </a:lnTo>
                <a:lnTo>
                  <a:pt x="64261" y="141478"/>
                </a:lnTo>
                <a:lnTo>
                  <a:pt x="70199" y="140081"/>
                </a:lnTo>
                <a:lnTo>
                  <a:pt x="70502" y="140081"/>
                </a:lnTo>
                <a:lnTo>
                  <a:pt x="75945" y="137160"/>
                </a:lnTo>
                <a:lnTo>
                  <a:pt x="81152" y="134239"/>
                </a:lnTo>
                <a:lnTo>
                  <a:pt x="85216" y="130175"/>
                </a:lnTo>
                <a:lnTo>
                  <a:pt x="88380" y="123698"/>
                </a:lnTo>
                <a:lnTo>
                  <a:pt x="51180" y="123698"/>
                </a:lnTo>
                <a:lnTo>
                  <a:pt x="46227" y="122174"/>
                </a:lnTo>
                <a:lnTo>
                  <a:pt x="39242" y="115951"/>
                </a:lnTo>
                <a:lnTo>
                  <a:pt x="37464" y="112141"/>
                </a:lnTo>
                <a:lnTo>
                  <a:pt x="37524" y="102997"/>
                </a:lnTo>
                <a:lnTo>
                  <a:pt x="39242" y="99314"/>
                </a:lnTo>
                <a:lnTo>
                  <a:pt x="42671" y="96266"/>
                </a:lnTo>
                <a:lnTo>
                  <a:pt x="46100" y="93091"/>
                </a:lnTo>
                <a:lnTo>
                  <a:pt x="51053" y="91567"/>
                </a:lnTo>
                <a:lnTo>
                  <a:pt x="88083" y="91567"/>
                </a:lnTo>
                <a:lnTo>
                  <a:pt x="86378" y="88407"/>
                </a:lnTo>
                <a:lnTo>
                  <a:pt x="82041" y="83312"/>
                </a:lnTo>
                <a:lnTo>
                  <a:pt x="76852" y="79144"/>
                </a:lnTo>
                <a:lnTo>
                  <a:pt x="71008" y="76168"/>
                </a:lnTo>
                <a:lnTo>
                  <a:pt x="64521" y="74382"/>
                </a:lnTo>
                <a:lnTo>
                  <a:pt x="57403" y="73787"/>
                </a:lnTo>
                <a:close/>
              </a:path>
              <a:path w="92710" h="594995">
                <a:moveTo>
                  <a:pt x="88083" y="91567"/>
                </a:moveTo>
                <a:lnTo>
                  <a:pt x="64134" y="91567"/>
                </a:lnTo>
                <a:lnTo>
                  <a:pt x="69087" y="93091"/>
                </a:lnTo>
                <a:lnTo>
                  <a:pt x="76128" y="99314"/>
                </a:lnTo>
                <a:lnTo>
                  <a:pt x="77723" y="102997"/>
                </a:lnTo>
                <a:lnTo>
                  <a:pt x="77727" y="107696"/>
                </a:lnTo>
                <a:lnTo>
                  <a:pt x="77850" y="112141"/>
                </a:lnTo>
                <a:lnTo>
                  <a:pt x="76072" y="115951"/>
                </a:lnTo>
                <a:lnTo>
                  <a:pt x="69214" y="122047"/>
                </a:lnTo>
                <a:lnTo>
                  <a:pt x="64134" y="123698"/>
                </a:lnTo>
                <a:lnTo>
                  <a:pt x="88380" y="123698"/>
                </a:lnTo>
                <a:lnTo>
                  <a:pt x="90550" y="119253"/>
                </a:lnTo>
                <a:lnTo>
                  <a:pt x="91947" y="113538"/>
                </a:lnTo>
                <a:lnTo>
                  <a:pt x="91947" y="107568"/>
                </a:lnTo>
                <a:lnTo>
                  <a:pt x="91338" y="100599"/>
                </a:lnTo>
                <a:lnTo>
                  <a:pt x="90984" y="99314"/>
                </a:lnTo>
                <a:lnTo>
                  <a:pt x="89480" y="94170"/>
                </a:lnTo>
                <a:lnTo>
                  <a:pt x="88083" y="91567"/>
                </a:lnTo>
                <a:close/>
              </a:path>
              <a:path w="92710" h="594995">
                <a:moveTo>
                  <a:pt x="90296" y="0"/>
                </a:moveTo>
                <a:lnTo>
                  <a:pt x="44449" y="0"/>
                </a:lnTo>
                <a:lnTo>
                  <a:pt x="40512" y="381"/>
                </a:lnTo>
                <a:lnTo>
                  <a:pt x="37845" y="1016"/>
                </a:lnTo>
                <a:lnTo>
                  <a:pt x="35051" y="1651"/>
                </a:lnTo>
                <a:lnTo>
                  <a:pt x="23240" y="30860"/>
                </a:lnTo>
                <a:lnTo>
                  <a:pt x="26923" y="37973"/>
                </a:lnTo>
                <a:lnTo>
                  <a:pt x="34583" y="43815"/>
                </a:lnTo>
                <a:lnTo>
                  <a:pt x="24764" y="43815"/>
                </a:lnTo>
                <a:lnTo>
                  <a:pt x="24764" y="59943"/>
                </a:lnTo>
                <a:lnTo>
                  <a:pt x="90424" y="59943"/>
                </a:lnTo>
                <a:lnTo>
                  <a:pt x="90307" y="43815"/>
                </a:lnTo>
                <a:lnTo>
                  <a:pt x="90296" y="42418"/>
                </a:lnTo>
                <a:lnTo>
                  <a:pt x="53339" y="42418"/>
                </a:lnTo>
                <a:lnTo>
                  <a:pt x="48259" y="42037"/>
                </a:lnTo>
                <a:lnTo>
                  <a:pt x="45592" y="41148"/>
                </a:lnTo>
                <a:lnTo>
                  <a:pt x="42798" y="40259"/>
                </a:lnTo>
                <a:lnTo>
                  <a:pt x="36448" y="25781"/>
                </a:lnTo>
                <a:lnTo>
                  <a:pt x="37083" y="23876"/>
                </a:lnTo>
                <a:lnTo>
                  <a:pt x="49783" y="17399"/>
                </a:lnTo>
                <a:lnTo>
                  <a:pt x="90296" y="17399"/>
                </a:lnTo>
                <a:lnTo>
                  <a:pt x="90296" y="0"/>
                </a:lnTo>
                <a:close/>
              </a:path>
            </a:pathLst>
          </a:custGeom>
          <a:solidFill>
            <a:srgbClr val="A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5224653" y="4281677"/>
            <a:ext cx="11036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latin typeface="Arial"/>
                <a:cs typeface="Arial"/>
              </a:rPr>
              <a:t>Orchestrator</a:t>
            </a:r>
            <a:endParaRPr sz="14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681598" y="3341877"/>
            <a:ext cx="569595" cy="2698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800" spc="-20">
                <a:latin typeface="Arial"/>
                <a:cs typeface="Arial"/>
              </a:rPr>
              <a:t>E.g.</a:t>
            </a:r>
            <a:endParaRPr sz="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800" spc="-10" b="1">
                <a:latin typeface="Arial"/>
                <a:cs typeface="Arial"/>
              </a:rPr>
              <a:t>Aggregator</a:t>
            </a:r>
            <a:endParaRPr sz="8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963158" y="2833243"/>
            <a:ext cx="258445" cy="2698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800" spc="-20">
                <a:latin typeface="Arial"/>
                <a:cs typeface="Arial"/>
              </a:rPr>
              <a:t>E.g.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800" spc="-25" b="1">
                <a:latin typeface="Arial"/>
                <a:cs typeface="Arial"/>
              </a:rPr>
              <a:t>OEM</a:t>
            </a:r>
            <a:endParaRPr sz="8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043040" y="2317242"/>
            <a:ext cx="435609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800" spc="-20">
                <a:latin typeface="Arial"/>
                <a:cs typeface="Arial"/>
              </a:rPr>
              <a:t>E.g.</a:t>
            </a:r>
            <a:endParaRPr sz="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800" spc="-10" b="1">
                <a:latin typeface="Arial"/>
                <a:cs typeface="Arial"/>
              </a:rPr>
              <a:t>Supplier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6341160"/>
            <a:ext cx="1062355" cy="3003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300"/>
              </a:lnSpc>
              <a:spcBef>
                <a:spcPts val="95"/>
              </a:spcBef>
            </a:pPr>
            <a:r>
              <a:rPr dirty="0" sz="750">
                <a:latin typeface="Arial"/>
                <a:cs typeface="Arial"/>
              </a:rPr>
              <a:t>Digital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Auto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Report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-20">
                <a:latin typeface="Arial"/>
                <a:cs typeface="Arial"/>
              </a:rPr>
              <a:t>2023</a:t>
            </a:r>
            <a:r>
              <a:rPr dirty="0" sz="750" spc="-10">
                <a:latin typeface="Arial"/>
                <a:cs typeface="Arial"/>
              </a:rPr>
              <a:t> Strategy&amp;</a:t>
            </a:r>
            <a:endParaRPr sz="7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8265" rIns="0" bIns="0" rtlCol="0" vert="horz">
            <a:spAutoFit/>
          </a:bodyPr>
          <a:lstStyle/>
          <a:p>
            <a:pPr marL="12700" marR="5080">
              <a:lnSpc>
                <a:spcPts val="3260"/>
              </a:lnSpc>
              <a:spcBef>
                <a:spcPts val="695"/>
              </a:spcBef>
            </a:pPr>
            <a:r>
              <a:rPr dirty="0">
                <a:solidFill>
                  <a:srgbClr val="000000"/>
                </a:solidFill>
              </a:rPr>
              <a:t>Getting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digital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interface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right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means creating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 spc="-50">
                <a:solidFill>
                  <a:srgbClr val="000000"/>
                </a:solidFill>
              </a:rPr>
              <a:t>a </a:t>
            </a:r>
            <a:r>
              <a:rPr dirty="0">
                <a:solidFill>
                  <a:srgbClr val="000000"/>
                </a:solidFill>
              </a:rPr>
              <a:t>differentiated</a:t>
            </a:r>
            <a:r>
              <a:rPr dirty="0" spc="-4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experience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for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diverse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customer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needs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78354" y="6500876"/>
            <a:ext cx="1170940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>
                <a:latin typeface="Arial"/>
                <a:cs typeface="Arial"/>
              </a:rPr>
              <a:t>Source: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Strategy&amp;</a:t>
            </a:r>
            <a:r>
              <a:rPr dirty="0" sz="750" spc="-1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analysis</a:t>
            </a:r>
            <a:endParaRPr sz="7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8230" y="1257680"/>
            <a:ext cx="40995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Experience</a:t>
            </a:r>
            <a:r>
              <a:rPr dirty="0" sz="1800" spc="-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differentiators</a:t>
            </a:r>
            <a:r>
              <a:rPr dirty="0" sz="1800" spc="-4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A21F1F"/>
                </a:solidFill>
                <a:latin typeface="Arial"/>
                <a:cs typeface="Arial"/>
              </a:rPr>
              <a:t>–</a:t>
            </a:r>
            <a:r>
              <a:rPr dirty="0" sz="1800" spc="-20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A21F1F"/>
                </a:solidFill>
                <a:latin typeface="Arial"/>
                <a:cs typeface="Arial"/>
              </a:rPr>
              <a:t>Examples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49580" y="1242060"/>
            <a:ext cx="353695" cy="353060"/>
            <a:chOff x="449580" y="1242060"/>
            <a:chExt cx="353695" cy="35306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0352" y="1281430"/>
              <a:ext cx="205740" cy="27152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49580" y="1242059"/>
              <a:ext cx="353695" cy="353060"/>
            </a:xfrm>
            <a:custGeom>
              <a:avLst/>
              <a:gdLst/>
              <a:ahLst/>
              <a:cxnLst/>
              <a:rect l="l" t="t" r="r" b="b"/>
              <a:pathLst>
                <a:path w="353695" h="353059">
                  <a:moveTo>
                    <a:pt x="353568" y="0"/>
                  </a:moveTo>
                  <a:lnTo>
                    <a:pt x="338518" y="0"/>
                  </a:lnTo>
                  <a:lnTo>
                    <a:pt x="338518" y="15240"/>
                  </a:lnTo>
                  <a:lnTo>
                    <a:pt x="338518" y="340360"/>
                  </a:lnTo>
                  <a:lnTo>
                    <a:pt x="15049" y="340360"/>
                  </a:lnTo>
                  <a:lnTo>
                    <a:pt x="15049" y="15240"/>
                  </a:lnTo>
                  <a:lnTo>
                    <a:pt x="338518" y="15240"/>
                  </a:lnTo>
                  <a:lnTo>
                    <a:pt x="338518" y="0"/>
                  </a:lnTo>
                  <a:lnTo>
                    <a:pt x="0" y="0"/>
                  </a:lnTo>
                  <a:lnTo>
                    <a:pt x="0" y="15240"/>
                  </a:lnTo>
                  <a:lnTo>
                    <a:pt x="0" y="340360"/>
                  </a:lnTo>
                  <a:lnTo>
                    <a:pt x="0" y="353060"/>
                  </a:lnTo>
                  <a:lnTo>
                    <a:pt x="353568" y="353060"/>
                  </a:lnTo>
                  <a:lnTo>
                    <a:pt x="353568" y="340360"/>
                  </a:lnTo>
                  <a:lnTo>
                    <a:pt x="353568" y="15240"/>
                  </a:lnTo>
                  <a:lnTo>
                    <a:pt x="353568" y="14986"/>
                  </a:lnTo>
                  <a:lnTo>
                    <a:pt x="353568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440436" y="1749551"/>
            <a:ext cx="11308080" cy="4483735"/>
            <a:chOff x="440436" y="1749551"/>
            <a:chExt cx="11308080" cy="4483735"/>
          </a:xfrm>
        </p:grpSpPr>
        <p:sp>
          <p:nvSpPr>
            <p:cNvPr id="10" name="object 10"/>
            <p:cNvSpPr/>
            <p:nvPr/>
          </p:nvSpPr>
          <p:spPr>
            <a:xfrm>
              <a:off x="440436" y="1760219"/>
              <a:ext cx="5654040" cy="792480"/>
            </a:xfrm>
            <a:custGeom>
              <a:avLst/>
              <a:gdLst/>
              <a:ahLst/>
              <a:cxnLst/>
              <a:rect l="l" t="t" r="r" b="b"/>
              <a:pathLst>
                <a:path w="5654040" h="792480">
                  <a:moveTo>
                    <a:pt x="5654040" y="0"/>
                  </a:moveTo>
                  <a:lnTo>
                    <a:pt x="300672" y="0"/>
                  </a:lnTo>
                  <a:lnTo>
                    <a:pt x="251893" y="3334"/>
                  </a:lnTo>
                  <a:lnTo>
                    <a:pt x="205623" y="12986"/>
                  </a:lnTo>
                  <a:lnTo>
                    <a:pt x="162481" y="28433"/>
                  </a:lnTo>
                  <a:lnTo>
                    <a:pt x="123084" y="49150"/>
                  </a:lnTo>
                  <a:lnTo>
                    <a:pt x="88052" y="74612"/>
                  </a:lnTo>
                  <a:lnTo>
                    <a:pt x="58002" y="104296"/>
                  </a:lnTo>
                  <a:lnTo>
                    <a:pt x="33554" y="137677"/>
                  </a:lnTo>
                  <a:lnTo>
                    <a:pt x="15325" y="174231"/>
                  </a:lnTo>
                  <a:lnTo>
                    <a:pt x="3934" y="213434"/>
                  </a:lnTo>
                  <a:lnTo>
                    <a:pt x="0" y="254761"/>
                  </a:lnTo>
                  <a:lnTo>
                    <a:pt x="0" y="537718"/>
                  </a:lnTo>
                  <a:lnTo>
                    <a:pt x="3934" y="579045"/>
                  </a:lnTo>
                  <a:lnTo>
                    <a:pt x="15325" y="618248"/>
                  </a:lnTo>
                  <a:lnTo>
                    <a:pt x="33554" y="654802"/>
                  </a:lnTo>
                  <a:lnTo>
                    <a:pt x="58002" y="688183"/>
                  </a:lnTo>
                  <a:lnTo>
                    <a:pt x="88052" y="717867"/>
                  </a:lnTo>
                  <a:lnTo>
                    <a:pt x="123084" y="743329"/>
                  </a:lnTo>
                  <a:lnTo>
                    <a:pt x="162481" y="764046"/>
                  </a:lnTo>
                  <a:lnTo>
                    <a:pt x="205623" y="779493"/>
                  </a:lnTo>
                  <a:lnTo>
                    <a:pt x="251893" y="789145"/>
                  </a:lnTo>
                  <a:lnTo>
                    <a:pt x="300672" y="792480"/>
                  </a:lnTo>
                  <a:lnTo>
                    <a:pt x="5512943" y="792480"/>
                  </a:lnTo>
                  <a:lnTo>
                    <a:pt x="5654040" y="672973"/>
                  </a:lnTo>
                  <a:lnTo>
                    <a:pt x="565404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40436" y="1749551"/>
              <a:ext cx="779145" cy="814069"/>
            </a:xfrm>
            <a:custGeom>
              <a:avLst/>
              <a:gdLst/>
              <a:ahLst/>
              <a:cxnLst/>
              <a:rect l="l" t="t" r="r" b="b"/>
              <a:pathLst>
                <a:path w="779144" h="814069">
                  <a:moveTo>
                    <a:pt x="778764" y="0"/>
                  </a:moveTo>
                  <a:lnTo>
                    <a:pt x="208064" y="0"/>
                  </a:lnTo>
                  <a:lnTo>
                    <a:pt x="160381" y="4645"/>
                  </a:lnTo>
                  <a:lnTo>
                    <a:pt x="116596" y="17879"/>
                  </a:lnTo>
                  <a:lnTo>
                    <a:pt x="77963" y="38648"/>
                  </a:lnTo>
                  <a:lnTo>
                    <a:pt x="45733" y="65900"/>
                  </a:lnTo>
                  <a:lnTo>
                    <a:pt x="21161" y="98582"/>
                  </a:lnTo>
                  <a:lnTo>
                    <a:pt x="5499" y="135640"/>
                  </a:lnTo>
                  <a:lnTo>
                    <a:pt x="0" y="176022"/>
                  </a:lnTo>
                  <a:lnTo>
                    <a:pt x="0" y="637794"/>
                  </a:lnTo>
                  <a:lnTo>
                    <a:pt x="5499" y="678175"/>
                  </a:lnTo>
                  <a:lnTo>
                    <a:pt x="21161" y="715233"/>
                  </a:lnTo>
                  <a:lnTo>
                    <a:pt x="45733" y="747915"/>
                  </a:lnTo>
                  <a:lnTo>
                    <a:pt x="77963" y="775167"/>
                  </a:lnTo>
                  <a:lnTo>
                    <a:pt x="116596" y="795936"/>
                  </a:lnTo>
                  <a:lnTo>
                    <a:pt x="160381" y="809170"/>
                  </a:lnTo>
                  <a:lnTo>
                    <a:pt x="208064" y="813816"/>
                  </a:lnTo>
                  <a:lnTo>
                    <a:pt x="778764" y="813816"/>
                  </a:lnTo>
                  <a:lnTo>
                    <a:pt x="778764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40436" y="2676143"/>
              <a:ext cx="5367655" cy="791210"/>
            </a:xfrm>
            <a:custGeom>
              <a:avLst/>
              <a:gdLst/>
              <a:ahLst/>
              <a:cxnLst/>
              <a:rect l="l" t="t" r="r" b="b"/>
              <a:pathLst>
                <a:path w="5367655" h="791210">
                  <a:moveTo>
                    <a:pt x="5367528" y="0"/>
                  </a:moveTo>
                  <a:lnTo>
                    <a:pt x="300710" y="0"/>
                  </a:lnTo>
                  <a:lnTo>
                    <a:pt x="251927" y="3326"/>
                  </a:lnTo>
                  <a:lnTo>
                    <a:pt x="205653" y="12958"/>
                  </a:lnTo>
                  <a:lnTo>
                    <a:pt x="162505" y="28371"/>
                  </a:lnTo>
                  <a:lnTo>
                    <a:pt x="123103" y="49044"/>
                  </a:lnTo>
                  <a:lnTo>
                    <a:pt x="88066" y="74453"/>
                  </a:lnTo>
                  <a:lnTo>
                    <a:pt x="58012" y="104077"/>
                  </a:lnTo>
                  <a:lnTo>
                    <a:pt x="33559" y="137391"/>
                  </a:lnTo>
                  <a:lnTo>
                    <a:pt x="15327" y="173874"/>
                  </a:lnTo>
                  <a:lnTo>
                    <a:pt x="3935" y="213002"/>
                  </a:lnTo>
                  <a:lnTo>
                    <a:pt x="0" y="254254"/>
                  </a:lnTo>
                  <a:lnTo>
                    <a:pt x="0" y="536702"/>
                  </a:lnTo>
                  <a:lnTo>
                    <a:pt x="3935" y="577953"/>
                  </a:lnTo>
                  <a:lnTo>
                    <a:pt x="15327" y="617081"/>
                  </a:lnTo>
                  <a:lnTo>
                    <a:pt x="33559" y="653564"/>
                  </a:lnTo>
                  <a:lnTo>
                    <a:pt x="58012" y="686878"/>
                  </a:lnTo>
                  <a:lnTo>
                    <a:pt x="88066" y="716502"/>
                  </a:lnTo>
                  <a:lnTo>
                    <a:pt x="123103" y="741911"/>
                  </a:lnTo>
                  <a:lnTo>
                    <a:pt x="162505" y="762584"/>
                  </a:lnTo>
                  <a:lnTo>
                    <a:pt x="205653" y="777997"/>
                  </a:lnTo>
                  <a:lnTo>
                    <a:pt x="251927" y="787629"/>
                  </a:lnTo>
                  <a:lnTo>
                    <a:pt x="300710" y="790956"/>
                  </a:lnTo>
                  <a:lnTo>
                    <a:pt x="4432173" y="790956"/>
                  </a:lnTo>
                  <a:lnTo>
                    <a:pt x="536752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40436" y="2663951"/>
              <a:ext cx="779145" cy="815340"/>
            </a:xfrm>
            <a:custGeom>
              <a:avLst/>
              <a:gdLst/>
              <a:ahLst/>
              <a:cxnLst/>
              <a:rect l="l" t="t" r="r" b="b"/>
              <a:pathLst>
                <a:path w="779144" h="815339">
                  <a:moveTo>
                    <a:pt x="778764" y="0"/>
                  </a:moveTo>
                  <a:lnTo>
                    <a:pt x="208064" y="0"/>
                  </a:lnTo>
                  <a:lnTo>
                    <a:pt x="160381" y="4652"/>
                  </a:lnTo>
                  <a:lnTo>
                    <a:pt x="116596" y="17907"/>
                  </a:lnTo>
                  <a:lnTo>
                    <a:pt x="77963" y="38708"/>
                  </a:lnTo>
                  <a:lnTo>
                    <a:pt x="45733" y="66001"/>
                  </a:lnTo>
                  <a:lnTo>
                    <a:pt x="21161" y="98730"/>
                  </a:lnTo>
                  <a:lnTo>
                    <a:pt x="5499" y="135840"/>
                  </a:lnTo>
                  <a:lnTo>
                    <a:pt x="0" y="176276"/>
                  </a:lnTo>
                  <a:lnTo>
                    <a:pt x="0" y="639064"/>
                  </a:lnTo>
                  <a:lnTo>
                    <a:pt x="5499" y="679499"/>
                  </a:lnTo>
                  <a:lnTo>
                    <a:pt x="21161" y="716609"/>
                  </a:lnTo>
                  <a:lnTo>
                    <a:pt x="45733" y="749338"/>
                  </a:lnTo>
                  <a:lnTo>
                    <a:pt x="77963" y="776631"/>
                  </a:lnTo>
                  <a:lnTo>
                    <a:pt x="116596" y="797432"/>
                  </a:lnTo>
                  <a:lnTo>
                    <a:pt x="160381" y="810687"/>
                  </a:lnTo>
                  <a:lnTo>
                    <a:pt x="208064" y="815340"/>
                  </a:lnTo>
                  <a:lnTo>
                    <a:pt x="778764" y="815340"/>
                  </a:lnTo>
                  <a:lnTo>
                    <a:pt x="778764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40436" y="3590544"/>
              <a:ext cx="5366385" cy="792480"/>
            </a:xfrm>
            <a:custGeom>
              <a:avLst/>
              <a:gdLst/>
              <a:ahLst/>
              <a:cxnLst/>
              <a:rect l="l" t="t" r="r" b="b"/>
              <a:pathLst>
                <a:path w="5366385" h="792479">
                  <a:moveTo>
                    <a:pt x="4430776" y="0"/>
                  </a:moveTo>
                  <a:lnTo>
                    <a:pt x="300659" y="0"/>
                  </a:lnTo>
                  <a:lnTo>
                    <a:pt x="251884" y="3334"/>
                  </a:lnTo>
                  <a:lnTo>
                    <a:pt x="205617" y="12986"/>
                  </a:lnTo>
                  <a:lnTo>
                    <a:pt x="162476" y="28433"/>
                  </a:lnTo>
                  <a:lnTo>
                    <a:pt x="123081" y="49150"/>
                  </a:lnTo>
                  <a:lnTo>
                    <a:pt x="88050" y="74612"/>
                  </a:lnTo>
                  <a:lnTo>
                    <a:pt x="58001" y="104296"/>
                  </a:lnTo>
                  <a:lnTo>
                    <a:pt x="33553" y="137677"/>
                  </a:lnTo>
                  <a:lnTo>
                    <a:pt x="15325" y="174231"/>
                  </a:lnTo>
                  <a:lnTo>
                    <a:pt x="3934" y="213434"/>
                  </a:lnTo>
                  <a:lnTo>
                    <a:pt x="0" y="254761"/>
                  </a:lnTo>
                  <a:lnTo>
                    <a:pt x="0" y="537718"/>
                  </a:lnTo>
                  <a:lnTo>
                    <a:pt x="3934" y="579045"/>
                  </a:lnTo>
                  <a:lnTo>
                    <a:pt x="15325" y="618248"/>
                  </a:lnTo>
                  <a:lnTo>
                    <a:pt x="33553" y="654802"/>
                  </a:lnTo>
                  <a:lnTo>
                    <a:pt x="58001" y="688183"/>
                  </a:lnTo>
                  <a:lnTo>
                    <a:pt x="88050" y="717867"/>
                  </a:lnTo>
                  <a:lnTo>
                    <a:pt x="123081" y="743329"/>
                  </a:lnTo>
                  <a:lnTo>
                    <a:pt x="162476" y="764046"/>
                  </a:lnTo>
                  <a:lnTo>
                    <a:pt x="205617" y="779493"/>
                  </a:lnTo>
                  <a:lnTo>
                    <a:pt x="251884" y="789145"/>
                  </a:lnTo>
                  <a:lnTo>
                    <a:pt x="300659" y="792480"/>
                  </a:lnTo>
                  <a:lnTo>
                    <a:pt x="5366004" y="792480"/>
                  </a:lnTo>
                  <a:lnTo>
                    <a:pt x="443077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40436" y="3579875"/>
              <a:ext cx="779145" cy="814069"/>
            </a:xfrm>
            <a:custGeom>
              <a:avLst/>
              <a:gdLst/>
              <a:ahLst/>
              <a:cxnLst/>
              <a:rect l="l" t="t" r="r" b="b"/>
              <a:pathLst>
                <a:path w="779144" h="814070">
                  <a:moveTo>
                    <a:pt x="778764" y="0"/>
                  </a:moveTo>
                  <a:lnTo>
                    <a:pt x="208064" y="0"/>
                  </a:lnTo>
                  <a:lnTo>
                    <a:pt x="160381" y="4645"/>
                  </a:lnTo>
                  <a:lnTo>
                    <a:pt x="116596" y="17879"/>
                  </a:lnTo>
                  <a:lnTo>
                    <a:pt x="77963" y="38648"/>
                  </a:lnTo>
                  <a:lnTo>
                    <a:pt x="45733" y="65900"/>
                  </a:lnTo>
                  <a:lnTo>
                    <a:pt x="21161" y="98582"/>
                  </a:lnTo>
                  <a:lnTo>
                    <a:pt x="5499" y="135640"/>
                  </a:lnTo>
                  <a:lnTo>
                    <a:pt x="0" y="176022"/>
                  </a:lnTo>
                  <a:lnTo>
                    <a:pt x="0" y="637794"/>
                  </a:lnTo>
                  <a:lnTo>
                    <a:pt x="5499" y="678175"/>
                  </a:lnTo>
                  <a:lnTo>
                    <a:pt x="21161" y="715233"/>
                  </a:lnTo>
                  <a:lnTo>
                    <a:pt x="45733" y="747915"/>
                  </a:lnTo>
                  <a:lnTo>
                    <a:pt x="77963" y="775167"/>
                  </a:lnTo>
                  <a:lnTo>
                    <a:pt x="116596" y="795936"/>
                  </a:lnTo>
                  <a:lnTo>
                    <a:pt x="160381" y="809170"/>
                  </a:lnTo>
                  <a:lnTo>
                    <a:pt x="208064" y="813816"/>
                  </a:lnTo>
                  <a:lnTo>
                    <a:pt x="778764" y="813816"/>
                  </a:lnTo>
                  <a:lnTo>
                    <a:pt x="778764" y="0"/>
                  </a:lnTo>
                  <a:close/>
                </a:path>
              </a:pathLst>
            </a:custGeom>
            <a:solidFill>
              <a:srgbClr val="7C7C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080759" y="1760219"/>
              <a:ext cx="5668010" cy="792480"/>
            </a:xfrm>
            <a:custGeom>
              <a:avLst/>
              <a:gdLst/>
              <a:ahLst/>
              <a:cxnLst/>
              <a:rect l="l" t="t" r="r" b="b"/>
              <a:pathLst>
                <a:path w="5668009" h="792480">
                  <a:moveTo>
                    <a:pt x="5367146" y="0"/>
                  </a:moveTo>
                  <a:lnTo>
                    <a:pt x="0" y="0"/>
                  </a:lnTo>
                  <a:lnTo>
                    <a:pt x="0" y="661035"/>
                  </a:lnTo>
                  <a:lnTo>
                    <a:pt x="155066" y="792480"/>
                  </a:lnTo>
                  <a:lnTo>
                    <a:pt x="5367146" y="792480"/>
                  </a:lnTo>
                  <a:lnTo>
                    <a:pt x="5415899" y="789145"/>
                  </a:lnTo>
                  <a:lnTo>
                    <a:pt x="5462150" y="779493"/>
                  </a:lnTo>
                  <a:lnTo>
                    <a:pt x="5505279" y="764046"/>
                  </a:lnTo>
                  <a:lnTo>
                    <a:pt x="5544668" y="743329"/>
                  </a:lnTo>
                  <a:lnTo>
                    <a:pt x="5579697" y="717867"/>
                  </a:lnTo>
                  <a:lnTo>
                    <a:pt x="5609746" y="688183"/>
                  </a:lnTo>
                  <a:lnTo>
                    <a:pt x="5634196" y="654802"/>
                  </a:lnTo>
                  <a:lnTo>
                    <a:pt x="5652427" y="618248"/>
                  </a:lnTo>
                  <a:lnTo>
                    <a:pt x="5663820" y="579045"/>
                  </a:lnTo>
                  <a:lnTo>
                    <a:pt x="5667756" y="537718"/>
                  </a:lnTo>
                  <a:lnTo>
                    <a:pt x="5667756" y="254762"/>
                  </a:lnTo>
                  <a:lnTo>
                    <a:pt x="5663820" y="213434"/>
                  </a:lnTo>
                  <a:lnTo>
                    <a:pt x="5652427" y="174231"/>
                  </a:lnTo>
                  <a:lnTo>
                    <a:pt x="5634196" y="137677"/>
                  </a:lnTo>
                  <a:lnTo>
                    <a:pt x="5609746" y="104296"/>
                  </a:lnTo>
                  <a:lnTo>
                    <a:pt x="5579697" y="74612"/>
                  </a:lnTo>
                  <a:lnTo>
                    <a:pt x="5544668" y="49150"/>
                  </a:lnTo>
                  <a:lnTo>
                    <a:pt x="5505279" y="28433"/>
                  </a:lnTo>
                  <a:lnTo>
                    <a:pt x="5462150" y="12986"/>
                  </a:lnTo>
                  <a:lnTo>
                    <a:pt x="5415899" y="3334"/>
                  </a:lnTo>
                  <a:lnTo>
                    <a:pt x="536714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0969752" y="1749551"/>
              <a:ext cx="779145" cy="814069"/>
            </a:xfrm>
            <a:custGeom>
              <a:avLst/>
              <a:gdLst/>
              <a:ahLst/>
              <a:cxnLst/>
              <a:rect l="l" t="t" r="r" b="b"/>
              <a:pathLst>
                <a:path w="779145" h="814069">
                  <a:moveTo>
                    <a:pt x="570738" y="0"/>
                  </a:moveTo>
                  <a:lnTo>
                    <a:pt x="0" y="0"/>
                  </a:lnTo>
                  <a:lnTo>
                    <a:pt x="0" y="813816"/>
                  </a:lnTo>
                  <a:lnTo>
                    <a:pt x="570738" y="813816"/>
                  </a:lnTo>
                  <a:lnTo>
                    <a:pt x="618410" y="809170"/>
                  </a:lnTo>
                  <a:lnTo>
                    <a:pt x="662186" y="795936"/>
                  </a:lnTo>
                  <a:lnTo>
                    <a:pt x="700813" y="775167"/>
                  </a:lnTo>
                  <a:lnTo>
                    <a:pt x="733037" y="747915"/>
                  </a:lnTo>
                  <a:lnTo>
                    <a:pt x="757605" y="715233"/>
                  </a:lnTo>
                  <a:lnTo>
                    <a:pt x="773265" y="678175"/>
                  </a:lnTo>
                  <a:lnTo>
                    <a:pt x="778764" y="637794"/>
                  </a:lnTo>
                  <a:lnTo>
                    <a:pt x="778764" y="176022"/>
                  </a:lnTo>
                  <a:lnTo>
                    <a:pt x="773265" y="135640"/>
                  </a:lnTo>
                  <a:lnTo>
                    <a:pt x="757605" y="98582"/>
                  </a:lnTo>
                  <a:lnTo>
                    <a:pt x="733037" y="65900"/>
                  </a:lnTo>
                  <a:lnTo>
                    <a:pt x="700813" y="38648"/>
                  </a:lnTo>
                  <a:lnTo>
                    <a:pt x="662186" y="17879"/>
                  </a:lnTo>
                  <a:lnTo>
                    <a:pt x="618410" y="4645"/>
                  </a:lnTo>
                  <a:lnTo>
                    <a:pt x="570738" y="0"/>
                  </a:lnTo>
                  <a:close/>
                </a:path>
              </a:pathLst>
            </a:custGeom>
            <a:solidFill>
              <a:srgbClr val="F5C9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382512" y="2676143"/>
              <a:ext cx="5366385" cy="791210"/>
            </a:xfrm>
            <a:custGeom>
              <a:avLst/>
              <a:gdLst/>
              <a:ahLst/>
              <a:cxnLst/>
              <a:rect l="l" t="t" r="r" b="b"/>
              <a:pathLst>
                <a:path w="5366384" h="791210">
                  <a:moveTo>
                    <a:pt x="5065395" y="0"/>
                  </a:moveTo>
                  <a:lnTo>
                    <a:pt x="0" y="0"/>
                  </a:lnTo>
                  <a:lnTo>
                    <a:pt x="935101" y="790955"/>
                  </a:lnTo>
                  <a:lnTo>
                    <a:pt x="5065395" y="790955"/>
                  </a:lnTo>
                  <a:lnTo>
                    <a:pt x="5114147" y="787629"/>
                  </a:lnTo>
                  <a:lnTo>
                    <a:pt x="5160398" y="777997"/>
                  </a:lnTo>
                  <a:lnTo>
                    <a:pt x="5203527" y="762584"/>
                  </a:lnTo>
                  <a:lnTo>
                    <a:pt x="5242916" y="741911"/>
                  </a:lnTo>
                  <a:lnTo>
                    <a:pt x="5277945" y="716502"/>
                  </a:lnTo>
                  <a:lnTo>
                    <a:pt x="5307994" y="686878"/>
                  </a:lnTo>
                  <a:lnTo>
                    <a:pt x="5332444" y="653564"/>
                  </a:lnTo>
                  <a:lnTo>
                    <a:pt x="5350675" y="617081"/>
                  </a:lnTo>
                  <a:lnTo>
                    <a:pt x="5362068" y="577953"/>
                  </a:lnTo>
                  <a:lnTo>
                    <a:pt x="5366004" y="536701"/>
                  </a:lnTo>
                  <a:lnTo>
                    <a:pt x="5366004" y="254253"/>
                  </a:lnTo>
                  <a:lnTo>
                    <a:pt x="5362068" y="213002"/>
                  </a:lnTo>
                  <a:lnTo>
                    <a:pt x="5350675" y="173874"/>
                  </a:lnTo>
                  <a:lnTo>
                    <a:pt x="5332444" y="137391"/>
                  </a:lnTo>
                  <a:lnTo>
                    <a:pt x="5307994" y="104077"/>
                  </a:lnTo>
                  <a:lnTo>
                    <a:pt x="5277945" y="74453"/>
                  </a:lnTo>
                  <a:lnTo>
                    <a:pt x="5242916" y="49044"/>
                  </a:lnTo>
                  <a:lnTo>
                    <a:pt x="5203527" y="28371"/>
                  </a:lnTo>
                  <a:lnTo>
                    <a:pt x="5160398" y="12958"/>
                  </a:lnTo>
                  <a:lnTo>
                    <a:pt x="5114147" y="3326"/>
                  </a:lnTo>
                  <a:lnTo>
                    <a:pt x="506539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0969752" y="2663951"/>
              <a:ext cx="779145" cy="815340"/>
            </a:xfrm>
            <a:custGeom>
              <a:avLst/>
              <a:gdLst/>
              <a:ahLst/>
              <a:cxnLst/>
              <a:rect l="l" t="t" r="r" b="b"/>
              <a:pathLst>
                <a:path w="779145" h="815339">
                  <a:moveTo>
                    <a:pt x="570738" y="0"/>
                  </a:moveTo>
                  <a:lnTo>
                    <a:pt x="0" y="0"/>
                  </a:lnTo>
                  <a:lnTo>
                    <a:pt x="0" y="815340"/>
                  </a:lnTo>
                  <a:lnTo>
                    <a:pt x="570738" y="815340"/>
                  </a:lnTo>
                  <a:lnTo>
                    <a:pt x="618410" y="810687"/>
                  </a:lnTo>
                  <a:lnTo>
                    <a:pt x="662186" y="797432"/>
                  </a:lnTo>
                  <a:lnTo>
                    <a:pt x="700813" y="776631"/>
                  </a:lnTo>
                  <a:lnTo>
                    <a:pt x="733037" y="749338"/>
                  </a:lnTo>
                  <a:lnTo>
                    <a:pt x="757605" y="716609"/>
                  </a:lnTo>
                  <a:lnTo>
                    <a:pt x="773265" y="679499"/>
                  </a:lnTo>
                  <a:lnTo>
                    <a:pt x="778764" y="639064"/>
                  </a:lnTo>
                  <a:lnTo>
                    <a:pt x="778764" y="176276"/>
                  </a:lnTo>
                  <a:lnTo>
                    <a:pt x="773265" y="135840"/>
                  </a:lnTo>
                  <a:lnTo>
                    <a:pt x="757605" y="98730"/>
                  </a:lnTo>
                  <a:lnTo>
                    <a:pt x="733037" y="66001"/>
                  </a:lnTo>
                  <a:lnTo>
                    <a:pt x="700813" y="38708"/>
                  </a:lnTo>
                  <a:lnTo>
                    <a:pt x="662186" y="17907"/>
                  </a:lnTo>
                  <a:lnTo>
                    <a:pt x="618410" y="4652"/>
                  </a:lnTo>
                  <a:lnTo>
                    <a:pt x="570738" y="0"/>
                  </a:lnTo>
                  <a:close/>
                </a:path>
              </a:pathLst>
            </a:custGeom>
            <a:solidFill>
              <a:srgbClr val="EA95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382512" y="3590544"/>
              <a:ext cx="5366385" cy="792480"/>
            </a:xfrm>
            <a:custGeom>
              <a:avLst/>
              <a:gdLst/>
              <a:ahLst/>
              <a:cxnLst/>
              <a:rect l="l" t="t" r="r" b="b"/>
              <a:pathLst>
                <a:path w="5366384" h="792479">
                  <a:moveTo>
                    <a:pt x="5065395" y="0"/>
                  </a:moveTo>
                  <a:lnTo>
                    <a:pt x="935227" y="0"/>
                  </a:lnTo>
                  <a:lnTo>
                    <a:pt x="0" y="792479"/>
                  </a:lnTo>
                  <a:lnTo>
                    <a:pt x="5065395" y="792479"/>
                  </a:lnTo>
                  <a:lnTo>
                    <a:pt x="5114147" y="789145"/>
                  </a:lnTo>
                  <a:lnTo>
                    <a:pt x="5160398" y="779493"/>
                  </a:lnTo>
                  <a:lnTo>
                    <a:pt x="5203527" y="764046"/>
                  </a:lnTo>
                  <a:lnTo>
                    <a:pt x="5242916" y="743329"/>
                  </a:lnTo>
                  <a:lnTo>
                    <a:pt x="5277945" y="717867"/>
                  </a:lnTo>
                  <a:lnTo>
                    <a:pt x="5307994" y="688183"/>
                  </a:lnTo>
                  <a:lnTo>
                    <a:pt x="5332444" y="654802"/>
                  </a:lnTo>
                  <a:lnTo>
                    <a:pt x="5350675" y="618248"/>
                  </a:lnTo>
                  <a:lnTo>
                    <a:pt x="5362068" y="579045"/>
                  </a:lnTo>
                  <a:lnTo>
                    <a:pt x="5366004" y="537717"/>
                  </a:lnTo>
                  <a:lnTo>
                    <a:pt x="5366004" y="254761"/>
                  </a:lnTo>
                  <a:lnTo>
                    <a:pt x="5362068" y="213434"/>
                  </a:lnTo>
                  <a:lnTo>
                    <a:pt x="5350675" y="174231"/>
                  </a:lnTo>
                  <a:lnTo>
                    <a:pt x="5332444" y="137677"/>
                  </a:lnTo>
                  <a:lnTo>
                    <a:pt x="5307994" y="104296"/>
                  </a:lnTo>
                  <a:lnTo>
                    <a:pt x="5277945" y="74612"/>
                  </a:lnTo>
                  <a:lnTo>
                    <a:pt x="5242916" y="49150"/>
                  </a:lnTo>
                  <a:lnTo>
                    <a:pt x="5203527" y="28433"/>
                  </a:lnTo>
                  <a:lnTo>
                    <a:pt x="5160398" y="12986"/>
                  </a:lnTo>
                  <a:lnTo>
                    <a:pt x="5114147" y="3334"/>
                  </a:lnTo>
                  <a:lnTo>
                    <a:pt x="506539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0969752" y="3579875"/>
              <a:ext cx="779145" cy="814069"/>
            </a:xfrm>
            <a:custGeom>
              <a:avLst/>
              <a:gdLst/>
              <a:ahLst/>
              <a:cxnLst/>
              <a:rect l="l" t="t" r="r" b="b"/>
              <a:pathLst>
                <a:path w="779145" h="814070">
                  <a:moveTo>
                    <a:pt x="570738" y="0"/>
                  </a:moveTo>
                  <a:lnTo>
                    <a:pt x="0" y="0"/>
                  </a:lnTo>
                  <a:lnTo>
                    <a:pt x="0" y="813816"/>
                  </a:lnTo>
                  <a:lnTo>
                    <a:pt x="570738" y="813816"/>
                  </a:lnTo>
                  <a:lnTo>
                    <a:pt x="618410" y="809170"/>
                  </a:lnTo>
                  <a:lnTo>
                    <a:pt x="662186" y="795936"/>
                  </a:lnTo>
                  <a:lnTo>
                    <a:pt x="700813" y="775167"/>
                  </a:lnTo>
                  <a:lnTo>
                    <a:pt x="733037" y="747915"/>
                  </a:lnTo>
                  <a:lnTo>
                    <a:pt x="757605" y="715233"/>
                  </a:lnTo>
                  <a:lnTo>
                    <a:pt x="773265" y="678175"/>
                  </a:lnTo>
                  <a:lnTo>
                    <a:pt x="778764" y="637794"/>
                  </a:lnTo>
                  <a:lnTo>
                    <a:pt x="778764" y="176022"/>
                  </a:lnTo>
                  <a:lnTo>
                    <a:pt x="773265" y="135640"/>
                  </a:lnTo>
                  <a:lnTo>
                    <a:pt x="757605" y="98582"/>
                  </a:lnTo>
                  <a:lnTo>
                    <a:pt x="733037" y="65900"/>
                  </a:lnTo>
                  <a:lnTo>
                    <a:pt x="700813" y="38648"/>
                  </a:lnTo>
                  <a:lnTo>
                    <a:pt x="662186" y="17879"/>
                  </a:lnTo>
                  <a:lnTo>
                    <a:pt x="618410" y="4645"/>
                  </a:lnTo>
                  <a:lnTo>
                    <a:pt x="570738" y="0"/>
                  </a:lnTo>
                  <a:close/>
                </a:path>
              </a:pathLst>
            </a:custGeom>
            <a:solidFill>
              <a:srgbClr val="DF6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40436" y="4506467"/>
              <a:ext cx="5654040" cy="791210"/>
            </a:xfrm>
            <a:custGeom>
              <a:avLst/>
              <a:gdLst/>
              <a:ahLst/>
              <a:cxnLst/>
              <a:rect l="l" t="t" r="r" b="b"/>
              <a:pathLst>
                <a:path w="5654040" h="791210">
                  <a:moveTo>
                    <a:pt x="5512435" y="0"/>
                  </a:moveTo>
                  <a:lnTo>
                    <a:pt x="300672" y="0"/>
                  </a:lnTo>
                  <a:lnTo>
                    <a:pt x="251893" y="3326"/>
                  </a:lnTo>
                  <a:lnTo>
                    <a:pt x="205623" y="12958"/>
                  </a:lnTo>
                  <a:lnTo>
                    <a:pt x="162481" y="28371"/>
                  </a:lnTo>
                  <a:lnTo>
                    <a:pt x="123084" y="49044"/>
                  </a:lnTo>
                  <a:lnTo>
                    <a:pt x="88052" y="74453"/>
                  </a:lnTo>
                  <a:lnTo>
                    <a:pt x="58002" y="104077"/>
                  </a:lnTo>
                  <a:lnTo>
                    <a:pt x="33554" y="137391"/>
                  </a:lnTo>
                  <a:lnTo>
                    <a:pt x="15325" y="173874"/>
                  </a:lnTo>
                  <a:lnTo>
                    <a:pt x="3934" y="213002"/>
                  </a:lnTo>
                  <a:lnTo>
                    <a:pt x="0" y="254253"/>
                  </a:lnTo>
                  <a:lnTo>
                    <a:pt x="0" y="536701"/>
                  </a:lnTo>
                  <a:lnTo>
                    <a:pt x="3934" y="577953"/>
                  </a:lnTo>
                  <a:lnTo>
                    <a:pt x="15325" y="617081"/>
                  </a:lnTo>
                  <a:lnTo>
                    <a:pt x="33554" y="653564"/>
                  </a:lnTo>
                  <a:lnTo>
                    <a:pt x="58002" y="686878"/>
                  </a:lnTo>
                  <a:lnTo>
                    <a:pt x="88052" y="716502"/>
                  </a:lnTo>
                  <a:lnTo>
                    <a:pt x="123084" y="741911"/>
                  </a:lnTo>
                  <a:lnTo>
                    <a:pt x="162481" y="762584"/>
                  </a:lnTo>
                  <a:lnTo>
                    <a:pt x="205623" y="777997"/>
                  </a:lnTo>
                  <a:lnTo>
                    <a:pt x="251893" y="787629"/>
                  </a:lnTo>
                  <a:lnTo>
                    <a:pt x="300672" y="790955"/>
                  </a:lnTo>
                  <a:lnTo>
                    <a:pt x="5654040" y="790955"/>
                  </a:lnTo>
                  <a:lnTo>
                    <a:pt x="5654040" y="119760"/>
                  </a:lnTo>
                  <a:lnTo>
                    <a:pt x="551243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40436" y="4494275"/>
              <a:ext cx="779145" cy="815340"/>
            </a:xfrm>
            <a:custGeom>
              <a:avLst/>
              <a:gdLst/>
              <a:ahLst/>
              <a:cxnLst/>
              <a:rect l="l" t="t" r="r" b="b"/>
              <a:pathLst>
                <a:path w="779144" h="815339">
                  <a:moveTo>
                    <a:pt x="778764" y="0"/>
                  </a:moveTo>
                  <a:lnTo>
                    <a:pt x="208064" y="0"/>
                  </a:lnTo>
                  <a:lnTo>
                    <a:pt x="160381" y="4652"/>
                  </a:lnTo>
                  <a:lnTo>
                    <a:pt x="116596" y="17907"/>
                  </a:lnTo>
                  <a:lnTo>
                    <a:pt x="77963" y="38708"/>
                  </a:lnTo>
                  <a:lnTo>
                    <a:pt x="45733" y="66001"/>
                  </a:lnTo>
                  <a:lnTo>
                    <a:pt x="21161" y="98730"/>
                  </a:lnTo>
                  <a:lnTo>
                    <a:pt x="5499" y="135840"/>
                  </a:lnTo>
                  <a:lnTo>
                    <a:pt x="0" y="176276"/>
                  </a:lnTo>
                  <a:lnTo>
                    <a:pt x="0" y="639064"/>
                  </a:lnTo>
                  <a:lnTo>
                    <a:pt x="5499" y="679499"/>
                  </a:lnTo>
                  <a:lnTo>
                    <a:pt x="21161" y="716609"/>
                  </a:lnTo>
                  <a:lnTo>
                    <a:pt x="45733" y="749338"/>
                  </a:lnTo>
                  <a:lnTo>
                    <a:pt x="77963" y="776631"/>
                  </a:lnTo>
                  <a:lnTo>
                    <a:pt x="116596" y="797432"/>
                  </a:lnTo>
                  <a:lnTo>
                    <a:pt x="160381" y="810687"/>
                  </a:lnTo>
                  <a:lnTo>
                    <a:pt x="208064" y="815340"/>
                  </a:lnTo>
                  <a:lnTo>
                    <a:pt x="778764" y="815340"/>
                  </a:lnTo>
                  <a:lnTo>
                    <a:pt x="778764" y="0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080759" y="4506467"/>
              <a:ext cx="5668010" cy="791210"/>
            </a:xfrm>
            <a:custGeom>
              <a:avLst/>
              <a:gdLst/>
              <a:ahLst/>
              <a:cxnLst/>
              <a:rect l="l" t="t" r="r" b="b"/>
              <a:pathLst>
                <a:path w="5668009" h="791210">
                  <a:moveTo>
                    <a:pt x="5367146" y="0"/>
                  </a:moveTo>
                  <a:lnTo>
                    <a:pt x="155575" y="0"/>
                  </a:lnTo>
                  <a:lnTo>
                    <a:pt x="0" y="131571"/>
                  </a:lnTo>
                  <a:lnTo>
                    <a:pt x="0" y="790955"/>
                  </a:lnTo>
                  <a:lnTo>
                    <a:pt x="5367146" y="790955"/>
                  </a:lnTo>
                  <a:lnTo>
                    <a:pt x="5415899" y="787629"/>
                  </a:lnTo>
                  <a:lnTo>
                    <a:pt x="5462150" y="777997"/>
                  </a:lnTo>
                  <a:lnTo>
                    <a:pt x="5505279" y="762584"/>
                  </a:lnTo>
                  <a:lnTo>
                    <a:pt x="5544668" y="741911"/>
                  </a:lnTo>
                  <a:lnTo>
                    <a:pt x="5579697" y="716502"/>
                  </a:lnTo>
                  <a:lnTo>
                    <a:pt x="5609746" y="686878"/>
                  </a:lnTo>
                  <a:lnTo>
                    <a:pt x="5634196" y="653564"/>
                  </a:lnTo>
                  <a:lnTo>
                    <a:pt x="5652427" y="617081"/>
                  </a:lnTo>
                  <a:lnTo>
                    <a:pt x="5663820" y="577953"/>
                  </a:lnTo>
                  <a:lnTo>
                    <a:pt x="5667756" y="536701"/>
                  </a:lnTo>
                  <a:lnTo>
                    <a:pt x="5667756" y="254253"/>
                  </a:lnTo>
                  <a:lnTo>
                    <a:pt x="5663820" y="213002"/>
                  </a:lnTo>
                  <a:lnTo>
                    <a:pt x="5652427" y="173874"/>
                  </a:lnTo>
                  <a:lnTo>
                    <a:pt x="5634196" y="137391"/>
                  </a:lnTo>
                  <a:lnTo>
                    <a:pt x="5609746" y="104077"/>
                  </a:lnTo>
                  <a:lnTo>
                    <a:pt x="5579697" y="74453"/>
                  </a:lnTo>
                  <a:lnTo>
                    <a:pt x="5544668" y="49044"/>
                  </a:lnTo>
                  <a:lnTo>
                    <a:pt x="5505279" y="28371"/>
                  </a:lnTo>
                  <a:lnTo>
                    <a:pt x="5462150" y="12958"/>
                  </a:lnTo>
                  <a:lnTo>
                    <a:pt x="5415899" y="3326"/>
                  </a:lnTo>
                  <a:lnTo>
                    <a:pt x="536714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0969752" y="4494275"/>
              <a:ext cx="779145" cy="815340"/>
            </a:xfrm>
            <a:custGeom>
              <a:avLst/>
              <a:gdLst/>
              <a:ahLst/>
              <a:cxnLst/>
              <a:rect l="l" t="t" r="r" b="b"/>
              <a:pathLst>
                <a:path w="779145" h="815339">
                  <a:moveTo>
                    <a:pt x="570738" y="0"/>
                  </a:moveTo>
                  <a:lnTo>
                    <a:pt x="0" y="0"/>
                  </a:lnTo>
                  <a:lnTo>
                    <a:pt x="0" y="815340"/>
                  </a:lnTo>
                  <a:lnTo>
                    <a:pt x="570738" y="815340"/>
                  </a:lnTo>
                  <a:lnTo>
                    <a:pt x="618410" y="810687"/>
                  </a:lnTo>
                  <a:lnTo>
                    <a:pt x="662186" y="797432"/>
                  </a:lnTo>
                  <a:lnTo>
                    <a:pt x="700813" y="776631"/>
                  </a:lnTo>
                  <a:lnTo>
                    <a:pt x="733037" y="749338"/>
                  </a:lnTo>
                  <a:lnTo>
                    <a:pt x="757605" y="716609"/>
                  </a:lnTo>
                  <a:lnTo>
                    <a:pt x="773265" y="679499"/>
                  </a:lnTo>
                  <a:lnTo>
                    <a:pt x="778764" y="639064"/>
                  </a:lnTo>
                  <a:lnTo>
                    <a:pt x="778764" y="176276"/>
                  </a:lnTo>
                  <a:lnTo>
                    <a:pt x="773265" y="135840"/>
                  </a:lnTo>
                  <a:lnTo>
                    <a:pt x="757605" y="98730"/>
                  </a:lnTo>
                  <a:lnTo>
                    <a:pt x="733037" y="66001"/>
                  </a:lnTo>
                  <a:lnTo>
                    <a:pt x="700813" y="38708"/>
                  </a:lnTo>
                  <a:lnTo>
                    <a:pt x="662186" y="17907"/>
                  </a:lnTo>
                  <a:lnTo>
                    <a:pt x="618410" y="4652"/>
                  </a:lnTo>
                  <a:lnTo>
                    <a:pt x="570738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40436" y="5430011"/>
              <a:ext cx="5654040" cy="792480"/>
            </a:xfrm>
            <a:custGeom>
              <a:avLst/>
              <a:gdLst/>
              <a:ahLst/>
              <a:cxnLst/>
              <a:rect l="l" t="t" r="r" b="b"/>
              <a:pathLst>
                <a:path w="5654040" h="792479">
                  <a:moveTo>
                    <a:pt x="5512435" y="0"/>
                  </a:moveTo>
                  <a:lnTo>
                    <a:pt x="300672" y="0"/>
                  </a:lnTo>
                  <a:lnTo>
                    <a:pt x="251893" y="3334"/>
                  </a:lnTo>
                  <a:lnTo>
                    <a:pt x="205623" y="12986"/>
                  </a:lnTo>
                  <a:lnTo>
                    <a:pt x="162481" y="28433"/>
                  </a:lnTo>
                  <a:lnTo>
                    <a:pt x="123084" y="49150"/>
                  </a:lnTo>
                  <a:lnTo>
                    <a:pt x="88052" y="74614"/>
                  </a:lnTo>
                  <a:lnTo>
                    <a:pt x="58002" y="104299"/>
                  </a:lnTo>
                  <a:lnTo>
                    <a:pt x="33554" y="137682"/>
                  </a:lnTo>
                  <a:lnTo>
                    <a:pt x="15325" y="174238"/>
                  </a:lnTo>
                  <a:lnTo>
                    <a:pt x="3934" y="213443"/>
                  </a:lnTo>
                  <a:lnTo>
                    <a:pt x="0" y="254774"/>
                  </a:lnTo>
                  <a:lnTo>
                    <a:pt x="0" y="537705"/>
                  </a:lnTo>
                  <a:lnTo>
                    <a:pt x="3934" y="579036"/>
                  </a:lnTo>
                  <a:lnTo>
                    <a:pt x="15325" y="618241"/>
                  </a:lnTo>
                  <a:lnTo>
                    <a:pt x="33554" y="654797"/>
                  </a:lnTo>
                  <a:lnTo>
                    <a:pt x="58002" y="688180"/>
                  </a:lnTo>
                  <a:lnTo>
                    <a:pt x="88052" y="717865"/>
                  </a:lnTo>
                  <a:lnTo>
                    <a:pt x="123084" y="743329"/>
                  </a:lnTo>
                  <a:lnTo>
                    <a:pt x="162481" y="764046"/>
                  </a:lnTo>
                  <a:lnTo>
                    <a:pt x="205623" y="779493"/>
                  </a:lnTo>
                  <a:lnTo>
                    <a:pt x="251893" y="789145"/>
                  </a:lnTo>
                  <a:lnTo>
                    <a:pt x="300672" y="792480"/>
                  </a:lnTo>
                  <a:lnTo>
                    <a:pt x="5654040" y="792480"/>
                  </a:lnTo>
                  <a:lnTo>
                    <a:pt x="5654040" y="119887"/>
                  </a:lnTo>
                  <a:lnTo>
                    <a:pt x="551243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40436" y="5419343"/>
              <a:ext cx="779145" cy="814069"/>
            </a:xfrm>
            <a:custGeom>
              <a:avLst/>
              <a:gdLst/>
              <a:ahLst/>
              <a:cxnLst/>
              <a:rect l="l" t="t" r="r" b="b"/>
              <a:pathLst>
                <a:path w="779144" h="814070">
                  <a:moveTo>
                    <a:pt x="778764" y="0"/>
                  </a:moveTo>
                  <a:lnTo>
                    <a:pt x="208064" y="0"/>
                  </a:lnTo>
                  <a:lnTo>
                    <a:pt x="160381" y="4645"/>
                  </a:lnTo>
                  <a:lnTo>
                    <a:pt x="116596" y="17878"/>
                  </a:lnTo>
                  <a:lnTo>
                    <a:pt x="77963" y="38644"/>
                  </a:lnTo>
                  <a:lnTo>
                    <a:pt x="45733" y="65891"/>
                  </a:lnTo>
                  <a:lnTo>
                    <a:pt x="21161" y="98563"/>
                  </a:lnTo>
                  <a:lnTo>
                    <a:pt x="5499" y="135608"/>
                  </a:lnTo>
                  <a:lnTo>
                    <a:pt x="0" y="175971"/>
                  </a:lnTo>
                  <a:lnTo>
                    <a:pt x="0" y="637844"/>
                  </a:lnTo>
                  <a:lnTo>
                    <a:pt x="5499" y="678199"/>
                  </a:lnTo>
                  <a:lnTo>
                    <a:pt x="21161" y="715241"/>
                  </a:lnTo>
                  <a:lnTo>
                    <a:pt x="45733" y="747914"/>
                  </a:lnTo>
                  <a:lnTo>
                    <a:pt x="77963" y="775163"/>
                  </a:lnTo>
                  <a:lnTo>
                    <a:pt x="116596" y="795933"/>
                  </a:lnTo>
                  <a:lnTo>
                    <a:pt x="160381" y="809169"/>
                  </a:lnTo>
                  <a:lnTo>
                    <a:pt x="208064" y="813815"/>
                  </a:lnTo>
                  <a:lnTo>
                    <a:pt x="778764" y="813815"/>
                  </a:lnTo>
                  <a:lnTo>
                    <a:pt x="7787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080759" y="5430011"/>
              <a:ext cx="5668010" cy="792480"/>
            </a:xfrm>
            <a:custGeom>
              <a:avLst/>
              <a:gdLst/>
              <a:ahLst/>
              <a:cxnLst/>
              <a:rect l="l" t="t" r="r" b="b"/>
              <a:pathLst>
                <a:path w="5668009" h="792479">
                  <a:moveTo>
                    <a:pt x="5367146" y="0"/>
                  </a:moveTo>
                  <a:lnTo>
                    <a:pt x="155575" y="0"/>
                  </a:lnTo>
                  <a:lnTo>
                    <a:pt x="0" y="131825"/>
                  </a:lnTo>
                  <a:lnTo>
                    <a:pt x="0" y="792479"/>
                  </a:lnTo>
                  <a:lnTo>
                    <a:pt x="5367146" y="792479"/>
                  </a:lnTo>
                  <a:lnTo>
                    <a:pt x="5415899" y="789145"/>
                  </a:lnTo>
                  <a:lnTo>
                    <a:pt x="5462150" y="779493"/>
                  </a:lnTo>
                  <a:lnTo>
                    <a:pt x="5505279" y="764046"/>
                  </a:lnTo>
                  <a:lnTo>
                    <a:pt x="5544668" y="743329"/>
                  </a:lnTo>
                  <a:lnTo>
                    <a:pt x="5579697" y="717865"/>
                  </a:lnTo>
                  <a:lnTo>
                    <a:pt x="5609746" y="688180"/>
                  </a:lnTo>
                  <a:lnTo>
                    <a:pt x="5634196" y="654797"/>
                  </a:lnTo>
                  <a:lnTo>
                    <a:pt x="5652427" y="618241"/>
                  </a:lnTo>
                  <a:lnTo>
                    <a:pt x="5663820" y="579036"/>
                  </a:lnTo>
                  <a:lnTo>
                    <a:pt x="5667756" y="537705"/>
                  </a:lnTo>
                  <a:lnTo>
                    <a:pt x="5667756" y="254774"/>
                  </a:lnTo>
                  <a:lnTo>
                    <a:pt x="5663820" y="213443"/>
                  </a:lnTo>
                  <a:lnTo>
                    <a:pt x="5652427" y="174238"/>
                  </a:lnTo>
                  <a:lnTo>
                    <a:pt x="5634196" y="137682"/>
                  </a:lnTo>
                  <a:lnTo>
                    <a:pt x="5609746" y="104299"/>
                  </a:lnTo>
                  <a:lnTo>
                    <a:pt x="5579697" y="74614"/>
                  </a:lnTo>
                  <a:lnTo>
                    <a:pt x="5544668" y="49150"/>
                  </a:lnTo>
                  <a:lnTo>
                    <a:pt x="5505279" y="28433"/>
                  </a:lnTo>
                  <a:lnTo>
                    <a:pt x="5462150" y="12986"/>
                  </a:lnTo>
                  <a:lnTo>
                    <a:pt x="5415899" y="3334"/>
                  </a:lnTo>
                  <a:lnTo>
                    <a:pt x="536714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0969752" y="5419343"/>
              <a:ext cx="779145" cy="814069"/>
            </a:xfrm>
            <a:custGeom>
              <a:avLst/>
              <a:gdLst/>
              <a:ahLst/>
              <a:cxnLst/>
              <a:rect l="l" t="t" r="r" b="b"/>
              <a:pathLst>
                <a:path w="779145" h="814070">
                  <a:moveTo>
                    <a:pt x="570738" y="0"/>
                  </a:moveTo>
                  <a:lnTo>
                    <a:pt x="0" y="0"/>
                  </a:lnTo>
                  <a:lnTo>
                    <a:pt x="0" y="813815"/>
                  </a:lnTo>
                  <a:lnTo>
                    <a:pt x="570738" y="813815"/>
                  </a:lnTo>
                  <a:lnTo>
                    <a:pt x="618410" y="809169"/>
                  </a:lnTo>
                  <a:lnTo>
                    <a:pt x="662186" y="795933"/>
                  </a:lnTo>
                  <a:lnTo>
                    <a:pt x="700813" y="775163"/>
                  </a:lnTo>
                  <a:lnTo>
                    <a:pt x="733037" y="747914"/>
                  </a:lnTo>
                  <a:lnTo>
                    <a:pt x="757605" y="715241"/>
                  </a:lnTo>
                  <a:lnTo>
                    <a:pt x="773265" y="678199"/>
                  </a:lnTo>
                  <a:lnTo>
                    <a:pt x="778764" y="637844"/>
                  </a:lnTo>
                  <a:lnTo>
                    <a:pt x="778764" y="175971"/>
                  </a:lnTo>
                  <a:lnTo>
                    <a:pt x="773265" y="135608"/>
                  </a:lnTo>
                  <a:lnTo>
                    <a:pt x="757605" y="98563"/>
                  </a:lnTo>
                  <a:lnTo>
                    <a:pt x="733037" y="65891"/>
                  </a:lnTo>
                  <a:lnTo>
                    <a:pt x="700813" y="38644"/>
                  </a:lnTo>
                  <a:lnTo>
                    <a:pt x="662186" y="17878"/>
                  </a:lnTo>
                  <a:lnTo>
                    <a:pt x="618410" y="4645"/>
                  </a:lnTo>
                  <a:lnTo>
                    <a:pt x="570738" y="0"/>
                  </a:lnTo>
                  <a:close/>
                </a:path>
              </a:pathLst>
            </a:custGeom>
            <a:solidFill>
              <a:srgbClr val="7917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5158739" y="1752599"/>
              <a:ext cx="949960" cy="802005"/>
            </a:xfrm>
            <a:custGeom>
              <a:avLst/>
              <a:gdLst/>
              <a:ahLst/>
              <a:cxnLst/>
              <a:rect l="l" t="t" r="r" b="b"/>
              <a:pathLst>
                <a:path w="949960" h="802005">
                  <a:moveTo>
                    <a:pt x="949451" y="0"/>
                  </a:moveTo>
                  <a:lnTo>
                    <a:pt x="935863" y="0"/>
                  </a:lnTo>
                  <a:lnTo>
                    <a:pt x="0" y="801624"/>
                  </a:lnTo>
                  <a:lnTo>
                    <a:pt x="169163" y="801624"/>
                  </a:lnTo>
                  <a:lnTo>
                    <a:pt x="949451" y="133223"/>
                  </a:lnTo>
                  <a:lnTo>
                    <a:pt x="949451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6108191" y="1752599"/>
              <a:ext cx="948055" cy="802005"/>
            </a:xfrm>
            <a:custGeom>
              <a:avLst/>
              <a:gdLst/>
              <a:ahLst/>
              <a:cxnLst/>
              <a:rect l="l" t="t" r="r" b="b"/>
              <a:pathLst>
                <a:path w="948054" h="802005">
                  <a:moveTo>
                    <a:pt x="13461" y="0"/>
                  </a:moveTo>
                  <a:lnTo>
                    <a:pt x="0" y="0"/>
                  </a:lnTo>
                  <a:lnTo>
                    <a:pt x="0" y="133223"/>
                  </a:lnTo>
                  <a:lnTo>
                    <a:pt x="779017" y="801624"/>
                  </a:lnTo>
                  <a:lnTo>
                    <a:pt x="947927" y="801624"/>
                  </a:lnTo>
                  <a:lnTo>
                    <a:pt x="13461" y="0"/>
                  </a:lnTo>
                  <a:close/>
                </a:path>
              </a:pathLst>
            </a:custGeom>
            <a:solidFill>
              <a:srgbClr val="F5C9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4076700" y="2680715"/>
              <a:ext cx="1104900" cy="798830"/>
            </a:xfrm>
            <a:custGeom>
              <a:avLst/>
              <a:gdLst/>
              <a:ahLst/>
              <a:cxnLst/>
              <a:rect l="l" t="t" r="r" b="b"/>
              <a:pathLst>
                <a:path w="1104900" h="798829">
                  <a:moveTo>
                    <a:pt x="1104900" y="0"/>
                  </a:moveTo>
                  <a:lnTo>
                    <a:pt x="935736" y="0"/>
                  </a:lnTo>
                  <a:lnTo>
                    <a:pt x="0" y="798576"/>
                  </a:lnTo>
                  <a:lnTo>
                    <a:pt x="169163" y="798576"/>
                  </a:lnTo>
                  <a:lnTo>
                    <a:pt x="11049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7033259" y="2680715"/>
              <a:ext cx="1104900" cy="798830"/>
            </a:xfrm>
            <a:custGeom>
              <a:avLst/>
              <a:gdLst/>
              <a:ahLst/>
              <a:cxnLst/>
              <a:rect l="l" t="t" r="r" b="b"/>
              <a:pathLst>
                <a:path w="1104900" h="798829">
                  <a:moveTo>
                    <a:pt x="169163" y="0"/>
                  </a:moveTo>
                  <a:lnTo>
                    <a:pt x="0" y="0"/>
                  </a:lnTo>
                  <a:lnTo>
                    <a:pt x="935736" y="798576"/>
                  </a:lnTo>
                  <a:lnTo>
                    <a:pt x="1104900" y="798576"/>
                  </a:lnTo>
                  <a:lnTo>
                    <a:pt x="169163" y="0"/>
                  </a:lnTo>
                  <a:close/>
                </a:path>
              </a:pathLst>
            </a:custGeom>
            <a:solidFill>
              <a:srgbClr val="EA95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4076700" y="4503419"/>
              <a:ext cx="1104900" cy="806450"/>
            </a:xfrm>
            <a:custGeom>
              <a:avLst/>
              <a:gdLst/>
              <a:ahLst/>
              <a:cxnLst/>
              <a:rect l="l" t="t" r="r" b="b"/>
              <a:pathLst>
                <a:path w="1104900" h="806450">
                  <a:moveTo>
                    <a:pt x="169037" y="0"/>
                  </a:moveTo>
                  <a:lnTo>
                    <a:pt x="0" y="0"/>
                  </a:lnTo>
                  <a:lnTo>
                    <a:pt x="935736" y="806195"/>
                  </a:lnTo>
                  <a:lnTo>
                    <a:pt x="1104900" y="806195"/>
                  </a:lnTo>
                  <a:lnTo>
                    <a:pt x="169037" y="0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7034783" y="4503419"/>
              <a:ext cx="1103630" cy="806450"/>
            </a:xfrm>
            <a:custGeom>
              <a:avLst/>
              <a:gdLst/>
              <a:ahLst/>
              <a:cxnLst/>
              <a:rect l="l" t="t" r="r" b="b"/>
              <a:pathLst>
                <a:path w="1103629" h="806450">
                  <a:moveTo>
                    <a:pt x="1103376" y="0"/>
                  </a:moveTo>
                  <a:lnTo>
                    <a:pt x="934466" y="0"/>
                  </a:lnTo>
                  <a:lnTo>
                    <a:pt x="0" y="806195"/>
                  </a:lnTo>
                  <a:lnTo>
                    <a:pt x="168909" y="806195"/>
                  </a:lnTo>
                  <a:lnTo>
                    <a:pt x="1103376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5158739" y="5417819"/>
              <a:ext cx="949960" cy="788035"/>
            </a:xfrm>
            <a:custGeom>
              <a:avLst/>
              <a:gdLst/>
              <a:ahLst/>
              <a:cxnLst/>
              <a:rect l="l" t="t" r="r" b="b"/>
              <a:pathLst>
                <a:path w="949960" h="788035">
                  <a:moveTo>
                    <a:pt x="169163" y="0"/>
                  </a:moveTo>
                  <a:lnTo>
                    <a:pt x="0" y="0"/>
                  </a:lnTo>
                  <a:lnTo>
                    <a:pt x="935354" y="787907"/>
                  </a:lnTo>
                  <a:lnTo>
                    <a:pt x="949451" y="787907"/>
                  </a:lnTo>
                  <a:lnTo>
                    <a:pt x="949451" y="657263"/>
                  </a:lnTo>
                  <a:lnTo>
                    <a:pt x="1691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6108191" y="5417819"/>
              <a:ext cx="949960" cy="788035"/>
            </a:xfrm>
            <a:custGeom>
              <a:avLst/>
              <a:gdLst/>
              <a:ahLst/>
              <a:cxnLst/>
              <a:rect l="l" t="t" r="r" b="b"/>
              <a:pathLst>
                <a:path w="949959" h="788035">
                  <a:moveTo>
                    <a:pt x="949451" y="0"/>
                  </a:moveTo>
                  <a:lnTo>
                    <a:pt x="780287" y="0"/>
                  </a:lnTo>
                  <a:lnTo>
                    <a:pt x="0" y="657263"/>
                  </a:lnTo>
                  <a:lnTo>
                    <a:pt x="0" y="787907"/>
                  </a:lnTo>
                  <a:lnTo>
                    <a:pt x="14096" y="787907"/>
                  </a:lnTo>
                  <a:lnTo>
                    <a:pt x="949451" y="0"/>
                  </a:lnTo>
                  <a:close/>
                </a:path>
              </a:pathLst>
            </a:custGeom>
            <a:solidFill>
              <a:srgbClr val="79171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45408" y="1900427"/>
              <a:ext cx="4924044" cy="4192524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11123676" y="1937003"/>
              <a:ext cx="455930" cy="455930"/>
            </a:xfrm>
            <a:custGeom>
              <a:avLst/>
              <a:gdLst/>
              <a:ahLst/>
              <a:cxnLst/>
              <a:rect l="l" t="t" r="r" b="b"/>
              <a:pathLst>
                <a:path w="455929" h="455930">
                  <a:moveTo>
                    <a:pt x="19558" y="229108"/>
                  </a:moveTo>
                  <a:lnTo>
                    <a:pt x="0" y="229108"/>
                  </a:lnTo>
                  <a:lnTo>
                    <a:pt x="0" y="455676"/>
                  </a:lnTo>
                  <a:lnTo>
                    <a:pt x="455676" y="455676"/>
                  </a:lnTo>
                  <a:lnTo>
                    <a:pt x="455676" y="436245"/>
                  </a:lnTo>
                  <a:lnTo>
                    <a:pt x="19558" y="436245"/>
                  </a:lnTo>
                  <a:lnTo>
                    <a:pt x="19558" y="269875"/>
                  </a:lnTo>
                  <a:lnTo>
                    <a:pt x="26590" y="269875"/>
                  </a:lnTo>
                  <a:lnTo>
                    <a:pt x="26416" y="269748"/>
                  </a:lnTo>
                  <a:lnTo>
                    <a:pt x="19558" y="269748"/>
                  </a:lnTo>
                  <a:lnTo>
                    <a:pt x="19558" y="234569"/>
                  </a:lnTo>
                  <a:lnTo>
                    <a:pt x="146685" y="234569"/>
                  </a:lnTo>
                  <a:lnTo>
                    <a:pt x="146685" y="234442"/>
                  </a:lnTo>
                  <a:lnTo>
                    <a:pt x="19558" y="234442"/>
                  </a:lnTo>
                  <a:lnTo>
                    <a:pt x="19558" y="229108"/>
                  </a:lnTo>
                  <a:close/>
                </a:path>
                <a:path w="455929" h="455930">
                  <a:moveTo>
                    <a:pt x="455676" y="269875"/>
                  </a:moveTo>
                  <a:lnTo>
                    <a:pt x="436372" y="269875"/>
                  </a:lnTo>
                  <a:lnTo>
                    <a:pt x="436372" y="436245"/>
                  </a:lnTo>
                  <a:lnTo>
                    <a:pt x="455676" y="436245"/>
                  </a:lnTo>
                  <a:lnTo>
                    <a:pt x="455676" y="269875"/>
                  </a:lnTo>
                  <a:close/>
                </a:path>
                <a:path w="455929" h="455930">
                  <a:moveTo>
                    <a:pt x="146685" y="299974"/>
                  </a:moveTo>
                  <a:lnTo>
                    <a:pt x="127127" y="299974"/>
                  </a:lnTo>
                  <a:lnTo>
                    <a:pt x="127127" y="379222"/>
                  </a:lnTo>
                  <a:lnTo>
                    <a:pt x="129385" y="390124"/>
                  </a:lnTo>
                  <a:lnTo>
                    <a:pt x="135382" y="399002"/>
                  </a:lnTo>
                  <a:lnTo>
                    <a:pt x="144236" y="404975"/>
                  </a:lnTo>
                  <a:lnTo>
                    <a:pt x="155067" y="407162"/>
                  </a:lnTo>
                  <a:lnTo>
                    <a:pt x="300736" y="407162"/>
                  </a:lnTo>
                  <a:lnTo>
                    <a:pt x="311564" y="404975"/>
                  </a:lnTo>
                  <a:lnTo>
                    <a:pt x="320405" y="399002"/>
                  </a:lnTo>
                  <a:lnTo>
                    <a:pt x="326364" y="390124"/>
                  </a:lnTo>
                  <a:lnTo>
                    <a:pt x="326869" y="387604"/>
                  </a:lnTo>
                  <a:lnTo>
                    <a:pt x="150495" y="387604"/>
                  </a:lnTo>
                  <a:lnTo>
                    <a:pt x="146685" y="383794"/>
                  </a:lnTo>
                  <a:lnTo>
                    <a:pt x="146685" y="330073"/>
                  </a:lnTo>
                  <a:lnTo>
                    <a:pt x="328549" y="330073"/>
                  </a:lnTo>
                  <a:lnTo>
                    <a:pt x="328549" y="310388"/>
                  </a:lnTo>
                  <a:lnTo>
                    <a:pt x="146685" y="310388"/>
                  </a:lnTo>
                  <a:lnTo>
                    <a:pt x="146685" y="299974"/>
                  </a:lnTo>
                  <a:close/>
                </a:path>
                <a:path w="455929" h="455930">
                  <a:moveTo>
                    <a:pt x="328549" y="330073"/>
                  </a:moveTo>
                  <a:lnTo>
                    <a:pt x="309118" y="330073"/>
                  </a:lnTo>
                  <a:lnTo>
                    <a:pt x="309118" y="383794"/>
                  </a:lnTo>
                  <a:lnTo>
                    <a:pt x="305435" y="387604"/>
                  </a:lnTo>
                  <a:lnTo>
                    <a:pt x="326869" y="387604"/>
                  </a:lnTo>
                  <a:lnTo>
                    <a:pt x="328549" y="379222"/>
                  </a:lnTo>
                  <a:lnTo>
                    <a:pt x="328549" y="330073"/>
                  </a:lnTo>
                  <a:close/>
                </a:path>
                <a:path w="455929" h="455930">
                  <a:moveTo>
                    <a:pt x="237490" y="340614"/>
                  </a:moveTo>
                  <a:lnTo>
                    <a:pt x="218694" y="340614"/>
                  </a:lnTo>
                  <a:lnTo>
                    <a:pt x="211074" y="348234"/>
                  </a:lnTo>
                  <a:lnTo>
                    <a:pt x="211074" y="357759"/>
                  </a:lnTo>
                  <a:lnTo>
                    <a:pt x="210947" y="357759"/>
                  </a:lnTo>
                  <a:lnTo>
                    <a:pt x="210947" y="367157"/>
                  </a:lnTo>
                  <a:lnTo>
                    <a:pt x="218694" y="374777"/>
                  </a:lnTo>
                  <a:lnTo>
                    <a:pt x="228092" y="374650"/>
                  </a:lnTo>
                  <a:lnTo>
                    <a:pt x="237490" y="374650"/>
                  </a:lnTo>
                  <a:lnTo>
                    <a:pt x="244983" y="367157"/>
                  </a:lnTo>
                  <a:lnTo>
                    <a:pt x="245110" y="348234"/>
                  </a:lnTo>
                  <a:lnTo>
                    <a:pt x="237490" y="340614"/>
                  </a:lnTo>
                  <a:close/>
                </a:path>
                <a:path w="455929" h="455930">
                  <a:moveTo>
                    <a:pt x="60198" y="269875"/>
                  </a:moveTo>
                  <a:lnTo>
                    <a:pt x="26590" y="269875"/>
                  </a:lnTo>
                  <a:lnTo>
                    <a:pt x="106172" y="327152"/>
                  </a:lnTo>
                  <a:lnTo>
                    <a:pt x="106172" y="299974"/>
                  </a:lnTo>
                  <a:lnTo>
                    <a:pt x="146685" y="299974"/>
                  </a:lnTo>
                  <a:lnTo>
                    <a:pt x="146685" y="299720"/>
                  </a:lnTo>
                  <a:lnTo>
                    <a:pt x="171958" y="299720"/>
                  </a:lnTo>
                  <a:lnTo>
                    <a:pt x="171958" y="288925"/>
                  </a:lnTo>
                  <a:lnTo>
                    <a:pt x="86487" y="288925"/>
                  </a:lnTo>
                  <a:lnTo>
                    <a:pt x="60198" y="269875"/>
                  </a:lnTo>
                  <a:close/>
                </a:path>
                <a:path w="455929" h="455930">
                  <a:moveTo>
                    <a:pt x="328549" y="229108"/>
                  </a:moveTo>
                  <a:lnTo>
                    <a:pt x="308991" y="229108"/>
                  </a:lnTo>
                  <a:lnTo>
                    <a:pt x="308991" y="269748"/>
                  </a:lnTo>
                  <a:lnTo>
                    <a:pt x="231775" y="269748"/>
                  </a:lnTo>
                  <a:lnTo>
                    <a:pt x="308991" y="269875"/>
                  </a:lnTo>
                  <a:lnTo>
                    <a:pt x="308991" y="310388"/>
                  </a:lnTo>
                  <a:lnTo>
                    <a:pt x="328549" y="310388"/>
                  </a:lnTo>
                  <a:lnTo>
                    <a:pt x="328549" y="234569"/>
                  </a:lnTo>
                  <a:lnTo>
                    <a:pt x="436372" y="234569"/>
                  </a:lnTo>
                  <a:lnTo>
                    <a:pt x="436372" y="234442"/>
                  </a:lnTo>
                  <a:lnTo>
                    <a:pt x="328549" y="234442"/>
                  </a:lnTo>
                  <a:lnTo>
                    <a:pt x="328549" y="229108"/>
                  </a:lnTo>
                  <a:close/>
                </a:path>
                <a:path w="455929" h="455930">
                  <a:moveTo>
                    <a:pt x="171958" y="280289"/>
                  </a:moveTo>
                  <a:lnTo>
                    <a:pt x="86487" y="280289"/>
                  </a:lnTo>
                  <a:lnTo>
                    <a:pt x="86487" y="288925"/>
                  </a:lnTo>
                  <a:lnTo>
                    <a:pt x="171958" y="288925"/>
                  </a:lnTo>
                  <a:lnTo>
                    <a:pt x="171958" y="280289"/>
                  </a:lnTo>
                  <a:close/>
                </a:path>
                <a:path w="455929" h="455930">
                  <a:moveTo>
                    <a:pt x="231775" y="269875"/>
                  </a:moveTo>
                  <a:lnTo>
                    <a:pt x="221615" y="269875"/>
                  </a:lnTo>
                  <a:lnTo>
                    <a:pt x="221615" y="271018"/>
                  </a:lnTo>
                  <a:lnTo>
                    <a:pt x="231775" y="271018"/>
                  </a:lnTo>
                  <a:lnTo>
                    <a:pt x="231775" y="269875"/>
                  </a:lnTo>
                  <a:close/>
                </a:path>
                <a:path w="455929" h="455930">
                  <a:moveTo>
                    <a:pt x="221615" y="269748"/>
                  </a:moveTo>
                  <a:lnTo>
                    <a:pt x="60385" y="269748"/>
                  </a:lnTo>
                  <a:lnTo>
                    <a:pt x="60198" y="269875"/>
                  </a:lnTo>
                  <a:lnTo>
                    <a:pt x="221615" y="269875"/>
                  </a:lnTo>
                  <a:close/>
                </a:path>
                <a:path w="455929" h="455930">
                  <a:moveTo>
                    <a:pt x="106172" y="234569"/>
                  </a:moveTo>
                  <a:lnTo>
                    <a:pt x="77951" y="234569"/>
                  </a:lnTo>
                  <a:lnTo>
                    <a:pt x="26416" y="269748"/>
                  </a:lnTo>
                  <a:lnTo>
                    <a:pt x="60385" y="269748"/>
                  </a:lnTo>
                  <a:lnTo>
                    <a:pt x="73152" y="261112"/>
                  </a:lnTo>
                  <a:lnTo>
                    <a:pt x="86487" y="251841"/>
                  </a:lnTo>
                  <a:lnTo>
                    <a:pt x="171958" y="251841"/>
                  </a:lnTo>
                  <a:lnTo>
                    <a:pt x="171958" y="241935"/>
                  </a:lnTo>
                  <a:lnTo>
                    <a:pt x="106172" y="241935"/>
                  </a:lnTo>
                  <a:lnTo>
                    <a:pt x="106172" y="234569"/>
                  </a:lnTo>
                  <a:close/>
                </a:path>
                <a:path w="455929" h="455930">
                  <a:moveTo>
                    <a:pt x="213868" y="233934"/>
                  </a:moveTo>
                  <a:lnTo>
                    <a:pt x="196977" y="235585"/>
                  </a:lnTo>
                  <a:lnTo>
                    <a:pt x="197081" y="237236"/>
                  </a:lnTo>
                  <a:lnTo>
                    <a:pt x="197544" y="241173"/>
                  </a:lnTo>
                  <a:lnTo>
                    <a:pt x="197634" y="241935"/>
                  </a:lnTo>
                  <a:lnTo>
                    <a:pt x="221615" y="260858"/>
                  </a:lnTo>
                  <a:lnTo>
                    <a:pt x="221615" y="269748"/>
                  </a:lnTo>
                  <a:lnTo>
                    <a:pt x="231775" y="269748"/>
                  </a:lnTo>
                  <a:lnTo>
                    <a:pt x="231775" y="260604"/>
                  </a:lnTo>
                  <a:lnTo>
                    <a:pt x="238506" y="259842"/>
                  </a:lnTo>
                  <a:lnTo>
                    <a:pt x="244729" y="256794"/>
                  </a:lnTo>
                  <a:lnTo>
                    <a:pt x="249555" y="252095"/>
                  </a:lnTo>
                  <a:lnTo>
                    <a:pt x="253873" y="247396"/>
                  </a:lnTo>
                  <a:lnTo>
                    <a:pt x="254069" y="246888"/>
                  </a:lnTo>
                  <a:lnTo>
                    <a:pt x="231775" y="246888"/>
                  </a:lnTo>
                  <a:lnTo>
                    <a:pt x="231775" y="245999"/>
                  </a:lnTo>
                  <a:lnTo>
                    <a:pt x="221742" y="245999"/>
                  </a:lnTo>
                  <a:lnTo>
                    <a:pt x="219964" y="244856"/>
                  </a:lnTo>
                  <a:lnTo>
                    <a:pt x="218440" y="243459"/>
                  </a:lnTo>
                  <a:lnTo>
                    <a:pt x="217297" y="241935"/>
                  </a:lnTo>
                  <a:lnTo>
                    <a:pt x="215519" y="239776"/>
                  </a:lnTo>
                  <a:lnTo>
                    <a:pt x="214376" y="237236"/>
                  </a:lnTo>
                  <a:lnTo>
                    <a:pt x="213868" y="234569"/>
                  </a:lnTo>
                  <a:lnTo>
                    <a:pt x="213868" y="233934"/>
                  </a:lnTo>
                  <a:close/>
                </a:path>
                <a:path w="455929" h="455930">
                  <a:moveTo>
                    <a:pt x="455676" y="234569"/>
                  </a:moveTo>
                  <a:lnTo>
                    <a:pt x="436372" y="234569"/>
                  </a:lnTo>
                  <a:lnTo>
                    <a:pt x="436372" y="269748"/>
                  </a:lnTo>
                  <a:lnTo>
                    <a:pt x="455676" y="269748"/>
                  </a:lnTo>
                  <a:lnTo>
                    <a:pt x="455676" y="234569"/>
                  </a:lnTo>
                  <a:close/>
                </a:path>
                <a:path w="455929" h="455930">
                  <a:moveTo>
                    <a:pt x="171958" y="251841"/>
                  </a:moveTo>
                  <a:lnTo>
                    <a:pt x="86487" y="251841"/>
                  </a:lnTo>
                  <a:lnTo>
                    <a:pt x="86487" y="261112"/>
                  </a:lnTo>
                  <a:lnTo>
                    <a:pt x="171958" y="261112"/>
                  </a:lnTo>
                  <a:lnTo>
                    <a:pt x="171958" y="251841"/>
                  </a:lnTo>
                  <a:close/>
                </a:path>
                <a:path w="455929" h="455930">
                  <a:moveTo>
                    <a:pt x="256286" y="234569"/>
                  </a:moveTo>
                  <a:lnTo>
                    <a:pt x="240284" y="234569"/>
                  </a:lnTo>
                  <a:lnTo>
                    <a:pt x="240284" y="239141"/>
                  </a:lnTo>
                  <a:lnTo>
                    <a:pt x="239268" y="241554"/>
                  </a:lnTo>
                  <a:lnTo>
                    <a:pt x="237617" y="243459"/>
                  </a:lnTo>
                  <a:lnTo>
                    <a:pt x="236093" y="245110"/>
                  </a:lnTo>
                  <a:lnTo>
                    <a:pt x="234061" y="246380"/>
                  </a:lnTo>
                  <a:lnTo>
                    <a:pt x="231775" y="246888"/>
                  </a:lnTo>
                  <a:lnTo>
                    <a:pt x="254069" y="246888"/>
                  </a:lnTo>
                  <a:lnTo>
                    <a:pt x="256286" y="241173"/>
                  </a:lnTo>
                  <a:lnTo>
                    <a:pt x="256286" y="234569"/>
                  </a:lnTo>
                  <a:close/>
                </a:path>
                <a:path w="455929" h="455930">
                  <a:moveTo>
                    <a:pt x="231775" y="229108"/>
                  </a:moveTo>
                  <a:lnTo>
                    <a:pt x="221742" y="229108"/>
                  </a:lnTo>
                  <a:lnTo>
                    <a:pt x="221742" y="245999"/>
                  </a:lnTo>
                  <a:lnTo>
                    <a:pt x="231775" y="245999"/>
                  </a:lnTo>
                  <a:lnTo>
                    <a:pt x="231775" y="234569"/>
                  </a:lnTo>
                  <a:lnTo>
                    <a:pt x="240284" y="234569"/>
                  </a:lnTo>
                  <a:lnTo>
                    <a:pt x="240284" y="234442"/>
                  </a:lnTo>
                  <a:lnTo>
                    <a:pt x="231775" y="234442"/>
                  </a:lnTo>
                  <a:lnTo>
                    <a:pt x="231775" y="229108"/>
                  </a:lnTo>
                  <a:close/>
                </a:path>
                <a:path w="455929" h="455930">
                  <a:moveTo>
                    <a:pt x="146685" y="234569"/>
                  </a:moveTo>
                  <a:lnTo>
                    <a:pt x="127254" y="234569"/>
                  </a:lnTo>
                  <a:lnTo>
                    <a:pt x="127254" y="241935"/>
                  </a:lnTo>
                  <a:lnTo>
                    <a:pt x="146685" y="241935"/>
                  </a:lnTo>
                  <a:lnTo>
                    <a:pt x="146685" y="234569"/>
                  </a:lnTo>
                  <a:close/>
                </a:path>
                <a:path w="455929" h="455930">
                  <a:moveTo>
                    <a:pt x="106172" y="215265"/>
                  </a:moveTo>
                  <a:lnTo>
                    <a:pt x="78137" y="234442"/>
                  </a:lnTo>
                  <a:lnTo>
                    <a:pt x="106172" y="234442"/>
                  </a:lnTo>
                  <a:lnTo>
                    <a:pt x="106172" y="215265"/>
                  </a:lnTo>
                  <a:close/>
                </a:path>
                <a:path w="455929" h="455930">
                  <a:moveTo>
                    <a:pt x="146685" y="229108"/>
                  </a:moveTo>
                  <a:lnTo>
                    <a:pt x="127254" y="229108"/>
                  </a:lnTo>
                  <a:lnTo>
                    <a:pt x="127254" y="234442"/>
                  </a:lnTo>
                  <a:lnTo>
                    <a:pt x="146685" y="234442"/>
                  </a:lnTo>
                  <a:lnTo>
                    <a:pt x="146685" y="229108"/>
                  </a:lnTo>
                  <a:close/>
                </a:path>
                <a:path w="455929" h="455930">
                  <a:moveTo>
                    <a:pt x="256286" y="229108"/>
                  </a:moveTo>
                  <a:lnTo>
                    <a:pt x="236464" y="229108"/>
                  </a:lnTo>
                  <a:lnTo>
                    <a:pt x="239522" y="232410"/>
                  </a:lnTo>
                  <a:lnTo>
                    <a:pt x="240284" y="234442"/>
                  </a:lnTo>
                  <a:lnTo>
                    <a:pt x="256286" y="234442"/>
                  </a:lnTo>
                  <a:lnTo>
                    <a:pt x="256286" y="229108"/>
                  </a:lnTo>
                  <a:close/>
                </a:path>
                <a:path w="455929" h="455930">
                  <a:moveTo>
                    <a:pt x="455676" y="229108"/>
                  </a:moveTo>
                  <a:lnTo>
                    <a:pt x="436372" y="229108"/>
                  </a:lnTo>
                  <a:lnTo>
                    <a:pt x="436372" y="234442"/>
                  </a:lnTo>
                  <a:lnTo>
                    <a:pt x="455676" y="234442"/>
                  </a:lnTo>
                  <a:lnTo>
                    <a:pt x="455676" y="229108"/>
                  </a:lnTo>
                  <a:close/>
                </a:path>
                <a:path w="455929" h="455930">
                  <a:moveTo>
                    <a:pt x="221742" y="228981"/>
                  </a:moveTo>
                  <a:lnTo>
                    <a:pt x="146685" y="228981"/>
                  </a:lnTo>
                  <a:lnTo>
                    <a:pt x="146685" y="229108"/>
                  </a:lnTo>
                  <a:lnTo>
                    <a:pt x="221742" y="229108"/>
                  </a:lnTo>
                  <a:close/>
                </a:path>
                <a:path w="455929" h="455930">
                  <a:moveTo>
                    <a:pt x="236347" y="228981"/>
                  </a:moveTo>
                  <a:lnTo>
                    <a:pt x="231775" y="228981"/>
                  </a:lnTo>
                  <a:lnTo>
                    <a:pt x="231775" y="229108"/>
                  </a:lnTo>
                  <a:lnTo>
                    <a:pt x="236464" y="229108"/>
                  </a:lnTo>
                  <a:close/>
                </a:path>
                <a:path w="455929" h="455930">
                  <a:moveTo>
                    <a:pt x="308991" y="228981"/>
                  </a:moveTo>
                  <a:lnTo>
                    <a:pt x="256243" y="228981"/>
                  </a:lnTo>
                  <a:lnTo>
                    <a:pt x="308991" y="229108"/>
                  </a:lnTo>
                  <a:lnTo>
                    <a:pt x="308991" y="228981"/>
                  </a:lnTo>
                  <a:close/>
                </a:path>
                <a:path w="455929" h="455930">
                  <a:moveTo>
                    <a:pt x="19558" y="205105"/>
                  </a:moveTo>
                  <a:lnTo>
                    <a:pt x="0" y="205105"/>
                  </a:lnTo>
                  <a:lnTo>
                    <a:pt x="0" y="228981"/>
                  </a:lnTo>
                  <a:lnTo>
                    <a:pt x="19558" y="228981"/>
                  </a:lnTo>
                  <a:lnTo>
                    <a:pt x="19558" y="205105"/>
                  </a:lnTo>
                  <a:close/>
                </a:path>
                <a:path w="455929" h="455930">
                  <a:moveTo>
                    <a:pt x="146685" y="205105"/>
                  </a:moveTo>
                  <a:lnTo>
                    <a:pt x="127254" y="205105"/>
                  </a:lnTo>
                  <a:lnTo>
                    <a:pt x="127254" y="228981"/>
                  </a:lnTo>
                  <a:lnTo>
                    <a:pt x="146685" y="228981"/>
                  </a:lnTo>
                  <a:lnTo>
                    <a:pt x="146685" y="205105"/>
                  </a:lnTo>
                  <a:close/>
                </a:path>
                <a:path w="455929" h="455930">
                  <a:moveTo>
                    <a:pt x="216154" y="194691"/>
                  </a:moveTo>
                  <a:lnTo>
                    <a:pt x="199295" y="194691"/>
                  </a:lnTo>
                  <a:lnTo>
                    <a:pt x="199306" y="205105"/>
                  </a:lnTo>
                  <a:lnTo>
                    <a:pt x="221742" y="224409"/>
                  </a:lnTo>
                  <a:lnTo>
                    <a:pt x="221742" y="228981"/>
                  </a:lnTo>
                  <a:lnTo>
                    <a:pt x="231775" y="228981"/>
                  </a:lnTo>
                  <a:lnTo>
                    <a:pt x="231775" y="227076"/>
                  </a:lnTo>
                  <a:lnTo>
                    <a:pt x="255608" y="227076"/>
                  </a:lnTo>
                  <a:lnTo>
                    <a:pt x="231902" y="210058"/>
                  </a:lnTo>
                  <a:lnTo>
                    <a:pt x="231902" y="207137"/>
                  </a:lnTo>
                  <a:lnTo>
                    <a:pt x="221615" y="207137"/>
                  </a:lnTo>
                  <a:lnTo>
                    <a:pt x="219837" y="206248"/>
                  </a:lnTo>
                  <a:lnTo>
                    <a:pt x="218440" y="205105"/>
                  </a:lnTo>
                  <a:lnTo>
                    <a:pt x="217297" y="203581"/>
                  </a:lnTo>
                  <a:lnTo>
                    <a:pt x="216154" y="202184"/>
                  </a:lnTo>
                  <a:lnTo>
                    <a:pt x="215519" y="200406"/>
                  </a:lnTo>
                  <a:lnTo>
                    <a:pt x="215519" y="196596"/>
                  </a:lnTo>
                  <a:lnTo>
                    <a:pt x="216154" y="194691"/>
                  </a:lnTo>
                  <a:close/>
                </a:path>
                <a:path w="455929" h="455930">
                  <a:moveTo>
                    <a:pt x="255608" y="227076"/>
                  </a:moveTo>
                  <a:lnTo>
                    <a:pt x="231775" y="227076"/>
                  </a:lnTo>
                  <a:lnTo>
                    <a:pt x="234188" y="227711"/>
                  </a:lnTo>
                  <a:lnTo>
                    <a:pt x="236347" y="228981"/>
                  </a:lnTo>
                  <a:lnTo>
                    <a:pt x="256243" y="228981"/>
                  </a:lnTo>
                  <a:lnTo>
                    <a:pt x="255608" y="227076"/>
                  </a:lnTo>
                  <a:close/>
                </a:path>
                <a:path w="455929" h="455930">
                  <a:moveTo>
                    <a:pt x="328549" y="194691"/>
                  </a:moveTo>
                  <a:lnTo>
                    <a:pt x="308991" y="194691"/>
                  </a:lnTo>
                  <a:lnTo>
                    <a:pt x="308991" y="228981"/>
                  </a:lnTo>
                  <a:lnTo>
                    <a:pt x="328549" y="228981"/>
                  </a:lnTo>
                  <a:lnTo>
                    <a:pt x="328549" y="205105"/>
                  </a:lnTo>
                  <a:lnTo>
                    <a:pt x="349631" y="205105"/>
                  </a:lnTo>
                  <a:lnTo>
                    <a:pt x="328549" y="204978"/>
                  </a:lnTo>
                  <a:lnTo>
                    <a:pt x="328549" y="194691"/>
                  </a:lnTo>
                  <a:close/>
                </a:path>
                <a:path w="455929" h="455930">
                  <a:moveTo>
                    <a:pt x="455676" y="194691"/>
                  </a:moveTo>
                  <a:lnTo>
                    <a:pt x="436372" y="194691"/>
                  </a:lnTo>
                  <a:lnTo>
                    <a:pt x="436372" y="204978"/>
                  </a:lnTo>
                  <a:lnTo>
                    <a:pt x="366897" y="204978"/>
                  </a:lnTo>
                  <a:lnTo>
                    <a:pt x="366711" y="205105"/>
                  </a:lnTo>
                  <a:lnTo>
                    <a:pt x="436372" y="205105"/>
                  </a:lnTo>
                  <a:lnTo>
                    <a:pt x="436372" y="228981"/>
                  </a:lnTo>
                  <a:lnTo>
                    <a:pt x="455676" y="228981"/>
                  </a:lnTo>
                  <a:lnTo>
                    <a:pt x="455676" y="194691"/>
                  </a:lnTo>
                  <a:close/>
                </a:path>
                <a:path w="455929" h="455930">
                  <a:moveTo>
                    <a:pt x="366711" y="205105"/>
                  </a:moveTo>
                  <a:lnTo>
                    <a:pt x="349631" y="205105"/>
                  </a:lnTo>
                  <a:lnTo>
                    <a:pt x="349631" y="216789"/>
                  </a:lnTo>
                  <a:lnTo>
                    <a:pt x="366711" y="205105"/>
                  </a:lnTo>
                  <a:close/>
                </a:path>
                <a:path w="455929" h="455930">
                  <a:moveTo>
                    <a:pt x="231902" y="194691"/>
                  </a:moveTo>
                  <a:lnTo>
                    <a:pt x="221615" y="194691"/>
                  </a:lnTo>
                  <a:lnTo>
                    <a:pt x="221615" y="207137"/>
                  </a:lnTo>
                  <a:lnTo>
                    <a:pt x="231902" y="207137"/>
                  </a:lnTo>
                  <a:lnTo>
                    <a:pt x="231902" y="194691"/>
                  </a:lnTo>
                  <a:close/>
                </a:path>
                <a:path w="455929" h="455930">
                  <a:moveTo>
                    <a:pt x="19558" y="194691"/>
                  </a:moveTo>
                  <a:lnTo>
                    <a:pt x="0" y="194691"/>
                  </a:lnTo>
                  <a:lnTo>
                    <a:pt x="0" y="204978"/>
                  </a:lnTo>
                  <a:lnTo>
                    <a:pt x="19558" y="204978"/>
                  </a:lnTo>
                  <a:lnTo>
                    <a:pt x="19558" y="194691"/>
                  </a:lnTo>
                  <a:close/>
                </a:path>
                <a:path w="455929" h="455930">
                  <a:moveTo>
                    <a:pt x="300736" y="48514"/>
                  </a:moveTo>
                  <a:lnTo>
                    <a:pt x="155194" y="48514"/>
                  </a:lnTo>
                  <a:lnTo>
                    <a:pt x="144291" y="50772"/>
                  </a:lnTo>
                  <a:lnTo>
                    <a:pt x="135413" y="56769"/>
                  </a:lnTo>
                  <a:lnTo>
                    <a:pt x="129440" y="65623"/>
                  </a:lnTo>
                  <a:lnTo>
                    <a:pt x="127254" y="76454"/>
                  </a:lnTo>
                  <a:lnTo>
                    <a:pt x="127254" y="193040"/>
                  </a:lnTo>
                  <a:lnTo>
                    <a:pt x="19558" y="193040"/>
                  </a:lnTo>
                  <a:lnTo>
                    <a:pt x="19558" y="193167"/>
                  </a:lnTo>
                  <a:lnTo>
                    <a:pt x="127254" y="193167"/>
                  </a:lnTo>
                  <a:lnTo>
                    <a:pt x="127254" y="204978"/>
                  </a:lnTo>
                  <a:lnTo>
                    <a:pt x="146685" y="204978"/>
                  </a:lnTo>
                  <a:lnTo>
                    <a:pt x="146685" y="194691"/>
                  </a:lnTo>
                  <a:lnTo>
                    <a:pt x="199295" y="194691"/>
                  </a:lnTo>
                  <a:lnTo>
                    <a:pt x="146685" y="194564"/>
                  </a:lnTo>
                  <a:lnTo>
                    <a:pt x="146685" y="123063"/>
                  </a:lnTo>
                  <a:lnTo>
                    <a:pt x="328676" y="123063"/>
                  </a:lnTo>
                  <a:lnTo>
                    <a:pt x="328676" y="103632"/>
                  </a:lnTo>
                  <a:lnTo>
                    <a:pt x="146685" y="103632"/>
                  </a:lnTo>
                  <a:lnTo>
                    <a:pt x="146685" y="71882"/>
                  </a:lnTo>
                  <a:lnTo>
                    <a:pt x="150495" y="68072"/>
                  </a:lnTo>
                  <a:lnTo>
                    <a:pt x="326969" y="68072"/>
                  </a:lnTo>
                  <a:lnTo>
                    <a:pt x="326471" y="65623"/>
                  </a:lnTo>
                  <a:lnTo>
                    <a:pt x="320468" y="56769"/>
                  </a:lnTo>
                  <a:lnTo>
                    <a:pt x="311584" y="50772"/>
                  </a:lnTo>
                  <a:lnTo>
                    <a:pt x="300736" y="48514"/>
                  </a:lnTo>
                  <a:close/>
                </a:path>
                <a:path w="455929" h="455930">
                  <a:moveTo>
                    <a:pt x="384164" y="193167"/>
                  </a:moveTo>
                  <a:lnTo>
                    <a:pt x="349631" y="193167"/>
                  </a:lnTo>
                  <a:lnTo>
                    <a:pt x="349631" y="204978"/>
                  </a:lnTo>
                  <a:lnTo>
                    <a:pt x="366897" y="204978"/>
                  </a:lnTo>
                  <a:lnTo>
                    <a:pt x="384164" y="193167"/>
                  </a:lnTo>
                  <a:close/>
                </a:path>
                <a:path w="455929" h="455930">
                  <a:moveTo>
                    <a:pt x="253677" y="194691"/>
                  </a:moveTo>
                  <a:lnTo>
                    <a:pt x="237001" y="194691"/>
                  </a:lnTo>
                  <a:lnTo>
                    <a:pt x="237490" y="197866"/>
                  </a:lnTo>
                  <a:lnTo>
                    <a:pt x="237490" y="198628"/>
                  </a:lnTo>
                  <a:lnTo>
                    <a:pt x="253873" y="196596"/>
                  </a:lnTo>
                  <a:lnTo>
                    <a:pt x="253873" y="195834"/>
                  </a:lnTo>
                  <a:lnTo>
                    <a:pt x="253677" y="194691"/>
                  </a:lnTo>
                  <a:close/>
                </a:path>
                <a:path w="455929" h="455930">
                  <a:moveTo>
                    <a:pt x="221615" y="194564"/>
                  </a:moveTo>
                  <a:lnTo>
                    <a:pt x="216251" y="194564"/>
                  </a:lnTo>
                  <a:lnTo>
                    <a:pt x="216154" y="194691"/>
                  </a:lnTo>
                  <a:lnTo>
                    <a:pt x="221615" y="194691"/>
                  </a:lnTo>
                  <a:lnTo>
                    <a:pt x="221615" y="194564"/>
                  </a:lnTo>
                  <a:close/>
                </a:path>
                <a:path w="455929" h="455930">
                  <a:moveTo>
                    <a:pt x="236982" y="194564"/>
                  </a:moveTo>
                  <a:lnTo>
                    <a:pt x="231902" y="194564"/>
                  </a:lnTo>
                  <a:lnTo>
                    <a:pt x="231902" y="194691"/>
                  </a:lnTo>
                  <a:lnTo>
                    <a:pt x="237001" y="194691"/>
                  </a:lnTo>
                  <a:lnTo>
                    <a:pt x="236982" y="194564"/>
                  </a:lnTo>
                  <a:close/>
                </a:path>
                <a:path w="455929" h="455930">
                  <a:moveTo>
                    <a:pt x="308991" y="194564"/>
                  </a:moveTo>
                  <a:lnTo>
                    <a:pt x="253656" y="194564"/>
                  </a:lnTo>
                  <a:lnTo>
                    <a:pt x="253677" y="194691"/>
                  </a:lnTo>
                  <a:lnTo>
                    <a:pt x="308991" y="194691"/>
                  </a:lnTo>
                  <a:lnTo>
                    <a:pt x="308991" y="194564"/>
                  </a:lnTo>
                  <a:close/>
                </a:path>
                <a:path w="455929" h="455930">
                  <a:moveTo>
                    <a:pt x="19558" y="193167"/>
                  </a:moveTo>
                  <a:lnTo>
                    <a:pt x="0" y="193167"/>
                  </a:lnTo>
                  <a:lnTo>
                    <a:pt x="0" y="194564"/>
                  </a:lnTo>
                  <a:lnTo>
                    <a:pt x="19558" y="194564"/>
                  </a:lnTo>
                  <a:lnTo>
                    <a:pt x="19558" y="193167"/>
                  </a:lnTo>
                  <a:close/>
                </a:path>
                <a:path w="455929" h="455930">
                  <a:moveTo>
                    <a:pt x="231902" y="170434"/>
                  </a:moveTo>
                  <a:lnTo>
                    <a:pt x="221742" y="170434"/>
                  </a:lnTo>
                  <a:lnTo>
                    <a:pt x="221742" y="176022"/>
                  </a:lnTo>
                  <a:lnTo>
                    <a:pt x="215773" y="176530"/>
                  </a:lnTo>
                  <a:lnTo>
                    <a:pt x="199292" y="194564"/>
                  </a:lnTo>
                  <a:lnTo>
                    <a:pt x="216251" y="194564"/>
                  </a:lnTo>
                  <a:lnTo>
                    <a:pt x="217326" y="193167"/>
                  </a:lnTo>
                  <a:lnTo>
                    <a:pt x="218567" y="191643"/>
                  </a:lnTo>
                  <a:lnTo>
                    <a:pt x="219964" y="190627"/>
                  </a:lnTo>
                  <a:lnTo>
                    <a:pt x="221064" y="190119"/>
                  </a:lnTo>
                  <a:lnTo>
                    <a:pt x="252716" y="190119"/>
                  </a:lnTo>
                  <a:lnTo>
                    <a:pt x="250444" y="185801"/>
                  </a:lnTo>
                  <a:lnTo>
                    <a:pt x="246507" y="182118"/>
                  </a:lnTo>
                  <a:lnTo>
                    <a:pt x="242443" y="178689"/>
                  </a:lnTo>
                  <a:lnTo>
                    <a:pt x="237236" y="176530"/>
                  </a:lnTo>
                  <a:lnTo>
                    <a:pt x="231902" y="176022"/>
                  </a:lnTo>
                  <a:lnTo>
                    <a:pt x="231902" y="170434"/>
                  </a:lnTo>
                  <a:close/>
                </a:path>
                <a:path w="455929" h="455930">
                  <a:moveTo>
                    <a:pt x="231902" y="190119"/>
                  </a:moveTo>
                  <a:lnTo>
                    <a:pt x="221615" y="190119"/>
                  </a:lnTo>
                  <a:lnTo>
                    <a:pt x="221615" y="194564"/>
                  </a:lnTo>
                  <a:lnTo>
                    <a:pt x="231902" y="194564"/>
                  </a:lnTo>
                  <a:lnTo>
                    <a:pt x="231902" y="190119"/>
                  </a:lnTo>
                  <a:close/>
                </a:path>
                <a:path w="455929" h="455930">
                  <a:moveTo>
                    <a:pt x="252716" y="190119"/>
                  </a:moveTo>
                  <a:lnTo>
                    <a:pt x="232126" y="190119"/>
                  </a:lnTo>
                  <a:lnTo>
                    <a:pt x="234823" y="191643"/>
                  </a:lnTo>
                  <a:lnTo>
                    <a:pt x="236982" y="194564"/>
                  </a:lnTo>
                  <a:lnTo>
                    <a:pt x="253656" y="194564"/>
                  </a:lnTo>
                  <a:lnTo>
                    <a:pt x="252984" y="190627"/>
                  </a:lnTo>
                  <a:lnTo>
                    <a:pt x="252716" y="190119"/>
                  </a:lnTo>
                  <a:close/>
                </a:path>
                <a:path w="455929" h="455930">
                  <a:moveTo>
                    <a:pt x="328549" y="190119"/>
                  </a:moveTo>
                  <a:lnTo>
                    <a:pt x="308991" y="190119"/>
                  </a:lnTo>
                  <a:lnTo>
                    <a:pt x="308991" y="194564"/>
                  </a:lnTo>
                  <a:lnTo>
                    <a:pt x="328549" y="194564"/>
                  </a:lnTo>
                  <a:lnTo>
                    <a:pt x="328549" y="193167"/>
                  </a:lnTo>
                  <a:lnTo>
                    <a:pt x="349631" y="193167"/>
                  </a:lnTo>
                  <a:lnTo>
                    <a:pt x="328549" y="193040"/>
                  </a:lnTo>
                  <a:lnTo>
                    <a:pt x="328549" y="190119"/>
                  </a:lnTo>
                  <a:close/>
                </a:path>
                <a:path w="455929" h="455930">
                  <a:moveTo>
                    <a:pt x="455676" y="193167"/>
                  </a:moveTo>
                  <a:lnTo>
                    <a:pt x="436372" y="193167"/>
                  </a:lnTo>
                  <a:lnTo>
                    <a:pt x="436372" y="194564"/>
                  </a:lnTo>
                  <a:lnTo>
                    <a:pt x="455676" y="194564"/>
                  </a:lnTo>
                  <a:lnTo>
                    <a:pt x="455676" y="193167"/>
                  </a:lnTo>
                  <a:close/>
                </a:path>
                <a:path w="455929" h="455930">
                  <a:moveTo>
                    <a:pt x="455676" y="0"/>
                  </a:moveTo>
                  <a:lnTo>
                    <a:pt x="0" y="0"/>
                  </a:lnTo>
                  <a:lnTo>
                    <a:pt x="0" y="193040"/>
                  </a:lnTo>
                  <a:lnTo>
                    <a:pt x="19558" y="193040"/>
                  </a:lnTo>
                  <a:lnTo>
                    <a:pt x="19558" y="19431"/>
                  </a:lnTo>
                  <a:lnTo>
                    <a:pt x="455676" y="19431"/>
                  </a:lnTo>
                  <a:lnTo>
                    <a:pt x="455676" y="0"/>
                  </a:lnTo>
                  <a:close/>
                </a:path>
                <a:path w="455929" h="455930">
                  <a:moveTo>
                    <a:pt x="369189" y="170688"/>
                  </a:moveTo>
                  <a:lnTo>
                    <a:pt x="283718" y="170688"/>
                  </a:lnTo>
                  <a:lnTo>
                    <a:pt x="283718" y="190119"/>
                  </a:lnTo>
                  <a:lnTo>
                    <a:pt x="349631" y="190119"/>
                  </a:lnTo>
                  <a:lnTo>
                    <a:pt x="349631" y="193040"/>
                  </a:lnTo>
                  <a:lnTo>
                    <a:pt x="384349" y="193040"/>
                  </a:lnTo>
                  <a:lnTo>
                    <a:pt x="403494" y="179959"/>
                  </a:lnTo>
                  <a:lnTo>
                    <a:pt x="369189" y="179959"/>
                  </a:lnTo>
                  <a:lnTo>
                    <a:pt x="369189" y="170688"/>
                  </a:lnTo>
                  <a:close/>
                </a:path>
                <a:path w="455929" h="455930">
                  <a:moveTo>
                    <a:pt x="455676" y="19431"/>
                  </a:moveTo>
                  <a:lnTo>
                    <a:pt x="436372" y="19431"/>
                  </a:lnTo>
                  <a:lnTo>
                    <a:pt x="436372" y="193040"/>
                  </a:lnTo>
                  <a:lnTo>
                    <a:pt x="455676" y="193040"/>
                  </a:lnTo>
                  <a:lnTo>
                    <a:pt x="455676" y="19431"/>
                  </a:lnTo>
                  <a:close/>
                </a:path>
                <a:path w="455929" h="455930">
                  <a:moveTo>
                    <a:pt x="402407" y="142875"/>
                  </a:moveTo>
                  <a:lnTo>
                    <a:pt x="369316" y="142875"/>
                  </a:lnTo>
                  <a:lnTo>
                    <a:pt x="381254" y="151638"/>
                  </a:lnTo>
                  <a:lnTo>
                    <a:pt x="395605" y="161925"/>
                  </a:lnTo>
                  <a:lnTo>
                    <a:pt x="369189" y="179959"/>
                  </a:lnTo>
                  <a:lnTo>
                    <a:pt x="403494" y="179959"/>
                  </a:lnTo>
                  <a:lnTo>
                    <a:pt x="429387" y="162306"/>
                  </a:lnTo>
                  <a:lnTo>
                    <a:pt x="402407" y="142875"/>
                  </a:lnTo>
                  <a:close/>
                </a:path>
                <a:path w="455929" h="455930">
                  <a:moveTo>
                    <a:pt x="349758" y="104902"/>
                  </a:moveTo>
                  <a:lnTo>
                    <a:pt x="349758" y="132080"/>
                  </a:lnTo>
                  <a:lnTo>
                    <a:pt x="283845" y="132080"/>
                  </a:lnTo>
                  <a:lnTo>
                    <a:pt x="283845" y="151638"/>
                  </a:lnTo>
                  <a:lnTo>
                    <a:pt x="369316" y="152146"/>
                  </a:lnTo>
                  <a:lnTo>
                    <a:pt x="369316" y="142875"/>
                  </a:lnTo>
                  <a:lnTo>
                    <a:pt x="402407" y="142875"/>
                  </a:lnTo>
                  <a:lnTo>
                    <a:pt x="349758" y="104902"/>
                  </a:lnTo>
                  <a:close/>
                </a:path>
                <a:path w="455929" h="455930">
                  <a:moveTo>
                    <a:pt x="328676" y="123063"/>
                  </a:moveTo>
                  <a:lnTo>
                    <a:pt x="309118" y="123063"/>
                  </a:lnTo>
                  <a:lnTo>
                    <a:pt x="309118" y="132080"/>
                  </a:lnTo>
                  <a:lnTo>
                    <a:pt x="328676" y="132080"/>
                  </a:lnTo>
                  <a:lnTo>
                    <a:pt x="328676" y="123063"/>
                  </a:lnTo>
                  <a:close/>
                </a:path>
                <a:path w="455929" h="455930">
                  <a:moveTo>
                    <a:pt x="326969" y="68072"/>
                  </a:moveTo>
                  <a:lnTo>
                    <a:pt x="305435" y="68072"/>
                  </a:lnTo>
                  <a:lnTo>
                    <a:pt x="309118" y="71882"/>
                  </a:lnTo>
                  <a:lnTo>
                    <a:pt x="309118" y="103632"/>
                  </a:lnTo>
                  <a:lnTo>
                    <a:pt x="328676" y="103632"/>
                  </a:lnTo>
                  <a:lnTo>
                    <a:pt x="328676" y="76454"/>
                  </a:lnTo>
                  <a:lnTo>
                    <a:pt x="326969" y="680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3489959" y="3590544"/>
              <a:ext cx="626745" cy="797560"/>
            </a:xfrm>
            <a:custGeom>
              <a:avLst/>
              <a:gdLst/>
              <a:ahLst/>
              <a:cxnLst/>
              <a:rect l="l" t="t" r="r" b="b"/>
              <a:pathLst>
                <a:path w="626745" h="797560">
                  <a:moveTo>
                    <a:pt x="626363" y="0"/>
                  </a:moveTo>
                  <a:lnTo>
                    <a:pt x="445134" y="5334"/>
                  </a:lnTo>
                  <a:lnTo>
                    <a:pt x="0" y="389255"/>
                  </a:lnTo>
                  <a:lnTo>
                    <a:pt x="445134" y="794385"/>
                  </a:lnTo>
                  <a:lnTo>
                    <a:pt x="607694" y="797052"/>
                  </a:lnTo>
                  <a:lnTo>
                    <a:pt x="154558" y="405130"/>
                  </a:lnTo>
                  <a:lnTo>
                    <a:pt x="626363" y="0"/>
                  </a:lnTo>
                  <a:close/>
                </a:path>
              </a:pathLst>
            </a:custGeom>
            <a:solidFill>
              <a:srgbClr val="7C7C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8103107" y="3590544"/>
              <a:ext cx="628015" cy="797560"/>
            </a:xfrm>
            <a:custGeom>
              <a:avLst/>
              <a:gdLst/>
              <a:ahLst/>
              <a:cxnLst/>
              <a:rect l="l" t="t" r="r" b="b"/>
              <a:pathLst>
                <a:path w="628015" h="797560">
                  <a:moveTo>
                    <a:pt x="0" y="0"/>
                  </a:moveTo>
                  <a:lnTo>
                    <a:pt x="472948" y="405130"/>
                  </a:lnTo>
                  <a:lnTo>
                    <a:pt x="18669" y="797052"/>
                  </a:lnTo>
                  <a:lnTo>
                    <a:pt x="181737" y="794385"/>
                  </a:lnTo>
                  <a:lnTo>
                    <a:pt x="627888" y="389255"/>
                  </a:lnTo>
                  <a:lnTo>
                    <a:pt x="181737" y="53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F606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/>
          <p:nvPr/>
        </p:nvSpPr>
        <p:spPr>
          <a:xfrm>
            <a:off x="8135493" y="2824988"/>
            <a:ext cx="2823845" cy="483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385"/>
              </a:lnSpc>
              <a:spcBef>
                <a:spcPts val="100"/>
              </a:spcBef>
            </a:pPr>
            <a:r>
              <a:rPr dirty="0" sz="1200" b="1">
                <a:solidFill>
                  <a:srgbClr val="EA9595"/>
                </a:solidFill>
                <a:latin typeface="Arial"/>
                <a:cs typeface="Arial"/>
              </a:rPr>
              <a:t>At</a:t>
            </a:r>
            <a:r>
              <a:rPr dirty="0" sz="1200" spc="-25" b="1">
                <a:solidFill>
                  <a:srgbClr val="EA9595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EA9595"/>
                </a:solidFill>
                <a:latin typeface="Arial"/>
                <a:cs typeface="Arial"/>
              </a:rPr>
              <a:t>your</a:t>
            </a:r>
            <a:r>
              <a:rPr dirty="0" sz="1200" spc="-20" b="1">
                <a:solidFill>
                  <a:srgbClr val="EA9595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EA9595"/>
                </a:solidFill>
                <a:latin typeface="Arial"/>
                <a:cs typeface="Arial"/>
              </a:rPr>
              <a:t>fingertips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085"/>
              </a:lnSpc>
            </a:pPr>
            <a:r>
              <a:rPr dirty="0" sz="1000">
                <a:latin typeface="Arial"/>
                <a:cs typeface="Arial"/>
              </a:rPr>
              <a:t>FINN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manages</a:t>
            </a:r>
            <a:r>
              <a:rPr dirty="0" sz="1000" spc="-5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to</a:t>
            </a:r>
            <a:r>
              <a:rPr dirty="0" sz="1000" spc="-3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provide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customers</a:t>
            </a:r>
            <a:r>
              <a:rPr dirty="0" sz="1000" spc="-5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with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 spc="-20">
                <a:latin typeface="Arial"/>
                <a:cs typeface="Arial"/>
              </a:rPr>
              <a:t>their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ts val="1140"/>
              </a:lnSpc>
            </a:pPr>
            <a:r>
              <a:rPr dirty="0" sz="1000">
                <a:latin typeface="Arial"/>
                <a:cs typeface="Arial"/>
              </a:rPr>
              <a:t>vehicle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of</a:t>
            </a:r>
            <a:r>
              <a:rPr dirty="0" sz="1000" spc="-3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choice</a:t>
            </a:r>
            <a:r>
              <a:rPr dirty="0" sz="1000" spc="-4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around</a:t>
            </a:r>
            <a:r>
              <a:rPr dirty="0" sz="1000" spc="-3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seven</a:t>
            </a:r>
            <a:r>
              <a:rPr dirty="0" sz="1000" spc="-4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days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after</a:t>
            </a:r>
            <a:r>
              <a:rPr dirty="0" sz="1000" spc="-4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booking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11123676" y="2854451"/>
            <a:ext cx="457200" cy="457200"/>
            <a:chOff x="11123676" y="2854451"/>
            <a:chExt cx="457200" cy="457200"/>
          </a:xfrm>
        </p:grpSpPr>
        <p:sp>
          <p:nvSpPr>
            <p:cNvPr id="44" name="object 44"/>
            <p:cNvSpPr/>
            <p:nvPr/>
          </p:nvSpPr>
          <p:spPr>
            <a:xfrm>
              <a:off x="11123676" y="2854451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326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199" y="457200"/>
                  </a:lnTo>
                  <a:lnTo>
                    <a:pt x="457199" y="438150"/>
                  </a:lnTo>
                  <a:lnTo>
                    <a:pt x="19557" y="438150"/>
                  </a:lnTo>
                  <a:lnTo>
                    <a:pt x="19557" y="20320"/>
                  </a:lnTo>
                  <a:lnTo>
                    <a:pt x="76326" y="20320"/>
                  </a:lnTo>
                  <a:lnTo>
                    <a:pt x="76326" y="0"/>
                  </a:lnTo>
                  <a:close/>
                </a:path>
                <a:path w="457200" h="457200">
                  <a:moveTo>
                    <a:pt x="457199" y="20320"/>
                  </a:moveTo>
                  <a:lnTo>
                    <a:pt x="437641" y="20320"/>
                  </a:lnTo>
                  <a:lnTo>
                    <a:pt x="437641" y="438150"/>
                  </a:lnTo>
                  <a:lnTo>
                    <a:pt x="457199" y="438150"/>
                  </a:lnTo>
                  <a:lnTo>
                    <a:pt x="457199" y="20320"/>
                  </a:lnTo>
                  <a:close/>
                </a:path>
                <a:path w="457200" h="457200">
                  <a:moveTo>
                    <a:pt x="400430" y="97789"/>
                  </a:moveTo>
                  <a:lnTo>
                    <a:pt x="52196" y="97789"/>
                  </a:lnTo>
                  <a:lnTo>
                    <a:pt x="52196" y="368300"/>
                  </a:lnTo>
                  <a:lnTo>
                    <a:pt x="236346" y="368300"/>
                  </a:lnTo>
                  <a:lnTo>
                    <a:pt x="262961" y="394970"/>
                  </a:lnTo>
                  <a:lnTo>
                    <a:pt x="296386" y="407670"/>
                  </a:lnTo>
                  <a:lnTo>
                    <a:pt x="332430" y="407670"/>
                  </a:lnTo>
                  <a:lnTo>
                    <a:pt x="366902" y="393700"/>
                  </a:lnTo>
                  <a:lnTo>
                    <a:pt x="370860" y="389890"/>
                  </a:lnTo>
                  <a:lnTo>
                    <a:pt x="314182" y="389890"/>
                  </a:lnTo>
                  <a:lnTo>
                    <a:pt x="286089" y="384810"/>
                  </a:lnTo>
                  <a:lnTo>
                    <a:pt x="261365" y="368300"/>
                  </a:lnTo>
                  <a:lnTo>
                    <a:pt x="248392" y="349250"/>
                  </a:lnTo>
                  <a:lnTo>
                    <a:pt x="71754" y="349250"/>
                  </a:lnTo>
                  <a:lnTo>
                    <a:pt x="71754" y="288290"/>
                  </a:lnTo>
                  <a:lnTo>
                    <a:pt x="244634" y="288290"/>
                  </a:lnTo>
                  <a:lnTo>
                    <a:pt x="244881" y="287020"/>
                  </a:lnTo>
                  <a:lnTo>
                    <a:pt x="257795" y="267970"/>
                  </a:lnTo>
                  <a:lnTo>
                    <a:pt x="71754" y="267970"/>
                  </a:lnTo>
                  <a:lnTo>
                    <a:pt x="71754" y="198120"/>
                  </a:lnTo>
                  <a:lnTo>
                    <a:pt x="400430" y="198120"/>
                  </a:lnTo>
                  <a:lnTo>
                    <a:pt x="400430" y="179070"/>
                  </a:lnTo>
                  <a:lnTo>
                    <a:pt x="71754" y="179070"/>
                  </a:lnTo>
                  <a:lnTo>
                    <a:pt x="71754" y="118110"/>
                  </a:lnTo>
                  <a:lnTo>
                    <a:pt x="400430" y="118110"/>
                  </a:lnTo>
                  <a:lnTo>
                    <a:pt x="400430" y="97789"/>
                  </a:lnTo>
                  <a:close/>
                </a:path>
                <a:path w="457200" h="457200">
                  <a:moveTo>
                    <a:pt x="371435" y="241300"/>
                  </a:moveTo>
                  <a:lnTo>
                    <a:pt x="314070" y="241300"/>
                  </a:lnTo>
                  <a:lnTo>
                    <a:pt x="342177" y="246379"/>
                  </a:lnTo>
                  <a:lnTo>
                    <a:pt x="366902" y="262890"/>
                  </a:lnTo>
                  <a:lnTo>
                    <a:pt x="380714" y="281940"/>
                  </a:lnTo>
                  <a:lnTo>
                    <a:pt x="387857" y="303530"/>
                  </a:lnTo>
                  <a:lnTo>
                    <a:pt x="387921" y="311150"/>
                  </a:lnTo>
                  <a:lnTo>
                    <a:pt x="388048" y="326390"/>
                  </a:lnTo>
                  <a:lnTo>
                    <a:pt x="372617" y="361950"/>
                  </a:lnTo>
                  <a:lnTo>
                    <a:pt x="314182" y="389890"/>
                  </a:lnTo>
                  <a:lnTo>
                    <a:pt x="370860" y="389890"/>
                  </a:lnTo>
                  <a:lnTo>
                    <a:pt x="390646" y="370840"/>
                  </a:lnTo>
                  <a:lnTo>
                    <a:pt x="404733" y="341630"/>
                  </a:lnTo>
                  <a:lnTo>
                    <a:pt x="408318" y="309880"/>
                  </a:lnTo>
                  <a:lnTo>
                    <a:pt x="400557" y="278130"/>
                  </a:lnTo>
                  <a:lnTo>
                    <a:pt x="400557" y="248920"/>
                  </a:lnTo>
                  <a:lnTo>
                    <a:pt x="380999" y="248920"/>
                  </a:lnTo>
                  <a:lnTo>
                    <a:pt x="371435" y="241300"/>
                  </a:lnTo>
                  <a:close/>
                </a:path>
                <a:path w="457200" h="457200">
                  <a:moveTo>
                    <a:pt x="345439" y="270510"/>
                  </a:moveTo>
                  <a:lnTo>
                    <a:pt x="335533" y="270510"/>
                  </a:lnTo>
                  <a:lnTo>
                    <a:pt x="287146" y="356870"/>
                  </a:lnTo>
                  <a:lnTo>
                    <a:pt x="297306" y="356870"/>
                  </a:lnTo>
                  <a:lnTo>
                    <a:pt x="345439" y="270510"/>
                  </a:lnTo>
                  <a:close/>
                </a:path>
                <a:path w="457200" h="457200">
                  <a:moveTo>
                    <a:pt x="349757" y="309880"/>
                  </a:moveTo>
                  <a:lnTo>
                    <a:pt x="343534" y="309880"/>
                  </a:lnTo>
                  <a:lnTo>
                    <a:pt x="340486" y="311150"/>
                  </a:lnTo>
                  <a:lnTo>
                    <a:pt x="327786" y="323850"/>
                  </a:lnTo>
                  <a:lnTo>
                    <a:pt x="327024" y="326390"/>
                  </a:lnTo>
                  <a:lnTo>
                    <a:pt x="326897" y="336550"/>
                  </a:lnTo>
                  <a:lnTo>
                    <a:pt x="327024" y="337820"/>
                  </a:lnTo>
                  <a:lnTo>
                    <a:pt x="327151" y="339090"/>
                  </a:lnTo>
                  <a:lnTo>
                    <a:pt x="327786" y="341630"/>
                  </a:lnTo>
                  <a:lnTo>
                    <a:pt x="328294" y="344170"/>
                  </a:lnTo>
                  <a:lnTo>
                    <a:pt x="339851" y="355600"/>
                  </a:lnTo>
                  <a:lnTo>
                    <a:pt x="352043" y="355600"/>
                  </a:lnTo>
                  <a:lnTo>
                    <a:pt x="354837" y="354330"/>
                  </a:lnTo>
                  <a:lnTo>
                    <a:pt x="357250" y="353060"/>
                  </a:lnTo>
                  <a:lnTo>
                    <a:pt x="359409" y="351790"/>
                  </a:lnTo>
                  <a:lnTo>
                    <a:pt x="360933" y="349250"/>
                  </a:lnTo>
                  <a:lnTo>
                    <a:pt x="362711" y="346710"/>
                  </a:lnTo>
                  <a:lnTo>
                    <a:pt x="342772" y="346710"/>
                  </a:lnTo>
                  <a:lnTo>
                    <a:pt x="341629" y="345440"/>
                  </a:lnTo>
                  <a:lnTo>
                    <a:pt x="340613" y="344170"/>
                  </a:lnTo>
                  <a:lnTo>
                    <a:pt x="339851" y="342900"/>
                  </a:lnTo>
                  <a:lnTo>
                    <a:pt x="339470" y="341630"/>
                  </a:lnTo>
                  <a:lnTo>
                    <a:pt x="338962" y="340360"/>
                  </a:lnTo>
                  <a:lnTo>
                    <a:pt x="338708" y="339090"/>
                  </a:lnTo>
                  <a:lnTo>
                    <a:pt x="338772" y="327660"/>
                  </a:lnTo>
                  <a:lnTo>
                    <a:pt x="338835" y="326390"/>
                  </a:lnTo>
                  <a:lnTo>
                    <a:pt x="339089" y="325120"/>
                  </a:lnTo>
                  <a:lnTo>
                    <a:pt x="340232" y="322580"/>
                  </a:lnTo>
                  <a:lnTo>
                    <a:pt x="340994" y="321310"/>
                  </a:lnTo>
                  <a:lnTo>
                    <a:pt x="342137" y="320040"/>
                  </a:lnTo>
                  <a:lnTo>
                    <a:pt x="343280" y="320040"/>
                  </a:lnTo>
                  <a:lnTo>
                    <a:pt x="344931" y="318770"/>
                  </a:lnTo>
                  <a:lnTo>
                    <a:pt x="363219" y="318770"/>
                  </a:lnTo>
                  <a:lnTo>
                    <a:pt x="361568" y="317500"/>
                  </a:lnTo>
                  <a:lnTo>
                    <a:pt x="360044" y="314960"/>
                  </a:lnTo>
                  <a:lnTo>
                    <a:pt x="358012" y="313690"/>
                  </a:lnTo>
                  <a:lnTo>
                    <a:pt x="355726" y="312420"/>
                  </a:lnTo>
                  <a:lnTo>
                    <a:pt x="352805" y="311150"/>
                  </a:lnTo>
                  <a:lnTo>
                    <a:pt x="349757" y="309880"/>
                  </a:lnTo>
                  <a:close/>
                </a:path>
                <a:path w="457200" h="457200">
                  <a:moveTo>
                    <a:pt x="178053" y="288290"/>
                  </a:moveTo>
                  <a:lnTo>
                    <a:pt x="158495" y="288290"/>
                  </a:lnTo>
                  <a:lnTo>
                    <a:pt x="158495" y="349250"/>
                  </a:lnTo>
                  <a:lnTo>
                    <a:pt x="178053" y="349250"/>
                  </a:lnTo>
                  <a:lnTo>
                    <a:pt x="178053" y="288290"/>
                  </a:lnTo>
                  <a:close/>
                </a:path>
                <a:path w="457200" h="457200">
                  <a:moveTo>
                    <a:pt x="244634" y="288290"/>
                  </a:moveTo>
                  <a:lnTo>
                    <a:pt x="224154" y="288290"/>
                  </a:lnTo>
                  <a:lnTo>
                    <a:pt x="220918" y="303530"/>
                  </a:lnTo>
                  <a:lnTo>
                    <a:pt x="220793" y="306070"/>
                  </a:lnTo>
                  <a:lnTo>
                    <a:pt x="220669" y="308610"/>
                  </a:lnTo>
                  <a:lnTo>
                    <a:pt x="220544" y="311150"/>
                  </a:lnTo>
                  <a:lnTo>
                    <a:pt x="220419" y="313690"/>
                  </a:lnTo>
                  <a:lnTo>
                    <a:pt x="220295" y="316230"/>
                  </a:lnTo>
                  <a:lnTo>
                    <a:pt x="220170" y="318770"/>
                  </a:lnTo>
                  <a:lnTo>
                    <a:pt x="221922" y="334010"/>
                  </a:lnTo>
                  <a:lnTo>
                    <a:pt x="226186" y="349250"/>
                  </a:lnTo>
                  <a:lnTo>
                    <a:pt x="248392" y="349250"/>
                  </a:lnTo>
                  <a:lnTo>
                    <a:pt x="244933" y="344170"/>
                  </a:lnTo>
                  <a:lnTo>
                    <a:pt x="239442" y="314960"/>
                  </a:lnTo>
                  <a:lnTo>
                    <a:pt x="244634" y="288290"/>
                  </a:lnTo>
                  <a:close/>
                </a:path>
                <a:path w="457200" h="457200">
                  <a:moveTo>
                    <a:pt x="363219" y="318770"/>
                  </a:moveTo>
                  <a:lnTo>
                    <a:pt x="347979" y="318770"/>
                  </a:lnTo>
                  <a:lnTo>
                    <a:pt x="349376" y="320040"/>
                  </a:lnTo>
                  <a:lnTo>
                    <a:pt x="350519" y="320040"/>
                  </a:lnTo>
                  <a:lnTo>
                    <a:pt x="351408" y="321310"/>
                  </a:lnTo>
                  <a:lnTo>
                    <a:pt x="352170" y="322580"/>
                  </a:lnTo>
                  <a:lnTo>
                    <a:pt x="353186" y="326390"/>
                  </a:lnTo>
                  <a:lnTo>
                    <a:pt x="353440" y="327660"/>
                  </a:lnTo>
                  <a:lnTo>
                    <a:pt x="353567" y="328930"/>
                  </a:lnTo>
                  <a:lnTo>
                    <a:pt x="353567" y="337820"/>
                  </a:lnTo>
                  <a:lnTo>
                    <a:pt x="349122" y="346710"/>
                  </a:lnTo>
                  <a:lnTo>
                    <a:pt x="362711" y="346710"/>
                  </a:lnTo>
                  <a:lnTo>
                    <a:pt x="363854" y="345440"/>
                  </a:lnTo>
                  <a:lnTo>
                    <a:pt x="364616" y="341630"/>
                  </a:lnTo>
                  <a:lnTo>
                    <a:pt x="365378" y="339090"/>
                  </a:lnTo>
                  <a:lnTo>
                    <a:pt x="365759" y="336550"/>
                  </a:lnTo>
                  <a:lnTo>
                    <a:pt x="365759" y="330200"/>
                  </a:lnTo>
                  <a:lnTo>
                    <a:pt x="365632" y="328930"/>
                  </a:lnTo>
                  <a:lnTo>
                    <a:pt x="365505" y="327660"/>
                  </a:lnTo>
                  <a:lnTo>
                    <a:pt x="364235" y="321310"/>
                  </a:lnTo>
                  <a:lnTo>
                    <a:pt x="363219" y="318770"/>
                  </a:lnTo>
                  <a:close/>
                </a:path>
                <a:path w="457200" h="457200">
                  <a:moveTo>
                    <a:pt x="267461" y="284480"/>
                  </a:moveTo>
                  <a:lnTo>
                    <a:pt x="266699" y="288290"/>
                  </a:lnTo>
                  <a:lnTo>
                    <a:pt x="266318" y="290830"/>
                  </a:lnTo>
                  <a:lnTo>
                    <a:pt x="266318" y="297180"/>
                  </a:lnTo>
                  <a:lnTo>
                    <a:pt x="270509" y="309880"/>
                  </a:lnTo>
                  <a:lnTo>
                    <a:pt x="272160" y="312420"/>
                  </a:lnTo>
                  <a:lnTo>
                    <a:pt x="274192" y="313690"/>
                  </a:lnTo>
                  <a:lnTo>
                    <a:pt x="276478" y="314960"/>
                  </a:lnTo>
                  <a:lnTo>
                    <a:pt x="279399" y="316230"/>
                  </a:lnTo>
                  <a:lnTo>
                    <a:pt x="291591" y="316230"/>
                  </a:lnTo>
                  <a:lnTo>
                    <a:pt x="294385" y="314960"/>
                  </a:lnTo>
                  <a:lnTo>
                    <a:pt x="296798" y="313690"/>
                  </a:lnTo>
                  <a:lnTo>
                    <a:pt x="298957" y="312420"/>
                  </a:lnTo>
                  <a:lnTo>
                    <a:pt x="300481" y="309880"/>
                  </a:lnTo>
                  <a:lnTo>
                    <a:pt x="302259" y="308610"/>
                  </a:lnTo>
                  <a:lnTo>
                    <a:pt x="302831" y="307340"/>
                  </a:lnTo>
                  <a:lnTo>
                    <a:pt x="282574" y="307340"/>
                  </a:lnTo>
                  <a:lnTo>
                    <a:pt x="281304" y="306070"/>
                  </a:lnTo>
                  <a:lnTo>
                    <a:pt x="280415" y="304800"/>
                  </a:lnTo>
                  <a:lnTo>
                    <a:pt x="279526" y="304800"/>
                  </a:lnTo>
                  <a:lnTo>
                    <a:pt x="279145" y="303530"/>
                  </a:lnTo>
                  <a:lnTo>
                    <a:pt x="278383" y="299720"/>
                  </a:lnTo>
                  <a:lnTo>
                    <a:pt x="278510" y="288290"/>
                  </a:lnTo>
                  <a:lnTo>
                    <a:pt x="278891" y="287020"/>
                  </a:lnTo>
                  <a:lnTo>
                    <a:pt x="279145" y="285750"/>
                  </a:lnTo>
                  <a:lnTo>
                    <a:pt x="267461" y="285750"/>
                  </a:lnTo>
                  <a:lnTo>
                    <a:pt x="267461" y="284480"/>
                  </a:lnTo>
                  <a:close/>
                </a:path>
                <a:path w="457200" h="457200">
                  <a:moveTo>
                    <a:pt x="301942" y="279400"/>
                  </a:moveTo>
                  <a:lnTo>
                    <a:pt x="287654" y="279400"/>
                  </a:lnTo>
                  <a:lnTo>
                    <a:pt x="289178" y="280670"/>
                  </a:lnTo>
                  <a:lnTo>
                    <a:pt x="291210" y="281940"/>
                  </a:lnTo>
                  <a:lnTo>
                    <a:pt x="292353" y="285750"/>
                  </a:lnTo>
                  <a:lnTo>
                    <a:pt x="292861" y="287020"/>
                  </a:lnTo>
                  <a:lnTo>
                    <a:pt x="293115" y="288290"/>
                  </a:lnTo>
                  <a:lnTo>
                    <a:pt x="293115" y="299720"/>
                  </a:lnTo>
                  <a:lnTo>
                    <a:pt x="288797" y="307340"/>
                  </a:lnTo>
                  <a:lnTo>
                    <a:pt x="302831" y="307340"/>
                  </a:lnTo>
                  <a:lnTo>
                    <a:pt x="305223" y="290830"/>
                  </a:lnTo>
                  <a:lnTo>
                    <a:pt x="305053" y="288290"/>
                  </a:lnTo>
                  <a:lnTo>
                    <a:pt x="304291" y="285750"/>
                  </a:lnTo>
                  <a:lnTo>
                    <a:pt x="303783" y="283210"/>
                  </a:lnTo>
                  <a:lnTo>
                    <a:pt x="302767" y="280670"/>
                  </a:lnTo>
                  <a:lnTo>
                    <a:pt x="301942" y="279400"/>
                  </a:lnTo>
                  <a:close/>
                </a:path>
                <a:path w="457200" h="457200">
                  <a:moveTo>
                    <a:pt x="289305" y="270510"/>
                  </a:moveTo>
                  <a:lnTo>
                    <a:pt x="283082" y="270510"/>
                  </a:lnTo>
                  <a:lnTo>
                    <a:pt x="280034" y="271780"/>
                  </a:lnTo>
                  <a:lnTo>
                    <a:pt x="277240" y="273050"/>
                  </a:lnTo>
                  <a:lnTo>
                    <a:pt x="274827" y="274320"/>
                  </a:lnTo>
                  <a:lnTo>
                    <a:pt x="272795" y="275590"/>
                  </a:lnTo>
                  <a:lnTo>
                    <a:pt x="271017" y="278130"/>
                  </a:lnTo>
                  <a:lnTo>
                    <a:pt x="269366" y="279400"/>
                  </a:lnTo>
                  <a:lnTo>
                    <a:pt x="268223" y="281940"/>
                  </a:lnTo>
                  <a:lnTo>
                    <a:pt x="267461" y="285750"/>
                  </a:lnTo>
                  <a:lnTo>
                    <a:pt x="279145" y="285750"/>
                  </a:lnTo>
                  <a:lnTo>
                    <a:pt x="279399" y="284480"/>
                  </a:lnTo>
                  <a:lnTo>
                    <a:pt x="279907" y="283210"/>
                  </a:lnTo>
                  <a:lnTo>
                    <a:pt x="280669" y="281940"/>
                  </a:lnTo>
                  <a:lnTo>
                    <a:pt x="282955" y="280670"/>
                  </a:lnTo>
                  <a:lnTo>
                    <a:pt x="284606" y="279400"/>
                  </a:lnTo>
                  <a:lnTo>
                    <a:pt x="301942" y="279400"/>
                  </a:lnTo>
                  <a:lnTo>
                    <a:pt x="301116" y="278130"/>
                  </a:lnTo>
                  <a:lnTo>
                    <a:pt x="299719" y="275590"/>
                  </a:lnTo>
                  <a:lnTo>
                    <a:pt x="297687" y="274320"/>
                  </a:lnTo>
                  <a:lnTo>
                    <a:pt x="295274" y="273050"/>
                  </a:lnTo>
                  <a:lnTo>
                    <a:pt x="292480" y="271780"/>
                  </a:lnTo>
                  <a:lnTo>
                    <a:pt x="289305" y="270510"/>
                  </a:lnTo>
                  <a:close/>
                </a:path>
                <a:path w="457200" h="457200">
                  <a:moveTo>
                    <a:pt x="178053" y="198120"/>
                  </a:moveTo>
                  <a:lnTo>
                    <a:pt x="158495" y="198120"/>
                  </a:lnTo>
                  <a:lnTo>
                    <a:pt x="158495" y="267970"/>
                  </a:lnTo>
                  <a:lnTo>
                    <a:pt x="178053" y="267970"/>
                  </a:lnTo>
                  <a:lnTo>
                    <a:pt x="178053" y="198120"/>
                  </a:lnTo>
                  <a:close/>
                </a:path>
                <a:path w="457200" h="457200">
                  <a:moveTo>
                    <a:pt x="294131" y="198120"/>
                  </a:moveTo>
                  <a:lnTo>
                    <a:pt x="274700" y="198120"/>
                  </a:lnTo>
                  <a:lnTo>
                    <a:pt x="274700" y="229870"/>
                  </a:lnTo>
                  <a:lnTo>
                    <a:pt x="262060" y="237490"/>
                  </a:lnTo>
                  <a:lnTo>
                    <a:pt x="250729" y="246379"/>
                  </a:lnTo>
                  <a:lnTo>
                    <a:pt x="240875" y="256540"/>
                  </a:lnTo>
                  <a:lnTo>
                    <a:pt x="232663" y="267970"/>
                  </a:lnTo>
                  <a:lnTo>
                    <a:pt x="257795" y="267970"/>
                  </a:lnTo>
                  <a:lnTo>
                    <a:pt x="261238" y="262890"/>
                  </a:lnTo>
                  <a:lnTo>
                    <a:pt x="285964" y="246379"/>
                  </a:lnTo>
                  <a:lnTo>
                    <a:pt x="314070" y="241300"/>
                  </a:lnTo>
                  <a:lnTo>
                    <a:pt x="371435" y="241300"/>
                  </a:lnTo>
                  <a:lnTo>
                    <a:pt x="366652" y="237490"/>
                  </a:lnTo>
                  <a:lnTo>
                    <a:pt x="350424" y="228600"/>
                  </a:lnTo>
                  <a:lnTo>
                    <a:pt x="332815" y="223520"/>
                  </a:lnTo>
                  <a:lnTo>
                    <a:pt x="294258" y="223520"/>
                  </a:lnTo>
                  <a:lnTo>
                    <a:pt x="294131" y="198120"/>
                  </a:lnTo>
                  <a:close/>
                </a:path>
                <a:path w="457200" h="457200">
                  <a:moveTo>
                    <a:pt x="400557" y="198120"/>
                  </a:moveTo>
                  <a:lnTo>
                    <a:pt x="380999" y="198120"/>
                  </a:lnTo>
                  <a:lnTo>
                    <a:pt x="380999" y="248920"/>
                  </a:lnTo>
                  <a:lnTo>
                    <a:pt x="400557" y="248920"/>
                  </a:lnTo>
                  <a:lnTo>
                    <a:pt x="400557" y="198120"/>
                  </a:lnTo>
                  <a:close/>
                </a:path>
                <a:path w="457200" h="457200">
                  <a:moveTo>
                    <a:pt x="314324" y="220979"/>
                  </a:moveTo>
                  <a:lnTo>
                    <a:pt x="307593" y="220979"/>
                  </a:lnTo>
                  <a:lnTo>
                    <a:pt x="294258" y="223520"/>
                  </a:lnTo>
                  <a:lnTo>
                    <a:pt x="332815" y="223520"/>
                  </a:lnTo>
                  <a:lnTo>
                    <a:pt x="314324" y="220979"/>
                  </a:lnTo>
                  <a:close/>
                </a:path>
                <a:path w="457200" h="457200">
                  <a:moveTo>
                    <a:pt x="178053" y="118110"/>
                  </a:moveTo>
                  <a:lnTo>
                    <a:pt x="158495" y="118110"/>
                  </a:lnTo>
                  <a:lnTo>
                    <a:pt x="158495" y="179070"/>
                  </a:lnTo>
                  <a:lnTo>
                    <a:pt x="400430" y="179070"/>
                  </a:lnTo>
                  <a:lnTo>
                    <a:pt x="400430" y="177800"/>
                  </a:lnTo>
                  <a:lnTo>
                    <a:pt x="178053" y="177800"/>
                  </a:lnTo>
                  <a:lnTo>
                    <a:pt x="178053" y="118110"/>
                  </a:lnTo>
                  <a:close/>
                </a:path>
                <a:path w="457200" h="457200">
                  <a:moveTo>
                    <a:pt x="294131" y="118110"/>
                  </a:moveTo>
                  <a:lnTo>
                    <a:pt x="274700" y="118110"/>
                  </a:lnTo>
                  <a:lnTo>
                    <a:pt x="274700" y="177800"/>
                  </a:lnTo>
                  <a:lnTo>
                    <a:pt x="294131" y="177800"/>
                  </a:lnTo>
                  <a:lnTo>
                    <a:pt x="294131" y="118110"/>
                  </a:lnTo>
                  <a:close/>
                </a:path>
                <a:path w="457200" h="457200">
                  <a:moveTo>
                    <a:pt x="400430" y="118110"/>
                  </a:moveTo>
                  <a:lnTo>
                    <a:pt x="380999" y="118110"/>
                  </a:lnTo>
                  <a:lnTo>
                    <a:pt x="380999" y="177800"/>
                  </a:lnTo>
                  <a:lnTo>
                    <a:pt x="400430" y="177800"/>
                  </a:lnTo>
                  <a:lnTo>
                    <a:pt x="400430" y="118110"/>
                  </a:lnTo>
                  <a:close/>
                </a:path>
                <a:path w="457200" h="457200">
                  <a:moveTo>
                    <a:pt x="76326" y="20320"/>
                  </a:moveTo>
                  <a:lnTo>
                    <a:pt x="56895" y="20320"/>
                  </a:lnTo>
                  <a:lnTo>
                    <a:pt x="56895" y="24129"/>
                  </a:lnTo>
                  <a:lnTo>
                    <a:pt x="59439" y="36829"/>
                  </a:lnTo>
                  <a:lnTo>
                    <a:pt x="66389" y="46990"/>
                  </a:lnTo>
                  <a:lnTo>
                    <a:pt x="76719" y="54610"/>
                  </a:lnTo>
                  <a:lnTo>
                    <a:pt x="89407" y="57150"/>
                  </a:lnTo>
                  <a:lnTo>
                    <a:pt x="102042" y="54610"/>
                  </a:lnTo>
                  <a:lnTo>
                    <a:pt x="112379" y="46990"/>
                  </a:lnTo>
                  <a:lnTo>
                    <a:pt x="119358" y="36829"/>
                  </a:lnTo>
                  <a:lnTo>
                    <a:pt x="82168" y="36829"/>
                  </a:lnTo>
                  <a:lnTo>
                    <a:pt x="76326" y="31750"/>
                  </a:lnTo>
                  <a:lnTo>
                    <a:pt x="76326" y="20320"/>
                  </a:lnTo>
                  <a:close/>
                </a:path>
                <a:path w="457200" h="457200">
                  <a:moveTo>
                    <a:pt x="354964" y="20320"/>
                  </a:moveTo>
                  <a:lnTo>
                    <a:pt x="335406" y="20320"/>
                  </a:lnTo>
                  <a:lnTo>
                    <a:pt x="335406" y="24129"/>
                  </a:lnTo>
                  <a:lnTo>
                    <a:pt x="337968" y="36829"/>
                  </a:lnTo>
                  <a:lnTo>
                    <a:pt x="344947" y="46990"/>
                  </a:lnTo>
                  <a:lnTo>
                    <a:pt x="355284" y="54610"/>
                  </a:lnTo>
                  <a:lnTo>
                    <a:pt x="367918" y="57150"/>
                  </a:lnTo>
                  <a:lnTo>
                    <a:pt x="380607" y="54610"/>
                  </a:lnTo>
                  <a:lnTo>
                    <a:pt x="390937" y="46990"/>
                  </a:lnTo>
                  <a:lnTo>
                    <a:pt x="397887" y="36829"/>
                  </a:lnTo>
                  <a:lnTo>
                    <a:pt x="360806" y="36829"/>
                  </a:lnTo>
                  <a:lnTo>
                    <a:pt x="354964" y="31750"/>
                  </a:lnTo>
                  <a:lnTo>
                    <a:pt x="354964" y="20320"/>
                  </a:lnTo>
                  <a:close/>
                </a:path>
                <a:path w="457200" h="457200">
                  <a:moveTo>
                    <a:pt x="215645" y="20320"/>
                  </a:moveTo>
                  <a:lnTo>
                    <a:pt x="196087" y="20320"/>
                  </a:lnTo>
                  <a:lnTo>
                    <a:pt x="196087" y="24129"/>
                  </a:lnTo>
                  <a:lnTo>
                    <a:pt x="199078" y="36829"/>
                  </a:lnTo>
                  <a:lnTo>
                    <a:pt x="206390" y="46990"/>
                  </a:lnTo>
                  <a:lnTo>
                    <a:pt x="216965" y="53339"/>
                  </a:lnTo>
                  <a:lnTo>
                    <a:pt x="229742" y="55879"/>
                  </a:lnTo>
                  <a:lnTo>
                    <a:pt x="241825" y="53339"/>
                  </a:lnTo>
                  <a:lnTo>
                    <a:pt x="251729" y="46990"/>
                  </a:lnTo>
                  <a:lnTo>
                    <a:pt x="258514" y="36829"/>
                  </a:lnTo>
                  <a:lnTo>
                    <a:pt x="221360" y="36829"/>
                  </a:lnTo>
                  <a:lnTo>
                    <a:pt x="216026" y="30479"/>
                  </a:lnTo>
                  <a:lnTo>
                    <a:pt x="215645" y="24129"/>
                  </a:lnTo>
                  <a:lnTo>
                    <a:pt x="215645" y="20320"/>
                  </a:lnTo>
                  <a:close/>
                </a:path>
                <a:path w="457200" h="457200">
                  <a:moveTo>
                    <a:pt x="215645" y="0"/>
                  </a:moveTo>
                  <a:lnTo>
                    <a:pt x="102361" y="0"/>
                  </a:lnTo>
                  <a:lnTo>
                    <a:pt x="102361" y="31750"/>
                  </a:lnTo>
                  <a:lnTo>
                    <a:pt x="96519" y="36829"/>
                  </a:lnTo>
                  <a:lnTo>
                    <a:pt x="119358" y="36829"/>
                  </a:lnTo>
                  <a:lnTo>
                    <a:pt x="121919" y="24129"/>
                  </a:lnTo>
                  <a:lnTo>
                    <a:pt x="121919" y="20320"/>
                  </a:lnTo>
                  <a:lnTo>
                    <a:pt x="215645" y="20320"/>
                  </a:lnTo>
                  <a:lnTo>
                    <a:pt x="215645" y="0"/>
                  </a:lnTo>
                  <a:close/>
                </a:path>
                <a:path w="457200" h="457200">
                  <a:moveTo>
                    <a:pt x="354964" y="0"/>
                  </a:moveTo>
                  <a:lnTo>
                    <a:pt x="241680" y="0"/>
                  </a:lnTo>
                  <a:lnTo>
                    <a:pt x="241680" y="24129"/>
                  </a:lnTo>
                  <a:lnTo>
                    <a:pt x="241363" y="30479"/>
                  </a:lnTo>
                  <a:lnTo>
                    <a:pt x="241299" y="31750"/>
                  </a:lnTo>
                  <a:lnTo>
                    <a:pt x="235203" y="36829"/>
                  </a:lnTo>
                  <a:lnTo>
                    <a:pt x="258514" y="36829"/>
                  </a:lnTo>
                  <a:lnTo>
                    <a:pt x="261238" y="24129"/>
                  </a:lnTo>
                  <a:lnTo>
                    <a:pt x="261238" y="20320"/>
                  </a:lnTo>
                  <a:lnTo>
                    <a:pt x="354964" y="20320"/>
                  </a:lnTo>
                  <a:lnTo>
                    <a:pt x="354964" y="0"/>
                  </a:lnTo>
                  <a:close/>
                </a:path>
                <a:path w="457200" h="457200">
                  <a:moveTo>
                    <a:pt x="457199" y="0"/>
                  </a:moveTo>
                  <a:lnTo>
                    <a:pt x="380999" y="0"/>
                  </a:lnTo>
                  <a:lnTo>
                    <a:pt x="380999" y="31750"/>
                  </a:lnTo>
                  <a:lnTo>
                    <a:pt x="375157" y="36829"/>
                  </a:lnTo>
                  <a:lnTo>
                    <a:pt x="397887" y="36829"/>
                  </a:lnTo>
                  <a:lnTo>
                    <a:pt x="400430" y="24129"/>
                  </a:lnTo>
                  <a:lnTo>
                    <a:pt x="400430" y="20320"/>
                  </a:lnTo>
                  <a:lnTo>
                    <a:pt x="457199" y="20320"/>
                  </a:lnTo>
                  <a:lnTo>
                    <a:pt x="4571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340465" y="3075812"/>
              <a:ext cx="189738" cy="189738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11391392" y="3085922"/>
            <a:ext cx="8953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 b="1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9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803893" y="3598545"/>
            <a:ext cx="2047239" cy="7581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385"/>
              </a:lnSpc>
              <a:spcBef>
                <a:spcPts val="100"/>
              </a:spcBef>
            </a:pPr>
            <a:r>
              <a:rPr dirty="0" sz="1200" spc="-10" b="1">
                <a:solidFill>
                  <a:srgbClr val="DF6060"/>
                </a:solidFill>
                <a:latin typeface="Arial"/>
                <a:cs typeface="Arial"/>
              </a:rPr>
              <a:t>Hassle-</a:t>
            </a:r>
            <a:r>
              <a:rPr dirty="0" sz="1200" b="1">
                <a:solidFill>
                  <a:srgbClr val="DF6060"/>
                </a:solidFill>
                <a:latin typeface="Arial"/>
                <a:cs typeface="Arial"/>
              </a:rPr>
              <a:t>free</a:t>
            </a:r>
            <a:r>
              <a:rPr dirty="0" sz="1200" spc="25" b="1">
                <a:solidFill>
                  <a:srgbClr val="DF606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DF6060"/>
                </a:solidFill>
                <a:latin typeface="Arial"/>
                <a:cs typeface="Arial"/>
              </a:rPr>
              <a:t>service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ts val="1080"/>
              </a:lnSpc>
              <a:spcBef>
                <a:spcPts val="80"/>
              </a:spcBef>
            </a:pPr>
            <a:r>
              <a:rPr dirty="0" sz="1000">
                <a:latin typeface="Arial"/>
                <a:cs typeface="Arial"/>
              </a:rPr>
              <a:t>Genesis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picks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up</a:t>
            </a:r>
            <a:r>
              <a:rPr dirty="0" sz="1000" spc="-3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and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returns</a:t>
            </a:r>
            <a:r>
              <a:rPr dirty="0" sz="1000" spc="-25">
                <a:latin typeface="Arial"/>
                <a:cs typeface="Arial"/>
              </a:rPr>
              <a:t> the</a:t>
            </a:r>
            <a:r>
              <a:rPr dirty="0" sz="1000" spc="50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car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for</a:t>
            </a:r>
            <a:r>
              <a:rPr dirty="0" sz="1000" spc="-3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aftersales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services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at</a:t>
            </a:r>
            <a:r>
              <a:rPr dirty="0" sz="1000" spc="-3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 spc="-20">
                <a:latin typeface="Arial"/>
                <a:cs typeface="Arial"/>
              </a:rPr>
              <a:t>place </a:t>
            </a:r>
            <a:r>
              <a:rPr dirty="0" sz="1000">
                <a:latin typeface="Arial"/>
                <a:cs typeface="Arial"/>
              </a:rPr>
              <a:t>of</a:t>
            </a:r>
            <a:r>
              <a:rPr dirty="0" sz="1000" spc="-3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choice,</a:t>
            </a:r>
            <a:r>
              <a:rPr dirty="0" sz="1000" spc="-3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managed</a:t>
            </a:r>
            <a:r>
              <a:rPr dirty="0" sz="1000" spc="-5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through</a:t>
            </a:r>
            <a:r>
              <a:rPr dirty="0" sz="1000" spc="-35">
                <a:latin typeface="Arial"/>
                <a:cs typeface="Arial"/>
              </a:rPr>
              <a:t> </a:t>
            </a:r>
            <a:r>
              <a:rPr dirty="0" sz="1000" spc="-60">
                <a:latin typeface="Arial"/>
                <a:cs typeface="Arial"/>
              </a:rPr>
              <a:t>a </a:t>
            </a:r>
            <a:r>
              <a:rPr dirty="0" sz="1000">
                <a:latin typeface="Arial"/>
                <a:cs typeface="Arial"/>
              </a:rPr>
              <a:t>personal</a:t>
            </a:r>
            <a:r>
              <a:rPr dirty="0" sz="1000" spc="-4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assistant</a:t>
            </a:r>
            <a:endParaRPr sz="100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1210544" y="3802379"/>
            <a:ext cx="318770" cy="368935"/>
          </a:xfrm>
          <a:custGeom>
            <a:avLst/>
            <a:gdLst/>
            <a:ahLst/>
            <a:cxnLst/>
            <a:rect l="l" t="t" r="r" b="b"/>
            <a:pathLst>
              <a:path w="318770" h="368935">
                <a:moveTo>
                  <a:pt x="26670" y="96647"/>
                </a:moveTo>
                <a:lnTo>
                  <a:pt x="11811" y="84455"/>
                </a:lnTo>
                <a:lnTo>
                  <a:pt x="7493" y="89662"/>
                </a:lnTo>
                <a:lnTo>
                  <a:pt x="3556" y="95123"/>
                </a:lnTo>
                <a:lnTo>
                  <a:pt x="0" y="100838"/>
                </a:lnTo>
                <a:lnTo>
                  <a:pt x="16256" y="111125"/>
                </a:lnTo>
                <a:lnTo>
                  <a:pt x="16256" y="110998"/>
                </a:lnTo>
                <a:lnTo>
                  <a:pt x="19431" y="106045"/>
                </a:lnTo>
                <a:lnTo>
                  <a:pt x="22987" y="101219"/>
                </a:lnTo>
                <a:lnTo>
                  <a:pt x="26670" y="96647"/>
                </a:lnTo>
                <a:close/>
              </a:path>
              <a:path w="318770" h="368935">
                <a:moveTo>
                  <a:pt x="39370" y="308864"/>
                </a:moveTo>
                <a:lnTo>
                  <a:pt x="34925" y="304800"/>
                </a:lnTo>
                <a:lnTo>
                  <a:pt x="30861" y="300482"/>
                </a:lnTo>
                <a:lnTo>
                  <a:pt x="27051" y="295910"/>
                </a:lnTo>
                <a:lnTo>
                  <a:pt x="12319" y="308229"/>
                </a:lnTo>
                <a:lnTo>
                  <a:pt x="16637" y="313309"/>
                </a:lnTo>
                <a:lnTo>
                  <a:pt x="21209" y="318262"/>
                </a:lnTo>
                <a:lnTo>
                  <a:pt x="26162" y="322961"/>
                </a:lnTo>
                <a:lnTo>
                  <a:pt x="39370" y="308864"/>
                </a:lnTo>
                <a:close/>
              </a:path>
              <a:path w="318770" h="368935">
                <a:moveTo>
                  <a:pt x="52578" y="72263"/>
                </a:moveTo>
                <a:lnTo>
                  <a:pt x="41148" y="56642"/>
                </a:lnTo>
                <a:lnTo>
                  <a:pt x="35687" y="60706"/>
                </a:lnTo>
                <a:lnTo>
                  <a:pt x="30607" y="65024"/>
                </a:lnTo>
                <a:lnTo>
                  <a:pt x="25654" y="69596"/>
                </a:lnTo>
                <a:lnTo>
                  <a:pt x="38735" y="83566"/>
                </a:lnTo>
                <a:lnTo>
                  <a:pt x="43180" y="79502"/>
                </a:lnTo>
                <a:lnTo>
                  <a:pt x="47752" y="75692"/>
                </a:lnTo>
                <a:lnTo>
                  <a:pt x="52578" y="72263"/>
                </a:lnTo>
                <a:close/>
              </a:path>
              <a:path w="318770" h="368935">
                <a:moveTo>
                  <a:pt x="68072" y="329692"/>
                </a:moveTo>
                <a:lnTo>
                  <a:pt x="62865" y="326771"/>
                </a:lnTo>
                <a:lnTo>
                  <a:pt x="57912" y="323723"/>
                </a:lnTo>
                <a:lnTo>
                  <a:pt x="53086" y="320167"/>
                </a:lnTo>
                <a:lnTo>
                  <a:pt x="41783" y="335788"/>
                </a:lnTo>
                <a:lnTo>
                  <a:pt x="47244" y="339725"/>
                </a:lnTo>
                <a:lnTo>
                  <a:pt x="52832" y="343408"/>
                </a:lnTo>
                <a:lnTo>
                  <a:pt x="58801" y="346583"/>
                </a:lnTo>
                <a:lnTo>
                  <a:pt x="68072" y="329692"/>
                </a:lnTo>
                <a:close/>
              </a:path>
              <a:path w="318770" h="368935">
                <a:moveTo>
                  <a:pt x="83566" y="54737"/>
                </a:moveTo>
                <a:lnTo>
                  <a:pt x="76200" y="37084"/>
                </a:lnTo>
                <a:lnTo>
                  <a:pt x="69977" y="39624"/>
                </a:lnTo>
                <a:lnTo>
                  <a:pt x="64008" y="42545"/>
                </a:lnTo>
                <a:lnTo>
                  <a:pt x="58039" y="45720"/>
                </a:lnTo>
                <a:lnTo>
                  <a:pt x="67487" y="62484"/>
                </a:lnTo>
                <a:lnTo>
                  <a:pt x="72771" y="59563"/>
                </a:lnTo>
                <a:lnTo>
                  <a:pt x="78105" y="57023"/>
                </a:lnTo>
                <a:lnTo>
                  <a:pt x="83566" y="54737"/>
                </a:lnTo>
                <a:close/>
              </a:path>
              <a:path w="318770" h="368935">
                <a:moveTo>
                  <a:pt x="101219" y="343281"/>
                </a:moveTo>
                <a:lnTo>
                  <a:pt x="95504" y="341630"/>
                </a:lnTo>
                <a:lnTo>
                  <a:pt x="89789" y="339725"/>
                </a:lnTo>
                <a:lnTo>
                  <a:pt x="84328" y="337439"/>
                </a:lnTo>
                <a:lnTo>
                  <a:pt x="76962" y="355346"/>
                </a:lnTo>
                <a:lnTo>
                  <a:pt x="83185" y="357759"/>
                </a:lnTo>
                <a:lnTo>
                  <a:pt x="89535" y="360045"/>
                </a:lnTo>
                <a:lnTo>
                  <a:pt x="96012" y="361823"/>
                </a:lnTo>
                <a:lnTo>
                  <a:pt x="101219" y="343281"/>
                </a:lnTo>
                <a:close/>
              </a:path>
              <a:path w="318770" h="368935">
                <a:moveTo>
                  <a:pt x="118110" y="44831"/>
                </a:moveTo>
                <a:lnTo>
                  <a:pt x="114808" y="25908"/>
                </a:lnTo>
                <a:lnTo>
                  <a:pt x="108204" y="27305"/>
                </a:lnTo>
                <a:lnTo>
                  <a:pt x="101600" y="28575"/>
                </a:lnTo>
                <a:lnTo>
                  <a:pt x="95250" y="30480"/>
                </a:lnTo>
                <a:lnTo>
                  <a:pt x="100545" y="48895"/>
                </a:lnTo>
                <a:lnTo>
                  <a:pt x="106426" y="47244"/>
                </a:lnTo>
                <a:lnTo>
                  <a:pt x="112268" y="45847"/>
                </a:lnTo>
                <a:lnTo>
                  <a:pt x="118110" y="44831"/>
                </a:lnTo>
                <a:close/>
              </a:path>
              <a:path w="318770" h="368935">
                <a:moveTo>
                  <a:pt x="136652" y="349631"/>
                </a:moveTo>
                <a:lnTo>
                  <a:pt x="130556" y="349123"/>
                </a:lnTo>
                <a:lnTo>
                  <a:pt x="124460" y="348361"/>
                </a:lnTo>
                <a:lnTo>
                  <a:pt x="118618" y="347345"/>
                </a:lnTo>
                <a:lnTo>
                  <a:pt x="115443" y="366268"/>
                </a:lnTo>
                <a:lnTo>
                  <a:pt x="121920" y="367411"/>
                </a:lnTo>
                <a:lnTo>
                  <a:pt x="128524" y="368300"/>
                </a:lnTo>
                <a:lnTo>
                  <a:pt x="135255" y="368808"/>
                </a:lnTo>
                <a:lnTo>
                  <a:pt x="136652" y="349631"/>
                </a:lnTo>
                <a:close/>
              </a:path>
              <a:path w="318770" h="368935">
                <a:moveTo>
                  <a:pt x="300101" y="273812"/>
                </a:moveTo>
                <a:lnTo>
                  <a:pt x="282956" y="265176"/>
                </a:lnTo>
                <a:lnTo>
                  <a:pt x="280289" y="270510"/>
                </a:lnTo>
                <a:lnTo>
                  <a:pt x="277241" y="275717"/>
                </a:lnTo>
                <a:lnTo>
                  <a:pt x="273939" y="280670"/>
                </a:lnTo>
                <a:lnTo>
                  <a:pt x="290068" y="291338"/>
                </a:lnTo>
                <a:lnTo>
                  <a:pt x="290068" y="291211"/>
                </a:lnTo>
                <a:lnTo>
                  <a:pt x="293751" y="285623"/>
                </a:lnTo>
                <a:lnTo>
                  <a:pt x="297180" y="279908"/>
                </a:lnTo>
                <a:lnTo>
                  <a:pt x="300101" y="273812"/>
                </a:lnTo>
                <a:close/>
              </a:path>
              <a:path w="318770" h="368935">
                <a:moveTo>
                  <a:pt x="304800" y="76454"/>
                </a:moveTo>
                <a:lnTo>
                  <a:pt x="285750" y="76454"/>
                </a:lnTo>
                <a:lnTo>
                  <a:pt x="285750" y="96012"/>
                </a:lnTo>
                <a:lnTo>
                  <a:pt x="285750" y="149860"/>
                </a:lnTo>
                <a:lnTo>
                  <a:pt x="158115" y="149860"/>
                </a:lnTo>
                <a:lnTo>
                  <a:pt x="158115" y="60706"/>
                </a:lnTo>
                <a:lnTo>
                  <a:pt x="192024" y="60706"/>
                </a:lnTo>
                <a:lnTo>
                  <a:pt x="192024" y="96012"/>
                </a:lnTo>
                <a:lnTo>
                  <a:pt x="251841" y="96012"/>
                </a:lnTo>
                <a:lnTo>
                  <a:pt x="252006" y="76454"/>
                </a:lnTo>
                <a:lnTo>
                  <a:pt x="252133" y="60706"/>
                </a:lnTo>
                <a:lnTo>
                  <a:pt x="252222" y="51054"/>
                </a:lnTo>
                <a:lnTo>
                  <a:pt x="264541" y="51054"/>
                </a:lnTo>
                <a:lnTo>
                  <a:pt x="264541" y="96012"/>
                </a:lnTo>
                <a:lnTo>
                  <a:pt x="285750" y="96012"/>
                </a:lnTo>
                <a:lnTo>
                  <a:pt x="285750" y="76454"/>
                </a:lnTo>
                <a:lnTo>
                  <a:pt x="283591" y="76454"/>
                </a:lnTo>
                <a:lnTo>
                  <a:pt x="283591" y="51054"/>
                </a:lnTo>
                <a:lnTo>
                  <a:pt x="291719" y="51054"/>
                </a:lnTo>
                <a:lnTo>
                  <a:pt x="291719" y="31369"/>
                </a:lnTo>
                <a:lnTo>
                  <a:pt x="291719" y="19431"/>
                </a:lnTo>
                <a:lnTo>
                  <a:pt x="291719" y="0"/>
                </a:lnTo>
                <a:lnTo>
                  <a:pt x="273304" y="0"/>
                </a:lnTo>
                <a:lnTo>
                  <a:pt x="273304" y="19431"/>
                </a:lnTo>
                <a:lnTo>
                  <a:pt x="273304" y="31369"/>
                </a:lnTo>
                <a:lnTo>
                  <a:pt x="244729" y="31369"/>
                </a:lnTo>
                <a:lnTo>
                  <a:pt x="244729" y="19431"/>
                </a:lnTo>
                <a:lnTo>
                  <a:pt x="273304" y="19431"/>
                </a:lnTo>
                <a:lnTo>
                  <a:pt x="273304" y="0"/>
                </a:lnTo>
                <a:lnTo>
                  <a:pt x="225552" y="0"/>
                </a:lnTo>
                <a:lnTo>
                  <a:pt x="225552" y="51054"/>
                </a:lnTo>
                <a:lnTo>
                  <a:pt x="232918" y="51054"/>
                </a:lnTo>
                <a:lnTo>
                  <a:pt x="232918" y="76454"/>
                </a:lnTo>
                <a:lnTo>
                  <a:pt x="211455" y="76454"/>
                </a:lnTo>
                <a:lnTo>
                  <a:pt x="211455" y="60706"/>
                </a:lnTo>
                <a:lnTo>
                  <a:pt x="211455" y="38989"/>
                </a:lnTo>
                <a:lnTo>
                  <a:pt x="138684" y="38989"/>
                </a:lnTo>
                <a:lnTo>
                  <a:pt x="138684" y="169164"/>
                </a:lnTo>
                <a:lnTo>
                  <a:pt x="304800" y="169164"/>
                </a:lnTo>
                <a:lnTo>
                  <a:pt x="304800" y="149860"/>
                </a:lnTo>
                <a:lnTo>
                  <a:pt x="304800" y="76454"/>
                </a:lnTo>
                <a:close/>
              </a:path>
              <a:path w="318770" h="368935">
                <a:moveTo>
                  <a:pt x="313944" y="236093"/>
                </a:moveTo>
                <a:lnTo>
                  <a:pt x="295148" y="231648"/>
                </a:lnTo>
                <a:lnTo>
                  <a:pt x="293751" y="237363"/>
                </a:lnTo>
                <a:lnTo>
                  <a:pt x="292100" y="243205"/>
                </a:lnTo>
                <a:lnTo>
                  <a:pt x="290068" y="248793"/>
                </a:lnTo>
                <a:lnTo>
                  <a:pt x="308102" y="255397"/>
                </a:lnTo>
                <a:lnTo>
                  <a:pt x="310388" y="249047"/>
                </a:lnTo>
                <a:lnTo>
                  <a:pt x="312420" y="242570"/>
                </a:lnTo>
                <a:lnTo>
                  <a:pt x="313944" y="236093"/>
                </a:lnTo>
                <a:close/>
              </a:path>
              <a:path w="318770" h="368935">
                <a:moveTo>
                  <a:pt x="318516" y="195326"/>
                </a:moveTo>
                <a:lnTo>
                  <a:pt x="299212" y="195326"/>
                </a:lnTo>
                <a:lnTo>
                  <a:pt x="299173" y="202692"/>
                </a:lnTo>
                <a:lnTo>
                  <a:pt x="298958" y="208026"/>
                </a:lnTo>
                <a:lnTo>
                  <a:pt x="298323" y="213995"/>
                </a:lnTo>
                <a:lnTo>
                  <a:pt x="317373" y="216154"/>
                </a:lnTo>
                <a:lnTo>
                  <a:pt x="318135" y="209423"/>
                </a:lnTo>
                <a:lnTo>
                  <a:pt x="318516" y="202692"/>
                </a:lnTo>
                <a:lnTo>
                  <a:pt x="318516" y="19532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9" name="object 49"/>
          <p:cNvGrpSpPr/>
          <p:nvPr/>
        </p:nvGrpSpPr>
        <p:grpSpPr>
          <a:xfrm>
            <a:off x="611123" y="1944623"/>
            <a:ext cx="10970260" cy="4125595"/>
            <a:chOff x="611123" y="1944623"/>
            <a:chExt cx="10970260" cy="4125595"/>
          </a:xfrm>
        </p:grpSpPr>
        <p:sp>
          <p:nvSpPr>
            <p:cNvPr id="50" name="object 50"/>
            <p:cNvSpPr/>
            <p:nvPr/>
          </p:nvSpPr>
          <p:spPr>
            <a:xfrm>
              <a:off x="11123676" y="3764279"/>
              <a:ext cx="454659" cy="454659"/>
            </a:xfrm>
            <a:custGeom>
              <a:avLst/>
              <a:gdLst/>
              <a:ahLst/>
              <a:cxnLst/>
              <a:rect l="l" t="t" r="r" b="b"/>
              <a:pathLst>
                <a:path w="454659" h="454660">
                  <a:moveTo>
                    <a:pt x="107886" y="287909"/>
                  </a:moveTo>
                  <a:lnTo>
                    <a:pt x="99949" y="287909"/>
                  </a:lnTo>
                  <a:lnTo>
                    <a:pt x="100203" y="288036"/>
                  </a:lnTo>
                  <a:lnTo>
                    <a:pt x="107492" y="288036"/>
                  </a:lnTo>
                  <a:lnTo>
                    <a:pt x="107886" y="287909"/>
                  </a:lnTo>
                  <a:close/>
                </a:path>
                <a:path w="454659" h="454660">
                  <a:moveTo>
                    <a:pt x="184188" y="287909"/>
                  </a:moveTo>
                  <a:lnTo>
                    <a:pt x="176276" y="287909"/>
                  </a:lnTo>
                  <a:lnTo>
                    <a:pt x="176466" y="288036"/>
                  </a:lnTo>
                  <a:lnTo>
                    <a:pt x="184023" y="288036"/>
                  </a:lnTo>
                  <a:lnTo>
                    <a:pt x="184188" y="287909"/>
                  </a:lnTo>
                  <a:close/>
                </a:path>
                <a:path w="454659" h="454660">
                  <a:moveTo>
                    <a:pt x="222504" y="288036"/>
                  </a:moveTo>
                  <a:lnTo>
                    <a:pt x="184023" y="288036"/>
                  </a:lnTo>
                  <a:lnTo>
                    <a:pt x="181102" y="288798"/>
                  </a:lnTo>
                  <a:lnTo>
                    <a:pt x="179451" y="289052"/>
                  </a:lnTo>
                  <a:lnTo>
                    <a:pt x="177673" y="288798"/>
                  </a:lnTo>
                  <a:lnTo>
                    <a:pt x="176466" y="288036"/>
                  </a:lnTo>
                  <a:lnTo>
                    <a:pt x="107492" y="288036"/>
                  </a:lnTo>
                  <a:lnTo>
                    <a:pt x="105918" y="288544"/>
                  </a:lnTo>
                  <a:lnTo>
                    <a:pt x="104902" y="288798"/>
                  </a:lnTo>
                  <a:lnTo>
                    <a:pt x="103251" y="289052"/>
                  </a:lnTo>
                  <a:lnTo>
                    <a:pt x="102057" y="288798"/>
                  </a:lnTo>
                  <a:lnTo>
                    <a:pt x="101727" y="288798"/>
                  </a:lnTo>
                  <a:lnTo>
                    <a:pt x="100203" y="288036"/>
                  </a:lnTo>
                  <a:lnTo>
                    <a:pt x="48768" y="288036"/>
                  </a:lnTo>
                  <a:lnTo>
                    <a:pt x="48768" y="290703"/>
                  </a:lnTo>
                  <a:lnTo>
                    <a:pt x="78994" y="290703"/>
                  </a:lnTo>
                  <a:lnTo>
                    <a:pt x="81026" y="296164"/>
                  </a:lnTo>
                  <a:lnTo>
                    <a:pt x="84836" y="300736"/>
                  </a:lnTo>
                  <a:lnTo>
                    <a:pt x="89662" y="303784"/>
                  </a:lnTo>
                  <a:lnTo>
                    <a:pt x="99618" y="307505"/>
                  </a:lnTo>
                  <a:lnTo>
                    <a:pt x="108394" y="307213"/>
                  </a:lnTo>
                  <a:lnTo>
                    <a:pt x="109766" y="307213"/>
                  </a:lnTo>
                  <a:lnTo>
                    <a:pt x="128905" y="290703"/>
                  </a:lnTo>
                  <a:lnTo>
                    <a:pt x="154940" y="290703"/>
                  </a:lnTo>
                  <a:lnTo>
                    <a:pt x="158927" y="297726"/>
                  </a:lnTo>
                  <a:lnTo>
                    <a:pt x="164719" y="303136"/>
                  </a:lnTo>
                  <a:lnTo>
                    <a:pt x="171831" y="306616"/>
                  </a:lnTo>
                  <a:lnTo>
                    <a:pt x="179832" y="307848"/>
                  </a:lnTo>
                  <a:lnTo>
                    <a:pt x="181864" y="307848"/>
                  </a:lnTo>
                  <a:lnTo>
                    <a:pt x="205105" y="290703"/>
                  </a:lnTo>
                  <a:lnTo>
                    <a:pt x="222504" y="290703"/>
                  </a:lnTo>
                  <a:lnTo>
                    <a:pt x="222504" y="289052"/>
                  </a:lnTo>
                  <a:lnTo>
                    <a:pt x="222504" y="288036"/>
                  </a:lnTo>
                  <a:close/>
                </a:path>
                <a:path w="454659" h="454660">
                  <a:moveTo>
                    <a:pt x="222504" y="239903"/>
                  </a:moveTo>
                  <a:lnTo>
                    <a:pt x="211201" y="227965"/>
                  </a:lnTo>
                  <a:lnTo>
                    <a:pt x="203327" y="219659"/>
                  </a:lnTo>
                  <a:lnTo>
                    <a:pt x="203327" y="247777"/>
                  </a:lnTo>
                  <a:lnTo>
                    <a:pt x="203327" y="268224"/>
                  </a:lnTo>
                  <a:lnTo>
                    <a:pt x="197891" y="261518"/>
                  </a:lnTo>
                  <a:lnTo>
                    <a:pt x="190792" y="256971"/>
                  </a:lnTo>
                  <a:lnTo>
                    <a:pt x="182626" y="254889"/>
                  </a:lnTo>
                  <a:lnTo>
                    <a:pt x="173189" y="255587"/>
                  </a:lnTo>
                  <a:lnTo>
                    <a:pt x="164947" y="257530"/>
                  </a:lnTo>
                  <a:lnTo>
                    <a:pt x="165239" y="257530"/>
                  </a:lnTo>
                  <a:lnTo>
                    <a:pt x="158369" y="263525"/>
                  </a:lnTo>
                  <a:lnTo>
                    <a:pt x="155194" y="271653"/>
                  </a:lnTo>
                  <a:lnTo>
                    <a:pt x="154178" y="271653"/>
                  </a:lnTo>
                  <a:lnTo>
                    <a:pt x="154178" y="227965"/>
                  </a:lnTo>
                  <a:lnTo>
                    <a:pt x="185293" y="227965"/>
                  </a:lnTo>
                  <a:lnTo>
                    <a:pt x="203327" y="247777"/>
                  </a:lnTo>
                  <a:lnTo>
                    <a:pt x="203327" y="219659"/>
                  </a:lnTo>
                  <a:lnTo>
                    <a:pt x="193167" y="208915"/>
                  </a:lnTo>
                  <a:lnTo>
                    <a:pt x="154178" y="208915"/>
                  </a:lnTo>
                  <a:lnTo>
                    <a:pt x="154178" y="200406"/>
                  </a:lnTo>
                  <a:lnTo>
                    <a:pt x="154178" y="181356"/>
                  </a:lnTo>
                  <a:lnTo>
                    <a:pt x="135128" y="181356"/>
                  </a:lnTo>
                  <a:lnTo>
                    <a:pt x="135128" y="200406"/>
                  </a:lnTo>
                  <a:lnTo>
                    <a:pt x="135128" y="271653"/>
                  </a:lnTo>
                  <a:lnTo>
                    <a:pt x="128981" y="271653"/>
                  </a:lnTo>
                  <a:lnTo>
                    <a:pt x="123913" y="263296"/>
                  </a:lnTo>
                  <a:lnTo>
                    <a:pt x="116560" y="257530"/>
                  </a:lnTo>
                  <a:lnTo>
                    <a:pt x="107657" y="254673"/>
                  </a:lnTo>
                  <a:lnTo>
                    <a:pt x="98044" y="255143"/>
                  </a:lnTo>
                  <a:lnTo>
                    <a:pt x="89408" y="257175"/>
                  </a:lnTo>
                  <a:lnTo>
                    <a:pt x="82283" y="263296"/>
                  </a:lnTo>
                  <a:lnTo>
                    <a:pt x="78943" y="271653"/>
                  </a:lnTo>
                  <a:lnTo>
                    <a:pt x="67818" y="271653"/>
                  </a:lnTo>
                  <a:lnTo>
                    <a:pt x="67818" y="200406"/>
                  </a:lnTo>
                  <a:lnTo>
                    <a:pt x="135128" y="200406"/>
                  </a:lnTo>
                  <a:lnTo>
                    <a:pt x="135128" y="181356"/>
                  </a:lnTo>
                  <a:lnTo>
                    <a:pt x="48768" y="181356"/>
                  </a:lnTo>
                  <a:lnTo>
                    <a:pt x="48768" y="287909"/>
                  </a:lnTo>
                  <a:lnTo>
                    <a:pt x="99949" y="287909"/>
                  </a:lnTo>
                  <a:lnTo>
                    <a:pt x="96901" y="286131"/>
                  </a:lnTo>
                  <a:lnTo>
                    <a:pt x="95504" y="282575"/>
                  </a:lnTo>
                  <a:lnTo>
                    <a:pt x="105791" y="272796"/>
                  </a:lnTo>
                  <a:lnTo>
                    <a:pt x="109982" y="275082"/>
                  </a:lnTo>
                  <a:lnTo>
                    <a:pt x="112268" y="283210"/>
                  </a:lnTo>
                  <a:lnTo>
                    <a:pt x="109855" y="287274"/>
                  </a:lnTo>
                  <a:lnTo>
                    <a:pt x="107886" y="287909"/>
                  </a:lnTo>
                  <a:lnTo>
                    <a:pt x="176276" y="287909"/>
                  </a:lnTo>
                  <a:lnTo>
                    <a:pt x="174498" y="286893"/>
                  </a:lnTo>
                  <a:lnTo>
                    <a:pt x="173101" y="285242"/>
                  </a:lnTo>
                  <a:lnTo>
                    <a:pt x="172212" y="281940"/>
                  </a:lnTo>
                  <a:lnTo>
                    <a:pt x="172212" y="280543"/>
                  </a:lnTo>
                  <a:lnTo>
                    <a:pt x="179832" y="273304"/>
                  </a:lnTo>
                  <a:lnTo>
                    <a:pt x="181991" y="273558"/>
                  </a:lnTo>
                  <a:lnTo>
                    <a:pt x="183769" y="274574"/>
                  </a:lnTo>
                  <a:lnTo>
                    <a:pt x="187452" y="276606"/>
                  </a:lnTo>
                  <a:lnTo>
                    <a:pt x="184188" y="287909"/>
                  </a:lnTo>
                  <a:lnTo>
                    <a:pt x="222504" y="287909"/>
                  </a:lnTo>
                  <a:lnTo>
                    <a:pt x="222504" y="273304"/>
                  </a:lnTo>
                  <a:lnTo>
                    <a:pt x="222504" y="272796"/>
                  </a:lnTo>
                  <a:lnTo>
                    <a:pt x="222504" y="271653"/>
                  </a:lnTo>
                  <a:lnTo>
                    <a:pt x="222504" y="268224"/>
                  </a:lnTo>
                  <a:lnTo>
                    <a:pt x="222504" y="239903"/>
                  </a:lnTo>
                  <a:close/>
                </a:path>
                <a:path w="454659" h="454660">
                  <a:moveTo>
                    <a:pt x="454152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0" y="434340"/>
                  </a:lnTo>
                  <a:lnTo>
                    <a:pt x="0" y="454660"/>
                  </a:lnTo>
                  <a:lnTo>
                    <a:pt x="454152" y="454660"/>
                  </a:lnTo>
                  <a:lnTo>
                    <a:pt x="454152" y="434848"/>
                  </a:lnTo>
                  <a:lnTo>
                    <a:pt x="454152" y="434340"/>
                  </a:lnTo>
                  <a:lnTo>
                    <a:pt x="454152" y="19304"/>
                  </a:lnTo>
                  <a:lnTo>
                    <a:pt x="434848" y="19304"/>
                  </a:lnTo>
                  <a:lnTo>
                    <a:pt x="434848" y="434340"/>
                  </a:lnTo>
                  <a:lnTo>
                    <a:pt x="19304" y="434340"/>
                  </a:lnTo>
                  <a:lnTo>
                    <a:pt x="19304" y="19050"/>
                  </a:lnTo>
                  <a:lnTo>
                    <a:pt x="454152" y="19050"/>
                  </a:lnTo>
                  <a:lnTo>
                    <a:pt x="454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367516" y="4026407"/>
              <a:ext cx="129539" cy="152400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611124" y="1944623"/>
              <a:ext cx="10970260" cy="4125595"/>
            </a:xfrm>
            <a:custGeom>
              <a:avLst/>
              <a:gdLst/>
              <a:ahLst/>
              <a:cxnLst/>
              <a:rect l="l" t="t" r="r" b="b"/>
              <a:pathLst>
                <a:path w="10970260" h="4125595">
                  <a:moveTo>
                    <a:pt x="68033" y="69850"/>
                  </a:moveTo>
                  <a:lnTo>
                    <a:pt x="48260" y="69850"/>
                  </a:lnTo>
                  <a:lnTo>
                    <a:pt x="48260" y="165100"/>
                  </a:lnTo>
                  <a:lnTo>
                    <a:pt x="68033" y="165100"/>
                  </a:lnTo>
                  <a:lnTo>
                    <a:pt x="68033" y="69850"/>
                  </a:lnTo>
                  <a:close/>
                </a:path>
                <a:path w="10970260" h="4125595">
                  <a:moveTo>
                    <a:pt x="99682" y="69850"/>
                  </a:moveTo>
                  <a:lnTo>
                    <a:pt x="79895" y="69850"/>
                  </a:lnTo>
                  <a:lnTo>
                    <a:pt x="79895" y="165100"/>
                  </a:lnTo>
                  <a:lnTo>
                    <a:pt x="99682" y="165100"/>
                  </a:lnTo>
                  <a:lnTo>
                    <a:pt x="99682" y="69850"/>
                  </a:lnTo>
                  <a:close/>
                </a:path>
                <a:path w="10970260" h="4125595">
                  <a:moveTo>
                    <a:pt x="138442" y="349250"/>
                  </a:moveTo>
                  <a:lnTo>
                    <a:pt x="133692" y="345440"/>
                  </a:lnTo>
                  <a:lnTo>
                    <a:pt x="102844" y="345440"/>
                  </a:lnTo>
                  <a:lnTo>
                    <a:pt x="98094" y="349250"/>
                  </a:lnTo>
                  <a:lnTo>
                    <a:pt x="98094" y="360680"/>
                  </a:lnTo>
                  <a:lnTo>
                    <a:pt x="102844" y="364490"/>
                  </a:lnTo>
                  <a:lnTo>
                    <a:pt x="133692" y="364490"/>
                  </a:lnTo>
                  <a:lnTo>
                    <a:pt x="138442" y="360680"/>
                  </a:lnTo>
                  <a:lnTo>
                    <a:pt x="138442" y="349250"/>
                  </a:lnTo>
                  <a:close/>
                </a:path>
                <a:path w="10970260" h="4125595">
                  <a:moveTo>
                    <a:pt x="199351" y="116840"/>
                  </a:moveTo>
                  <a:lnTo>
                    <a:pt x="176936" y="104140"/>
                  </a:lnTo>
                  <a:lnTo>
                    <a:pt x="160591" y="94881"/>
                  </a:lnTo>
                  <a:lnTo>
                    <a:pt x="160591" y="116840"/>
                  </a:lnTo>
                  <a:lnTo>
                    <a:pt x="149517" y="123190"/>
                  </a:lnTo>
                  <a:lnTo>
                    <a:pt x="137655" y="129540"/>
                  </a:lnTo>
                  <a:lnTo>
                    <a:pt x="137655" y="104140"/>
                  </a:lnTo>
                  <a:lnTo>
                    <a:pt x="149517" y="110490"/>
                  </a:lnTo>
                  <a:lnTo>
                    <a:pt x="160591" y="116840"/>
                  </a:lnTo>
                  <a:lnTo>
                    <a:pt x="160591" y="94881"/>
                  </a:lnTo>
                  <a:lnTo>
                    <a:pt x="159016" y="93980"/>
                  </a:lnTo>
                  <a:lnTo>
                    <a:pt x="118668" y="69850"/>
                  </a:lnTo>
                  <a:lnTo>
                    <a:pt x="118668" y="163830"/>
                  </a:lnTo>
                  <a:lnTo>
                    <a:pt x="159016" y="139700"/>
                  </a:lnTo>
                  <a:lnTo>
                    <a:pt x="176936" y="129540"/>
                  </a:lnTo>
                  <a:lnTo>
                    <a:pt x="199351" y="116840"/>
                  </a:lnTo>
                  <a:close/>
                </a:path>
                <a:path w="10970260" h="4125595">
                  <a:moveTo>
                    <a:pt x="202526" y="350520"/>
                  </a:moveTo>
                  <a:lnTo>
                    <a:pt x="201485" y="345440"/>
                  </a:lnTo>
                  <a:lnTo>
                    <a:pt x="200698" y="341630"/>
                  </a:lnTo>
                  <a:lnTo>
                    <a:pt x="199275" y="339090"/>
                  </a:lnTo>
                  <a:lnTo>
                    <a:pt x="196405" y="334010"/>
                  </a:lnTo>
                  <a:lnTo>
                    <a:pt x="195694" y="332740"/>
                  </a:lnTo>
                  <a:lnTo>
                    <a:pt x="188163" y="327660"/>
                  </a:lnTo>
                  <a:lnTo>
                    <a:pt x="183540" y="327037"/>
                  </a:lnTo>
                  <a:lnTo>
                    <a:pt x="183540" y="347980"/>
                  </a:lnTo>
                  <a:lnTo>
                    <a:pt x="183540" y="381000"/>
                  </a:lnTo>
                  <a:lnTo>
                    <a:pt x="181952" y="383540"/>
                  </a:lnTo>
                  <a:lnTo>
                    <a:pt x="180365" y="383540"/>
                  </a:lnTo>
                  <a:lnTo>
                    <a:pt x="163753" y="373380"/>
                  </a:lnTo>
                  <a:lnTo>
                    <a:pt x="163753" y="354330"/>
                  </a:lnTo>
                  <a:lnTo>
                    <a:pt x="180365" y="345440"/>
                  </a:lnTo>
                  <a:lnTo>
                    <a:pt x="183540" y="347980"/>
                  </a:lnTo>
                  <a:lnTo>
                    <a:pt x="183540" y="327037"/>
                  </a:lnTo>
                  <a:lnTo>
                    <a:pt x="178790" y="326390"/>
                  </a:lnTo>
                  <a:lnTo>
                    <a:pt x="175628" y="326390"/>
                  </a:lnTo>
                  <a:lnTo>
                    <a:pt x="174828" y="327660"/>
                  </a:lnTo>
                  <a:lnTo>
                    <a:pt x="160591" y="334010"/>
                  </a:lnTo>
                  <a:lnTo>
                    <a:pt x="156311" y="327660"/>
                  </a:lnTo>
                  <a:lnTo>
                    <a:pt x="150698" y="322580"/>
                  </a:lnTo>
                  <a:lnTo>
                    <a:pt x="143979" y="320078"/>
                  </a:lnTo>
                  <a:lnTo>
                    <a:pt x="143979" y="341630"/>
                  </a:lnTo>
                  <a:lnTo>
                    <a:pt x="143979" y="387350"/>
                  </a:lnTo>
                  <a:lnTo>
                    <a:pt x="140817" y="392430"/>
                  </a:lnTo>
                  <a:lnTo>
                    <a:pt x="60909" y="392430"/>
                  </a:lnTo>
                  <a:lnTo>
                    <a:pt x="56959" y="387350"/>
                  </a:lnTo>
                  <a:lnTo>
                    <a:pt x="56959" y="341630"/>
                  </a:lnTo>
                  <a:lnTo>
                    <a:pt x="60909" y="339090"/>
                  </a:lnTo>
                  <a:lnTo>
                    <a:pt x="140817" y="339090"/>
                  </a:lnTo>
                  <a:lnTo>
                    <a:pt x="143979" y="341630"/>
                  </a:lnTo>
                  <a:lnTo>
                    <a:pt x="143979" y="320078"/>
                  </a:lnTo>
                  <a:lnTo>
                    <a:pt x="136067" y="318770"/>
                  </a:lnTo>
                  <a:lnTo>
                    <a:pt x="135280" y="318770"/>
                  </a:lnTo>
                  <a:lnTo>
                    <a:pt x="139204" y="316230"/>
                  </a:lnTo>
                  <a:lnTo>
                    <a:pt x="141173" y="314960"/>
                  </a:lnTo>
                  <a:lnTo>
                    <a:pt x="145656" y="308610"/>
                  </a:lnTo>
                  <a:lnTo>
                    <a:pt x="147942" y="303530"/>
                  </a:lnTo>
                  <a:lnTo>
                    <a:pt x="148513" y="302260"/>
                  </a:lnTo>
                  <a:lnTo>
                    <a:pt x="149517" y="294640"/>
                  </a:lnTo>
                  <a:lnTo>
                    <a:pt x="147408" y="284480"/>
                  </a:lnTo>
                  <a:lnTo>
                    <a:pt x="147154" y="283210"/>
                  </a:lnTo>
                  <a:lnTo>
                    <a:pt x="140716" y="273050"/>
                  </a:lnTo>
                  <a:lnTo>
                    <a:pt x="131152" y="266700"/>
                  </a:lnTo>
                  <a:lnTo>
                    <a:pt x="129743" y="266547"/>
                  </a:lnTo>
                  <a:lnTo>
                    <a:pt x="129743" y="288290"/>
                  </a:lnTo>
                  <a:lnTo>
                    <a:pt x="129743" y="299720"/>
                  </a:lnTo>
                  <a:lnTo>
                    <a:pt x="124993" y="303530"/>
                  </a:lnTo>
                  <a:lnTo>
                    <a:pt x="113919" y="303530"/>
                  </a:lnTo>
                  <a:lnTo>
                    <a:pt x="109969" y="299720"/>
                  </a:lnTo>
                  <a:lnTo>
                    <a:pt x="109969" y="288290"/>
                  </a:lnTo>
                  <a:lnTo>
                    <a:pt x="113919" y="284480"/>
                  </a:lnTo>
                  <a:lnTo>
                    <a:pt x="124993" y="284480"/>
                  </a:lnTo>
                  <a:lnTo>
                    <a:pt x="129743" y="288290"/>
                  </a:lnTo>
                  <a:lnTo>
                    <a:pt x="129743" y="266547"/>
                  </a:lnTo>
                  <a:lnTo>
                    <a:pt x="119456" y="265430"/>
                  </a:lnTo>
                  <a:lnTo>
                    <a:pt x="112331" y="265430"/>
                  </a:lnTo>
                  <a:lnTo>
                    <a:pt x="105219" y="267970"/>
                  </a:lnTo>
                  <a:lnTo>
                    <a:pt x="103632" y="269430"/>
                  </a:lnTo>
                  <a:lnTo>
                    <a:pt x="103632" y="318770"/>
                  </a:lnTo>
                  <a:lnTo>
                    <a:pt x="94932" y="318770"/>
                  </a:lnTo>
                  <a:lnTo>
                    <a:pt x="98094" y="316230"/>
                  </a:lnTo>
                  <a:lnTo>
                    <a:pt x="101257" y="316230"/>
                  </a:lnTo>
                  <a:lnTo>
                    <a:pt x="102057" y="317500"/>
                  </a:lnTo>
                  <a:lnTo>
                    <a:pt x="103632" y="318770"/>
                  </a:lnTo>
                  <a:lnTo>
                    <a:pt x="103632" y="269430"/>
                  </a:lnTo>
                  <a:lnTo>
                    <a:pt x="99682" y="273050"/>
                  </a:lnTo>
                  <a:lnTo>
                    <a:pt x="94145" y="267970"/>
                  </a:lnTo>
                  <a:lnTo>
                    <a:pt x="89395" y="266280"/>
                  </a:lnTo>
                  <a:lnTo>
                    <a:pt x="89395" y="288290"/>
                  </a:lnTo>
                  <a:lnTo>
                    <a:pt x="89395" y="299720"/>
                  </a:lnTo>
                  <a:lnTo>
                    <a:pt x="84645" y="303530"/>
                  </a:lnTo>
                  <a:lnTo>
                    <a:pt x="73571" y="303530"/>
                  </a:lnTo>
                  <a:lnTo>
                    <a:pt x="69621" y="299720"/>
                  </a:lnTo>
                  <a:lnTo>
                    <a:pt x="69621" y="288290"/>
                  </a:lnTo>
                  <a:lnTo>
                    <a:pt x="73571" y="284480"/>
                  </a:lnTo>
                  <a:lnTo>
                    <a:pt x="84645" y="284480"/>
                  </a:lnTo>
                  <a:lnTo>
                    <a:pt x="89395" y="288290"/>
                  </a:lnTo>
                  <a:lnTo>
                    <a:pt x="89395" y="266280"/>
                  </a:lnTo>
                  <a:lnTo>
                    <a:pt x="87020" y="265430"/>
                  </a:lnTo>
                  <a:lnTo>
                    <a:pt x="79108" y="265430"/>
                  </a:lnTo>
                  <a:lnTo>
                    <a:pt x="67856" y="266700"/>
                  </a:lnTo>
                  <a:lnTo>
                    <a:pt x="58534" y="273050"/>
                  </a:lnTo>
                  <a:lnTo>
                    <a:pt x="52171" y="283210"/>
                  </a:lnTo>
                  <a:lnTo>
                    <a:pt x="49834" y="294640"/>
                  </a:lnTo>
                  <a:lnTo>
                    <a:pt x="50825" y="302260"/>
                  </a:lnTo>
                  <a:lnTo>
                    <a:pt x="53682" y="308610"/>
                  </a:lnTo>
                  <a:lnTo>
                    <a:pt x="58178" y="314960"/>
                  </a:lnTo>
                  <a:lnTo>
                    <a:pt x="64084" y="318770"/>
                  </a:lnTo>
                  <a:lnTo>
                    <a:pt x="53657" y="321310"/>
                  </a:lnTo>
                  <a:lnTo>
                    <a:pt x="45389" y="327660"/>
                  </a:lnTo>
                  <a:lnTo>
                    <a:pt x="39928" y="335280"/>
                  </a:lnTo>
                  <a:lnTo>
                    <a:pt x="37973" y="345440"/>
                  </a:lnTo>
                  <a:lnTo>
                    <a:pt x="37973" y="383540"/>
                  </a:lnTo>
                  <a:lnTo>
                    <a:pt x="40055" y="394970"/>
                  </a:lnTo>
                  <a:lnTo>
                    <a:pt x="45783" y="402590"/>
                  </a:lnTo>
                  <a:lnTo>
                    <a:pt x="54317" y="408940"/>
                  </a:lnTo>
                  <a:lnTo>
                    <a:pt x="64871" y="411480"/>
                  </a:lnTo>
                  <a:lnTo>
                    <a:pt x="136067" y="411480"/>
                  </a:lnTo>
                  <a:lnTo>
                    <a:pt x="144018" y="410210"/>
                  </a:lnTo>
                  <a:lnTo>
                    <a:pt x="151091" y="406400"/>
                  </a:lnTo>
                  <a:lnTo>
                    <a:pt x="156972" y="401320"/>
                  </a:lnTo>
                  <a:lnTo>
                    <a:pt x="161378" y="394970"/>
                  </a:lnTo>
                  <a:lnTo>
                    <a:pt x="175628" y="402590"/>
                  </a:lnTo>
                  <a:lnTo>
                    <a:pt x="177203" y="403860"/>
                  </a:lnTo>
                  <a:lnTo>
                    <a:pt x="178790" y="403860"/>
                  </a:lnTo>
                  <a:lnTo>
                    <a:pt x="188163" y="401320"/>
                  </a:lnTo>
                  <a:lnTo>
                    <a:pt x="195694" y="396240"/>
                  </a:lnTo>
                  <a:lnTo>
                    <a:pt x="196532" y="394970"/>
                  </a:lnTo>
                  <a:lnTo>
                    <a:pt x="198196" y="392430"/>
                  </a:lnTo>
                  <a:lnTo>
                    <a:pt x="200698" y="388620"/>
                  </a:lnTo>
                  <a:lnTo>
                    <a:pt x="201739" y="383540"/>
                  </a:lnTo>
                  <a:lnTo>
                    <a:pt x="202526" y="379730"/>
                  </a:lnTo>
                  <a:lnTo>
                    <a:pt x="202526" y="350520"/>
                  </a:lnTo>
                  <a:close/>
                </a:path>
                <a:path w="10970260" h="4125595">
                  <a:moveTo>
                    <a:pt x="231787" y="1087247"/>
                  </a:moveTo>
                  <a:lnTo>
                    <a:pt x="227749" y="1072756"/>
                  </a:lnTo>
                  <a:lnTo>
                    <a:pt x="223520" y="1068197"/>
                  </a:lnTo>
                  <a:lnTo>
                    <a:pt x="216750" y="1060932"/>
                  </a:lnTo>
                  <a:lnTo>
                    <a:pt x="213601" y="1059395"/>
                  </a:lnTo>
                  <a:lnTo>
                    <a:pt x="213601" y="1087247"/>
                  </a:lnTo>
                  <a:lnTo>
                    <a:pt x="210845" y="1094625"/>
                  </a:lnTo>
                  <a:lnTo>
                    <a:pt x="203504" y="1100683"/>
                  </a:lnTo>
                  <a:lnTo>
                    <a:pt x="192900" y="1104785"/>
                  </a:lnTo>
                  <a:lnTo>
                    <a:pt x="180365" y="1106297"/>
                  </a:lnTo>
                  <a:lnTo>
                    <a:pt x="167830" y="1104785"/>
                  </a:lnTo>
                  <a:lnTo>
                    <a:pt x="157226" y="1100683"/>
                  </a:lnTo>
                  <a:lnTo>
                    <a:pt x="149885" y="1094625"/>
                  </a:lnTo>
                  <a:lnTo>
                    <a:pt x="147142" y="1087247"/>
                  </a:lnTo>
                  <a:lnTo>
                    <a:pt x="149885" y="1079931"/>
                  </a:lnTo>
                  <a:lnTo>
                    <a:pt x="157226" y="1073873"/>
                  </a:lnTo>
                  <a:lnTo>
                    <a:pt x="167830" y="1069733"/>
                  </a:lnTo>
                  <a:lnTo>
                    <a:pt x="180365" y="1068197"/>
                  </a:lnTo>
                  <a:lnTo>
                    <a:pt x="192900" y="1069733"/>
                  </a:lnTo>
                  <a:lnTo>
                    <a:pt x="203504" y="1073873"/>
                  </a:lnTo>
                  <a:lnTo>
                    <a:pt x="210845" y="1079931"/>
                  </a:lnTo>
                  <a:lnTo>
                    <a:pt x="213601" y="1087247"/>
                  </a:lnTo>
                  <a:lnTo>
                    <a:pt x="213601" y="1059395"/>
                  </a:lnTo>
                  <a:lnTo>
                    <a:pt x="200406" y="1052957"/>
                  </a:lnTo>
                  <a:lnTo>
                    <a:pt x="180365" y="1050036"/>
                  </a:lnTo>
                  <a:lnTo>
                    <a:pt x="160312" y="1052957"/>
                  </a:lnTo>
                  <a:lnTo>
                    <a:pt x="143979" y="1060932"/>
                  </a:lnTo>
                  <a:lnTo>
                    <a:pt x="132981" y="1072756"/>
                  </a:lnTo>
                  <a:lnTo>
                    <a:pt x="128955" y="1087247"/>
                  </a:lnTo>
                  <a:lnTo>
                    <a:pt x="132981" y="1101826"/>
                  </a:lnTo>
                  <a:lnTo>
                    <a:pt x="143979" y="1113688"/>
                  </a:lnTo>
                  <a:lnTo>
                    <a:pt x="160312" y="1121664"/>
                  </a:lnTo>
                  <a:lnTo>
                    <a:pt x="180365" y="1124585"/>
                  </a:lnTo>
                  <a:lnTo>
                    <a:pt x="200406" y="1121664"/>
                  </a:lnTo>
                  <a:lnTo>
                    <a:pt x="216750" y="1113688"/>
                  </a:lnTo>
                  <a:lnTo>
                    <a:pt x="223596" y="1106297"/>
                  </a:lnTo>
                  <a:lnTo>
                    <a:pt x="227749" y="1101826"/>
                  </a:lnTo>
                  <a:lnTo>
                    <a:pt x="231787" y="1087247"/>
                  </a:lnTo>
                  <a:close/>
                </a:path>
                <a:path w="10970260" h="4125595">
                  <a:moveTo>
                    <a:pt x="349669" y="281940"/>
                  </a:moveTo>
                  <a:lnTo>
                    <a:pt x="329895" y="292531"/>
                  </a:lnTo>
                  <a:lnTo>
                    <a:pt x="329895" y="313690"/>
                  </a:lnTo>
                  <a:lnTo>
                    <a:pt x="329895" y="364490"/>
                  </a:lnTo>
                  <a:lnTo>
                    <a:pt x="311696" y="355600"/>
                  </a:lnTo>
                  <a:lnTo>
                    <a:pt x="311696" y="351790"/>
                  </a:lnTo>
                  <a:lnTo>
                    <a:pt x="311696" y="327660"/>
                  </a:lnTo>
                  <a:lnTo>
                    <a:pt x="311696" y="323850"/>
                  </a:lnTo>
                  <a:lnTo>
                    <a:pt x="329895" y="313690"/>
                  </a:lnTo>
                  <a:lnTo>
                    <a:pt x="329895" y="292531"/>
                  </a:lnTo>
                  <a:lnTo>
                    <a:pt x="299834" y="308610"/>
                  </a:lnTo>
                  <a:lnTo>
                    <a:pt x="292709" y="308610"/>
                  </a:lnTo>
                  <a:lnTo>
                    <a:pt x="292709" y="327660"/>
                  </a:lnTo>
                  <a:lnTo>
                    <a:pt x="292709" y="351790"/>
                  </a:lnTo>
                  <a:lnTo>
                    <a:pt x="287172" y="351790"/>
                  </a:lnTo>
                  <a:lnTo>
                    <a:pt x="287172" y="327660"/>
                  </a:lnTo>
                  <a:lnTo>
                    <a:pt x="292709" y="327660"/>
                  </a:lnTo>
                  <a:lnTo>
                    <a:pt x="292709" y="308610"/>
                  </a:lnTo>
                  <a:lnTo>
                    <a:pt x="267398" y="308610"/>
                  </a:lnTo>
                  <a:lnTo>
                    <a:pt x="267398" y="370840"/>
                  </a:lnTo>
                  <a:lnTo>
                    <a:pt x="299834" y="370840"/>
                  </a:lnTo>
                  <a:lnTo>
                    <a:pt x="349669" y="397510"/>
                  </a:lnTo>
                  <a:lnTo>
                    <a:pt x="349669" y="364490"/>
                  </a:lnTo>
                  <a:lnTo>
                    <a:pt x="349669" y="313690"/>
                  </a:lnTo>
                  <a:lnTo>
                    <a:pt x="349669" y="281940"/>
                  </a:lnTo>
                  <a:close/>
                </a:path>
                <a:path w="10970260" h="4125595">
                  <a:moveTo>
                    <a:pt x="351243" y="113030"/>
                  </a:moveTo>
                  <a:lnTo>
                    <a:pt x="347294" y="107950"/>
                  </a:lnTo>
                  <a:lnTo>
                    <a:pt x="287959" y="107950"/>
                  </a:lnTo>
                  <a:lnTo>
                    <a:pt x="284010" y="113030"/>
                  </a:lnTo>
                  <a:lnTo>
                    <a:pt x="284010" y="123190"/>
                  </a:lnTo>
                  <a:lnTo>
                    <a:pt x="287959" y="127000"/>
                  </a:lnTo>
                  <a:lnTo>
                    <a:pt x="347294" y="127000"/>
                  </a:lnTo>
                  <a:lnTo>
                    <a:pt x="351243" y="123190"/>
                  </a:lnTo>
                  <a:lnTo>
                    <a:pt x="351243" y="113030"/>
                  </a:lnTo>
                  <a:close/>
                </a:path>
                <a:path w="10970260" h="4125595">
                  <a:moveTo>
                    <a:pt x="380517" y="339090"/>
                  </a:moveTo>
                  <a:lnTo>
                    <a:pt x="364693" y="308610"/>
                  </a:lnTo>
                  <a:lnTo>
                    <a:pt x="358368" y="309880"/>
                  </a:lnTo>
                  <a:lnTo>
                    <a:pt x="355206" y="313690"/>
                  </a:lnTo>
                  <a:lnTo>
                    <a:pt x="351243" y="317500"/>
                  </a:lnTo>
                  <a:lnTo>
                    <a:pt x="352044" y="323850"/>
                  </a:lnTo>
                  <a:lnTo>
                    <a:pt x="355993" y="326390"/>
                  </a:lnTo>
                  <a:lnTo>
                    <a:pt x="359156" y="328930"/>
                  </a:lnTo>
                  <a:lnTo>
                    <a:pt x="360743" y="334010"/>
                  </a:lnTo>
                  <a:lnTo>
                    <a:pt x="360743" y="344170"/>
                  </a:lnTo>
                  <a:lnTo>
                    <a:pt x="359156" y="349250"/>
                  </a:lnTo>
                  <a:lnTo>
                    <a:pt x="355993" y="351790"/>
                  </a:lnTo>
                  <a:lnTo>
                    <a:pt x="352044" y="355600"/>
                  </a:lnTo>
                  <a:lnTo>
                    <a:pt x="351243" y="361950"/>
                  </a:lnTo>
                  <a:lnTo>
                    <a:pt x="355206" y="365760"/>
                  </a:lnTo>
                  <a:lnTo>
                    <a:pt x="356793" y="368300"/>
                  </a:lnTo>
                  <a:lnTo>
                    <a:pt x="359956" y="369570"/>
                  </a:lnTo>
                  <a:lnTo>
                    <a:pt x="364693" y="369570"/>
                  </a:lnTo>
                  <a:lnTo>
                    <a:pt x="379653" y="347980"/>
                  </a:lnTo>
                  <a:lnTo>
                    <a:pt x="380517" y="339090"/>
                  </a:lnTo>
                  <a:close/>
                </a:path>
                <a:path w="10970260" h="4125595">
                  <a:moveTo>
                    <a:pt x="392391" y="82550"/>
                  </a:moveTo>
                  <a:lnTo>
                    <a:pt x="388429" y="78740"/>
                  </a:lnTo>
                  <a:lnTo>
                    <a:pt x="287959" y="78740"/>
                  </a:lnTo>
                  <a:lnTo>
                    <a:pt x="284010" y="82550"/>
                  </a:lnTo>
                  <a:lnTo>
                    <a:pt x="284010" y="93980"/>
                  </a:lnTo>
                  <a:lnTo>
                    <a:pt x="287959" y="97790"/>
                  </a:lnTo>
                  <a:lnTo>
                    <a:pt x="388429" y="97790"/>
                  </a:lnTo>
                  <a:lnTo>
                    <a:pt x="392391" y="93980"/>
                  </a:lnTo>
                  <a:lnTo>
                    <a:pt x="392391" y="82550"/>
                  </a:lnTo>
                  <a:close/>
                </a:path>
                <a:path w="10970260" h="4125595">
                  <a:moveTo>
                    <a:pt x="409790" y="339090"/>
                  </a:moveTo>
                  <a:lnTo>
                    <a:pt x="398106" y="302260"/>
                  </a:lnTo>
                  <a:lnTo>
                    <a:pt x="386054" y="290830"/>
                  </a:lnTo>
                  <a:lnTo>
                    <a:pt x="379730" y="290830"/>
                  </a:lnTo>
                  <a:lnTo>
                    <a:pt x="375780" y="294640"/>
                  </a:lnTo>
                  <a:lnTo>
                    <a:pt x="372605" y="299720"/>
                  </a:lnTo>
                  <a:lnTo>
                    <a:pt x="373405" y="304800"/>
                  </a:lnTo>
                  <a:lnTo>
                    <a:pt x="377355" y="308610"/>
                  </a:lnTo>
                  <a:lnTo>
                    <a:pt x="382663" y="314960"/>
                  </a:lnTo>
                  <a:lnTo>
                    <a:pt x="386651" y="321310"/>
                  </a:lnTo>
                  <a:lnTo>
                    <a:pt x="389140" y="330200"/>
                  </a:lnTo>
                  <a:lnTo>
                    <a:pt x="390017" y="339090"/>
                  </a:lnTo>
                  <a:lnTo>
                    <a:pt x="389255" y="347980"/>
                  </a:lnTo>
                  <a:lnTo>
                    <a:pt x="373405" y="374650"/>
                  </a:lnTo>
                  <a:lnTo>
                    <a:pt x="372605" y="379730"/>
                  </a:lnTo>
                  <a:lnTo>
                    <a:pt x="376567" y="384810"/>
                  </a:lnTo>
                  <a:lnTo>
                    <a:pt x="378142" y="386080"/>
                  </a:lnTo>
                  <a:lnTo>
                    <a:pt x="380517" y="387350"/>
                  </a:lnTo>
                  <a:lnTo>
                    <a:pt x="388429" y="387350"/>
                  </a:lnTo>
                  <a:lnTo>
                    <a:pt x="390017" y="386080"/>
                  </a:lnTo>
                  <a:lnTo>
                    <a:pt x="398106" y="377190"/>
                  </a:lnTo>
                  <a:lnTo>
                    <a:pt x="404342" y="365760"/>
                  </a:lnTo>
                  <a:lnTo>
                    <a:pt x="408368" y="353060"/>
                  </a:lnTo>
                  <a:lnTo>
                    <a:pt x="409790" y="339090"/>
                  </a:lnTo>
                  <a:close/>
                </a:path>
                <a:path w="10970260" h="4125595">
                  <a:moveTo>
                    <a:pt x="411378" y="1153922"/>
                  </a:moveTo>
                  <a:lnTo>
                    <a:pt x="393179" y="1153922"/>
                  </a:lnTo>
                  <a:lnTo>
                    <a:pt x="393179" y="1172210"/>
                  </a:lnTo>
                  <a:lnTo>
                    <a:pt x="393179" y="1246886"/>
                  </a:lnTo>
                  <a:lnTo>
                    <a:pt x="367068" y="1246886"/>
                  </a:lnTo>
                  <a:lnTo>
                    <a:pt x="367068" y="1229360"/>
                  </a:lnTo>
                  <a:lnTo>
                    <a:pt x="348881" y="1229360"/>
                  </a:lnTo>
                  <a:lnTo>
                    <a:pt x="348881" y="1246886"/>
                  </a:lnTo>
                  <a:lnTo>
                    <a:pt x="329095" y="1246886"/>
                  </a:lnTo>
                  <a:lnTo>
                    <a:pt x="329095" y="1215898"/>
                  </a:lnTo>
                  <a:lnTo>
                    <a:pt x="310908" y="1215898"/>
                  </a:lnTo>
                  <a:lnTo>
                    <a:pt x="310908" y="1246886"/>
                  </a:lnTo>
                  <a:lnTo>
                    <a:pt x="290334" y="1246886"/>
                  </a:lnTo>
                  <a:lnTo>
                    <a:pt x="290334" y="1229360"/>
                  </a:lnTo>
                  <a:lnTo>
                    <a:pt x="272135" y="1229360"/>
                  </a:lnTo>
                  <a:lnTo>
                    <a:pt x="272135" y="1246886"/>
                  </a:lnTo>
                  <a:lnTo>
                    <a:pt x="252361" y="1246886"/>
                  </a:lnTo>
                  <a:lnTo>
                    <a:pt x="252361" y="1229360"/>
                  </a:lnTo>
                  <a:lnTo>
                    <a:pt x="234162" y="1229360"/>
                  </a:lnTo>
                  <a:lnTo>
                    <a:pt x="234162" y="1246886"/>
                  </a:lnTo>
                  <a:lnTo>
                    <a:pt x="213601" y="1246886"/>
                  </a:lnTo>
                  <a:lnTo>
                    <a:pt x="213601" y="1215898"/>
                  </a:lnTo>
                  <a:lnTo>
                    <a:pt x="195402" y="1215898"/>
                  </a:lnTo>
                  <a:lnTo>
                    <a:pt x="195402" y="1246886"/>
                  </a:lnTo>
                  <a:lnTo>
                    <a:pt x="180365" y="1246886"/>
                  </a:lnTo>
                  <a:lnTo>
                    <a:pt x="140906" y="1241742"/>
                  </a:lnTo>
                  <a:lnTo>
                    <a:pt x="107975" y="1227797"/>
                  </a:lnTo>
                  <a:lnTo>
                    <a:pt x="85140" y="1207300"/>
                  </a:lnTo>
                  <a:lnTo>
                    <a:pt x="75946" y="1182497"/>
                  </a:lnTo>
                  <a:lnTo>
                    <a:pt x="75946" y="1181735"/>
                  </a:lnTo>
                  <a:lnTo>
                    <a:pt x="75158" y="1180973"/>
                  </a:lnTo>
                  <a:lnTo>
                    <a:pt x="75158" y="1180211"/>
                  </a:lnTo>
                  <a:lnTo>
                    <a:pt x="75946" y="1180211"/>
                  </a:lnTo>
                  <a:lnTo>
                    <a:pt x="75946" y="1131697"/>
                  </a:lnTo>
                  <a:lnTo>
                    <a:pt x="95034" y="1148105"/>
                  </a:lnTo>
                  <a:lnTo>
                    <a:pt x="119545" y="1160907"/>
                  </a:lnTo>
                  <a:lnTo>
                    <a:pt x="148361" y="1169238"/>
                  </a:lnTo>
                  <a:lnTo>
                    <a:pt x="180365" y="1172210"/>
                  </a:lnTo>
                  <a:lnTo>
                    <a:pt x="393179" y="1172210"/>
                  </a:lnTo>
                  <a:lnTo>
                    <a:pt x="393179" y="1153922"/>
                  </a:lnTo>
                  <a:lnTo>
                    <a:pt x="302996" y="1153922"/>
                  </a:lnTo>
                  <a:lnTo>
                    <a:pt x="302996" y="1131697"/>
                  </a:lnTo>
                  <a:lnTo>
                    <a:pt x="302996" y="1087247"/>
                  </a:lnTo>
                  <a:lnTo>
                    <a:pt x="293281" y="1054277"/>
                  </a:lnTo>
                  <a:lnTo>
                    <a:pt x="284797" y="1045616"/>
                  </a:lnTo>
                  <a:lnTo>
                    <a:pt x="284797" y="1087247"/>
                  </a:lnTo>
                  <a:lnTo>
                    <a:pt x="284797" y="1131697"/>
                  </a:lnTo>
                  <a:lnTo>
                    <a:pt x="284797" y="1153922"/>
                  </a:lnTo>
                  <a:lnTo>
                    <a:pt x="255524" y="1153922"/>
                  </a:lnTo>
                  <a:lnTo>
                    <a:pt x="264096" y="1149007"/>
                  </a:lnTo>
                  <a:lnTo>
                    <a:pt x="271932" y="1143723"/>
                  </a:lnTo>
                  <a:lnTo>
                    <a:pt x="278879" y="1137983"/>
                  </a:lnTo>
                  <a:lnTo>
                    <a:pt x="284797" y="1131697"/>
                  </a:lnTo>
                  <a:lnTo>
                    <a:pt x="284797" y="1087247"/>
                  </a:lnTo>
                  <a:lnTo>
                    <a:pt x="276593" y="1113421"/>
                  </a:lnTo>
                  <a:lnTo>
                    <a:pt x="254241" y="1134592"/>
                  </a:lnTo>
                  <a:lnTo>
                    <a:pt x="221043" y="1148765"/>
                  </a:lnTo>
                  <a:lnTo>
                    <a:pt x="180365" y="1153922"/>
                  </a:lnTo>
                  <a:lnTo>
                    <a:pt x="139687" y="1148765"/>
                  </a:lnTo>
                  <a:lnTo>
                    <a:pt x="106489" y="1134592"/>
                  </a:lnTo>
                  <a:lnTo>
                    <a:pt x="103441" y="1131697"/>
                  </a:lnTo>
                  <a:lnTo>
                    <a:pt x="84137" y="1113421"/>
                  </a:lnTo>
                  <a:lnTo>
                    <a:pt x="75946" y="1087247"/>
                  </a:lnTo>
                  <a:lnTo>
                    <a:pt x="84137" y="1061453"/>
                  </a:lnTo>
                  <a:lnTo>
                    <a:pt x="106489" y="1040244"/>
                  </a:lnTo>
                  <a:lnTo>
                    <a:pt x="139687" y="1025867"/>
                  </a:lnTo>
                  <a:lnTo>
                    <a:pt x="180365" y="1020572"/>
                  </a:lnTo>
                  <a:lnTo>
                    <a:pt x="221043" y="1025867"/>
                  </a:lnTo>
                  <a:lnTo>
                    <a:pt x="254241" y="1040244"/>
                  </a:lnTo>
                  <a:lnTo>
                    <a:pt x="276593" y="1061453"/>
                  </a:lnTo>
                  <a:lnTo>
                    <a:pt x="284797" y="1087247"/>
                  </a:lnTo>
                  <a:lnTo>
                    <a:pt x="284797" y="1045616"/>
                  </a:lnTo>
                  <a:lnTo>
                    <a:pt x="266890" y="1027303"/>
                  </a:lnTo>
                  <a:lnTo>
                    <a:pt x="252476" y="1020572"/>
                  </a:lnTo>
                  <a:lnTo>
                    <a:pt x="227888" y="1009103"/>
                  </a:lnTo>
                  <a:lnTo>
                    <a:pt x="180365" y="1002411"/>
                  </a:lnTo>
                  <a:lnTo>
                    <a:pt x="132499" y="1009103"/>
                  </a:lnTo>
                  <a:lnTo>
                    <a:pt x="93535" y="1027303"/>
                  </a:lnTo>
                  <a:lnTo>
                    <a:pt x="67335" y="1054277"/>
                  </a:lnTo>
                  <a:lnTo>
                    <a:pt x="57746" y="1087247"/>
                  </a:lnTo>
                  <a:lnTo>
                    <a:pt x="57746" y="1183386"/>
                  </a:lnTo>
                  <a:lnTo>
                    <a:pt x="68999" y="1215110"/>
                  </a:lnTo>
                  <a:lnTo>
                    <a:pt x="95618" y="1240790"/>
                  </a:lnTo>
                  <a:lnTo>
                    <a:pt x="133946" y="1258011"/>
                  </a:lnTo>
                  <a:lnTo>
                    <a:pt x="180365" y="1264285"/>
                  </a:lnTo>
                  <a:lnTo>
                    <a:pt x="411378" y="1264285"/>
                  </a:lnTo>
                  <a:lnTo>
                    <a:pt x="411378" y="1246886"/>
                  </a:lnTo>
                  <a:lnTo>
                    <a:pt x="411378" y="1153922"/>
                  </a:lnTo>
                  <a:close/>
                </a:path>
                <a:path w="10970260" h="4125595">
                  <a:moveTo>
                    <a:pt x="421652" y="68580"/>
                  </a:moveTo>
                  <a:lnTo>
                    <a:pt x="420751" y="63500"/>
                  </a:lnTo>
                  <a:lnTo>
                    <a:pt x="419849" y="58420"/>
                  </a:lnTo>
                  <a:lnTo>
                    <a:pt x="414921" y="50800"/>
                  </a:lnTo>
                  <a:lnTo>
                    <a:pt x="407631" y="45720"/>
                  </a:lnTo>
                  <a:lnTo>
                    <a:pt x="402666" y="45021"/>
                  </a:lnTo>
                  <a:lnTo>
                    <a:pt x="402666" y="66040"/>
                  </a:lnTo>
                  <a:lnTo>
                    <a:pt x="402666" y="139700"/>
                  </a:lnTo>
                  <a:lnTo>
                    <a:pt x="400304" y="142240"/>
                  </a:lnTo>
                  <a:lnTo>
                    <a:pt x="367868" y="142240"/>
                  </a:lnTo>
                  <a:lnTo>
                    <a:pt x="367868" y="165100"/>
                  </a:lnTo>
                  <a:lnTo>
                    <a:pt x="345706" y="146050"/>
                  </a:lnTo>
                  <a:lnTo>
                    <a:pt x="340169" y="142240"/>
                  </a:lnTo>
                  <a:lnTo>
                    <a:pt x="273723" y="142240"/>
                  </a:lnTo>
                  <a:lnTo>
                    <a:pt x="271348" y="139700"/>
                  </a:lnTo>
                  <a:lnTo>
                    <a:pt x="271348" y="66040"/>
                  </a:lnTo>
                  <a:lnTo>
                    <a:pt x="273723" y="63500"/>
                  </a:lnTo>
                  <a:lnTo>
                    <a:pt x="400304" y="63500"/>
                  </a:lnTo>
                  <a:lnTo>
                    <a:pt x="402666" y="66040"/>
                  </a:lnTo>
                  <a:lnTo>
                    <a:pt x="402666" y="45021"/>
                  </a:lnTo>
                  <a:lnTo>
                    <a:pt x="398716" y="44450"/>
                  </a:lnTo>
                  <a:lnTo>
                    <a:pt x="276098" y="44450"/>
                  </a:lnTo>
                  <a:lnTo>
                    <a:pt x="266712" y="45720"/>
                  </a:lnTo>
                  <a:lnTo>
                    <a:pt x="259181" y="50800"/>
                  </a:lnTo>
                  <a:lnTo>
                    <a:pt x="254177" y="58420"/>
                  </a:lnTo>
                  <a:lnTo>
                    <a:pt x="252361" y="68580"/>
                  </a:lnTo>
                  <a:lnTo>
                    <a:pt x="252361" y="138430"/>
                  </a:lnTo>
                  <a:lnTo>
                    <a:pt x="254177" y="147320"/>
                  </a:lnTo>
                  <a:lnTo>
                    <a:pt x="259181" y="153670"/>
                  </a:lnTo>
                  <a:lnTo>
                    <a:pt x="266712" y="158750"/>
                  </a:lnTo>
                  <a:lnTo>
                    <a:pt x="276098" y="161290"/>
                  </a:lnTo>
                  <a:lnTo>
                    <a:pt x="333057" y="161290"/>
                  </a:lnTo>
                  <a:lnTo>
                    <a:pt x="387642" y="205740"/>
                  </a:lnTo>
                  <a:lnTo>
                    <a:pt x="387642" y="165100"/>
                  </a:lnTo>
                  <a:lnTo>
                    <a:pt x="387642" y="161290"/>
                  </a:lnTo>
                  <a:lnTo>
                    <a:pt x="398716" y="161290"/>
                  </a:lnTo>
                  <a:lnTo>
                    <a:pt x="407631" y="158750"/>
                  </a:lnTo>
                  <a:lnTo>
                    <a:pt x="414921" y="153670"/>
                  </a:lnTo>
                  <a:lnTo>
                    <a:pt x="419849" y="147320"/>
                  </a:lnTo>
                  <a:lnTo>
                    <a:pt x="421652" y="138430"/>
                  </a:lnTo>
                  <a:lnTo>
                    <a:pt x="421652" y="68580"/>
                  </a:lnTo>
                  <a:close/>
                </a:path>
                <a:path w="10970260" h="4125595">
                  <a:moveTo>
                    <a:pt x="455676" y="917448"/>
                  </a:moveTo>
                  <a:lnTo>
                    <a:pt x="435902" y="917448"/>
                  </a:lnTo>
                  <a:lnTo>
                    <a:pt x="435902" y="937260"/>
                  </a:lnTo>
                  <a:lnTo>
                    <a:pt x="435902" y="1354836"/>
                  </a:lnTo>
                  <a:lnTo>
                    <a:pt x="18986" y="1354836"/>
                  </a:lnTo>
                  <a:lnTo>
                    <a:pt x="18986" y="937260"/>
                  </a:lnTo>
                  <a:lnTo>
                    <a:pt x="435902" y="937260"/>
                  </a:lnTo>
                  <a:lnTo>
                    <a:pt x="435902" y="917448"/>
                  </a:lnTo>
                  <a:lnTo>
                    <a:pt x="0" y="917448"/>
                  </a:lnTo>
                  <a:lnTo>
                    <a:pt x="0" y="1374648"/>
                  </a:lnTo>
                  <a:lnTo>
                    <a:pt x="455676" y="1374648"/>
                  </a:lnTo>
                  <a:lnTo>
                    <a:pt x="455676" y="1354836"/>
                  </a:lnTo>
                  <a:lnTo>
                    <a:pt x="455676" y="937260"/>
                  </a:lnTo>
                  <a:lnTo>
                    <a:pt x="455676" y="917448"/>
                  </a:lnTo>
                  <a:close/>
                </a:path>
                <a:path w="10970260" h="4125595">
                  <a:moveTo>
                    <a:pt x="455676" y="0"/>
                  </a:moveTo>
                  <a:lnTo>
                    <a:pt x="436689" y="0"/>
                  </a:lnTo>
                  <a:lnTo>
                    <a:pt x="436689" y="19050"/>
                  </a:lnTo>
                  <a:lnTo>
                    <a:pt x="436689" y="219710"/>
                  </a:lnTo>
                  <a:lnTo>
                    <a:pt x="436689" y="238760"/>
                  </a:lnTo>
                  <a:lnTo>
                    <a:pt x="436689" y="438150"/>
                  </a:lnTo>
                  <a:lnTo>
                    <a:pt x="238125" y="438150"/>
                  </a:lnTo>
                  <a:lnTo>
                    <a:pt x="238125" y="238760"/>
                  </a:lnTo>
                  <a:lnTo>
                    <a:pt x="436689" y="238760"/>
                  </a:lnTo>
                  <a:lnTo>
                    <a:pt x="436689" y="219710"/>
                  </a:lnTo>
                  <a:lnTo>
                    <a:pt x="238125" y="219710"/>
                  </a:lnTo>
                  <a:lnTo>
                    <a:pt x="238125" y="19050"/>
                  </a:lnTo>
                  <a:lnTo>
                    <a:pt x="436689" y="19050"/>
                  </a:lnTo>
                  <a:lnTo>
                    <a:pt x="436689" y="0"/>
                  </a:lnTo>
                  <a:lnTo>
                    <a:pt x="218338" y="0"/>
                  </a:lnTo>
                  <a:lnTo>
                    <a:pt x="218338" y="19050"/>
                  </a:lnTo>
                  <a:lnTo>
                    <a:pt x="218338" y="219710"/>
                  </a:lnTo>
                  <a:lnTo>
                    <a:pt x="218338" y="238760"/>
                  </a:lnTo>
                  <a:lnTo>
                    <a:pt x="218338" y="438150"/>
                  </a:lnTo>
                  <a:lnTo>
                    <a:pt x="19773" y="438150"/>
                  </a:lnTo>
                  <a:lnTo>
                    <a:pt x="19773" y="238760"/>
                  </a:lnTo>
                  <a:lnTo>
                    <a:pt x="218338" y="238760"/>
                  </a:lnTo>
                  <a:lnTo>
                    <a:pt x="218338" y="219710"/>
                  </a:lnTo>
                  <a:lnTo>
                    <a:pt x="19773" y="219710"/>
                  </a:lnTo>
                  <a:lnTo>
                    <a:pt x="19773" y="19050"/>
                  </a:lnTo>
                  <a:lnTo>
                    <a:pt x="218338" y="19050"/>
                  </a:lnTo>
                  <a:lnTo>
                    <a:pt x="218338" y="0"/>
                  </a:lnTo>
                  <a:lnTo>
                    <a:pt x="0" y="0"/>
                  </a:lnTo>
                  <a:lnTo>
                    <a:pt x="0" y="457200"/>
                  </a:lnTo>
                  <a:lnTo>
                    <a:pt x="455676" y="457200"/>
                  </a:lnTo>
                  <a:lnTo>
                    <a:pt x="455676" y="438150"/>
                  </a:lnTo>
                  <a:lnTo>
                    <a:pt x="455676" y="238760"/>
                  </a:lnTo>
                  <a:lnTo>
                    <a:pt x="455676" y="219710"/>
                  </a:lnTo>
                  <a:lnTo>
                    <a:pt x="455676" y="19050"/>
                  </a:lnTo>
                  <a:lnTo>
                    <a:pt x="455676" y="0"/>
                  </a:lnTo>
                  <a:close/>
                </a:path>
                <a:path w="10970260" h="4125595">
                  <a:moveTo>
                    <a:pt x="457200" y="2727960"/>
                  </a:moveTo>
                  <a:lnTo>
                    <a:pt x="437705" y="2727960"/>
                  </a:lnTo>
                  <a:lnTo>
                    <a:pt x="437705" y="2748280"/>
                  </a:lnTo>
                  <a:lnTo>
                    <a:pt x="437705" y="3055620"/>
                  </a:lnTo>
                  <a:lnTo>
                    <a:pt x="437705" y="3107690"/>
                  </a:lnTo>
                  <a:lnTo>
                    <a:pt x="437705" y="3166110"/>
                  </a:lnTo>
                  <a:lnTo>
                    <a:pt x="389064" y="3166110"/>
                  </a:lnTo>
                  <a:lnTo>
                    <a:pt x="388569" y="3154680"/>
                  </a:lnTo>
                  <a:lnTo>
                    <a:pt x="387324" y="3121660"/>
                  </a:lnTo>
                  <a:lnTo>
                    <a:pt x="386715" y="3107690"/>
                  </a:lnTo>
                  <a:lnTo>
                    <a:pt x="437705" y="3107690"/>
                  </a:lnTo>
                  <a:lnTo>
                    <a:pt x="437705" y="3055620"/>
                  </a:lnTo>
                  <a:lnTo>
                    <a:pt x="429044" y="3032404"/>
                  </a:lnTo>
                  <a:lnTo>
                    <a:pt x="429044" y="3087370"/>
                  </a:lnTo>
                  <a:lnTo>
                    <a:pt x="383032" y="3087370"/>
                  </a:lnTo>
                  <a:lnTo>
                    <a:pt x="374891" y="3077210"/>
                  </a:lnTo>
                  <a:lnTo>
                    <a:pt x="373875" y="3075940"/>
                  </a:lnTo>
                  <a:lnTo>
                    <a:pt x="369633" y="3073247"/>
                  </a:lnTo>
                  <a:lnTo>
                    <a:pt x="369633" y="3166110"/>
                  </a:lnTo>
                  <a:lnTo>
                    <a:pt x="245364" y="3166110"/>
                  </a:lnTo>
                  <a:lnTo>
                    <a:pt x="245999" y="3150870"/>
                  </a:lnTo>
                  <a:lnTo>
                    <a:pt x="247370" y="3111500"/>
                  </a:lnTo>
                  <a:lnTo>
                    <a:pt x="275437" y="3082290"/>
                  </a:lnTo>
                  <a:lnTo>
                    <a:pt x="282486" y="3079750"/>
                  </a:lnTo>
                  <a:lnTo>
                    <a:pt x="288925" y="3077210"/>
                  </a:lnTo>
                  <a:lnTo>
                    <a:pt x="296684" y="3083560"/>
                  </a:lnTo>
                  <a:lnTo>
                    <a:pt x="305828" y="3086100"/>
                  </a:lnTo>
                  <a:lnTo>
                    <a:pt x="315239" y="3084830"/>
                  </a:lnTo>
                  <a:lnTo>
                    <a:pt x="323773" y="3079750"/>
                  </a:lnTo>
                  <a:lnTo>
                    <a:pt x="324650" y="3079750"/>
                  </a:lnTo>
                  <a:lnTo>
                    <a:pt x="325475" y="3078480"/>
                  </a:lnTo>
                  <a:lnTo>
                    <a:pt x="326224" y="3077210"/>
                  </a:lnTo>
                  <a:lnTo>
                    <a:pt x="326834" y="3078480"/>
                  </a:lnTo>
                  <a:lnTo>
                    <a:pt x="332511" y="3079750"/>
                  </a:lnTo>
                  <a:lnTo>
                    <a:pt x="339547" y="3082290"/>
                  </a:lnTo>
                  <a:lnTo>
                    <a:pt x="354711" y="3087370"/>
                  </a:lnTo>
                  <a:lnTo>
                    <a:pt x="368985" y="3150870"/>
                  </a:lnTo>
                  <a:lnTo>
                    <a:pt x="369633" y="3166110"/>
                  </a:lnTo>
                  <a:lnTo>
                    <a:pt x="369633" y="3073247"/>
                  </a:lnTo>
                  <a:lnTo>
                    <a:pt x="367880" y="3072130"/>
                  </a:lnTo>
                  <a:lnTo>
                    <a:pt x="361149" y="3069590"/>
                  </a:lnTo>
                  <a:lnTo>
                    <a:pt x="353466" y="3067050"/>
                  </a:lnTo>
                  <a:lnTo>
                    <a:pt x="345668" y="3064510"/>
                  </a:lnTo>
                  <a:lnTo>
                    <a:pt x="338518" y="3061970"/>
                  </a:lnTo>
                  <a:lnTo>
                    <a:pt x="332803" y="3059430"/>
                  </a:lnTo>
                  <a:lnTo>
                    <a:pt x="332193" y="3059430"/>
                  </a:lnTo>
                  <a:lnTo>
                    <a:pt x="324599" y="3058160"/>
                  </a:lnTo>
                  <a:lnTo>
                    <a:pt x="318668" y="3059430"/>
                  </a:lnTo>
                  <a:lnTo>
                    <a:pt x="314223" y="3061970"/>
                  </a:lnTo>
                  <a:lnTo>
                    <a:pt x="311086" y="3065780"/>
                  </a:lnTo>
                  <a:lnTo>
                    <a:pt x="310388" y="3067050"/>
                  </a:lnTo>
                  <a:lnTo>
                    <a:pt x="304457" y="3067050"/>
                  </a:lnTo>
                  <a:lnTo>
                    <a:pt x="303745" y="3065780"/>
                  </a:lnTo>
                  <a:lnTo>
                    <a:pt x="300596" y="3061970"/>
                  </a:lnTo>
                  <a:lnTo>
                    <a:pt x="296151" y="3059430"/>
                  </a:lnTo>
                  <a:lnTo>
                    <a:pt x="290220" y="3058160"/>
                  </a:lnTo>
                  <a:lnTo>
                    <a:pt x="282638" y="3059430"/>
                  </a:lnTo>
                  <a:lnTo>
                    <a:pt x="282028" y="3059430"/>
                  </a:lnTo>
                  <a:lnTo>
                    <a:pt x="276288" y="3061970"/>
                  </a:lnTo>
                  <a:lnTo>
                    <a:pt x="269151" y="3064510"/>
                  </a:lnTo>
                  <a:lnTo>
                    <a:pt x="253682" y="3069590"/>
                  </a:lnTo>
                  <a:lnTo>
                    <a:pt x="246265" y="3072130"/>
                  </a:lnTo>
                  <a:lnTo>
                    <a:pt x="239763" y="3075940"/>
                  </a:lnTo>
                  <a:lnTo>
                    <a:pt x="234950" y="3082290"/>
                  </a:lnTo>
                  <a:lnTo>
                    <a:pt x="231114" y="3077210"/>
                  </a:lnTo>
                  <a:lnTo>
                    <a:pt x="230162" y="3075940"/>
                  </a:lnTo>
                  <a:lnTo>
                    <a:pt x="224624" y="3072701"/>
                  </a:lnTo>
                  <a:lnTo>
                    <a:pt x="224624" y="3166110"/>
                  </a:lnTo>
                  <a:lnTo>
                    <a:pt x="100495" y="3166110"/>
                  </a:lnTo>
                  <a:lnTo>
                    <a:pt x="101130" y="3150870"/>
                  </a:lnTo>
                  <a:lnTo>
                    <a:pt x="102501" y="3111500"/>
                  </a:lnTo>
                  <a:lnTo>
                    <a:pt x="102692" y="3107690"/>
                  </a:lnTo>
                  <a:lnTo>
                    <a:pt x="130568" y="3082290"/>
                  </a:lnTo>
                  <a:lnTo>
                    <a:pt x="137642" y="3079750"/>
                  </a:lnTo>
                  <a:lnTo>
                    <a:pt x="143319" y="3078480"/>
                  </a:lnTo>
                  <a:lnTo>
                    <a:pt x="143891" y="3077210"/>
                  </a:lnTo>
                  <a:lnTo>
                    <a:pt x="148386" y="3083560"/>
                  </a:lnTo>
                  <a:lnTo>
                    <a:pt x="155333" y="3086100"/>
                  </a:lnTo>
                  <a:lnTo>
                    <a:pt x="169786" y="3086100"/>
                  </a:lnTo>
                  <a:lnTo>
                    <a:pt x="176720" y="3083560"/>
                  </a:lnTo>
                  <a:lnTo>
                    <a:pt x="181190" y="3077210"/>
                  </a:lnTo>
                  <a:lnTo>
                    <a:pt x="181800" y="3078480"/>
                  </a:lnTo>
                  <a:lnTo>
                    <a:pt x="187477" y="3079750"/>
                  </a:lnTo>
                  <a:lnTo>
                    <a:pt x="194525" y="3082290"/>
                  </a:lnTo>
                  <a:lnTo>
                    <a:pt x="209715" y="3087370"/>
                  </a:lnTo>
                  <a:lnTo>
                    <a:pt x="223977" y="3150870"/>
                  </a:lnTo>
                  <a:lnTo>
                    <a:pt x="224624" y="3166110"/>
                  </a:lnTo>
                  <a:lnTo>
                    <a:pt x="224624" y="3072701"/>
                  </a:lnTo>
                  <a:lnTo>
                    <a:pt x="223672" y="3072130"/>
                  </a:lnTo>
                  <a:lnTo>
                    <a:pt x="216281" y="3069590"/>
                  </a:lnTo>
                  <a:lnTo>
                    <a:pt x="208584" y="3067050"/>
                  </a:lnTo>
                  <a:lnTo>
                    <a:pt x="200787" y="3064510"/>
                  </a:lnTo>
                  <a:lnTo>
                    <a:pt x="193636" y="3061970"/>
                  </a:lnTo>
                  <a:lnTo>
                    <a:pt x="187896" y="3059430"/>
                  </a:lnTo>
                  <a:lnTo>
                    <a:pt x="187286" y="3059430"/>
                  </a:lnTo>
                  <a:lnTo>
                    <a:pt x="179705" y="3058160"/>
                  </a:lnTo>
                  <a:lnTo>
                    <a:pt x="173786" y="3059430"/>
                  </a:lnTo>
                  <a:lnTo>
                    <a:pt x="169329" y="3061970"/>
                  </a:lnTo>
                  <a:lnTo>
                    <a:pt x="166204" y="3065780"/>
                  </a:lnTo>
                  <a:lnTo>
                    <a:pt x="165519" y="3067050"/>
                  </a:lnTo>
                  <a:lnTo>
                    <a:pt x="159575" y="3067050"/>
                  </a:lnTo>
                  <a:lnTo>
                    <a:pt x="158877" y="3065780"/>
                  </a:lnTo>
                  <a:lnTo>
                    <a:pt x="155727" y="3061970"/>
                  </a:lnTo>
                  <a:lnTo>
                    <a:pt x="151269" y="3059430"/>
                  </a:lnTo>
                  <a:lnTo>
                    <a:pt x="145326" y="3058160"/>
                  </a:lnTo>
                  <a:lnTo>
                    <a:pt x="137756" y="3059430"/>
                  </a:lnTo>
                  <a:lnTo>
                    <a:pt x="137160" y="3059430"/>
                  </a:lnTo>
                  <a:lnTo>
                    <a:pt x="131419" y="3061970"/>
                  </a:lnTo>
                  <a:lnTo>
                    <a:pt x="124269" y="3064510"/>
                  </a:lnTo>
                  <a:lnTo>
                    <a:pt x="108775" y="3069590"/>
                  </a:lnTo>
                  <a:lnTo>
                    <a:pt x="102044" y="3072130"/>
                  </a:lnTo>
                  <a:lnTo>
                    <a:pt x="96050" y="3075940"/>
                  </a:lnTo>
                  <a:lnTo>
                    <a:pt x="86906" y="3087370"/>
                  </a:lnTo>
                  <a:lnTo>
                    <a:pt x="83273" y="3087370"/>
                  </a:lnTo>
                  <a:lnTo>
                    <a:pt x="83273" y="3107690"/>
                  </a:lnTo>
                  <a:lnTo>
                    <a:pt x="82638" y="3121660"/>
                  </a:lnTo>
                  <a:lnTo>
                    <a:pt x="81368" y="3154680"/>
                  </a:lnTo>
                  <a:lnTo>
                    <a:pt x="80899" y="3166110"/>
                  </a:lnTo>
                  <a:lnTo>
                    <a:pt x="19494" y="3166110"/>
                  </a:lnTo>
                  <a:lnTo>
                    <a:pt x="19494" y="3107690"/>
                  </a:lnTo>
                  <a:lnTo>
                    <a:pt x="83273" y="3107690"/>
                  </a:lnTo>
                  <a:lnTo>
                    <a:pt x="83273" y="3087370"/>
                  </a:lnTo>
                  <a:lnTo>
                    <a:pt x="30607" y="3087370"/>
                  </a:lnTo>
                  <a:lnTo>
                    <a:pt x="40119" y="3061970"/>
                  </a:lnTo>
                  <a:lnTo>
                    <a:pt x="77254" y="2962910"/>
                  </a:lnTo>
                  <a:lnTo>
                    <a:pt x="382524" y="2962910"/>
                  </a:lnTo>
                  <a:lnTo>
                    <a:pt x="429044" y="3087370"/>
                  </a:lnTo>
                  <a:lnTo>
                    <a:pt x="429044" y="3032404"/>
                  </a:lnTo>
                  <a:lnTo>
                    <a:pt x="403123" y="2962910"/>
                  </a:lnTo>
                  <a:lnTo>
                    <a:pt x="396024" y="2943860"/>
                  </a:lnTo>
                  <a:lnTo>
                    <a:pt x="388785" y="2943860"/>
                  </a:lnTo>
                  <a:lnTo>
                    <a:pt x="386778" y="2929890"/>
                  </a:lnTo>
                  <a:lnTo>
                    <a:pt x="386168" y="2924810"/>
                  </a:lnTo>
                  <a:lnTo>
                    <a:pt x="383628" y="2915920"/>
                  </a:lnTo>
                  <a:lnTo>
                    <a:pt x="378371" y="2907030"/>
                  </a:lnTo>
                  <a:lnTo>
                    <a:pt x="375323" y="2904490"/>
                  </a:lnTo>
                  <a:lnTo>
                    <a:pt x="370763" y="2900680"/>
                  </a:lnTo>
                  <a:lnTo>
                    <a:pt x="369189" y="2899854"/>
                  </a:lnTo>
                  <a:lnTo>
                    <a:pt x="369189" y="2943860"/>
                  </a:lnTo>
                  <a:lnTo>
                    <a:pt x="245656" y="2943860"/>
                  </a:lnTo>
                  <a:lnTo>
                    <a:pt x="246418" y="2938780"/>
                  </a:lnTo>
                  <a:lnTo>
                    <a:pt x="247396" y="2931160"/>
                  </a:lnTo>
                  <a:lnTo>
                    <a:pt x="248373" y="2922270"/>
                  </a:lnTo>
                  <a:lnTo>
                    <a:pt x="251904" y="2917190"/>
                  </a:lnTo>
                  <a:lnTo>
                    <a:pt x="260286" y="2913380"/>
                  </a:lnTo>
                  <a:lnTo>
                    <a:pt x="271602" y="2909570"/>
                  </a:lnTo>
                  <a:lnTo>
                    <a:pt x="275437" y="2908300"/>
                  </a:lnTo>
                  <a:lnTo>
                    <a:pt x="282486" y="2905760"/>
                  </a:lnTo>
                  <a:lnTo>
                    <a:pt x="288163" y="2904490"/>
                  </a:lnTo>
                  <a:lnTo>
                    <a:pt x="288759" y="2904490"/>
                  </a:lnTo>
                  <a:lnTo>
                    <a:pt x="296532" y="2909570"/>
                  </a:lnTo>
                  <a:lnTo>
                    <a:pt x="305676" y="2912110"/>
                  </a:lnTo>
                  <a:lnTo>
                    <a:pt x="315074" y="2910840"/>
                  </a:lnTo>
                  <a:lnTo>
                    <a:pt x="323608" y="2907030"/>
                  </a:lnTo>
                  <a:lnTo>
                    <a:pt x="324485" y="2905760"/>
                  </a:lnTo>
                  <a:lnTo>
                    <a:pt x="325310" y="2904490"/>
                  </a:lnTo>
                  <a:lnTo>
                    <a:pt x="326682" y="2904490"/>
                  </a:lnTo>
                  <a:lnTo>
                    <a:pt x="332359" y="2905760"/>
                  </a:lnTo>
                  <a:lnTo>
                    <a:pt x="339382" y="2908300"/>
                  </a:lnTo>
                  <a:lnTo>
                    <a:pt x="354545" y="2913380"/>
                  </a:lnTo>
                  <a:lnTo>
                    <a:pt x="362927" y="2917190"/>
                  </a:lnTo>
                  <a:lnTo>
                    <a:pt x="366458" y="2922270"/>
                  </a:lnTo>
                  <a:lnTo>
                    <a:pt x="367449" y="2931160"/>
                  </a:lnTo>
                  <a:lnTo>
                    <a:pt x="368427" y="2938780"/>
                  </a:lnTo>
                  <a:lnTo>
                    <a:pt x="369189" y="2943860"/>
                  </a:lnTo>
                  <a:lnTo>
                    <a:pt x="369189" y="2899854"/>
                  </a:lnTo>
                  <a:lnTo>
                    <a:pt x="361149" y="2895600"/>
                  </a:lnTo>
                  <a:lnTo>
                    <a:pt x="353466" y="2893060"/>
                  </a:lnTo>
                  <a:lnTo>
                    <a:pt x="345668" y="2890520"/>
                  </a:lnTo>
                  <a:lnTo>
                    <a:pt x="332803" y="2885440"/>
                  </a:lnTo>
                  <a:lnTo>
                    <a:pt x="332193" y="2885440"/>
                  </a:lnTo>
                  <a:lnTo>
                    <a:pt x="320890" y="2881630"/>
                  </a:lnTo>
                  <a:lnTo>
                    <a:pt x="314490" y="2886710"/>
                  </a:lnTo>
                  <a:lnTo>
                    <a:pt x="310388" y="2893060"/>
                  </a:lnTo>
                  <a:lnTo>
                    <a:pt x="304457" y="2893060"/>
                  </a:lnTo>
                  <a:lnTo>
                    <a:pt x="300355" y="2886710"/>
                  </a:lnTo>
                  <a:lnTo>
                    <a:pt x="293941" y="2881630"/>
                  </a:lnTo>
                  <a:lnTo>
                    <a:pt x="282575" y="2885440"/>
                  </a:lnTo>
                  <a:lnTo>
                    <a:pt x="281978" y="2885440"/>
                  </a:lnTo>
                  <a:lnTo>
                    <a:pt x="269087" y="2890520"/>
                  </a:lnTo>
                  <a:lnTo>
                    <a:pt x="253619" y="2895600"/>
                  </a:lnTo>
                  <a:lnTo>
                    <a:pt x="246227" y="2898140"/>
                  </a:lnTo>
                  <a:lnTo>
                    <a:pt x="239737" y="2903220"/>
                  </a:lnTo>
                  <a:lnTo>
                    <a:pt x="234950" y="2909570"/>
                  </a:lnTo>
                  <a:lnTo>
                    <a:pt x="231114" y="2904490"/>
                  </a:lnTo>
                  <a:lnTo>
                    <a:pt x="230162" y="2903220"/>
                  </a:lnTo>
                  <a:lnTo>
                    <a:pt x="224345" y="2898673"/>
                  </a:lnTo>
                  <a:lnTo>
                    <a:pt x="224345" y="2943860"/>
                  </a:lnTo>
                  <a:lnTo>
                    <a:pt x="100774" y="2943860"/>
                  </a:lnTo>
                  <a:lnTo>
                    <a:pt x="103060" y="2927350"/>
                  </a:lnTo>
                  <a:lnTo>
                    <a:pt x="103543" y="2922270"/>
                  </a:lnTo>
                  <a:lnTo>
                    <a:pt x="107022" y="2917190"/>
                  </a:lnTo>
                  <a:lnTo>
                    <a:pt x="115404" y="2913380"/>
                  </a:lnTo>
                  <a:lnTo>
                    <a:pt x="130568" y="2908300"/>
                  </a:lnTo>
                  <a:lnTo>
                    <a:pt x="137642" y="2905760"/>
                  </a:lnTo>
                  <a:lnTo>
                    <a:pt x="143319" y="2904490"/>
                  </a:lnTo>
                  <a:lnTo>
                    <a:pt x="143891" y="2904490"/>
                  </a:lnTo>
                  <a:lnTo>
                    <a:pt x="148399" y="2909570"/>
                  </a:lnTo>
                  <a:lnTo>
                    <a:pt x="155333" y="2913380"/>
                  </a:lnTo>
                  <a:lnTo>
                    <a:pt x="162560" y="2912110"/>
                  </a:lnTo>
                  <a:lnTo>
                    <a:pt x="169773" y="2913380"/>
                  </a:lnTo>
                  <a:lnTo>
                    <a:pt x="172085" y="2912110"/>
                  </a:lnTo>
                  <a:lnTo>
                    <a:pt x="176707" y="2909570"/>
                  </a:lnTo>
                  <a:lnTo>
                    <a:pt x="181190" y="2904490"/>
                  </a:lnTo>
                  <a:lnTo>
                    <a:pt x="181800" y="2904490"/>
                  </a:lnTo>
                  <a:lnTo>
                    <a:pt x="187477" y="2905760"/>
                  </a:lnTo>
                  <a:lnTo>
                    <a:pt x="194525" y="2908300"/>
                  </a:lnTo>
                  <a:lnTo>
                    <a:pt x="202184" y="2910840"/>
                  </a:lnTo>
                  <a:lnTo>
                    <a:pt x="218097" y="2917190"/>
                  </a:lnTo>
                  <a:lnTo>
                    <a:pt x="221576" y="2922270"/>
                  </a:lnTo>
                  <a:lnTo>
                    <a:pt x="222059" y="2927350"/>
                  </a:lnTo>
                  <a:lnTo>
                    <a:pt x="224345" y="2943860"/>
                  </a:lnTo>
                  <a:lnTo>
                    <a:pt x="224345" y="2898673"/>
                  </a:lnTo>
                  <a:lnTo>
                    <a:pt x="223672" y="2898140"/>
                  </a:lnTo>
                  <a:lnTo>
                    <a:pt x="216281" y="2895600"/>
                  </a:lnTo>
                  <a:lnTo>
                    <a:pt x="208584" y="2893060"/>
                  </a:lnTo>
                  <a:lnTo>
                    <a:pt x="200787" y="2890520"/>
                  </a:lnTo>
                  <a:lnTo>
                    <a:pt x="187896" y="2885440"/>
                  </a:lnTo>
                  <a:lnTo>
                    <a:pt x="187325" y="2885440"/>
                  </a:lnTo>
                  <a:lnTo>
                    <a:pt x="176060" y="2881630"/>
                  </a:lnTo>
                  <a:lnTo>
                    <a:pt x="169608" y="2886710"/>
                  </a:lnTo>
                  <a:lnTo>
                    <a:pt x="165544" y="2893060"/>
                  </a:lnTo>
                  <a:lnTo>
                    <a:pt x="159600" y="2893060"/>
                  </a:lnTo>
                  <a:lnTo>
                    <a:pt x="155575" y="2886710"/>
                  </a:lnTo>
                  <a:lnTo>
                    <a:pt x="149225" y="2881630"/>
                  </a:lnTo>
                  <a:lnTo>
                    <a:pt x="137795" y="2885440"/>
                  </a:lnTo>
                  <a:lnTo>
                    <a:pt x="137198" y="2885440"/>
                  </a:lnTo>
                  <a:lnTo>
                    <a:pt x="116497" y="2893060"/>
                  </a:lnTo>
                  <a:lnTo>
                    <a:pt x="83820" y="2924810"/>
                  </a:lnTo>
                  <a:lnTo>
                    <a:pt x="83185" y="2929890"/>
                  </a:lnTo>
                  <a:lnTo>
                    <a:pt x="81953" y="2938780"/>
                  </a:lnTo>
                  <a:lnTo>
                    <a:pt x="81191" y="2943860"/>
                  </a:lnTo>
                  <a:lnTo>
                    <a:pt x="63754" y="2943860"/>
                  </a:lnTo>
                  <a:lnTo>
                    <a:pt x="19494" y="3061970"/>
                  </a:lnTo>
                  <a:lnTo>
                    <a:pt x="19494" y="2748280"/>
                  </a:lnTo>
                  <a:lnTo>
                    <a:pt x="437705" y="2748280"/>
                  </a:lnTo>
                  <a:lnTo>
                    <a:pt x="437705" y="2727960"/>
                  </a:lnTo>
                  <a:lnTo>
                    <a:pt x="0" y="2727960"/>
                  </a:lnTo>
                  <a:lnTo>
                    <a:pt x="0" y="3185160"/>
                  </a:lnTo>
                  <a:lnTo>
                    <a:pt x="457200" y="3185160"/>
                  </a:lnTo>
                  <a:lnTo>
                    <a:pt x="457200" y="3166110"/>
                  </a:lnTo>
                  <a:lnTo>
                    <a:pt x="457200" y="3107690"/>
                  </a:lnTo>
                  <a:lnTo>
                    <a:pt x="457200" y="3087370"/>
                  </a:lnTo>
                  <a:lnTo>
                    <a:pt x="457200" y="3055620"/>
                  </a:lnTo>
                  <a:lnTo>
                    <a:pt x="457200" y="2748280"/>
                  </a:lnTo>
                  <a:lnTo>
                    <a:pt x="457200" y="2727960"/>
                  </a:lnTo>
                  <a:close/>
                </a:path>
                <a:path w="10970260" h="4125595">
                  <a:moveTo>
                    <a:pt x="10668381" y="2977642"/>
                  </a:moveTo>
                  <a:lnTo>
                    <a:pt x="10546588" y="2977642"/>
                  </a:lnTo>
                  <a:lnTo>
                    <a:pt x="10546588" y="2996692"/>
                  </a:lnTo>
                  <a:lnTo>
                    <a:pt x="10668381" y="2996692"/>
                  </a:lnTo>
                  <a:lnTo>
                    <a:pt x="10668381" y="2977642"/>
                  </a:lnTo>
                  <a:close/>
                </a:path>
                <a:path w="10970260" h="4125595">
                  <a:moveTo>
                    <a:pt x="10688955" y="2945892"/>
                  </a:moveTo>
                  <a:lnTo>
                    <a:pt x="10567162" y="2945892"/>
                  </a:lnTo>
                  <a:lnTo>
                    <a:pt x="10567162" y="2964942"/>
                  </a:lnTo>
                  <a:lnTo>
                    <a:pt x="10688955" y="2964942"/>
                  </a:lnTo>
                  <a:lnTo>
                    <a:pt x="10688955" y="2945892"/>
                  </a:lnTo>
                  <a:close/>
                </a:path>
                <a:path w="10970260" h="4125595">
                  <a:moveTo>
                    <a:pt x="10709529" y="2914142"/>
                  </a:moveTo>
                  <a:lnTo>
                    <a:pt x="10586974" y="2914142"/>
                  </a:lnTo>
                  <a:lnTo>
                    <a:pt x="10586974" y="2933954"/>
                  </a:lnTo>
                  <a:lnTo>
                    <a:pt x="10709529" y="2933954"/>
                  </a:lnTo>
                  <a:lnTo>
                    <a:pt x="10709529" y="2914142"/>
                  </a:lnTo>
                  <a:close/>
                </a:path>
                <a:path w="10970260" h="4125595">
                  <a:moveTo>
                    <a:pt x="10733151" y="3882580"/>
                  </a:moveTo>
                  <a:lnTo>
                    <a:pt x="10714101" y="3882580"/>
                  </a:lnTo>
                  <a:lnTo>
                    <a:pt x="10714101" y="3900830"/>
                  </a:lnTo>
                  <a:lnTo>
                    <a:pt x="10714101" y="3919880"/>
                  </a:lnTo>
                  <a:lnTo>
                    <a:pt x="10695051" y="3919880"/>
                  </a:lnTo>
                  <a:lnTo>
                    <a:pt x="10695051" y="3900830"/>
                  </a:lnTo>
                  <a:lnTo>
                    <a:pt x="10714101" y="3900830"/>
                  </a:lnTo>
                  <a:lnTo>
                    <a:pt x="10714101" y="3882580"/>
                  </a:lnTo>
                  <a:lnTo>
                    <a:pt x="10676001" y="3882580"/>
                  </a:lnTo>
                  <a:lnTo>
                    <a:pt x="10676001" y="3938143"/>
                  </a:lnTo>
                  <a:lnTo>
                    <a:pt x="10733151" y="3938143"/>
                  </a:lnTo>
                  <a:lnTo>
                    <a:pt x="10733151" y="3919880"/>
                  </a:lnTo>
                  <a:lnTo>
                    <a:pt x="10733151" y="3900830"/>
                  </a:lnTo>
                  <a:lnTo>
                    <a:pt x="10733151" y="3882580"/>
                  </a:lnTo>
                  <a:close/>
                </a:path>
                <a:path w="10970260" h="4125595">
                  <a:moveTo>
                    <a:pt x="10733151" y="3804793"/>
                  </a:moveTo>
                  <a:lnTo>
                    <a:pt x="10714101" y="3804793"/>
                  </a:lnTo>
                  <a:lnTo>
                    <a:pt x="10714101" y="3823843"/>
                  </a:lnTo>
                  <a:lnTo>
                    <a:pt x="10714101" y="3842893"/>
                  </a:lnTo>
                  <a:lnTo>
                    <a:pt x="10695051" y="3842893"/>
                  </a:lnTo>
                  <a:lnTo>
                    <a:pt x="10695051" y="3823843"/>
                  </a:lnTo>
                  <a:lnTo>
                    <a:pt x="10714101" y="3823843"/>
                  </a:lnTo>
                  <a:lnTo>
                    <a:pt x="10714101" y="3804793"/>
                  </a:lnTo>
                  <a:lnTo>
                    <a:pt x="10676001" y="3804793"/>
                  </a:lnTo>
                  <a:lnTo>
                    <a:pt x="10676001" y="3861143"/>
                  </a:lnTo>
                  <a:lnTo>
                    <a:pt x="10733151" y="3861143"/>
                  </a:lnTo>
                  <a:lnTo>
                    <a:pt x="10733151" y="3842893"/>
                  </a:lnTo>
                  <a:lnTo>
                    <a:pt x="10733151" y="3823843"/>
                  </a:lnTo>
                  <a:lnTo>
                    <a:pt x="10733151" y="3804793"/>
                  </a:lnTo>
                  <a:close/>
                </a:path>
                <a:path w="10970260" h="4125595">
                  <a:moveTo>
                    <a:pt x="10759440" y="4017518"/>
                  </a:moveTo>
                  <a:lnTo>
                    <a:pt x="10752201" y="4010368"/>
                  </a:lnTo>
                  <a:lnTo>
                    <a:pt x="10734040" y="4010368"/>
                  </a:lnTo>
                  <a:lnTo>
                    <a:pt x="10726039" y="4017518"/>
                  </a:lnTo>
                  <a:lnTo>
                    <a:pt x="10726039" y="4036568"/>
                  </a:lnTo>
                  <a:lnTo>
                    <a:pt x="10734040" y="4043705"/>
                  </a:lnTo>
                  <a:lnTo>
                    <a:pt x="10752201" y="4043705"/>
                  </a:lnTo>
                  <a:lnTo>
                    <a:pt x="10759440" y="4036568"/>
                  </a:lnTo>
                  <a:lnTo>
                    <a:pt x="10759440" y="4017518"/>
                  </a:lnTo>
                  <a:close/>
                </a:path>
                <a:path w="10970260" h="4125595">
                  <a:moveTo>
                    <a:pt x="10810240" y="3881780"/>
                  </a:moveTo>
                  <a:lnTo>
                    <a:pt x="10790301" y="3881780"/>
                  </a:lnTo>
                  <a:lnTo>
                    <a:pt x="10790301" y="3900043"/>
                  </a:lnTo>
                  <a:lnTo>
                    <a:pt x="10772140" y="3900043"/>
                  </a:lnTo>
                  <a:lnTo>
                    <a:pt x="10772140" y="3881780"/>
                  </a:lnTo>
                  <a:lnTo>
                    <a:pt x="10752201" y="3881780"/>
                  </a:lnTo>
                  <a:lnTo>
                    <a:pt x="10752201" y="3900830"/>
                  </a:lnTo>
                  <a:lnTo>
                    <a:pt x="10771251" y="3900830"/>
                  </a:lnTo>
                  <a:lnTo>
                    <a:pt x="10771251" y="3919093"/>
                  </a:lnTo>
                  <a:lnTo>
                    <a:pt x="10752201" y="3919093"/>
                  </a:lnTo>
                  <a:lnTo>
                    <a:pt x="10752201" y="3938143"/>
                  </a:lnTo>
                  <a:lnTo>
                    <a:pt x="10772140" y="3938143"/>
                  </a:lnTo>
                  <a:lnTo>
                    <a:pt x="10772140" y="3919880"/>
                  </a:lnTo>
                  <a:lnTo>
                    <a:pt x="10790301" y="3919880"/>
                  </a:lnTo>
                  <a:lnTo>
                    <a:pt x="10790301" y="3938143"/>
                  </a:lnTo>
                  <a:lnTo>
                    <a:pt x="10810240" y="3938143"/>
                  </a:lnTo>
                  <a:lnTo>
                    <a:pt x="10810240" y="3919880"/>
                  </a:lnTo>
                  <a:lnTo>
                    <a:pt x="10810240" y="3900043"/>
                  </a:lnTo>
                  <a:lnTo>
                    <a:pt x="10810240" y="3881780"/>
                  </a:lnTo>
                  <a:close/>
                </a:path>
                <a:path w="10970260" h="4125595">
                  <a:moveTo>
                    <a:pt x="10810240" y="3804793"/>
                  </a:moveTo>
                  <a:lnTo>
                    <a:pt x="10791190" y="3804793"/>
                  </a:lnTo>
                  <a:lnTo>
                    <a:pt x="10791190" y="3823843"/>
                  </a:lnTo>
                  <a:lnTo>
                    <a:pt x="10791190" y="3842893"/>
                  </a:lnTo>
                  <a:lnTo>
                    <a:pt x="10772140" y="3842893"/>
                  </a:lnTo>
                  <a:lnTo>
                    <a:pt x="10772140" y="3823843"/>
                  </a:lnTo>
                  <a:lnTo>
                    <a:pt x="10791190" y="3823843"/>
                  </a:lnTo>
                  <a:lnTo>
                    <a:pt x="10791190" y="3804793"/>
                  </a:lnTo>
                  <a:lnTo>
                    <a:pt x="10753090" y="3804793"/>
                  </a:lnTo>
                  <a:lnTo>
                    <a:pt x="10753090" y="3861143"/>
                  </a:lnTo>
                  <a:lnTo>
                    <a:pt x="10810240" y="3861143"/>
                  </a:lnTo>
                  <a:lnTo>
                    <a:pt x="10810240" y="3842893"/>
                  </a:lnTo>
                  <a:lnTo>
                    <a:pt x="10810240" y="3823843"/>
                  </a:lnTo>
                  <a:lnTo>
                    <a:pt x="10810240" y="3804793"/>
                  </a:lnTo>
                  <a:close/>
                </a:path>
                <a:path w="10970260" h="4125595">
                  <a:moveTo>
                    <a:pt x="10843514" y="3745255"/>
                  </a:moveTo>
                  <a:lnTo>
                    <a:pt x="10841774" y="3736530"/>
                  </a:lnTo>
                  <a:lnTo>
                    <a:pt x="10841292" y="3734104"/>
                  </a:lnTo>
                  <a:lnTo>
                    <a:pt x="10835272" y="3725024"/>
                  </a:lnTo>
                  <a:lnTo>
                    <a:pt x="10826420" y="3718915"/>
                  </a:lnTo>
                  <a:lnTo>
                    <a:pt x="10824464" y="3718509"/>
                  </a:lnTo>
                  <a:lnTo>
                    <a:pt x="10824464" y="3739705"/>
                  </a:lnTo>
                  <a:lnTo>
                    <a:pt x="10824464" y="3772243"/>
                  </a:lnTo>
                  <a:lnTo>
                    <a:pt x="10824464" y="3791293"/>
                  </a:lnTo>
                  <a:lnTo>
                    <a:pt x="10824464" y="3979418"/>
                  </a:lnTo>
                  <a:lnTo>
                    <a:pt x="10824464" y="3999255"/>
                  </a:lnTo>
                  <a:lnTo>
                    <a:pt x="10824464" y="4053230"/>
                  </a:lnTo>
                  <a:lnTo>
                    <a:pt x="10820527" y="4056405"/>
                  </a:lnTo>
                  <a:lnTo>
                    <a:pt x="10664952" y="4056405"/>
                  </a:lnTo>
                  <a:lnTo>
                    <a:pt x="10661015" y="4053230"/>
                  </a:lnTo>
                  <a:lnTo>
                    <a:pt x="10661015" y="3999255"/>
                  </a:lnTo>
                  <a:lnTo>
                    <a:pt x="10824464" y="3999255"/>
                  </a:lnTo>
                  <a:lnTo>
                    <a:pt x="10824464" y="3979418"/>
                  </a:lnTo>
                  <a:lnTo>
                    <a:pt x="10661015" y="3979418"/>
                  </a:lnTo>
                  <a:lnTo>
                    <a:pt x="10661015" y="3791293"/>
                  </a:lnTo>
                  <a:lnTo>
                    <a:pt x="10824464" y="3791293"/>
                  </a:lnTo>
                  <a:lnTo>
                    <a:pt x="10824464" y="3772243"/>
                  </a:lnTo>
                  <a:lnTo>
                    <a:pt x="10661015" y="3772243"/>
                  </a:lnTo>
                  <a:lnTo>
                    <a:pt x="10661015" y="3739705"/>
                  </a:lnTo>
                  <a:lnTo>
                    <a:pt x="10664952" y="3736530"/>
                  </a:lnTo>
                  <a:lnTo>
                    <a:pt x="10820527" y="3736530"/>
                  </a:lnTo>
                  <a:lnTo>
                    <a:pt x="10824464" y="3739705"/>
                  </a:lnTo>
                  <a:lnTo>
                    <a:pt x="10824464" y="3718509"/>
                  </a:lnTo>
                  <a:lnTo>
                    <a:pt x="10815701" y="3716680"/>
                  </a:lnTo>
                  <a:lnTo>
                    <a:pt x="10669651" y="3716680"/>
                  </a:lnTo>
                  <a:lnTo>
                    <a:pt x="10658996" y="3718915"/>
                  </a:lnTo>
                  <a:lnTo>
                    <a:pt x="10650182" y="3725024"/>
                  </a:lnTo>
                  <a:lnTo>
                    <a:pt x="10644175" y="3734104"/>
                  </a:lnTo>
                  <a:lnTo>
                    <a:pt x="10641965" y="3745255"/>
                  </a:lnTo>
                  <a:lnTo>
                    <a:pt x="10641965" y="4048468"/>
                  </a:lnTo>
                  <a:lnTo>
                    <a:pt x="10644175" y="4059186"/>
                  </a:lnTo>
                  <a:lnTo>
                    <a:pt x="10650182" y="4068026"/>
                  </a:lnTo>
                  <a:lnTo>
                    <a:pt x="10658996" y="4074045"/>
                  </a:lnTo>
                  <a:lnTo>
                    <a:pt x="10669651" y="4076255"/>
                  </a:lnTo>
                  <a:lnTo>
                    <a:pt x="10815701" y="4076255"/>
                  </a:lnTo>
                  <a:lnTo>
                    <a:pt x="10826420" y="4074045"/>
                  </a:lnTo>
                  <a:lnTo>
                    <a:pt x="10835272" y="4068026"/>
                  </a:lnTo>
                  <a:lnTo>
                    <a:pt x="10841292" y="4059186"/>
                  </a:lnTo>
                  <a:lnTo>
                    <a:pt x="10841863" y="4056405"/>
                  </a:lnTo>
                  <a:lnTo>
                    <a:pt x="10843514" y="4048468"/>
                  </a:lnTo>
                  <a:lnTo>
                    <a:pt x="10843514" y="3999255"/>
                  </a:lnTo>
                  <a:lnTo>
                    <a:pt x="10843514" y="3979418"/>
                  </a:lnTo>
                  <a:lnTo>
                    <a:pt x="10843514" y="3791293"/>
                  </a:lnTo>
                  <a:lnTo>
                    <a:pt x="10843514" y="3772243"/>
                  </a:lnTo>
                  <a:lnTo>
                    <a:pt x="10843514" y="3745255"/>
                  </a:lnTo>
                  <a:close/>
                </a:path>
                <a:path w="10970260" h="4125595">
                  <a:moveTo>
                    <a:pt x="10886694" y="2937891"/>
                  </a:moveTo>
                  <a:lnTo>
                    <a:pt x="10868635" y="2920492"/>
                  </a:lnTo>
                  <a:lnTo>
                    <a:pt x="10867771" y="2919666"/>
                  </a:lnTo>
                  <a:lnTo>
                    <a:pt x="10867771" y="2945892"/>
                  </a:lnTo>
                  <a:lnTo>
                    <a:pt x="10867771" y="2963291"/>
                  </a:lnTo>
                  <a:lnTo>
                    <a:pt x="10810748" y="2963291"/>
                  </a:lnTo>
                  <a:lnTo>
                    <a:pt x="10810748" y="2920492"/>
                  </a:lnTo>
                  <a:lnTo>
                    <a:pt x="10840085" y="2920492"/>
                  </a:lnTo>
                  <a:lnTo>
                    <a:pt x="10867771" y="2945892"/>
                  </a:lnTo>
                  <a:lnTo>
                    <a:pt x="10867771" y="2919666"/>
                  </a:lnTo>
                  <a:lnTo>
                    <a:pt x="10847959" y="2900553"/>
                  </a:lnTo>
                  <a:lnTo>
                    <a:pt x="10791063" y="2900553"/>
                  </a:lnTo>
                  <a:lnTo>
                    <a:pt x="10791063" y="2983103"/>
                  </a:lnTo>
                  <a:lnTo>
                    <a:pt x="10886694" y="2983103"/>
                  </a:lnTo>
                  <a:lnTo>
                    <a:pt x="10886694" y="2963291"/>
                  </a:lnTo>
                  <a:lnTo>
                    <a:pt x="10886694" y="2937891"/>
                  </a:lnTo>
                  <a:close/>
                </a:path>
                <a:path w="10970260" h="4125595">
                  <a:moveTo>
                    <a:pt x="10919968" y="2924429"/>
                  </a:moveTo>
                  <a:lnTo>
                    <a:pt x="10900156" y="2905607"/>
                  </a:lnTo>
                  <a:lnTo>
                    <a:pt x="10900156" y="2932303"/>
                  </a:lnTo>
                  <a:lnTo>
                    <a:pt x="10900156" y="3043453"/>
                  </a:lnTo>
                  <a:lnTo>
                    <a:pt x="10881233" y="3043453"/>
                  </a:lnTo>
                  <a:lnTo>
                    <a:pt x="10875391" y="3029762"/>
                  </a:lnTo>
                  <a:lnTo>
                    <a:pt x="10874223" y="3028442"/>
                  </a:lnTo>
                  <a:lnTo>
                    <a:pt x="10865739" y="3018980"/>
                  </a:lnTo>
                  <a:lnTo>
                    <a:pt x="10863072" y="3017494"/>
                  </a:lnTo>
                  <a:lnTo>
                    <a:pt x="10863072" y="3052953"/>
                  </a:lnTo>
                  <a:lnTo>
                    <a:pt x="10861104" y="3062541"/>
                  </a:lnTo>
                  <a:lnTo>
                    <a:pt x="10855795" y="3070377"/>
                  </a:lnTo>
                  <a:lnTo>
                    <a:pt x="10847959" y="3075660"/>
                  </a:lnTo>
                  <a:lnTo>
                    <a:pt x="10838434" y="3077591"/>
                  </a:lnTo>
                  <a:lnTo>
                    <a:pt x="10828973" y="3075660"/>
                  </a:lnTo>
                  <a:lnTo>
                    <a:pt x="10821175" y="3070377"/>
                  </a:lnTo>
                  <a:lnTo>
                    <a:pt x="10815866" y="3062541"/>
                  </a:lnTo>
                  <a:lnTo>
                    <a:pt x="10813923" y="3052953"/>
                  </a:lnTo>
                  <a:lnTo>
                    <a:pt x="10815866" y="3043453"/>
                  </a:lnTo>
                  <a:lnTo>
                    <a:pt x="10821175" y="3035655"/>
                  </a:lnTo>
                  <a:lnTo>
                    <a:pt x="10828973" y="3030385"/>
                  </a:lnTo>
                  <a:lnTo>
                    <a:pt x="10838434" y="3028442"/>
                  </a:lnTo>
                  <a:lnTo>
                    <a:pt x="10847959" y="3030385"/>
                  </a:lnTo>
                  <a:lnTo>
                    <a:pt x="10855795" y="3035655"/>
                  </a:lnTo>
                  <a:lnTo>
                    <a:pt x="10861104" y="3043453"/>
                  </a:lnTo>
                  <a:lnTo>
                    <a:pt x="10863072" y="3052953"/>
                  </a:lnTo>
                  <a:lnTo>
                    <a:pt x="10863072" y="3017494"/>
                  </a:lnTo>
                  <a:lnTo>
                    <a:pt x="10853115" y="3011932"/>
                  </a:lnTo>
                  <a:lnTo>
                    <a:pt x="10838434" y="3009392"/>
                  </a:lnTo>
                  <a:lnTo>
                    <a:pt x="10823308" y="3011932"/>
                  </a:lnTo>
                  <a:lnTo>
                    <a:pt x="10810570" y="3018980"/>
                  </a:lnTo>
                  <a:lnTo>
                    <a:pt x="10801083" y="3029762"/>
                  </a:lnTo>
                  <a:lnTo>
                    <a:pt x="10795749" y="3043453"/>
                  </a:lnTo>
                  <a:lnTo>
                    <a:pt x="10777601" y="3043453"/>
                  </a:lnTo>
                  <a:lnTo>
                    <a:pt x="10777601" y="2887091"/>
                  </a:lnTo>
                  <a:lnTo>
                    <a:pt x="10852785" y="2887091"/>
                  </a:lnTo>
                  <a:lnTo>
                    <a:pt x="10900156" y="2932303"/>
                  </a:lnTo>
                  <a:lnTo>
                    <a:pt x="10900156" y="2905607"/>
                  </a:lnTo>
                  <a:lnTo>
                    <a:pt x="10880687" y="2887091"/>
                  </a:lnTo>
                  <a:lnTo>
                    <a:pt x="10860659" y="2868041"/>
                  </a:lnTo>
                  <a:lnTo>
                    <a:pt x="10777601" y="2868041"/>
                  </a:lnTo>
                  <a:lnTo>
                    <a:pt x="10777601" y="2860929"/>
                  </a:lnTo>
                  <a:lnTo>
                    <a:pt x="10777601" y="2841879"/>
                  </a:lnTo>
                  <a:lnTo>
                    <a:pt x="10606659" y="2841879"/>
                  </a:lnTo>
                  <a:lnTo>
                    <a:pt x="10606659" y="2901442"/>
                  </a:lnTo>
                  <a:lnTo>
                    <a:pt x="10625709" y="2901442"/>
                  </a:lnTo>
                  <a:lnTo>
                    <a:pt x="10625709" y="2860929"/>
                  </a:lnTo>
                  <a:lnTo>
                    <a:pt x="10758551" y="2860929"/>
                  </a:lnTo>
                  <a:lnTo>
                    <a:pt x="10758551" y="3043453"/>
                  </a:lnTo>
                  <a:lnTo>
                    <a:pt x="10733278" y="3043453"/>
                  </a:lnTo>
                  <a:lnTo>
                    <a:pt x="10727842" y="3029762"/>
                  </a:lnTo>
                  <a:lnTo>
                    <a:pt x="10726661" y="3028442"/>
                  </a:lnTo>
                  <a:lnTo>
                    <a:pt x="10718178" y="3018980"/>
                  </a:lnTo>
                  <a:lnTo>
                    <a:pt x="10715117" y="3017304"/>
                  </a:lnTo>
                  <a:lnTo>
                    <a:pt x="10715117" y="3052953"/>
                  </a:lnTo>
                  <a:lnTo>
                    <a:pt x="10713161" y="3062541"/>
                  </a:lnTo>
                  <a:lnTo>
                    <a:pt x="10707853" y="3070377"/>
                  </a:lnTo>
                  <a:lnTo>
                    <a:pt x="10700055" y="3075660"/>
                  </a:lnTo>
                  <a:lnTo>
                    <a:pt x="10690606" y="3077591"/>
                  </a:lnTo>
                  <a:lnTo>
                    <a:pt x="10681068" y="3075660"/>
                  </a:lnTo>
                  <a:lnTo>
                    <a:pt x="10673232" y="3070377"/>
                  </a:lnTo>
                  <a:lnTo>
                    <a:pt x="10667924" y="3062541"/>
                  </a:lnTo>
                  <a:lnTo>
                    <a:pt x="10665968" y="3052953"/>
                  </a:lnTo>
                  <a:lnTo>
                    <a:pt x="10667924" y="3043453"/>
                  </a:lnTo>
                  <a:lnTo>
                    <a:pt x="10673232" y="3035655"/>
                  </a:lnTo>
                  <a:lnTo>
                    <a:pt x="10681068" y="3030385"/>
                  </a:lnTo>
                  <a:lnTo>
                    <a:pt x="10690606" y="3028442"/>
                  </a:lnTo>
                  <a:lnTo>
                    <a:pt x="10700055" y="3030385"/>
                  </a:lnTo>
                  <a:lnTo>
                    <a:pt x="10707853" y="3035655"/>
                  </a:lnTo>
                  <a:lnTo>
                    <a:pt x="10713161" y="3043453"/>
                  </a:lnTo>
                  <a:lnTo>
                    <a:pt x="10715117" y="3052953"/>
                  </a:lnTo>
                  <a:lnTo>
                    <a:pt x="10715117" y="3017304"/>
                  </a:lnTo>
                  <a:lnTo>
                    <a:pt x="10705389" y="3011932"/>
                  </a:lnTo>
                  <a:lnTo>
                    <a:pt x="10690606" y="3009392"/>
                  </a:lnTo>
                  <a:lnTo>
                    <a:pt x="10675912" y="3011932"/>
                  </a:lnTo>
                  <a:lnTo>
                    <a:pt x="10663301" y="3018980"/>
                  </a:lnTo>
                  <a:lnTo>
                    <a:pt x="10653636" y="3029762"/>
                  </a:lnTo>
                  <a:lnTo>
                    <a:pt x="10647794" y="3043453"/>
                  </a:lnTo>
                  <a:lnTo>
                    <a:pt x="10625709" y="3043453"/>
                  </a:lnTo>
                  <a:lnTo>
                    <a:pt x="10625709" y="3009392"/>
                  </a:lnTo>
                  <a:lnTo>
                    <a:pt x="10606659" y="3009392"/>
                  </a:lnTo>
                  <a:lnTo>
                    <a:pt x="10606659" y="3062541"/>
                  </a:lnTo>
                  <a:lnTo>
                    <a:pt x="10647820" y="3062541"/>
                  </a:lnTo>
                  <a:lnTo>
                    <a:pt x="10653636" y="3076359"/>
                  </a:lnTo>
                  <a:lnTo>
                    <a:pt x="10663301" y="3087420"/>
                  </a:lnTo>
                  <a:lnTo>
                    <a:pt x="10675912" y="3094761"/>
                  </a:lnTo>
                  <a:lnTo>
                    <a:pt x="10690606" y="3097403"/>
                  </a:lnTo>
                  <a:lnTo>
                    <a:pt x="10705389" y="3094761"/>
                  </a:lnTo>
                  <a:lnTo>
                    <a:pt x="10718178" y="3087420"/>
                  </a:lnTo>
                  <a:lnTo>
                    <a:pt x="10726750" y="3077591"/>
                  </a:lnTo>
                  <a:lnTo>
                    <a:pt x="10727842" y="3076359"/>
                  </a:lnTo>
                  <a:lnTo>
                    <a:pt x="10733253" y="3062541"/>
                  </a:lnTo>
                  <a:lnTo>
                    <a:pt x="10795775" y="3062541"/>
                  </a:lnTo>
                  <a:lnTo>
                    <a:pt x="10801083" y="3076359"/>
                  </a:lnTo>
                  <a:lnTo>
                    <a:pt x="10810570" y="3087420"/>
                  </a:lnTo>
                  <a:lnTo>
                    <a:pt x="10823308" y="3094761"/>
                  </a:lnTo>
                  <a:lnTo>
                    <a:pt x="10838434" y="3097403"/>
                  </a:lnTo>
                  <a:lnTo>
                    <a:pt x="10853115" y="3094761"/>
                  </a:lnTo>
                  <a:lnTo>
                    <a:pt x="10865739" y="3087420"/>
                  </a:lnTo>
                  <a:lnTo>
                    <a:pt x="10874312" y="3077591"/>
                  </a:lnTo>
                  <a:lnTo>
                    <a:pt x="10875391" y="3076359"/>
                  </a:lnTo>
                  <a:lnTo>
                    <a:pt x="10881208" y="3062541"/>
                  </a:lnTo>
                  <a:lnTo>
                    <a:pt x="10919968" y="3062541"/>
                  </a:lnTo>
                  <a:lnTo>
                    <a:pt x="10919968" y="3043453"/>
                  </a:lnTo>
                  <a:lnTo>
                    <a:pt x="10919968" y="2924429"/>
                  </a:lnTo>
                  <a:close/>
                </a:path>
                <a:path w="10970260" h="4125595">
                  <a:moveTo>
                    <a:pt x="10968228" y="2737104"/>
                  </a:moveTo>
                  <a:lnTo>
                    <a:pt x="10948416" y="2737104"/>
                  </a:lnTo>
                  <a:lnTo>
                    <a:pt x="10948416" y="2756916"/>
                  </a:lnTo>
                  <a:lnTo>
                    <a:pt x="10948416" y="3175254"/>
                  </a:lnTo>
                  <a:lnTo>
                    <a:pt x="10532364" y="3175254"/>
                  </a:lnTo>
                  <a:lnTo>
                    <a:pt x="10532364" y="2756916"/>
                  </a:lnTo>
                  <a:lnTo>
                    <a:pt x="10948416" y="2756916"/>
                  </a:lnTo>
                  <a:lnTo>
                    <a:pt x="10948416" y="2737104"/>
                  </a:lnTo>
                  <a:lnTo>
                    <a:pt x="10512552" y="2737104"/>
                  </a:lnTo>
                  <a:lnTo>
                    <a:pt x="10512552" y="3194304"/>
                  </a:lnTo>
                  <a:lnTo>
                    <a:pt x="10968228" y="3194304"/>
                  </a:lnTo>
                  <a:lnTo>
                    <a:pt x="10968228" y="3175254"/>
                  </a:lnTo>
                  <a:lnTo>
                    <a:pt x="10968228" y="2756916"/>
                  </a:lnTo>
                  <a:lnTo>
                    <a:pt x="10968228" y="2737104"/>
                  </a:lnTo>
                  <a:close/>
                </a:path>
                <a:path w="10970260" h="4125595">
                  <a:moveTo>
                    <a:pt x="10969752" y="3668268"/>
                  </a:moveTo>
                  <a:lnTo>
                    <a:pt x="10950702" y="3668268"/>
                  </a:lnTo>
                  <a:lnTo>
                    <a:pt x="10950702" y="3687318"/>
                  </a:lnTo>
                  <a:lnTo>
                    <a:pt x="10950702" y="4105618"/>
                  </a:lnTo>
                  <a:lnTo>
                    <a:pt x="10532364" y="4105618"/>
                  </a:lnTo>
                  <a:lnTo>
                    <a:pt x="10532364" y="3687318"/>
                  </a:lnTo>
                  <a:lnTo>
                    <a:pt x="10950702" y="3687318"/>
                  </a:lnTo>
                  <a:lnTo>
                    <a:pt x="10950702" y="3668268"/>
                  </a:lnTo>
                  <a:lnTo>
                    <a:pt x="10512552" y="3668268"/>
                  </a:lnTo>
                  <a:lnTo>
                    <a:pt x="10512552" y="4125468"/>
                  </a:lnTo>
                  <a:lnTo>
                    <a:pt x="10969752" y="4125468"/>
                  </a:lnTo>
                  <a:lnTo>
                    <a:pt x="10969752" y="4105618"/>
                  </a:lnTo>
                  <a:lnTo>
                    <a:pt x="10969752" y="3687318"/>
                  </a:lnTo>
                  <a:lnTo>
                    <a:pt x="10969752" y="36682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9314" y="4742688"/>
              <a:ext cx="66705" cy="86868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4102" y="4742688"/>
              <a:ext cx="66699" cy="86868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9316" y="4916423"/>
              <a:ext cx="66696" cy="86868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84110" y="4916423"/>
              <a:ext cx="66689" cy="86868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611123" y="5580888"/>
              <a:ext cx="455930" cy="457200"/>
            </a:xfrm>
            <a:custGeom>
              <a:avLst/>
              <a:gdLst/>
              <a:ahLst/>
              <a:cxnLst/>
              <a:rect l="l" t="t" r="r" b="b"/>
              <a:pathLst>
                <a:path w="455930" h="457200">
                  <a:moveTo>
                    <a:pt x="455675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5675" y="457200"/>
                  </a:lnTo>
                  <a:lnTo>
                    <a:pt x="455675" y="438150"/>
                  </a:lnTo>
                  <a:lnTo>
                    <a:pt x="18986" y="438150"/>
                  </a:lnTo>
                  <a:lnTo>
                    <a:pt x="18986" y="20320"/>
                  </a:lnTo>
                  <a:lnTo>
                    <a:pt x="455675" y="20320"/>
                  </a:lnTo>
                  <a:lnTo>
                    <a:pt x="455675" y="0"/>
                  </a:lnTo>
                  <a:close/>
                </a:path>
                <a:path w="455930" h="457200">
                  <a:moveTo>
                    <a:pt x="455675" y="20320"/>
                  </a:moveTo>
                  <a:lnTo>
                    <a:pt x="435902" y="20320"/>
                  </a:lnTo>
                  <a:lnTo>
                    <a:pt x="435902" y="438150"/>
                  </a:lnTo>
                  <a:lnTo>
                    <a:pt x="455675" y="438150"/>
                  </a:lnTo>
                  <a:lnTo>
                    <a:pt x="455675" y="20320"/>
                  </a:lnTo>
                  <a:close/>
                </a:path>
                <a:path w="455930" h="457200">
                  <a:moveTo>
                    <a:pt x="302996" y="218440"/>
                  </a:moveTo>
                  <a:lnTo>
                    <a:pt x="285584" y="368300"/>
                  </a:lnTo>
                  <a:lnTo>
                    <a:pt x="412165" y="368300"/>
                  </a:lnTo>
                  <a:lnTo>
                    <a:pt x="410636" y="351790"/>
                  </a:lnTo>
                  <a:lnTo>
                    <a:pt x="303784" y="351790"/>
                  </a:lnTo>
                  <a:lnTo>
                    <a:pt x="317233" y="232410"/>
                  </a:lnTo>
                  <a:lnTo>
                    <a:pt x="311696" y="228600"/>
                  </a:lnTo>
                  <a:lnTo>
                    <a:pt x="306946" y="224790"/>
                  </a:lnTo>
                  <a:lnTo>
                    <a:pt x="302996" y="218440"/>
                  </a:lnTo>
                  <a:close/>
                </a:path>
                <a:path w="455930" h="457200">
                  <a:moveTo>
                    <a:pt x="215176" y="209550"/>
                  </a:moveTo>
                  <a:lnTo>
                    <a:pt x="79108" y="209550"/>
                  </a:lnTo>
                  <a:lnTo>
                    <a:pt x="72783" y="214629"/>
                  </a:lnTo>
                  <a:lnTo>
                    <a:pt x="70408" y="220979"/>
                  </a:lnTo>
                  <a:lnTo>
                    <a:pt x="62496" y="238760"/>
                  </a:lnTo>
                  <a:lnTo>
                    <a:pt x="53797" y="240029"/>
                  </a:lnTo>
                  <a:lnTo>
                    <a:pt x="45885" y="240029"/>
                  </a:lnTo>
                  <a:lnTo>
                    <a:pt x="41922" y="245110"/>
                  </a:lnTo>
                  <a:lnTo>
                    <a:pt x="41135" y="250190"/>
                  </a:lnTo>
                  <a:lnTo>
                    <a:pt x="40347" y="265430"/>
                  </a:lnTo>
                  <a:lnTo>
                    <a:pt x="39560" y="271780"/>
                  </a:lnTo>
                  <a:lnTo>
                    <a:pt x="43510" y="278130"/>
                  </a:lnTo>
                  <a:lnTo>
                    <a:pt x="49834" y="278130"/>
                  </a:lnTo>
                  <a:lnTo>
                    <a:pt x="52209" y="279400"/>
                  </a:lnTo>
                  <a:lnTo>
                    <a:pt x="52209" y="336550"/>
                  </a:lnTo>
                  <a:lnTo>
                    <a:pt x="55372" y="336550"/>
                  </a:lnTo>
                  <a:lnTo>
                    <a:pt x="55372" y="358140"/>
                  </a:lnTo>
                  <a:lnTo>
                    <a:pt x="60121" y="361950"/>
                  </a:lnTo>
                  <a:lnTo>
                    <a:pt x="105219" y="361950"/>
                  </a:lnTo>
                  <a:lnTo>
                    <a:pt x="109969" y="358140"/>
                  </a:lnTo>
                  <a:lnTo>
                    <a:pt x="109969" y="345440"/>
                  </a:lnTo>
                  <a:lnTo>
                    <a:pt x="74358" y="345440"/>
                  </a:lnTo>
                  <a:lnTo>
                    <a:pt x="74358" y="323850"/>
                  </a:lnTo>
                  <a:lnTo>
                    <a:pt x="70408" y="323850"/>
                  </a:lnTo>
                  <a:lnTo>
                    <a:pt x="70408" y="280670"/>
                  </a:lnTo>
                  <a:lnTo>
                    <a:pt x="74358" y="265430"/>
                  </a:lnTo>
                  <a:lnTo>
                    <a:pt x="59334" y="262890"/>
                  </a:lnTo>
                  <a:lnTo>
                    <a:pt x="59334" y="256540"/>
                  </a:lnTo>
                  <a:lnTo>
                    <a:pt x="75946" y="256540"/>
                  </a:lnTo>
                  <a:lnTo>
                    <a:pt x="87807" y="227329"/>
                  </a:lnTo>
                  <a:lnTo>
                    <a:pt x="116699" y="224790"/>
                  </a:lnTo>
                  <a:lnTo>
                    <a:pt x="145661" y="223520"/>
                  </a:lnTo>
                  <a:lnTo>
                    <a:pt x="225016" y="223520"/>
                  </a:lnTo>
                  <a:lnTo>
                    <a:pt x="223888" y="220979"/>
                  </a:lnTo>
                  <a:lnTo>
                    <a:pt x="221513" y="214629"/>
                  </a:lnTo>
                  <a:lnTo>
                    <a:pt x="215176" y="209550"/>
                  </a:lnTo>
                  <a:close/>
                </a:path>
                <a:path w="455930" h="457200">
                  <a:moveTo>
                    <a:pt x="225016" y="223520"/>
                  </a:moveTo>
                  <a:lnTo>
                    <a:pt x="145661" y="223520"/>
                  </a:lnTo>
                  <a:lnTo>
                    <a:pt x="175363" y="224790"/>
                  </a:lnTo>
                  <a:lnTo>
                    <a:pt x="206476" y="227329"/>
                  </a:lnTo>
                  <a:lnTo>
                    <a:pt x="218338" y="256540"/>
                  </a:lnTo>
                  <a:lnTo>
                    <a:pt x="234962" y="256540"/>
                  </a:lnTo>
                  <a:lnTo>
                    <a:pt x="235750" y="262890"/>
                  </a:lnTo>
                  <a:lnTo>
                    <a:pt x="219925" y="265430"/>
                  </a:lnTo>
                  <a:lnTo>
                    <a:pt x="223888" y="280670"/>
                  </a:lnTo>
                  <a:lnTo>
                    <a:pt x="223888" y="323850"/>
                  </a:lnTo>
                  <a:lnTo>
                    <a:pt x="220713" y="323850"/>
                  </a:lnTo>
                  <a:lnTo>
                    <a:pt x="220713" y="345440"/>
                  </a:lnTo>
                  <a:lnTo>
                    <a:pt x="184327" y="345440"/>
                  </a:lnTo>
                  <a:lnTo>
                    <a:pt x="184327" y="358140"/>
                  </a:lnTo>
                  <a:lnTo>
                    <a:pt x="189077" y="361950"/>
                  </a:lnTo>
                  <a:lnTo>
                    <a:pt x="234162" y="361950"/>
                  </a:lnTo>
                  <a:lnTo>
                    <a:pt x="238912" y="358140"/>
                  </a:lnTo>
                  <a:lnTo>
                    <a:pt x="238912" y="336550"/>
                  </a:lnTo>
                  <a:lnTo>
                    <a:pt x="242874" y="336550"/>
                  </a:lnTo>
                  <a:lnTo>
                    <a:pt x="242874" y="279400"/>
                  </a:lnTo>
                  <a:lnTo>
                    <a:pt x="244449" y="278130"/>
                  </a:lnTo>
                  <a:lnTo>
                    <a:pt x="250774" y="278130"/>
                  </a:lnTo>
                  <a:lnTo>
                    <a:pt x="255524" y="271780"/>
                  </a:lnTo>
                  <a:lnTo>
                    <a:pt x="254736" y="265430"/>
                  </a:lnTo>
                  <a:lnTo>
                    <a:pt x="253149" y="250190"/>
                  </a:lnTo>
                  <a:lnTo>
                    <a:pt x="252361" y="245110"/>
                  </a:lnTo>
                  <a:lnTo>
                    <a:pt x="248412" y="240029"/>
                  </a:lnTo>
                  <a:lnTo>
                    <a:pt x="240499" y="240029"/>
                  </a:lnTo>
                  <a:lnTo>
                    <a:pt x="231787" y="238760"/>
                  </a:lnTo>
                  <a:lnTo>
                    <a:pt x="225016" y="223520"/>
                  </a:lnTo>
                  <a:close/>
                </a:path>
                <a:path w="455930" h="457200">
                  <a:moveTo>
                    <a:pt x="397929" y="214629"/>
                  </a:moveTo>
                  <a:lnTo>
                    <a:pt x="395554" y="214629"/>
                  </a:lnTo>
                  <a:lnTo>
                    <a:pt x="392391" y="220979"/>
                  </a:lnTo>
                  <a:lnTo>
                    <a:pt x="381317" y="229870"/>
                  </a:lnTo>
                  <a:lnTo>
                    <a:pt x="382892" y="229870"/>
                  </a:lnTo>
                  <a:lnTo>
                    <a:pt x="394766" y="351790"/>
                  </a:lnTo>
                  <a:lnTo>
                    <a:pt x="410636" y="351790"/>
                  </a:lnTo>
                  <a:lnTo>
                    <a:pt x="397929" y="214629"/>
                  </a:lnTo>
                  <a:close/>
                </a:path>
                <a:path w="455930" h="457200">
                  <a:moveTo>
                    <a:pt x="184327" y="345440"/>
                  </a:moveTo>
                  <a:lnTo>
                    <a:pt x="109969" y="345440"/>
                  </a:lnTo>
                  <a:lnTo>
                    <a:pt x="129258" y="346710"/>
                  </a:lnTo>
                  <a:lnTo>
                    <a:pt x="165474" y="346710"/>
                  </a:lnTo>
                  <a:lnTo>
                    <a:pt x="184327" y="345440"/>
                  </a:lnTo>
                  <a:close/>
                </a:path>
                <a:path w="455930" h="457200">
                  <a:moveTo>
                    <a:pt x="101257" y="327660"/>
                  </a:moveTo>
                  <a:lnTo>
                    <a:pt x="90982" y="327660"/>
                  </a:lnTo>
                  <a:lnTo>
                    <a:pt x="90982" y="345440"/>
                  </a:lnTo>
                  <a:lnTo>
                    <a:pt x="203314" y="345440"/>
                  </a:lnTo>
                  <a:lnTo>
                    <a:pt x="203314" y="328930"/>
                  </a:lnTo>
                  <a:lnTo>
                    <a:pt x="125277" y="328930"/>
                  </a:lnTo>
                  <a:lnTo>
                    <a:pt x="101257" y="327660"/>
                  </a:lnTo>
                  <a:close/>
                </a:path>
                <a:path w="455930" h="457200">
                  <a:moveTo>
                    <a:pt x="203314" y="327660"/>
                  </a:moveTo>
                  <a:lnTo>
                    <a:pt x="193027" y="327660"/>
                  </a:lnTo>
                  <a:lnTo>
                    <a:pt x="169456" y="328930"/>
                  </a:lnTo>
                  <a:lnTo>
                    <a:pt x="203314" y="328930"/>
                  </a:lnTo>
                  <a:lnTo>
                    <a:pt x="203314" y="327660"/>
                  </a:lnTo>
                  <a:close/>
                </a:path>
                <a:path w="455930" h="457200">
                  <a:moveTo>
                    <a:pt x="98882" y="281940"/>
                  </a:moveTo>
                  <a:lnTo>
                    <a:pt x="84645" y="281940"/>
                  </a:lnTo>
                  <a:lnTo>
                    <a:pt x="79108" y="288290"/>
                  </a:lnTo>
                  <a:lnTo>
                    <a:pt x="79108" y="300990"/>
                  </a:lnTo>
                  <a:lnTo>
                    <a:pt x="84645" y="307340"/>
                  </a:lnTo>
                  <a:lnTo>
                    <a:pt x="98882" y="307340"/>
                  </a:lnTo>
                  <a:lnTo>
                    <a:pt x="104419" y="300990"/>
                  </a:lnTo>
                  <a:lnTo>
                    <a:pt x="104419" y="288290"/>
                  </a:lnTo>
                  <a:lnTo>
                    <a:pt x="98882" y="281940"/>
                  </a:lnTo>
                  <a:close/>
                </a:path>
                <a:path w="455930" h="457200">
                  <a:moveTo>
                    <a:pt x="209638" y="281940"/>
                  </a:moveTo>
                  <a:lnTo>
                    <a:pt x="195402" y="281940"/>
                  </a:lnTo>
                  <a:lnTo>
                    <a:pt x="189865" y="288290"/>
                  </a:lnTo>
                  <a:lnTo>
                    <a:pt x="189865" y="300990"/>
                  </a:lnTo>
                  <a:lnTo>
                    <a:pt x="195402" y="307340"/>
                  </a:lnTo>
                  <a:lnTo>
                    <a:pt x="209638" y="307340"/>
                  </a:lnTo>
                  <a:lnTo>
                    <a:pt x="215976" y="300990"/>
                  </a:lnTo>
                  <a:lnTo>
                    <a:pt x="215976" y="288290"/>
                  </a:lnTo>
                  <a:lnTo>
                    <a:pt x="209638" y="281940"/>
                  </a:lnTo>
                  <a:close/>
                </a:path>
                <a:path w="455930" h="457200">
                  <a:moveTo>
                    <a:pt x="202766" y="267970"/>
                  </a:moveTo>
                  <a:lnTo>
                    <a:pt x="152808" y="267970"/>
                  </a:lnTo>
                  <a:lnTo>
                    <a:pt x="189077" y="269240"/>
                  </a:lnTo>
                  <a:lnTo>
                    <a:pt x="203314" y="270510"/>
                  </a:lnTo>
                  <a:lnTo>
                    <a:pt x="202766" y="267970"/>
                  </a:lnTo>
                  <a:close/>
                </a:path>
                <a:path w="455930" h="457200">
                  <a:moveTo>
                    <a:pt x="157738" y="234950"/>
                  </a:moveTo>
                  <a:lnTo>
                    <a:pt x="117513" y="234950"/>
                  </a:lnTo>
                  <a:lnTo>
                    <a:pt x="94932" y="237490"/>
                  </a:lnTo>
                  <a:lnTo>
                    <a:pt x="87020" y="269240"/>
                  </a:lnTo>
                  <a:lnTo>
                    <a:pt x="116764" y="269240"/>
                  </a:lnTo>
                  <a:lnTo>
                    <a:pt x="129743" y="267970"/>
                  </a:lnTo>
                  <a:lnTo>
                    <a:pt x="202766" y="267970"/>
                  </a:lnTo>
                  <a:lnTo>
                    <a:pt x="196189" y="237490"/>
                  </a:lnTo>
                  <a:lnTo>
                    <a:pt x="187490" y="236220"/>
                  </a:lnTo>
                  <a:lnTo>
                    <a:pt x="157738" y="234950"/>
                  </a:lnTo>
                  <a:close/>
                </a:path>
                <a:path w="455930" h="457200">
                  <a:moveTo>
                    <a:pt x="348881" y="138429"/>
                  </a:moveTo>
                  <a:lnTo>
                    <a:pt x="340169" y="138429"/>
                  </a:lnTo>
                  <a:lnTo>
                    <a:pt x="337007" y="139700"/>
                  </a:lnTo>
                  <a:lnTo>
                    <a:pt x="325363" y="143510"/>
                  </a:lnTo>
                  <a:lnTo>
                    <a:pt x="315647" y="151129"/>
                  </a:lnTo>
                  <a:lnTo>
                    <a:pt x="308305" y="161290"/>
                  </a:lnTo>
                  <a:lnTo>
                    <a:pt x="303784" y="171450"/>
                  </a:lnTo>
                  <a:lnTo>
                    <a:pt x="302196" y="180340"/>
                  </a:lnTo>
                  <a:lnTo>
                    <a:pt x="302196" y="184150"/>
                  </a:lnTo>
                  <a:lnTo>
                    <a:pt x="320844" y="220979"/>
                  </a:lnTo>
                  <a:lnTo>
                    <a:pt x="348881" y="229870"/>
                  </a:lnTo>
                  <a:lnTo>
                    <a:pt x="358769" y="228600"/>
                  </a:lnTo>
                  <a:lnTo>
                    <a:pt x="368061" y="226060"/>
                  </a:lnTo>
                  <a:lnTo>
                    <a:pt x="376463" y="220979"/>
                  </a:lnTo>
                  <a:lnTo>
                    <a:pt x="383679" y="214629"/>
                  </a:lnTo>
                  <a:lnTo>
                    <a:pt x="386323" y="210820"/>
                  </a:lnTo>
                  <a:lnTo>
                    <a:pt x="348881" y="210820"/>
                  </a:lnTo>
                  <a:lnTo>
                    <a:pt x="338335" y="208279"/>
                  </a:lnTo>
                  <a:lnTo>
                    <a:pt x="329793" y="203200"/>
                  </a:lnTo>
                  <a:lnTo>
                    <a:pt x="324071" y="194310"/>
                  </a:lnTo>
                  <a:lnTo>
                    <a:pt x="321983" y="184150"/>
                  </a:lnTo>
                  <a:lnTo>
                    <a:pt x="324071" y="173990"/>
                  </a:lnTo>
                  <a:lnTo>
                    <a:pt x="329793" y="165100"/>
                  </a:lnTo>
                  <a:lnTo>
                    <a:pt x="338335" y="158750"/>
                  </a:lnTo>
                  <a:lnTo>
                    <a:pt x="348881" y="157479"/>
                  </a:lnTo>
                  <a:lnTo>
                    <a:pt x="385416" y="157479"/>
                  </a:lnTo>
                  <a:lnTo>
                    <a:pt x="381315" y="151129"/>
                  </a:lnTo>
                  <a:lnTo>
                    <a:pt x="366729" y="140970"/>
                  </a:lnTo>
                  <a:lnTo>
                    <a:pt x="348881" y="138429"/>
                  </a:lnTo>
                  <a:close/>
                </a:path>
                <a:path w="455930" h="457200">
                  <a:moveTo>
                    <a:pt x="385416" y="157479"/>
                  </a:moveTo>
                  <a:lnTo>
                    <a:pt x="348881" y="157479"/>
                  </a:lnTo>
                  <a:lnTo>
                    <a:pt x="359090" y="158750"/>
                  </a:lnTo>
                  <a:lnTo>
                    <a:pt x="367669" y="165100"/>
                  </a:lnTo>
                  <a:lnTo>
                    <a:pt x="373579" y="173990"/>
                  </a:lnTo>
                  <a:lnTo>
                    <a:pt x="375780" y="184150"/>
                  </a:lnTo>
                  <a:lnTo>
                    <a:pt x="373579" y="194310"/>
                  </a:lnTo>
                  <a:lnTo>
                    <a:pt x="367669" y="203200"/>
                  </a:lnTo>
                  <a:lnTo>
                    <a:pt x="359090" y="208279"/>
                  </a:lnTo>
                  <a:lnTo>
                    <a:pt x="348881" y="210820"/>
                  </a:lnTo>
                  <a:lnTo>
                    <a:pt x="386323" y="210820"/>
                  </a:lnTo>
                  <a:lnTo>
                    <a:pt x="388085" y="208279"/>
                  </a:lnTo>
                  <a:lnTo>
                    <a:pt x="391599" y="200660"/>
                  </a:lnTo>
                  <a:lnTo>
                    <a:pt x="393925" y="191770"/>
                  </a:lnTo>
                  <a:lnTo>
                    <a:pt x="394766" y="184150"/>
                  </a:lnTo>
                  <a:lnTo>
                    <a:pt x="391156" y="166370"/>
                  </a:lnTo>
                  <a:lnTo>
                    <a:pt x="385416" y="157479"/>
                  </a:lnTo>
                  <a:close/>
                </a:path>
                <a:path w="455930" h="457200">
                  <a:moveTo>
                    <a:pt x="176233" y="207010"/>
                  </a:moveTo>
                  <a:lnTo>
                    <a:pt x="115834" y="207010"/>
                  </a:lnTo>
                  <a:lnTo>
                    <a:pt x="86233" y="209550"/>
                  </a:lnTo>
                  <a:lnTo>
                    <a:pt x="208064" y="209550"/>
                  </a:lnTo>
                  <a:lnTo>
                    <a:pt x="176233" y="207010"/>
                  </a:lnTo>
                  <a:close/>
                </a:path>
                <a:path w="455930" h="457200">
                  <a:moveTo>
                    <a:pt x="174040" y="157479"/>
                  </a:moveTo>
                  <a:lnTo>
                    <a:pt x="155054" y="170179"/>
                  </a:lnTo>
                  <a:lnTo>
                    <a:pt x="159016" y="176529"/>
                  </a:lnTo>
                  <a:lnTo>
                    <a:pt x="178003" y="163829"/>
                  </a:lnTo>
                  <a:lnTo>
                    <a:pt x="174040" y="157479"/>
                  </a:lnTo>
                  <a:close/>
                </a:path>
                <a:path w="455930" h="457200">
                  <a:moveTo>
                    <a:pt x="276885" y="135890"/>
                  </a:moveTo>
                  <a:lnTo>
                    <a:pt x="272935" y="142240"/>
                  </a:lnTo>
                  <a:lnTo>
                    <a:pt x="268185" y="147320"/>
                  </a:lnTo>
                  <a:lnTo>
                    <a:pt x="261861" y="151129"/>
                  </a:lnTo>
                  <a:lnTo>
                    <a:pt x="294284" y="167640"/>
                  </a:lnTo>
                  <a:lnTo>
                    <a:pt x="296659" y="161290"/>
                  </a:lnTo>
                  <a:lnTo>
                    <a:pt x="299834" y="154940"/>
                  </a:lnTo>
                  <a:lnTo>
                    <a:pt x="303784" y="151129"/>
                  </a:lnTo>
                  <a:lnTo>
                    <a:pt x="276885" y="135890"/>
                  </a:lnTo>
                  <a:close/>
                </a:path>
                <a:path w="455930" h="457200">
                  <a:moveTo>
                    <a:pt x="210439" y="125729"/>
                  </a:moveTo>
                  <a:lnTo>
                    <a:pt x="185915" y="139700"/>
                  </a:lnTo>
                  <a:lnTo>
                    <a:pt x="185915" y="144779"/>
                  </a:lnTo>
                  <a:lnTo>
                    <a:pt x="177203" y="151129"/>
                  </a:lnTo>
                  <a:lnTo>
                    <a:pt x="184327" y="163829"/>
                  </a:lnTo>
                  <a:lnTo>
                    <a:pt x="194614" y="157479"/>
                  </a:lnTo>
                  <a:lnTo>
                    <a:pt x="204322" y="157479"/>
                  </a:lnTo>
                  <a:lnTo>
                    <a:pt x="223088" y="146050"/>
                  </a:lnTo>
                  <a:lnTo>
                    <a:pt x="221513" y="146050"/>
                  </a:lnTo>
                  <a:lnTo>
                    <a:pt x="212013" y="138429"/>
                  </a:lnTo>
                  <a:lnTo>
                    <a:pt x="211226" y="133350"/>
                  </a:lnTo>
                  <a:lnTo>
                    <a:pt x="210439" y="125729"/>
                  </a:lnTo>
                  <a:close/>
                </a:path>
                <a:path w="455930" h="457200">
                  <a:moveTo>
                    <a:pt x="204322" y="157479"/>
                  </a:moveTo>
                  <a:lnTo>
                    <a:pt x="194614" y="157479"/>
                  </a:lnTo>
                  <a:lnTo>
                    <a:pt x="200152" y="160020"/>
                  </a:lnTo>
                  <a:lnTo>
                    <a:pt x="204322" y="157479"/>
                  </a:lnTo>
                  <a:close/>
                </a:path>
                <a:path w="455930" h="457200">
                  <a:moveTo>
                    <a:pt x="253949" y="88900"/>
                  </a:moveTo>
                  <a:lnTo>
                    <a:pt x="246037" y="88900"/>
                  </a:lnTo>
                  <a:lnTo>
                    <a:pt x="235365" y="91439"/>
                  </a:lnTo>
                  <a:lnTo>
                    <a:pt x="226548" y="97789"/>
                  </a:lnTo>
                  <a:lnTo>
                    <a:pt x="220551" y="105410"/>
                  </a:lnTo>
                  <a:lnTo>
                    <a:pt x="218338" y="116839"/>
                  </a:lnTo>
                  <a:lnTo>
                    <a:pt x="220551" y="127000"/>
                  </a:lnTo>
                  <a:lnTo>
                    <a:pt x="226548" y="135890"/>
                  </a:lnTo>
                  <a:lnTo>
                    <a:pt x="235365" y="142240"/>
                  </a:lnTo>
                  <a:lnTo>
                    <a:pt x="246037" y="144779"/>
                  </a:lnTo>
                  <a:lnTo>
                    <a:pt x="249199" y="144779"/>
                  </a:lnTo>
                  <a:lnTo>
                    <a:pt x="258582" y="140970"/>
                  </a:lnTo>
                  <a:lnTo>
                    <a:pt x="266111" y="134620"/>
                  </a:lnTo>
                  <a:lnTo>
                    <a:pt x="271118" y="127000"/>
                  </a:lnTo>
                  <a:lnTo>
                    <a:pt x="271345" y="125729"/>
                  </a:lnTo>
                  <a:lnTo>
                    <a:pt x="241287" y="125729"/>
                  </a:lnTo>
                  <a:lnTo>
                    <a:pt x="237324" y="120650"/>
                  </a:lnTo>
                  <a:lnTo>
                    <a:pt x="237324" y="113029"/>
                  </a:lnTo>
                  <a:lnTo>
                    <a:pt x="241287" y="107950"/>
                  </a:lnTo>
                  <a:lnTo>
                    <a:pt x="271985" y="107950"/>
                  </a:lnTo>
                  <a:lnTo>
                    <a:pt x="270560" y="104139"/>
                  </a:lnTo>
                  <a:lnTo>
                    <a:pt x="266598" y="99060"/>
                  </a:lnTo>
                  <a:lnTo>
                    <a:pt x="261861" y="93979"/>
                  </a:lnTo>
                  <a:lnTo>
                    <a:pt x="253949" y="88900"/>
                  </a:lnTo>
                  <a:close/>
                </a:path>
                <a:path w="455930" h="457200">
                  <a:moveTo>
                    <a:pt x="278472" y="100329"/>
                  </a:moveTo>
                  <a:lnTo>
                    <a:pt x="280847" y="105410"/>
                  </a:lnTo>
                  <a:lnTo>
                    <a:pt x="282422" y="110489"/>
                  </a:lnTo>
                  <a:lnTo>
                    <a:pt x="282422" y="123189"/>
                  </a:lnTo>
                  <a:lnTo>
                    <a:pt x="314071" y="139700"/>
                  </a:lnTo>
                  <a:lnTo>
                    <a:pt x="320395" y="135890"/>
                  </a:lnTo>
                  <a:lnTo>
                    <a:pt x="327520" y="132079"/>
                  </a:lnTo>
                  <a:lnTo>
                    <a:pt x="336219" y="129539"/>
                  </a:lnTo>
                  <a:lnTo>
                    <a:pt x="278472" y="100329"/>
                  </a:lnTo>
                  <a:close/>
                </a:path>
                <a:path w="455930" h="457200">
                  <a:moveTo>
                    <a:pt x="271985" y="107950"/>
                  </a:moveTo>
                  <a:lnTo>
                    <a:pt x="250774" y="107950"/>
                  </a:lnTo>
                  <a:lnTo>
                    <a:pt x="253949" y="113029"/>
                  </a:lnTo>
                  <a:lnTo>
                    <a:pt x="253949" y="120650"/>
                  </a:lnTo>
                  <a:lnTo>
                    <a:pt x="250774" y="125729"/>
                  </a:lnTo>
                  <a:lnTo>
                    <a:pt x="271345" y="125729"/>
                  </a:lnTo>
                  <a:lnTo>
                    <a:pt x="272935" y="116839"/>
                  </a:lnTo>
                  <a:lnTo>
                    <a:pt x="272935" y="110489"/>
                  </a:lnTo>
                  <a:lnTo>
                    <a:pt x="271985" y="1079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5320283" y="3188207"/>
              <a:ext cx="417830" cy="419100"/>
            </a:xfrm>
            <a:custGeom>
              <a:avLst/>
              <a:gdLst/>
              <a:ahLst/>
              <a:cxnLst/>
              <a:rect l="l" t="t" r="r" b="b"/>
              <a:pathLst>
                <a:path w="417829" h="419100">
                  <a:moveTo>
                    <a:pt x="417575" y="0"/>
                  </a:moveTo>
                  <a:lnTo>
                    <a:pt x="0" y="0"/>
                  </a:lnTo>
                  <a:lnTo>
                    <a:pt x="0" y="419100"/>
                  </a:lnTo>
                  <a:lnTo>
                    <a:pt x="417575" y="419100"/>
                  </a:lnTo>
                  <a:lnTo>
                    <a:pt x="417575" y="401828"/>
                  </a:lnTo>
                  <a:lnTo>
                    <a:pt x="17779" y="401828"/>
                  </a:lnTo>
                  <a:lnTo>
                    <a:pt x="17779" y="18414"/>
                  </a:lnTo>
                  <a:lnTo>
                    <a:pt x="417575" y="18414"/>
                  </a:lnTo>
                  <a:lnTo>
                    <a:pt x="417575" y="0"/>
                  </a:lnTo>
                  <a:close/>
                </a:path>
                <a:path w="417829" h="419100">
                  <a:moveTo>
                    <a:pt x="417575" y="18414"/>
                  </a:moveTo>
                  <a:lnTo>
                    <a:pt x="400430" y="18415"/>
                  </a:lnTo>
                  <a:lnTo>
                    <a:pt x="400430" y="401828"/>
                  </a:lnTo>
                  <a:lnTo>
                    <a:pt x="417575" y="401828"/>
                  </a:lnTo>
                  <a:lnTo>
                    <a:pt x="417575" y="18414"/>
                  </a:lnTo>
                  <a:close/>
                </a:path>
                <a:path w="417829" h="419100">
                  <a:moveTo>
                    <a:pt x="281685" y="75946"/>
                  </a:moveTo>
                  <a:lnTo>
                    <a:pt x="135254" y="75946"/>
                  </a:lnTo>
                  <a:lnTo>
                    <a:pt x="131063" y="79502"/>
                  </a:lnTo>
                  <a:lnTo>
                    <a:pt x="58165" y="143637"/>
                  </a:lnTo>
                  <a:lnTo>
                    <a:pt x="43941" y="154940"/>
                  </a:lnTo>
                  <a:lnTo>
                    <a:pt x="55752" y="169164"/>
                  </a:lnTo>
                  <a:lnTo>
                    <a:pt x="195706" y="334264"/>
                  </a:lnTo>
                  <a:lnTo>
                    <a:pt x="209422" y="350266"/>
                  </a:lnTo>
                  <a:lnTo>
                    <a:pt x="222376" y="334264"/>
                  </a:lnTo>
                  <a:lnTo>
                    <a:pt x="251147" y="300355"/>
                  </a:lnTo>
                  <a:lnTo>
                    <a:pt x="208787" y="300355"/>
                  </a:lnTo>
                  <a:lnTo>
                    <a:pt x="208211" y="298577"/>
                  </a:lnTo>
                  <a:lnTo>
                    <a:pt x="189229" y="298577"/>
                  </a:lnTo>
                  <a:lnTo>
                    <a:pt x="77723" y="166751"/>
                  </a:lnTo>
                  <a:lnTo>
                    <a:pt x="364461" y="166751"/>
                  </a:lnTo>
                  <a:lnTo>
                    <a:pt x="374268" y="154940"/>
                  </a:lnTo>
                  <a:lnTo>
                    <a:pt x="366118" y="148463"/>
                  </a:lnTo>
                  <a:lnTo>
                    <a:pt x="79501" y="148463"/>
                  </a:lnTo>
                  <a:lnTo>
                    <a:pt x="134619" y="99695"/>
                  </a:lnTo>
                  <a:lnTo>
                    <a:pt x="152702" y="99695"/>
                  </a:lnTo>
                  <a:lnTo>
                    <a:pt x="151256" y="93218"/>
                  </a:lnTo>
                  <a:lnTo>
                    <a:pt x="302637" y="93218"/>
                  </a:lnTo>
                  <a:lnTo>
                    <a:pt x="287019" y="79502"/>
                  </a:lnTo>
                  <a:lnTo>
                    <a:pt x="281685" y="75946"/>
                  </a:lnTo>
                  <a:close/>
                </a:path>
                <a:path w="417829" h="419100">
                  <a:moveTo>
                    <a:pt x="271017" y="166751"/>
                  </a:moveTo>
                  <a:lnTo>
                    <a:pt x="252729" y="166751"/>
                  </a:lnTo>
                  <a:lnTo>
                    <a:pt x="208787" y="300355"/>
                  </a:lnTo>
                  <a:lnTo>
                    <a:pt x="227710" y="300355"/>
                  </a:lnTo>
                  <a:lnTo>
                    <a:pt x="271017" y="166751"/>
                  </a:lnTo>
                  <a:close/>
                </a:path>
                <a:path w="417829" h="419100">
                  <a:moveTo>
                    <a:pt x="364461" y="166751"/>
                  </a:moveTo>
                  <a:lnTo>
                    <a:pt x="340486" y="166751"/>
                  </a:lnTo>
                  <a:lnTo>
                    <a:pt x="227710" y="300355"/>
                  </a:lnTo>
                  <a:lnTo>
                    <a:pt x="251147" y="300355"/>
                  </a:lnTo>
                  <a:lnTo>
                    <a:pt x="362457" y="169164"/>
                  </a:lnTo>
                  <a:lnTo>
                    <a:pt x="364461" y="166751"/>
                  </a:lnTo>
                  <a:close/>
                </a:path>
                <a:path w="417829" h="419100">
                  <a:moveTo>
                    <a:pt x="165480" y="166751"/>
                  </a:moveTo>
                  <a:lnTo>
                    <a:pt x="146557" y="166751"/>
                  </a:lnTo>
                  <a:lnTo>
                    <a:pt x="189229" y="298577"/>
                  </a:lnTo>
                  <a:lnTo>
                    <a:pt x="208211" y="298577"/>
                  </a:lnTo>
                  <a:lnTo>
                    <a:pt x="165480" y="166751"/>
                  </a:lnTo>
                  <a:close/>
                </a:path>
                <a:path w="417829" h="419100">
                  <a:moveTo>
                    <a:pt x="152702" y="99695"/>
                  </a:moveTo>
                  <a:lnTo>
                    <a:pt x="134619" y="99695"/>
                  </a:lnTo>
                  <a:lnTo>
                    <a:pt x="145922" y="148463"/>
                  </a:lnTo>
                  <a:lnTo>
                    <a:pt x="173227" y="148463"/>
                  </a:lnTo>
                  <a:lnTo>
                    <a:pt x="184808" y="135890"/>
                  </a:lnTo>
                  <a:lnTo>
                    <a:pt x="160781" y="135890"/>
                  </a:lnTo>
                  <a:lnTo>
                    <a:pt x="152702" y="99695"/>
                  </a:lnTo>
                  <a:close/>
                </a:path>
                <a:path w="417829" h="419100">
                  <a:moveTo>
                    <a:pt x="232928" y="109855"/>
                  </a:moveTo>
                  <a:lnTo>
                    <a:pt x="208787" y="109855"/>
                  </a:lnTo>
                  <a:lnTo>
                    <a:pt x="244347" y="148463"/>
                  </a:lnTo>
                  <a:lnTo>
                    <a:pt x="271652" y="148463"/>
                  </a:lnTo>
                  <a:lnTo>
                    <a:pt x="274698" y="135890"/>
                  </a:lnTo>
                  <a:lnTo>
                    <a:pt x="256793" y="135890"/>
                  </a:lnTo>
                  <a:lnTo>
                    <a:pt x="232928" y="109855"/>
                  </a:lnTo>
                  <a:close/>
                </a:path>
                <a:path w="417829" h="419100">
                  <a:moveTo>
                    <a:pt x="310012" y="99695"/>
                  </a:moveTo>
                  <a:lnTo>
                    <a:pt x="283463" y="99695"/>
                  </a:lnTo>
                  <a:lnTo>
                    <a:pt x="338708" y="148463"/>
                  </a:lnTo>
                  <a:lnTo>
                    <a:pt x="366118" y="148463"/>
                  </a:lnTo>
                  <a:lnTo>
                    <a:pt x="360044" y="143637"/>
                  </a:lnTo>
                  <a:lnTo>
                    <a:pt x="310012" y="99695"/>
                  </a:lnTo>
                  <a:close/>
                </a:path>
                <a:path w="417829" h="419100">
                  <a:moveTo>
                    <a:pt x="217677" y="93218"/>
                  </a:moveTo>
                  <a:lnTo>
                    <a:pt x="199897" y="93218"/>
                  </a:lnTo>
                  <a:lnTo>
                    <a:pt x="160781" y="135890"/>
                  </a:lnTo>
                  <a:lnTo>
                    <a:pt x="184808" y="135890"/>
                  </a:lnTo>
                  <a:lnTo>
                    <a:pt x="208787" y="109855"/>
                  </a:lnTo>
                  <a:lnTo>
                    <a:pt x="232928" y="109855"/>
                  </a:lnTo>
                  <a:lnTo>
                    <a:pt x="217677" y="93218"/>
                  </a:lnTo>
                  <a:close/>
                </a:path>
                <a:path w="417829" h="419100">
                  <a:moveTo>
                    <a:pt x="302637" y="93218"/>
                  </a:moveTo>
                  <a:lnTo>
                    <a:pt x="265683" y="93218"/>
                  </a:lnTo>
                  <a:lnTo>
                    <a:pt x="256793" y="135890"/>
                  </a:lnTo>
                  <a:lnTo>
                    <a:pt x="274698" y="135890"/>
                  </a:lnTo>
                  <a:lnTo>
                    <a:pt x="283463" y="99695"/>
                  </a:lnTo>
                  <a:lnTo>
                    <a:pt x="310012" y="99695"/>
                  </a:lnTo>
                  <a:lnTo>
                    <a:pt x="302637" y="932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6458712" y="3185159"/>
              <a:ext cx="417830" cy="419100"/>
            </a:xfrm>
            <a:custGeom>
              <a:avLst/>
              <a:gdLst/>
              <a:ahLst/>
              <a:cxnLst/>
              <a:rect l="l" t="t" r="r" b="b"/>
              <a:pathLst>
                <a:path w="417829" h="419100">
                  <a:moveTo>
                    <a:pt x="417575" y="0"/>
                  </a:moveTo>
                  <a:lnTo>
                    <a:pt x="0" y="0"/>
                  </a:lnTo>
                  <a:lnTo>
                    <a:pt x="0" y="419100"/>
                  </a:lnTo>
                  <a:lnTo>
                    <a:pt x="417575" y="419100"/>
                  </a:lnTo>
                  <a:lnTo>
                    <a:pt x="417575" y="401574"/>
                  </a:lnTo>
                  <a:lnTo>
                    <a:pt x="18160" y="401574"/>
                  </a:lnTo>
                  <a:lnTo>
                    <a:pt x="18160" y="398018"/>
                  </a:lnTo>
                  <a:lnTo>
                    <a:pt x="40157" y="375685"/>
                  </a:lnTo>
                  <a:lnTo>
                    <a:pt x="42599" y="373253"/>
                  </a:lnTo>
                  <a:lnTo>
                    <a:pt x="18160" y="373253"/>
                  </a:lnTo>
                  <a:lnTo>
                    <a:pt x="18160" y="18161"/>
                  </a:lnTo>
                  <a:lnTo>
                    <a:pt x="417575" y="18161"/>
                  </a:lnTo>
                  <a:lnTo>
                    <a:pt x="417575" y="0"/>
                  </a:lnTo>
                  <a:close/>
                </a:path>
                <a:path w="417829" h="419100">
                  <a:moveTo>
                    <a:pt x="386692" y="221234"/>
                  </a:moveTo>
                  <a:lnTo>
                    <a:pt x="362457" y="221234"/>
                  </a:lnTo>
                  <a:lnTo>
                    <a:pt x="365378" y="221869"/>
                  </a:lnTo>
                  <a:lnTo>
                    <a:pt x="366775" y="222631"/>
                  </a:lnTo>
                  <a:lnTo>
                    <a:pt x="368299" y="224790"/>
                  </a:lnTo>
                  <a:lnTo>
                    <a:pt x="374014" y="231394"/>
                  </a:lnTo>
                  <a:lnTo>
                    <a:pt x="368299" y="240157"/>
                  </a:lnTo>
                  <a:lnTo>
                    <a:pt x="367537" y="241554"/>
                  </a:lnTo>
                  <a:lnTo>
                    <a:pt x="363587" y="245074"/>
                  </a:lnTo>
                  <a:lnTo>
                    <a:pt x="336422" y="271399"/>
                  </a:lnTo>
                  <a:lnTo>
                    <a:pt x="297529" y="309514"/>
                  </a:lnTo>
                  <a:lnTo>
                    <a:pt x="282059" y="324923"/>
                  </a:lnTo>
                  <a:lnTo>
                    <a:pt x="273303" y="334010"/>
                  </a:lnTo>
                  <a:lnTo>
                    <a:pt x="272541" y="334010"/>
                  </a:lnTo>
                  <a:lnTo>
                    <a:pt x="268676" y="338197"/>
                  </a:lnTo>
                  <a:lnTo>
                    <a:pt x="263239" y="342455"/>
                  </a:lnTo>
                  <a:lnTo>
                    <a:pt x="255754" y="345761"/>
                  </a:lnTo>
                  <a:lnTo>
                    <a:pt x="245744" y="347091"/>
                  </a:lnTo>
                  <a:lnTo>
                    <a:pt x="163829" y="347091"/>
                  </a:lnTo>
                  <a:lnTo>
                    <a:pt x="108711" y="401574"/>
                  </a:lnTo>
                  <a:lnTo>
                    <a:pt x="134111" y="401574"/>
                  </a:lnTo>
                  <a:lnTo>
                    <a:pt x="171068" y="365252"/>
                  </a:lnTo>
                  <a:lnTo>
                    <a:pt x="245744" y="365252"/>
                  </a:lnTo>
                  <a:lnTo>
                    <a:pt x="260637" y="363116"/>
                  </a:lnTo>
                  <a:lnTo>
                    <a:pt x="271922" y="357981"/>
                  </a:lnTo>
                  <a:lnTo>
                    <a:pt x="280088" y="351750"/>
                  </a:lnTo>
                  <a:lnTo>
                    <a:pt x="285622" y="346329"/>
                  </a:lnTo>
                  <a:lnTo>
                    <a:pt x="286384" y="346329"/>
                  </a:lnTo>
                  <a:lnTo>
                    <a:pt x="294905" y="337468"/>
                  </a:lnTo>
                  <a:lnTo>
                    <a:pt x="310546" y="321929"/>
                  </a:lnTo>
                  <a:lnTo>
                    <a:pt x="329854" y="303127"/>
                  </a:lnTo>
                  <a:lnTo>
                    <a:pt x="349376" y="284480"/>
                  </a:lnTo>
                  <a:lnTo>
                    <a:pt x="360265" y="273268"/>
                  </a:lnTo>
                  <a:lnTo>
                    <a:pt x="369522" y="264033"/>
                  </a:lnTo>
                  <a:lnTo>
                    <a:pt x="376326" y="257369"/>
                  </a:lnTo>
                  <a:lnTo>
                    <a:pt x="379856" y="253873"/>
                  </a:lnTo>
                  <a:lnTo>
                    <a:pt x="385314" y="246183"/>
                  </a:lnTo>
                  <a:lnTo>
                    <a:pt x="388651" y="235981"/>
                  </a:lnTo>
                  <a:lnTo>
                    <a:pt x="388350" y="225552"/>
                  </a:lnTo>
                  <a:lnTo>
                    <a:pt x="388244" y="224407"/>
                  </a:lnTo>
                  <a:lnTo>
                    <a:pt x="386692" y="221234"/>
                  </a:lnTo>
                  <a:close/>
                </a:path>
                <a:path w="417829" h="419100">
                  <a:moveTo>
                    <a:pt x="417575" y="18161"/>
                  </a:moveTo>
                  <a:lnTo>
                    <a:pt x="399414" y="18161"/>
                  </a:lnTo>
                  <a:lnTo>
                    <a:pt x="399414" y="401574"/>
                  </a:lnTo>
                  <a:lnTo>
                    <a:pt x="417575" y="401574"/>
                  </a:lnTo>
                  <a:lnTo>
                    <a:pt x="417575" y="18161"/>
                  </a:lnTo>
                  <a:close/>
                </a:path>
                <a:path w="417829" h="419100">
                  <a:moveTo>
                    <a:pt x="240883" y="257998"/>
                  </a:moveTo>
                  <a:lnTo>
                    <a:pt x="232663" y="258318"/>
                  </a:lnTo>
                  <a:lnTo>
                    <a:pt x="131952" y="258318"/>
                  </a:lnTo>
                  <a:lnTo>
                    <a:pt x="126872" y="263398"/>
                  </a:lnTo>
                  <a:lnTo>
                    <a:pt x="121792" y="269240"/>
                  </a:lnTo>
                  <a:lnTo>
                    <a:pt x="18160" y="373253"/>
                  </a:lnTo>
                  <a:lnTo>
                    <a:pt x="42599" y="373253"/>
                  </a:lnTo>
                  <a:lnTo>
                    <a:pt x="134873" y="281559"/>
                  </a:lnTo>
                  <a:lnTo>
                    <a:pt x="139191" y="276479"/>
                  </a:lnTo>
                  <a:lnTo>
                    <a:pt x="139953" y="275717"/>
                  </a:lnTo>
                  <a:lnTo>
                    <a:pt x="234822" y="275717"/>
                  </a:lnTo>
                  <a:lnTo>
                    <a:pt x="246506" y="274320"/>
                  </a:lnTo>
                  <a:lnTo>
                    <a:pt x="266913" y="274320"/>
                  </a:lnTo>
                  <a:lnTo>
                    <a:pt x="266064" y="272161"/>
                  </a:lnTo>
                  <a:lnTo>
                    <a:pt x="259131" y="264265"/>
                  </a:lnTo>
                  <a:lnTo>
                    <a:pt x="250221" y="259762"/>
                  </a:lnTo>
                  <a:lnTo>
                    <a:pt x="240883" y="257998"/>
                  </a:lnTo>
                  <a:close/>
                </a:path>
                <a:path w="417829" h="419100">
                  <a:moveTo>
                    <a:pt x="234187" y="298323"/>
                  </a:moveTo>
                  <a:lnTo>
                    <a:pt x="152907" y="298323"/>
                  </a:lnTo>
                  <a:lnTo>
                    <a:pt x="152907" y="316484"/>
                  </a:lnTo>
                  <a:lnTo>
                    <a:pt x="247903" y="316484"/>
                  </a:lnTo>
                  <a:lnTo>
                    <a:pt x="250824" y="315722"/>
                  </a:lnTo>
                  <a:lnTo>
                    <a:pt x="253745" y="314325"/>
                  </a:lnTo>
                  <a:lnTo>
                    <a:pt x="261213" y="311255"/>
                  </a:lnTo>
                  <a:lnTo>
                    <a:pt x="269573" y="306149"/>
                  </a:lnTo>
                  <a:lnTo>
                    <a:pt x="278299" y="299085"/>
                  </a:lnTo>
                  <a:lnTo>
                    <a:pt x="235584" y="299085"/>
                  </a:lnTo>
                  <a:lnTo>
                    <a:pt x="234187" y="298323"/>
                  </a:lnTo>
                  <a:close/>
                </a:path>
                <a:path w="417829" h="419100">
                  <a:moveTo>
                    <a:pt x="266913" y="274320"/>
                  </a:moveTo>
                  <a:lnTo>
                    <a:pt x="246506" y="274320"/>
                  </a:lnTo>
                  <a:lnTo>
                    <a:pt x="250062" y="280797"/>
                  </a:lnTo>
                  <a:lnTo>
                    <a:pt x="252221" y="284480"/>
                  </a:lnTo>
                  <a:lnTo>
                    <a:pt x="251623" y="290701"/>
                  </a:lnTo>
                  <a:lnTo>
                    <a:pt x="242188" y="299085"/>
                  </a:lnTo>
                  <a:lnTo>
                    <a:pt x="278299" y="299085"/>
                  </a:lnTo>
                  <a:lnTo>
                    <a:pt x="278909" y="298590"/>
                  </a:lnTo>
                  <a:lnTo>
                    <a:pt x="289305" y="288163"/>
                  </a:lnTo>
                  <a:lnTo>
                    <a:pt x="294011" y="283083"/>
                  </a:lnTo>
                  <a:lnTo>
                    <a:pt x="268985" y="283083"/>
                  </a:lnTo>
                  <a:lnTo>
                    <a:pt x="267461" y="275717"/>
                  </a:lnTo>
                  <a:lnTo>
                    <a:pt x="266913" y="274320"/>
                  </a:lnTo>
                  <a:close/>
                </a:path>
                <a:path w="417829" h="419100">
                  <a:moveTo>
                    <a:pt x="363981" y="203708"/>
                  </a:moveTo>
                  <a:lnTo>
                    <a:pt x="337057" y="214630"/>
                  </a:lnTo>
                  <a:lnTo>
                    <a:pt x="326624" y="224407"/>
                  </a:lnTo>
                  <a:lnTo>
                    <a:pt x="311784" y="238648"/>
                  </a:lnTo>
                  <a:lnTo>
                    <a:pt x="294374" y="256153"/>
                  </a:lnTo>
                  <a:lnTo>
                    <a:pt x="276224" y="275717"/>
                  </a:lnTo>
                  <a:lnTo>
                    <a:pt x="271144" y="280797"/>
                  </a:lnTo>
                  <a:lnTo>
                    <a:pt x="268985" y="283083"/>
                  </a:lnTo>
                  <a:lnTo>
                    <a:pt x="294011" y="283083"/>
                  </a:lnTo>
                  <a:lnTo>
                    <a:pt x="307336" y="268698"/>
                  </a:lnTo>
                  <a:lnTo>
                    <a:pt x="324484" y="251412"/>
                  </a:lnTo>
                  <a:lnTo>
                    <a:pt x="339062" y="237388"/>
                  </a:lnTo>
                  <a:lnTo>
                    <a:pt x="351662" y="225552"/>
                  </a:lnTo>
                  <a:lnTo>
                    <a:pt x="353821" y="223393"/>
                  </a:lnTo>
                  <a:lnTo>
                    <a:pt x="358901" y="221234"/>
                  </a:lnTo>
                  <a:lnTo>
                    <a:pt x="386692" y="221234"/>
                  </a:lnTo>
                  <a:lnTo>
                    <a:pt x="382777" y="213233"/>
                  </a:lnTo>
                  <a:lnTo>
                    <a:pt x="377697" y="207391"/>
                  </a:lnTo>
                  <a:lnTo>
                    <a:pt x="371220" y="204470"/>
                  </a:lnTo>
                  <a:lnTo>
                    <a:pt x="363981" y="203708"/>
                  </a:lnTo>
                  <a:close/>
                </a:path>
                <a:path w="417829" h="419100">
                  <a:moveTo>
                    <a:pt x="300100" y="81534"/>
                  </a:moveTo>
                  <a:lnTo>
                    <a:pt x="105790" y="81534"/>
                  </a:lnTo>
                  <a:lnTo>
                    <a:pt x="105790" y="218313"/>
                  </a:lnTo>
                  <a:lnTo>
                    <a:pt x="300100" y="218313"/>
                  </a:lnTo>
                  <a:lnTo>
                    <a:pt x="300100" y="200152"/>
                  </a:lnTo>
                  <a:lnTo>
                    <a:pt x="123951" y="200152"/>
                  </a:lnTo>
                  <a:lnTo>
                    <a:pt x="123951" y="138938"/>
                  </a:lnTo>
                  <a:lnTo>
                    <a:pt x="187919" y="138938"/>
                  </a:lnTo>
                  <a:lnTo>
                    <a:pt x="123951" y="120015"/>
                  </a:lnTo>
                  <a:lnTo>
                    <a:pt x="123951" y="98933"/>
                  </a:lnTo>
                  <a:lnTo>
                    <a:pt x="300100" y="98933"/>
                  </a:lnTo>
                  <a:lnTo>
                    <a:pt x="300100" y="81534"/>
                  </a:lnTo>
                  <a:close/>
                </a:path>
                <a:path w="417829" h="419100">
                  <a:moveTo>
                    <a:pt x="300100" y="138938"/>
                  </a:moveTo>
                  <a:lnTo>
                    <a:pt x="282066" y="138938"/>
                  </a:lnTo>
                  <a:lnTo>
                    <a:pt x="282066" y="200152"/>
                  </a:lnTo>
                  <a:lnTo>
                    <a:pt x="300100" y="200152"/>
                  </a:lnTo>
                  <a:lnTo>
                    <a:pt x="300100" y="138938"/>
                  </a:lnTo>
                  <a:close/>
                </a:path>
                <a:path w="417829" h="419100">
                  <a:moveTo>
                    <a:pt x="187919" y="138938"/>
                  </a:moveTo>
                  <a:lnTo>
                    <a:pt x="123951" y="138938"/>
                  </a:lnTo>
                  <a:lnTo>
                    <a:pt x="202945" y="161544"/>
                  </a:lnTo>
                  <a:lnTo>
                    <a:pt x="266509" y="143383"/>
                  </a:lnTo>
                  <a:lnTo>
                    <a:pt x="202945" y="143383"/>
                  </a:lnTo>
                  <a:lnTo>
                    <a:pt x="187919" y="138938"/>
                  </a:lnTo>
                  <a:close/>
                </a:path>
                <a:path w="417829" h="419100">
                  <a:moveTo>
                    <a:pt x="300100" y="98933"/>
                  </a:moveTo>
                  <a:lnTo>
                    <a:pt x="282066" y="98933"/>
                  </a:lnTo>
                  <a:lnTo>
                    <a:pt x="282066" y="120015"/>
                  </a:lnTo>
                  <a:lnTo>
                    <a:pt x="202945" y="143383"/>
                  </a:lnTo>
                  <a:lnTo>
                    <a:pt x="266509" y="143383"/>
                  </a:lnTo>
                  <a:lnTo>
                    <a:pt x="282066" y="138938"/>
                  </a:lnTo>
                  <a:lnTo>
                    <a:pt x="300100" y="138938"/>
                  </a:lnTo>
                  <a:lnTo>
                    <a:pt x="300100" y="98933"/>
                  </a:lnTo>
                  <a:close/>
                </a:path>
                <a:path w="417829" h="419100">
                  <a:moveTo>
                    <a:pt x="250062" y="53086"/>
                  </a:moveTo>
                  <a:lnTo>
                    <a:pt x="155828" y="53086"/>
                  </a:lnTo>
                  <a:lnTo>
                    <a:pt x="151510" y="57531"/>
                  </a:lnTo>
                  <a:lnTo>
                    <a:pt x="151510" y="81534"/>
                  </a:lnTo>
                  <a:lnTo>
                    <a:pt x="169671" y="81534"/>
                  </a:lnTo>
                  <a:lnTo>
                    <a:pt x="169671" y="71247"/>
                  </a:lnTo>
                  <a:lnTo>
                    <a:pt x="254507" y="71247"/>
                  </a:lnTo>
                  <a:lnTo>
                    <a:pt x="254507" y="57531"/>
                  </a:lnTo>
                  <a:lnTo>
                    <a:pt x="250062" y="53086"/>
                  </a:lnTo>
                  <a:close/>
                </a:path>
                <a:path w="417829" h="419100">
                  <a:moveTo>
                    <a:pt x="254507" y="71247"/>
                  </a:moveTo>
                  <a:lnTo>
                    <a:pt x="236346" y="71247"/>
                  </a:lnTo>
                  <a:lnTo>
                    <a:pt x="236346" y="81534"/>
                  </a:lnTo>
                  <a:lnTo>
                    <a:pt x="254507" y="81534"/>
                  </a:lnTo>
                  <a:lnTo>
                    <a:pt x="254507" y="71247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/>
          <p:cNvSpPr txBox="1"/>
          <p:nvPr/>
        </p:nvSpPr>
        <p:spPr>
          <a:xfrm>
            <a:off x="8135493" y="4593717"/>
            <a:ext cx="2485390" cy="62103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 marR="5080">
              <a:lnSpc>
                <a:spcPct val="90300"/>
              </a:lnSpc>
              <a:spcBef>
                <a:spcPts val="240"/>
              </a:spcBef>
            </a:pPr>
            <a:r>
              <a:rPr dirty="0" sz="1200" b="1">
                <a:solidFill>
                  <a:srgbClr val="A21F1F"/>
                </a:solidFill>
                <a:latin typeface="Arial"/>
                <a:cs typeface="Arial"/>
              </a:rPr>
              <a:t>Seamlessly</a:t>
            </a:r>
            <a:r>
              <a:rPr dirty="0" sz="1200" spc="-6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A21F1F"/>
                </a:solidFill>
                <a:latin typeface="Arial"/>
                <a:cs typeface="Arial"/>
              </a:rPr>
              <a:t>integrated</a:t>
            </a:r>
            <a:r>
              <a:rPr dirty="0" sz="1200" spc="-4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A21F1F"/>
                </a:solidFill>
                <a:latin typeface="Arial"/>
                <a:cs typeface="Arial"/>
              </a:rPr>
              <a:t>offerings </a:t>
            </a:r>
            <a:r>
              <a:rPr dirty="0" sz="1000">
                <a:latin typeface="Arial"/>
                <a:cs typeface="Arial"/>
              </a:rPr>
              <a:t>Uber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integrates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multi-</a:t>
            </a:r>
            <a:r>
              <a:rPr dirty="0" sz="1000">
                <a:latin typeface="Arial"/>
                <a:cs typeface="Arial"/>
              </a:rPr>
              <a:t>modal</a:t>
            </a:r>
            <a:r>
              <a:rPr dirty="0" sz="1000" spc="-4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mobility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options </a:t>
            </a:r>
            <a:r>
              <a:rPr dirty="0" sz="1000">
                <a:latin typeface="Arial"/>
                <a:cs typeface="Arial"/>
              </a:rPr>
              <a:t>with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related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services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such</a:t>
            </a:r>
            <a:r>
              <a:rPr dirty="0" sz="1000" spc="-4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as</a:t>
            </a:r>
            <a:r>
              <a:rPr dirty="0" sz="1000" spc="-3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food</a:t>
            </a:r>
            <a:r>
              <a:rPr dirty="0" sz="1000" spc="-4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delivery, </a:t>
            </a:r>
            <a:r>
              <a:rPr dirty="0" sz="1000">
                <a:latin typeface="Arial"/>
                <a:cs typeface="Arial"/>
              </a:rPr>
              <a:t>health</a:t>
            </a:r>
            <a:r>
              <a:rPr dirty="0" sz="1000" spc="-3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or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transit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on</a:t>
            </a:r>
            <a:r>
              <a:rPr dirty="0" sz="1000" spc="-3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one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platform</a:t>
            </a:r>
            <a:endParaRPr sz="10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069963" y="5516067"/>
            <a:ext cx="3232785" cy="621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385"/>
              </a:lnSpc>
              <a:spcBef>
                <a:spcPts val="100"/>
              </a:spcBef>
            </a:pPr>
            <a:r>
              <a:rPr dirty="0" sz="1200" b="1">
                <a:solidFill>
                  <a:srgbClr val="791717"/>
                </a:solidFill>
                <a:latin typeface="Arial"/>
                <a:cs typeface="Arial"/>
              </a:rPr>
              <a:t>Full</a:t>
            </a:r>
            <a:r>
              <a:rPr dirty="0" sz="1200" spc="-10" b="1">
                <a:solidFill>
                  <a:srgbClr val="791717"/>
                </a:solidFill>
                <a:latin typeface="Arial"/>
                <a:cs typeface="Arial"/>
              </a:rPr>
              <a:t> flexibility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ts val="1080"/>
              </a:lnSpc>
              <a:spcBef>
                <a:spcPts val="80"/>
              </a:spcBef>
            </a:pPr>
            <a:r>
              <a:rPr dirty="0" sz="1000">
                <a:latin typeface="Arial"/>
                <a:cs typeface="Arial"/>
              </a:rPr>
              <a:t>Sixt</a:t>
            </a:r>
            <a:r>
              <a:rPr dirty="0" sz="1000" spc="-4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offers</a:t>
            </a:r>
            <a:r>
              <a:rPr dirty="0" sz="1000" spc="-5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various</a:t>
            </a:r>
            <a:r>
              <a:rPr dirty="0" sz="1000" spc="-3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vehicle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ownership</a:t>
            </a:r>
            <a:r>
              <a:rPr dirty="0" sz="1000" spc="-3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models</a:t>
            </a:r>
            <a:r>
              <a:rPr dirty="0" sz="1000" spc="-6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(renting, </a:t>
            </a:r>
            <a:r>
              <a:rPr dirty="0" sz="1000">
                <a:latin typeface="Arial"/>
                <a:cs typeface="Arial"/>
              </a:rPr>
              <a:t>subscription,</a:t>
            </a:r>
            <a:r>
              <a:rPr dirty="0" sz="1000" spc="-4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sharing)</a:t>
            </a:r>
            <a:r>
              <a:rPr dirty="0" sz="1000" spc="-4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with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flexible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run</a:t>
            </a:r>
            <a:r>
              <a:rPr dirty="0" sz="1000" spc="-5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times</a:t>
            </a:r>
            <a:r>
              <a:rPr dirty="0" sz="1000" spc="-4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and</a:t>
            </a:r>
            <a:r>
              <a:rPr dirty="0" sz="1000" spc="-4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payment </a:t>
            </a:r>
            <a:r>
              <a:rPr dirty="0" sz="1000">
                <a:latin typeface="Arial"/>
                <a:cs typeface="Arial"/>
              </a:rPr>
              <a:t>schemes</a:t>
            </a:r>
            <a:r>
              <a:rPr dirty="0" sz="1000" spc="-4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in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one</a:t>
            </a:r>
            <a:r>
              <a:rPr dirty="0" sz="1000" spc="-25">
                <a:latin typeface="Arial"/>
                <a:cs typeface="Arial"/>
              </a:rPr>
              <a:t> app</a:t>
            </a:r>
            <a:endParaRPr sz="10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335405" y="3667125"/>
            <a:ext cx="1889760" cy="621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ts val="1385"/>
              </a:lnSpc>
              <a:spcBef>
                <a:spcPts val="100"/>
              </a:spcBef>
            </a:pPr>
            <a:r>
              <a:rPr dirty="0" sz="1200" b="1">
                <a:solidFill>
                  <a:srgbClr val="7C7C7C"/>
                </a:solidFill>
                <a:latin typeface="Arial"/>
                <a:cs typeface="Arial"/>
              </a:rPr>
              <a:t>Proactive</a:t>
            </a:r>
            <a:r>
              <a:rPr dirty="0" sz="1200" spc="-55" b="1">
                <a:solidFill>
                  <a:srgbClr val="7C7C7C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7C7C7C"/>
                </a:solidFill>
                <a:latin typeface="Arial"/>
                <a:cs typeface="Arial"/>
              </a:rPr>
              <a:t>offerings</a:t>
            </a: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ts val="1080"/>
              </a:lnSpc>
              <a:spcBef>
                <a:spcPts val="80"/>
              </a:spcBef>
            </a:pPr>
            <a:r>
              <a:rPr dirty="0" sz="1000">
                <a:latin typeface="Arial"/>
                <a:cs typeface="Arial"/>
              </a:rPr>
              <a:t>BMW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7</a:t>
            </a:r>
            <a:r>
              <a:rPr dirty="0" sz="1000" spc="-3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Series</a:t>
            </a:r>
            <a:r>
              <a:rPr dirty="0" sz="1000" spc="-3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actively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welcomes </a:t>
            </a:r>
            <a:r>
              <a:rPr dirty="0" sz="1000">
                <a:latin typeface="Arial"/>
                <a:cs typeface="Arial"/>
              </a:rPr>
              <a:t>riders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into</a:t>
            </a:r>
            <a:r>
              <a:rPr dirty="0" sz="1000" spc="-3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the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car</a:t>
            </a:r>
            <a:r>
              <a:rPr dirty="0" sz="1000" spc="-3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by</a:t>
            </a:r>
            <a:r>
              <a:rPr dirty="0" sz="1000" spc="-3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extending</a:t>
            </a:r>
            <a:r>
              <a:rPr dirty="0" sz="1000" spc="-40">
                <a:latin typeface="Arial"/>
                <a:cs typeface="Arial"/>
              </a:rPr>
              <a:t> </a:t>
            </a:r>
            <a:r>
              <a:rPr dirty="0" sz="1000" spc="-50">
                <a:latin typeface="Arial"/>
                <a:cs typeface="Arial"/>
              </a:rPr>
              <a:t>a </a:t>
            </a:r>
            <a:r>
              <a:rPr dirty="0" sz="1000">
                <a:latin typeface="Arial"/>
                <a:cs typeface="Arial"/>
              </a:rPr>
              <a:t>carpet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made</a:t>
            </a:r>
            <a:r>
              <a:rPr dirty="0" sz="1000" spc="-3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of</a:t>
            </a:r>
            <a:r>
              <a:rPr dirty="0" sz="1000" spc="-10">
                <a:latin typeface="Arial"/>
                <a:cs typeface="Arial"/>
              </a:rPr>
              <a:t> light</a:t>
            </a:r>
            <a:endParaRPr sz="10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345438" y="5584647"/>
            <a:ext cx="3862070" cy="483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385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Trading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scarcity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ts val="1080"/>
              </a:lnSpc>
              <a:spcBef>
                <a:spcPts val="80"/>
              </a:spcBef>
            </a:pPr>
            <a:r>
              <a:rPr dirty="0" sz="1000" spc="-10">
                <a:latin typeface="Arial"/>
                <a:cs typeface="Arial"/>
              </a:rPr>
              <a:t>Lamborghini</a:t>
            </a:r>
            <a:r>
              <a:rPr dirty="0" sz="1000" spc="-4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has</a:t>
            </a:r>
            <a:r>
              <a:rPr dirty="0" sz="1000" spc="-3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created</a:t>
            </a:r>
            <a:r>
              <a:rPr dirty="0" sz="1000" spc="-3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only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5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digital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NFT’s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based</a:t>
            </a:r>
            <a:r>
              <a:rPr dirty="0" sz="1000" spc="-4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on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physical</a:t>
            </a:r>
            <a:r>
              <a:rPr dirty="0" sz="1000" spc="10">
                <a:latin typeface="Arial"/>
                <a:cs typeface="Arial"/>
              </a:rPr>
              <a:t> </a:t>
            </a:r>
            <a:r>
              <a:rPr dirty="0" sz="1000" spc="-20">
                <a:latin typeface="Arial"/>
                <a:cs typeface="Arial"/>
              </a:rPr>
              <a:t>keys </a:t>
            </a:r>
            <a:r>
              <a:rPr dirty="0" sz="1000">
                <a:latin typeface="Arial"/>
                <a:cs typeface="Arial"/>
              </a:rPr>
              <a:t>made</a:t>
            </a:r>
            <a:r>
              <a:rPr dirty="0" sz="1000" spc="-3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from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carbon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fiber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from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the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international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space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station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609600" y="375208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90144" y="130429"/>
                </a:moveTo>
                <a:lnTo>
                  <a:pt x="371030" y="130429"/>
                </a:lnTo>
                <a:lnTo>
                  <a:pt x="371030" y="149606"/>
                </a:lnTo>
                <a:lnTo>
                  <a:pt x="371005" y="188468"/>
                </a:lnTo>
                <a:lnTo>
                  <a:pt x="349643" y="188468"/>
                </a:lnTo>
                <a:lnTo>
                  <a:pt x="349643" y="207645"/>
                </a:lnTo>
                <a:lnTo>
                  <a:pt x="349643" y="397002"/>
                </a:lnTo>
                <a:lnTo>
                  <a:pt x="235800" y="397002"/>
                </a:lnTo>
                <a:lnTo>
                  <a:pt x="235800" y="207645"/>
                </a:lnTo>
                <a:lnTo>
                  <a:pt x="349643" y="207645"/>
                </a:lnTo>
                <a:lnTo>
                  <a:pt x="349643" y="188468"/>
                </a:lnTo>
                <a:lnTo>
                  <a:pt x="235800" y="188468"/>
                </a:lnTo>
                <a:lnTo>
                  <a:pt x="235800" y="149606"/>
                </a:lnTo>
                <a:lnTo>
                  <a:pt x="371030" y="149606"/>
                </a:lnTo>
                <a:lnTo>
                  <a:pt x="371030" y="130429"/>
                </a:lnTo>
                <a:lnTo>
                  <a:pt x="264388" y="130429"/>
                </a:lnTo>
                <a:lnTo>
                  <a:pt x="275983" y="124206"/>
                </a:lnTo>
                <a:lnTo>
                  <a:pt x="280720" y="121666"/>
                </a:lnTo>
                <a:lnTo>
                  <a:pt x="284581" y="119595"/>
                </a:lnTo>
                <a:lnTo>
                  <a:pt x="296900" y="111937"/>
                </a:lnTo>
                <a:lnTo>
                  <a:pt x="318782" y="75996"/>
                </a:lnTo>
                <a:lnTo>
                  <a:pt x="318757" y="67475"/>
                </a:lnTo>
                <a:lnTo>
                  <a:pt x="300964" y="40741"/>
                </a:lnTo>
                <a:lnTo>
                  <a:pt x="300964" y="69088"/>
                </a:lnTo>
                <a:lnTo>
                  <a:pt x="300482" y="73393"/>
                </a:lnTo>
                <a:lnTo>
                  <a:pt x="300380" y="74485"/>
                </a:lnTo>
                <a:lnTo>
                  <a:pt x="299885" y="80518"/>
                </a:lnTo>
                <a:lnTo>
                  <a:pt x="297116" y="86741"/>
                </a:lnTo>
                <a:lnTo>
                  <a:pt x="256235" y="113436"/>
                </a:lnTo>
                <a:lnTo>
                  <a:pt x="239382" y="121666"/>
                </a:lnTo>
                <a:lnTo>
                  <a:pt x="244030" y="109982"/>
                </a:lnTo>
                <a:lnTo>
                  <a:pt x="246253" y="104394"/>
                </a:lnTo>
                <a:lnTo>
                  <a:pt x="265442" y="66294"/>
                </a:lnTo>
                <a:lnTo>
                  <a:pt x="284264" y="56692"/>
                </a:lnTo>
                <a:lnTo>
                  <a:pt x="289115" y="56692"/>
                </a:lnTo>
                <a:lnTo>
                  <a:pt x="292849" y="58039"/>
                </a:lnTo>
                <a:lnTo>
                  <a:pt x="295770" y="60833"/>
                </a:lnTo>
                <a:lnTo>
                  <a:pt x="299250" y="64262"/>
                </a:lnTo>
                <a:lnTo>
                  <a:pt x="300964" y="69088"/>
                </a:lnTo>
                <a:lnTo>
                  <a:pt x="300964" y="40741"/>
                </a:lnTo>
                <a:lnTo>
                  <a:pt x="293712" y="37973"/>
                </a:lnTo>
                <a:lnTo>
                  <a:pt x="285089" y="38100"/>
                </a:lnTo>
                <a:lnTo>
                  <a:pt x="275666" y="39281"/>
                </a:lnTo>
                <a:lnTo>
                  <a:pt x="244284" y="64262"/>
                </a:lnTo>
                <a:lnTo>
                  <a:pt x="227215" y="101473"/>
                </a:lnTo>
                <a:lnTo>
                  <a:pt x="223824" y="109982"/>
                </a:lnTo>
                <a:lnTo>
                  <a:pt x="221449" y="104394"/>
                </a:lnTo>
                <a:lnTo>
                  <a:pt x="216700" y="94005"/>
                </a:lnTo>
                <a:lnTo>
                  <a:pt x="216700" y="149606"/>
                </a:lnTo>
                <a:lnTo>
                  <a:pt x="216700" y="188468"/>
                </a:lnTo>
                <a:lnTo>
                  <a:pt x="216700" y="207645"/>
                </a:lnTo>
                <a:lnTo>
                  <a:pt x="216700" y="397002"/>
                </a:lnTo>
                <a:lnTo>
                  <a:pt x="98615" y="397002"/>
                </a:lnTo>
                <a:lnTo>
                  <a:pt x="98615" y="207645"/>
                </a:lnTo>
                <a:lnTo>
                  <a:pt x="216700" y="207645"/>
                </a:lnTo>
                <a:lnTo>
                  <a:pt x="216700" y="188468"/>
                </a:lnTo>
                <a:lnTo>
                  <a:pt x="80073" y="188468"/>
                </a:lnTo>
                <a:lnTo>
                  <a:pt x="80073" y="149606"/>
                </a:lnTo>
                <a:lnTo>
                  <a:pt x="216700" y="149606"/>
                </a:lnTo>
                <a:lnTo>
                  <a:pt x="216700" y="94005"/>
                </a:lnTo>
                <a:lnTo>
                  <a:pt x="211836" y="83362"/>
                </a:lnTo>
                <a:lnTo>
                  <a:pt x="209308" y="78765"/>
                </a:lnTo>
                <a:lnTo>
                  <a:pt x="209308" y="124206"/>
                </a:lnTo>
                <a:lnTo>
                  <a:pt x="204711" y="122682"/>
                </a:lnTo>
                <a:lnTo>
                  <a:pt x="167182" y="108508"/>
                </a:lnTo>
                <a:lnTo>
                  <a:pt x="152260" y="91440"/>
                </a:lnTo>
                <a:lnTo>
                  <a:pt x="152196" y="90551"/>
                </a:lnTo>
                <a:lnTo>
                  <a:pt x="169240" y="69723"/>
                </a:lnTo>
                <a:lnTo>
                  <a:pt x="176085" y="69723"/>
                </a:lnTo>
                <a:lnTo>
                  <a:pt x="204050" y="111506"/>
                </a:lnTo>
                <a:lnTo>
                  <a:pt x="209308" y="124206"/>
                </a:lnTo>
                <a:lnTo>
                  <a:pt x="209308" y="78765"/>
                </a:lnTo>
                <a:lnTo>
                  <a:pt x="178206" y="51511"/>
                </a:lnTo>
                <a:lnTo>
                  <a:pt x="170802" y="50800"/>
                </a:lnTo>
                <a:lnTo>
                  <a:pt x="156311" y="53657"/>
                </a:lnTo>
                <a:lnTo>
                  <a:pt x="144437" y="61582"/>
                </a:lnTo>
                <a:lnTo>
                  <a:pt x="136385" y="73393"/>
                </a:lnTo>
                <a:lnTo>
                  <a:pt x="133362" y="87884"/>
                </a:lnTo>
                <a:lnTo>
                  <a:pt x="133400" y="89408"/>
                </a:lnTo>
                <a:lnTo>
                  <a:pt x="133502" y="90995"/>
                </a:lnTo>
                <a:lnTo>
                  <a:pt x="134493" y="97472"/>
                </a:lnTo>
                <a:lnTo>
                  <a:pt x="134594" y="98120"/>
                </a:lnTo>
                <a:lnTo>
                  <a:pt x="137096" y="105079"/>
                </a:lnTo>
                <a:lnTo>
                  <a:pt x="137160" y="105270"/>
                </a:lnTo>
                <a:lnTo>
                  <a:pt x="170205" y="130429"/>
                </a:lnTo>
                <a:lnTo>
                  <a:pt x="60960" y="130429"/>
                </a:lnTo>
                <a:lnTo>
                  <a:pt x="60960" y="207645"/>
                </a:lnTo>
                <a:lnTo>
                  <a:pt x="79502" y="207645"/>
                </a:lnTo>
                <a:lnTo>
                  <a:pt x="79502" y="416052"/>
                </a:lnTo>
                <a:lnTo>
                  <a:pt x="368655" y="416052"/>
                </a:lnTo>
                <a:lnTo>
                  <a:pt x="368655" y="397002"/>
                </a:lnTo>
                <a:lnTo>
                  <a:pt x="368655" y="207645"/>
                </a:lnTo>
                <a:lnTo>
                  <a:pt x="390017" y="207645"/>
                </a:lnTo>
                <a:lnTo>
                  <a:pt x="390042" y="188468"/>
                </a:lnTo>
                <a:lnTo>
                  <a:pt x="390105" y="149606"/>
                </a:lnTo>
                <a:lnTo>
                  <a:pt x="390144" y="130429"/>
                </a:lnTo>
                <a:close/>
              </a:path>
              <a:path w="457200" h="457200">
                <a:moveTo>
                  <a:pt x="457200" y="19558"/>
                </a:moveTo>
                <a:lnTo>
                  <a:pt x="437705" y="19558"/>
                </a:lnTo>
                <a:lnTo>
                  <a:pt x="437705" y="437642"/>
                </a:lnTo>
                <a:lnTo>
                  <a:pt x="457200" y="437642"/>
                </a:lnTo>
                <a:lnTo>
                  <a:pt x="457200" y="19558"/>
                </a:lnTo>
                <a:close/>
              </a:path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19050"/>
                </a:lnTo>
                <a:lnTo>
                  <a:pt x="0" y="43815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438150"/>
                </a:lnTo>
                <a:lnTo>
                  <a:pt x="19469" y="438150"/>
                </a:lnTo>
                <a:lnTo>
                  <a:pt x="19469" y="19050"/>
                </a:lnTo>
                <a:lnTo>
                  <a:pt x="457200" y="19050"/>
                </a:lnTo>
                <a:lnTo>
                  <a:pt x="4572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4416044" y="3661028"/>
            <a:ext cx="1334770" cy="756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L="190500" marR="7620" indent="-178435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Arial"/>
                <a:cs typeface="Arial"/>
              </a:rPr>
              <a:t>Differentiated experience:</a:t>
            </a:r>
            <a:endParaRPr sz="160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</a:pPr>
            <a:r>
              <a:rPr dirty="0" u="heavy" sz="16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Luxury</a:t>
            </a:r>
            <a:endParaRPr sz="160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445758" y="3661028"/>
            <a:ext cx="1331595" cy="756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A21F1F"/>
                </a:solidFill>
                <a:latin typeface="Arial"/>
                <a:cs typeface="Arial"/>
              </a:rPr>
              <a:t>Differentiated experience: </a:t>
            </a:r>
            <a:r>
              <a:rPr dirty="0" u="heavy" sz="1600" spc="-10" b="1">
                <a:solidFill>
                  <a:srgbClr val="A21F1F"/>
                </a:solidFill>
                <a:uFill>
                  <a:solidFill>
                    <a:srgbClr val="A21F1F"/>
                  </a:solidFill>
                </a:uFill>
                <a:latin typeface="Arial"/>
                <a:cs typeface="Arial"/>
              </a:rPr>
              <a:t>Convenience</a:t>
            </a:r>
            <a:endParaRPr sz="16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1612626" y="6500876"/>
            <a:ext cx="132080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 spc="-25">
                <a:latin typeface="Arial"/>
                <a:cs typeface="Arial"/>
              </a:rPr>
              <a:t>24</a:t>
            </a:r>
            <a:endParaRPr sz="750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7069963" y="1836546"/>
            <a:ext cx="3471545" cy="621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385"/>
              </a:lnSpc>
              <a:spcBef>
                <a:spcPts val="100"/>
              </a:spcBef>
            </a:pPr>
            <a:r>
              <a:rPr dirty="0" sz="1200" b="1">
                <a:solidFill>
                  <a:srgbClr val="A21F1F"/>
                </a:solidFill>
                <a:latin typeface="Arial"/>
                <a:cs typeface="Arial"/>
              </a:rPr>
              <a:t>Efficient</a:t>
            </a:r>
            <a:r>
              <a:rPr dirty="0" sz="1200" spc="-3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A21F1F"/>
                </a:solidFill>
                <a:latin typeface="Arial"/>
                <a:cs typeface="Arial"/>
              </a:rPr>
              <a:t>interactions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ts val="1080"/>
              </a:lnSpc>
              <a:spcBef>
                <a:spcPts val="80"/>
              </a:spcBef>
            </a:pPr>
            <a:r>
              <a:rPr dirty="0" sz="1000">
                <a:latin typeface="Arial"/>
                <a:cs typeface="Arial"/>
              </a:rPr>
              <a:t>Mercedes</a:t>
            </a:r>
            <a:r>
              <a:rPr dirty="0" sz="1000" spc="-3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me</a:t>
            </a:r>
            <a:r>
              <a:rPr dirty="0" sz="1000" spc="-3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app</a:t>
            </a:r>
            <a:r>
              <a:rPr dirty="0" sz="1000" spc="-4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lets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users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manage</a:t>
            </a:r>
            <a:r>
              <a:rPr dirty="0" sz="1000" spc="-6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their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vehicles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on</a:t>
            </a:r>
            <a:r>
              <a:rPr dirty="0" sz="1000" spc="-3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the</a:t>
            </a:r>
            <a:r>
              <a:rPr dirty="0" sz="1000" spc="-30">
                <a:latin typeface="Arial"/>
                <a:cs typeface="Arial"/>
              </a:rPr>
              <a:t> </a:t>
            </a:r>
            <a:r>
              <a:rPr dirty="0" sz="1000" spc="-25">
                <a:latin typeface="Arial"/>
                <a:cs typeface="Arial"/>
              </a:rPr>
              <a:t>go, </a:t>
            </a:r>
            <a:r>
              <a:rPr dirty="0" sz="1000">
                <a:latin typeface="Arial"/>
                <a:cs typeface="Arial"/>
              </a:rPr>
              <a:t>from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scheduling</a:t>
            </a:r>
            <a:r>
              <a:rPr dirty="0" sz="1000" spc="-3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service, to</a:t>
            </a:r>
            <a:r>
              <a:rPr dirty="0" sz="1000" spc="-3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making</a:t>
            </a:r>
            <a:r>
              <a:rPr dirty="0" sz="1000" spc="-4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payments,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to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getting assistance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at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the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push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of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button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345438" y="2756408"/>
            <a:ext cx="2616200" cy="621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385"/>
              </a:lnSpc>
              <a:spcBef>
                <a:spcPts val="100"/>
              </a:spcBef>
            </a:pPr>
            <a:r>
              <a:rPr dirty="0" sz="1200" b="1">
                <a:solidFill>
                  <a:srgbClr val="A6A6A6"/>
                </a:solidFill>
                <a:latin typeface="Arial"/>
                <a:cs typeface="Arial"/>
              </a:rPr>
              <a:t>Bespoke</a:t>
            </a:r>
            <a:r>
              <a:rPr dirty="0" sz="1200" spc="-45" b="1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A6A6A6"/>
                </a:solidFill>
                <a:latin typeface="Arial"/>
                <a:cs typeface="Arial"/>
              </a:rPr>
              <a:t>services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90100"/>
              </a:lnSpc>
              <a:spcBef>
                <a:spcPts val="60"/>
              </a:spcBef>
            </a:pPr>
            <a:r>
              <a:rPr dirty="0" sz="1000">
                <a:latin typeface="Arial"/>
                <a:cs typeface="Arial"/>
              </a:rPr>
              <a:t>Bentley</a:t>
            </a:r>
            <a:r>
              <a:rPr dirty="0" sz="1000" spc="-4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allows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their</a:t>
            </a:r>
            <a:r>
              <a:rPr dirty="0" sz="1000" spc="-4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buyers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to</a:t>
            </a:r>
            <a:r>
              <a:rPr dirty="0" sz="1000" spc="-5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customize</a:t>
            </a:r>
            <a:r>
              <a:rPr dirty="0" sz="1000" spc="-4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every </a:t>
            </a:r>
            <a:r>
              <a:rPr dirty="0" sz="1000">
                <a:latin typeface="Arial"/>
                <a:cs typeface="Arial"/>
              </a:rPr>
              <a:t>part</a:t>
            </a:r>
            <a:r>
              <a:rPr dirty="0" sz="1000" spc="-3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of</a:t>
            </a:r>
            <a:r>
              <a:rPr dirty="0" sz="1000" spc="-4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the</a:t>
            </a:r>
            <a:r>
              <a:rPr dirty="0" sz="1000" spc="-3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car,</a:t>
            </a:r>
            <a:r>
              <a:rPr dirty="0" sz="1000" spc="-4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including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paint,</a:t>
            </a:r>
            <a:r>
              <a:rPr dirty="0" sz="1000" spc="-3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finishes, </a:t>
            </a:r>
            <a:r>
              <a:rPr dirty="0" sz="1000">
                <a:latin typeface="Arial"/>
                <a:cs typeface="Arial"/>
              </a:rPr>
              <a:t>materials</a:t>
            </a:r>
            <a:r>
              <a:rPr dirty="0" sz="1000" spc="-4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and</a:t>
            </a:r>
            <a:r>
              <a:rPr dirty="0" sz="1000" spc="-3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even</a:t>
            </a:r>
            <a:r>
              <a:rPr dirty="0" sz="1000" spc="-3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light-</a:t>
            </a:r>
            <a:r>
              <a:rPr dirty="0" sz="1000">
                <a:latin typeface="Arial"/>
                <a:cs typeface="Arial"/>
              </a:rPr>
              <a:t>projected</a:t>
            </a:r>
            <a:r>
              <a:rPr dirty="0" sz="1000" spc="-35">
                <a:latin typeface="Arial"/>
                <a:cs typeface="Arial"/>
              </a:rPr>
              <a:t> </a:t>
            </a:r>
            <a:r>
              <a:rPr dirty="0" sz="1000" spc="-20">
                <a:latin typeface="Arial"/>
                <a:cs typeface="Arial"/>
              </a:rPr>
              <a:t>logos</a:t>
            </a:r>
            <a:endParaRPr sz="100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345438" y="1842896"/>
            <a:ext cx="3700779" cy="483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385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Digital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opulence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ts val="1080"/>
              </a:lnSpc>
              <a:spcBef>
                <a:spcPts val="80"/>
              </a:spcBef>
            </a:pPr>
            <a:r>
              <a:rPr dirty="0" sz="1000">
                <a:latin typeface="Arial"/>
                <a:cs typeface="Arial"/>
              </a:rPr>
              <a:t>Rolls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Royce</a:t>
            </a:r>
            <a:r>
              <a:rPr dirty="0" sz="1000" spc="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cements</a:t>
            </a:r>
            <a:r>
              <a:rPr dirty="0" sz="1000" spc="-5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the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credentials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of</a:t>
            </a:r>
            <a:r>
              <a:rPr dirty="0" sz="1000" spc="-3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its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bold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new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brand</a:t>
            </a:r>
            <a:r>
              <a:rPr dirty="0" sz="1000" spc="-3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identity </a:t>
            </a:r>
            <a:r>
              <a:rPr dirty="0" sz="1000">
                <a:latin typeface="Arial"/>
                <a:cs typeface="Arial"/>
              </a:rPr>
              <a:t>for</a:t>
            </a:r>
            <a:r>
              <a:rPr dirty="0" sz="1000" spc="-4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its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website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with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mood</a:t>
            </a:r>
            <a:r>
              <a:rPr dirty="0" sz="1000" spc="-5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videos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similar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to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perfume</a:t>
            </a:r>
            <a:r>
              <a:rPr dirty="0" sz="1000" spc="-60">
                <a:latin typeface="Arial"/>
                <a:cs typeface="Arial"/>
              </a:rPr>
              <a:t> </a:t>
            </a:r>
            <a:r>
              <a:rPr dirty="0" sz="1000" spc="-25">
                <a:latin typeface="Arial"/>
                <a:cs typeface="Arial"/>
              </a:rPr>
              <a:t>ads</a:t>
            </a:r>
            <a:endParaRPr sz="100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345438" y="4593717"/>
            <a:ext cx="2701925" cy="621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385"/>
              </a:lnSpc>
              <a:spcBef>
                <a:spcPts val="100"/>
              </a:spcBef>
            </a:pPr>
            <a:r>
              <a:rPr dirty="0" sz="1200" b="1">
                <a:solidFill>
                  <a:srgbClr val="464646"/>
                </a:solidFill>
                <a:latin typeface="Arial"/>
                <a:cs typeface="Arial"/>
              </a:rPr>
              <a:t>Crafted</a:t>
            </a:r>
            <a:r>
              <a:rPr dirty="0" sz="1200" spc="-40" b="1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464646"/>
                </a:solidFill>
                <a:latin typeface="Arial"/>
                <a:cs typeface="Arial"/>
              </a:rPr>
              <a:t>touchpoint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ts val="1080"/>
              </a:lnSpc>
              <a:spcBef>
                <a:spcPts val="80"/>
              </a:spcBef>
            </a:pPr>
            <a:r>
              <a:rPr dirty="0" sz="1000">
                <a:latin typeface="Arial"/>
                <a:cs typeface="Arial"/>
              </a:rPr>
              <a:t>NIO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broadens</a:t>
            </a:r>
            <a:r>
              <a:rPr dirty="0" sz="1000" spc="-3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their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services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with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the</a:t>
            </a:r>
            <a:r>
              <a:rPr dirty="0" sz="1000" spc="-4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EP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House, </a:t>
            </a:r>
            <a:r>
              <a:rPr dirty="0" sz="1000">
                <a:latin typeface="Arial"/>
                <a:cs typeface="Arial"/>
              </a:rPr>
              <a:t>a</a:t>
            </a:r>
            <a:r>
              <a:rPr dirty="0" sz="1000" spc="-3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space</a:t>
            </a:r>
            <a:r>
              <a:rPr dirty="0" sz="1000" spc="-4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where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owners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can</a:t>
            </a:r>
            <a:r>
              <a:rPr dirty="0" sz="1000" spc="-4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come</a:t>
            </a:r>
            <a:r>
              <a:rPr dirty="0" sz="1000" spc="-5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together</a:t>
            </a:r>
            <a:r>
              <a:rPr dirty="0" sz="1000" spc="-35">
                <a:latin typeface="Arial"/>
                <a:cs typeface="Arial"/>
              </a:rPr>
              <a:t> </a:t>
            </a:r>
            <a:r>
              <a:rPr dirty="0" sz="1000" spc="-25">
                <a:latin typeface="Arial"/>
                <a:cs typeface="Arial"/>
              </a:rPr>
              <a:t>and </a:t>
            </a:r>
            <a:r>
              <a:rPr dirty="0" sz="1000">
                <a:latin typeface="Arial"/>
                <a:cs typeface="Arial"/>
              </a:rPr>
              <a:t>celebrate</a:t>
            </a:r>
            <a:r>
              <a:rPr dirty="0" sz="1000" spc="-4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the</a:t>
            </a:r>
            <a:r>
              <a:rPr dirty="0" sz="1000" spc="-4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brand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6341160"/>
            <a:ext cx="1062355" cy="3003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300"/>
              </a:lnSpc>
              <a:spcBef>
                <a:spcPts val="95"/>
              </a:spcBef>
            </a:pPr>
            <a:r>
              <a:rPr dirty="0" sz="750">
                <a:latin typeface="Arial"/>
                <a:cs typeface="Arial"/>
              </a:rPr>
              <a:t>Digital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Auto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Report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-20">
                <a:latin typeface="Arial"/>
                <a:cs typeface="Arial"/>
              </a:rPr>
              <a:t>2023</a:t>
            </a:r>
            <a:r>
              <a:rPr dirty="0" sz="750" spc="-10">
                <a:latin typeface="Arial"/>
                <a:cs typeface="Arial"/>
              </a:rPr>
              <a:t> Strategy&amp;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94460" y="2089404"/>
            <a:ext cx="8496300" cy="965200"/>
            <a:chOff x="1394460" y="2089404"/>
            <a:chExt cx="8496300" cy="965200"/>
          </a:xfrm>
        </p:grpSpPr>
        <p:sp>
          <p:nvSpPr>
            <p:cNvPr id="4" name="object 4"/>
            <p:cNvSpPr/>
            <p:nvPr/>
          </p:nvSpPr>
          <p:spPr>
            <a:xfrm>
              <a:off x="2689860" y="2089404"/>
              <a:ext cx="7200900" cy="965200"/>
            </a:xfrm>
            <a:custGeom>
              <a:avLst/>
              <a:gdLst/>
              <a:ahLst/>
              <a:cxnLst/>
              <a:rect l="l" t="t" r="r" b="b"/>
              <a:pathLst>
                <a:path w="7200900" h="965200">
                  <a:moveTo>
                    <a:pt x="7200900" y="0"/>
                  </a:moveTo>
                  <a:lnTo>
                    <a:pt x="0" y="0"/>
                  </a:lnTo>
                  <a:lnTo>
                    <a:pt x="0" y="964691"/>
                  </a:lnTo>
                  <a:lnTo>
                    <a:pt x="7200900" y="964691"/>
                  </a:lnTo>
                  <a:lnTo>
                    <a:pt x="72009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394460" y="2089404"/>
              <a:ext cx="1295400" cy="965200"/>
            </a:xfrm>
            <a:custGeom>
              <a:avLst/>
              <a:gdLst/>
              <a:ahLst/>
              <a:cxnLst/>
              <a:rect l="l" t="t" r="r" b="b"/>
              <a:pathLst>
                <a:path w="1295400" h="965200">
                  <a:moveTo>
                    <a:pt x="1295400" y="0"/>
                  </a:moveTo>
                  <a:lnTo>
                    <a:pt x="0" y="0"/>
                  </a:lnTo>
                  <a:lnTo>
                    <a:pt x="0" y="964691"/>
                  </a:lnTo>
                  <a:lnTo>
                    <a:pt x="1295400" y="964691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1394460" y="3153155"/>
            <a:ext cx="8496300" cy="966469"/>
            <a:chOff x="1394460" y="3153155"/>
            <a:chExt cx="8496300" cy="966469"/>
          </a:xfrm>
        </p:grpSpPr>
        <p:sp>
          <p:nvSpPr>
            <p:cNvPr id="7" name="object 7"/>
            <p:cNvSpPr/>
            <p:nvPr/>
          </p:nvSpPr>
          <p:spPr>
            <a:xfrm>
              <a:off x="2689860" y="3153155"/>
              <a:ext cx="7200900" cy="966469"/>
            </a:xfrm>
            <a:custGeom>
              <a:avLst/>
              <a:gdLst/>
              <a:ahLst/>
              <a:cxnLst/>
              <a:rect l="l" t="t" r="r" b="b"/>
              <a:pathLst>
                <a:path w="7200900" h="966470">
                  <a:moveTo>
                    <a:pt x="7200900" y="0"/>
                  </a:moveTo>
                  <a:lnTo>
                    <a:pt x="0" y="0"/>
                  </a:lnTo>
                  <a:lnTo>
                    <a:pt x="0" y="966215"/>
                  </a:lnTo>
                  <a:lnTo>
                    <a:pt x="7200900" y="966215"/>
                  </a:lnTo>
                  <a:lnTo>
                    <a:pt x="72009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394460" y="3153155"/>
              <a:ext cx="1295400" cy="966469"/>
            </a:xfrm>
            <a:custGeom>
              <a:avLst/>
              <a:gdLst/>
              <a:ahLst/>
              <a:cxnLst/>
              <a:rect l="l" t="t" r="r" b="b"/>
              <a:pathLst>
                <a:path w="1295400" h="966470">
                  <a:moveTo>
                    <a:pt x="1295400" y="0"/>
                  </a:moveTo>
                  <a:lnTo>
                    <a:pt x="0" y="0"/>
                  </a:lnTo>
                  <a:lnTo>
                    <a:pt x="0" y="966215"/>
                  </a:lnTo>
                  <a:lnTo>
                    <a:pt x="1295400" y="966215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/>
          <p:nvPr/>
        </p:nvSpPr>
        <p:spPr>
          <a:xfrm>
            <a:off x="2689860" y="4221492"/>
            <a:ext cx="7200900" cy="2028825"/>
          </a:xfrm>
          <a:custGeom>
            <a:avLst/>
            <a:gdLst/>
            <a:ahLst/>
            <a:cxnLst/>
            <a:rect l="l" t="t" r="r" b="b"/>
            <a:pathLst>
              <a:path w="7200900" h="2028825">
                <a:moveTo>
                  <a:pt x="7200900" y="1062215"/>
                </a:moveTo>
                <a:lnTo>
                  <a:pt x="0" y="1062215"/>
                </a:lnTo>
                <a:lnTo>
                  <a:pt x="0" y="2028431"/>
                </a:lnTo>
                <a:lnTo>
                  <a:pt x="7200900" y="2028431"/>
                </a:lnTo>
                <a:lnTo>
                  <a:pt x="7200900" y="1062215"/>
                </a:lnTo>
                <a:close/>
              </a:path>
              <a:path w="7200900" h="2028825">
                <a:moveTo>
                  <a:pt x="7200900" y="0"/>
                </a:moveTo>
                <a:lnTo>
                  <a:pt x="0" y="0"/>
                </a:lnTo>
                <a:lnTo>
                  <a:pt x="0" y="964679"/>
                </a:lnTo>
                <a:lnTo>
                  <a:pt x="7200900" y="964679"/>
                </a:lnTo>
                <a:lnTo>
                  <a:pt x="72009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8265" rIns="0" bIns="0" rtlCol="0" vert="horz">
            <a:spAutoFit/>
          </a:bodyPr>
          <a:lstStyle/>
          <a:p>
            <a:pPr marL="12700" marR="5080">
              <a:lnSpc>
                <a:spcPts val="3260"/>
              </a:lnSpc>
              <a:spcBef>
                <a:spcPts val="695"/>
              </a:spcBef>
            </a:pPr>
            <a:r>
              <a:rPr dirty="0">
                <a:solidFill>
                  <a:srgbClr val="000000"/>
                </a:solidFill>
              </a:rPr>
              <a:t>A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value-creating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digital</a:t>
            </a:r>
            <a:r>
              <a:rPr dirty="0" spc="-4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service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portfolio</a:t>
            </a:r>
            <a:r>
              <a:rPr dirty="0" spc="-4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requires</a:t>
            </a:r>
            <a:r>
              <a:rPr dirty="0" spc="-10">
                <a:solidFill>
                  <a:srgbClr val="000000"/>
                </a:solidFill>
              </a:rPr>
              <a:t> automotive </a:t>
            </a:r>
            <a:r>
              <a:rPr dirty="0">
                <a:solidFill>
                  <a:srgbClr val="000000"/>
                </a:solidFill>
              </a:rPr>
              <a:t>players to</a:t>
            </a:r>
            <a:r>
              <a:rPr dirty="0" spc="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balance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multiple</a:t>
            </a:r>
            <a:r>
              <a:rPr dirty="0" spc="-10">
                <a:solidFill>
                  <a:srgbClr val="000000"/>
                </a:solidFill>
              </a:rPr>
              <a:t> trade-</a:t>
            </a:r>
            <a:r>
              <a:rPr dirty="0" spc="-20">
                <a:solidFill>
                  <a:srgbClr val="000000"/>
                </a:solidFill>
              </a:rPr>
              <a:t>offs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578354" y="6500876"/>
            <a:ext cx="1170940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>
                <a:latin typeface="Arial"/>
                <a:cs typeface="Arial"/>
              </a:rPr>
              <a:t>Source: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Strategy&amp;</a:t>
            </a:r>
            <a:r>
              <a:rPr dirty="0" sz="750" spc="-1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analysis</a:t>
            </a:r>
            <a:endParaRPr sz="7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8230" y="1257680"/>
            <a:ext cx="36950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Digital</a:t>
            </a:r>
            <a:r>
              <a:rPr dirty="0" sz="1800" spc="-2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portfolio</a:t>
            </a:r>
            <a:r>
              <a:rPr dirty="0" sz="1800" spc="-3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scope</a:t>
            </a:r>
            <a:r>
              <a:rPr dirty="0" sz="1800" spc="-4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A21F1F"/>
                </a:solidFill>
                <a:latin typeface="Arial"/>
                <a:cs typeface="Arial"/>
              </a:rPr>
              <a:t>–</a:t>
            </a:r>
            <a:r>
              <a:rPr dirty="0" sz="1800" spc="-25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A21F1F"/>
                </a:solidFill>
                <a:latin typeface="Arial"/>
                <a:cs typeface="Arial"/>
              </a:rPr>
              <a:t>Examples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51104" y="1242567"/>
            <a:ext cx="353695" cy="353060"/>
          </a:xfrm>
          <a:custGeom>
            <a:avLst/>
            <a:gdLst/>
            <a:ahLst/>
            <a:cxnLst/>
            <a:rect l="l" t="t" r="r" b="b"/>
            <a:pathLst>
              <a:path w="353695" h="353059">
                <a:moveTo>
                  <a:pt x="312420" y="125603"/>
                </a:moveTo>
                <a:lnTo>
                  <a:pt x="298183" y="97028"/>
                </a:lnTo>
                <a:lnTo>
                  <a:pt x="295351" y="91351"/>
                </a:lnTo>
                <a:lnTo>
                  <a:pt x="295351" y="125603"/>
                </a:lnTo>
                <a:lnTo>
                  <a:pt x="278269" y="154178"/>
                </a:lnTo>
                <a:lnTo>
                  <a:pt x="249809" y="154178"/>
                </a:lnTo>
                <a:lnTo>
                  <a:pt x="232740" y="125603"/>
                </a:lnTo>
                <a:lnTo>
                  <a:pt x="249809" y="97028"/>
                </a:lnTo>
                <a:lnTo>
                  <a:pt x="278269" y="97028"/>
                </a:lnTo>
                <a:lnTo>
                  <a:pt x="295351" y="125603"/>
                </a:lnTo>
                <a:lnTo>
                  <a:pt x="295351" y="91351"/>
                </a:lnTo>
                <a:lnTo>
                  <a:pt x="289648" y="79883"/>
                </a:lnTo>
                <a:lnTo>
                  <a:pt x="238429" y="79883"/>
                </a:lnTo>
                <a:lnTo>
                  <a:pt x="215658" y="125603"/>
                </a:lnTo>
                <a:lnTo>
                  <a:pt x="221348" y="137033"/>
                </a:lnTo>
                <a:lnTo>
                  <a:pt x="209969" y="148463"/>
                </a:lnTo>
                <a:lnTo>
                  <a:pt x="204279" y="139890"/>
                </a:lnTo>
                <a:lnTo>
                  <a:pt x="204279" y="177038"/>
                </a:lnTo>
                <a:lnTo>
                  <a:pt x="187198" y="205613"/>
                </a:lnTo>
                <a:lnTo>
                  <a:pt x="158750" y="205613"/>
                </a:lnTo>
                <a:lnTo>
                  <a:pt x="141668" y="177038"/>
                </a:lnTo>
                <a:lnTo>
                  <a:pt x="158750" y="148463"/>
                </a:lnTo>
                <a:lnTo>
                  <a:pt x="187198" y="148463"/>
                </a:lnTo>
                <a:lnTo>
                  <a:pt x="204279" y="177038"/>
                </a:lnTo>
                <a:lnTo>
                  <a:pt x="204279" y="139890"/>
                </a:lnTo>
                <a:lnTo>
                  <a:pt x="198589" y="131318"/>
                </a:lnTo>
                <a:lnTo>
                  <a:pt x="181508" y="131318"/>
                </a:lnTo>
                <a:lnTo>
                  <a:pt x="181508" y="114173"/>
                </a:lnTo>
                <a:lnTo>
                  <a:pt x="198589" y="114173"/>
                </a:lnTo>
                <a:lnTo>
                  <a:pt x="204279" y="102743"/>
                </a:lnTo>
                <a:lnTo>
                  <a:pt x="221348" y="68453"/>
                </a:lnTo>
                <a:lnTo>
                  <a:pt x="205092" y="39878"/>
                </a:lnTo>
                <a:lnTo>
                  <a:pt x="204279" y="38455"/>
                </a:lnTo>
                <a:lnTo>
                  <a:pt x="204279" y="68453"/>
                </a:lnTo>
                <a:lnTo>
                  <a:pt x="187198" y="102743"/>
                </a:lnTo>
                <a:lnTo>
                  <a:pt x="158750" y="102743"/>
                </a:lnTo>
                <a:lnTo>
                  <a:pt x="141668" y="68453"/>
                </a:lnTo>
                <a:lnTo>
                  <a:pt x="158750" y="39878"/>
                </a:lnTo>
                <a:lnTo>
                  <a:pt x="187198" y="39878"/>
                </a:lnTo>
                <a:lnTo>
                  <a:pt x="204279" y="68453"/>
                </a:lnTo>
                <a:lnTo>
                  <a:pt x="204279" y="38455"/>
                </a:lnTo>
                <a:lnTo>
                  <a:pt x="198589" y="28448"/>
                </a:lnTo>
                <a:lnTo>
                  <a:pt x="147358" y="28448"/>
                </a:lnTo>
                <a:lnTo>
                  <a:pt x="124599" y="68453"/>
                </a:lnTo>
                <a:lnTo>
                  <a:pt x="147358" y="114173"/>
                </a:lnTo>
                <a:lnTo>
                  <a:pt x="164439" y="114173"/>
                </a:lnTo>
                <a:lnTo>
                  <a:pt x="164439" y="131318"/>
                </a:lnTo>
                <a:lnTo>
                  <a:pt x="147358" y="131318"/>
                </a:lnTo>
                <a:lnTo>
                  <a:pt x="141668" y="148463"/>
                </a:lnTo>
                <a:lnTo>
                  <a:pt x="124599" y="142748"/>
                </a:lnTo>
                <a:lnTo>
                  <a:pt x="135978" y="125603"/>
                </a:lnTo>
                <a:lnTo>
                  <a:pt x="118897" y="98171"/>
                </a:lnTo>
                <a:lnTo>
                  <a:pt x="118897" y="125603"/>
                </a:lnTo>
                <a:lnTo>
                  <a:pt x="101828" y="154178"/>
                </a:lnTo>
                <a:lnTo>
                  <a:pt x="67678" y="154178"/>
                </a:lnTo>
                <a:lnTo>
                  <a:pt x="50596" y="125603"/>
                </a:lnTo>
                <a:lnTo>
                  <a:pt x="67678" y="97028"/>
                </a:lnTo>
                <a:lnTo>
                  <a:pt x="101828" y="97028"/>
                </a:lnTo>
                <a:lnTo>
                  <a:pt x="118897" y="125603"/>
                </a:lnTo>
                <a:lnTo>
                  <a:pt x="118897" y="98171"/>
                </a:lnTo>
                <a:lnTo>
                  <a:pt x="118186" y="97028"/>
                </a:lnTo>
                <a:lnTo>
                  <a:pt x="107518" y="79883"/>
                </a:lnTo>
                <a:lnTo>
                  <a:pt x="56299" y="79883"/>
                </a:lnTo>
                <a:lnTo>
                  <a:pt x="33528" y="125603"/>
                </a:lnTo>
                <a:lnTo>
                  <a:pt x="56299" y="165608"/>
                </a:lnTo>
                <a:lnTo>
                  <a:pt x="107518" y="165608"/>
                </a:lnTo>
                <a:lnTo>
                  <a:pt x="118897" y="154178"/>
                </a:lnTo>
                <a:lnTo>
                  <a:pt x="130289" y="159893"/>
                </a:lnTo>
                <a:lnTo>
                  <a:pt x="124599" y="177038"/>
                </a:lnTo>
                <a:lnTo>
                  <a:pt x="130289" y="194183"/>
                </a:lnTo>
                <a:lnTo>
                  <a:pt x="118897" y="199898"/>
                </a:lnTo>
                <a:lnTo>
                  <a:pt x="118897" y="228473"/>
                </a:lnTo>
                <a:lnTo>
                  <a:pt x="101828" y="257048"/>
                </a:lnTo>
                <a:lnTo>
                  <a:pt x="67678" y="257048"/>
                </a:lnTo>
                <a:lnTo>
                  <a:pt x="50596" y="228473"/>
                </a:lnTo>
                <a:lnTo>
                  <a:pt x="67678" y="199898"/>
                </a:lnTo>
                <a:lnTo>
                  <a:pt x="101828" y="199898"/>
                </a:lnTo>
                <a:lnTo>
                  <a:pt x="118897" y="228473"/>
                </a:lnTo>
                <a:lnTo>
                  <a:pt x="118897" y="199898"/>
                </a:lnTo>
                <a:lnTo>
                  <a:pt x="107518" y="188468"/>
                </a:lnTo>
                <a:lnTo>
                  <a:pt x="56299" y="188468"/>
                </a:lnTo>
                <a:lnTo>
                  <a:pt x="33528" y="228473"/>
                </a:lnTo>
                <a:lnTo>
                  <a:pt x="56299" y="274193"/>
                </a:lnTo>
                <a:lnTo>
                  <a:pt x="107518" y="274193"/>
                </a:lnTo>
                <a:lnTo>
                  <a:pt x="118186" y="257048"/>
                </a:lnTo>
                <a:lnTo>
                  <a:pt x="135978" y="228473"/>
                </a:lnTo>
                <a:lnTo>
                  <a:pt x="124599" y="211328"/>
                </a:lnTo>
                <a:lnTo>
                  <a:pt x="141668" y="205613"/>
                </a:lnTo>
                <a:lnTo>
                  <a:pt x="147358" y="217043"/>
                </a:lnTo>
                <a:lnTo>
                  <a:pt x="164439" y="217043"/>
                </a:lnTo>
                <a:lnTo>
                  <a:pt x="164439" y="239903"/>
                </a:lnTo>
                <a:lnTo>
                  <a:pt x="147358" y="239903"/>
                </a:lnTo>
                <a:lnTo>
                  <a:pt x="124599" y="279908"/>
                </a:lnTo>
                <a:lnTo>
                  <a:pt x="147358" y="325628"/>
                </a:lnTo>
                <a:lnTo>
                  <a:pt x="198589" y="325628"/>
                </a:lnTo>
                <a:lnTo>
                  <a:pt x="207124" y="308483"/>
                </a:lnTo>
                <a:lnTo>
                  <a:pt x="221348" y="279908"/>
                </a:lnTo>
                <a:lnTo>
                  <a:pt x="205092" y="251333"/>
                </a:lnTo>
                <a:lnTo>
                  <a:pt x="204279" y="249910"/>
                </a:lnTo>
                <a:lnTo>
                  <a:pt x="204279" y="279908"/>
                </a:lnTo>
                <a:lnTo>
                  <a:pt x="187198" y="308483"/>
                </a:lnTo>
                <a:lnTo>
                  <a:pt x="158750" y="308483"/>
                </a:lnTo>
                <a:lnTo>
                  <a:pt x="141668" y="279908"/>
                </a:lnTo>
                <a:lnTo>
                  <a:pt x="158750" y="251333"/>
                </a:lnTo>
                <a:lnTo>
                  <a:pt x="187198" y="251333"/>
                </a:lnTo>
                <a:lnTo>
                  <a:pt x="204279" y="279908"/>
                </a:lnTo>
                <a:lnTo>
                  <a:pt x="204279" y="249910"/>
                </a:lnTo>
                <a:lnTo>
                  <a:pt x="198589" y="239903"/>
                </a:lnTo>
                <a:lnTo>
                  <a:pt x="181508" y="239903"/>
                </a:lnTo>
                <a:lnTo>
                  <a:pt x="181508" y="217043"/>
                </a:lnTo>
                <a:lnTo>
                  <a:pt x="198589" y="217043"/>
                </a:lnTo>
                <a:lnTo>
                  <a:pt x="209969" y="205613"/>
                </a:lnTo>
                <a:lnTo>
                  <a:pt x="221348" y="211328"/>
                </a:lnTo>
                <a:lnTo>
                  <a:pt x="215658" y="228473"/>
                </a:lnTo>
                <a:lnTo>
                  <a:pt x="238429" y="274193"/>
                </a:lnTo>
                <a:lnTo>
                  <a:pt x="289648" y="274193"/>
                </a:lnTo>
                <a:lnTo>
                  <a:pt x="298183" y="257048"/>
                </a:lnTo>
                <a:lnTo>
                  <a:pt x="312420" y="228473"/>
                </a:lnTo>
                <a:lnTo>
                  <a:pt x="295351" y="198488"/>
                </a:lnTo>
                <a:lnTo>
                  <a:pt x="295351" y="228473"/>
                </a:lnTo>
                <a:lnTo>
                  <a:pt x="278269" y="257048"/>
                </a:lnTo>
                <a:lnTo>
                  <a:pt x="249809" y="257048"/>
                </a:lnTo>
                <a:lnTo>
                  <a:pt x="232740" y="228473"/>
                </a:lnTo>
                <a:lnTo>
                  <a:pt x="249809" y="199898"/>
                </a:lnTo>
                <a:lnTo>
                  <a:pt x="278269" y="199898"/>
                </a:lnTo>
                <a:lnTo>
                  <a:pt x="295351" y="228473"/>
                </a:lnTo>
                <a:lnTo>
                  <a:pt x="295351" y="198488"/>
                </a:lnTo>
                <a:lnTo>
                  <a:pt x="289648" y="188468"/>
                </a:lnTo>
                <a:lnTo>
                  <a:pt x="238429" y="188468"/>
                </a:lnTo>
                <a:lnTo>
                  <a:pt x="232740" y="199898"/>
                </a:lnTo>
                <a:lnTo>
                  <a:pt x="215658" y="194183"/>
                </a:lnTo>
                <a:lnTo>
                  <a:pt x="221348" y="177038"/>
                </a:lnTo>
                <a:lnTo>
                  <a:pt x="215658" y="159893"/>
                </a:lnTo>
                <a:lnTo>
                  <a:pt x="232740" y="154178"/>
                </a:lnTo>
                <a:lnTo>
                  <a:pt x="238429" y="165608"/>
                </a:lnTo>
                <a:lnTo>
                  <a:pt x="289648" y="165608"/>
                </a:lnTo>
                <a:lnTo>
                  <a:pt x="312420" y="125603"/>
                </a:lnTo>
                <a:close/>
              </a:path>
              <a:path w="353695" h="353059">
                <a:moveTo>
                  <a:pt x="353568" y="0"/>
                </a:moveTo>
                <a:lnTo>
                  <a:pt x="0" y="0"/>
                </a:lnTo>
                <a:lnTo>
                  <a:pt x="0" y="16510"/>
                </a:lnTo>
                <a:lnTo>
                  <a:pt x="0" y="335280"/>
                </a:lnTo>
                <a:lnTo>
                  <a:pt x="0" y="353060"/>
                </a:lnTo>
                <a:lnTo>
                  <a:pt x="353568" y="353060"/>
                </a:lnTo>
                <a:lnTo>
                  <a:pt x="353568" y="335915"/>
                </a:lnTo>
                <a:lnTo>
                  <a:pt x="353568" y="335280"/>
                </a:lnTo>
                <a:lnTo>
                  <a:pt x="353568" y="16637"/>
                </a:lnTo>
                <a:lnTo>
                  <a:pt x="336461" y="16637"/>
                </a:lnTo>
                <a:lnTo>
                  <a:pt x="336461" y="335280"/>
                </a:lnTo>
                <a:lnTo>
                  <a:pt x="17106" y="335280"/>
                </a:lnTo>
                <a:lnTo>
                  <a:pt x="17106" y="16510"/>
                </a:lnTo>
                <a:lnTo>
                  <a:pt x="353568" y="16510"/>
                </a:lnTo>
                <a:lnTo>
                  <a:pt x="353568" y="0"/>
                </a:lnTo>
                <a:close/>
              </a:path>
            </a:pathLst>
          </a:custGeom>
          <a:solidFill>
            <a:srgbClr val="A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394460" y="2089404"/>
            <a:ext cx="1295400" cy="862965"/>
          </a:xfrm>
          <a:prstGeom prst="rect">
            <a:avLst/>
          </a:prstGeom>
          <a:solidFill>
            <a:srgbClr val="464646"/>
          </a:solidFill>
        </p:spPr>
        <p:txBody>
          <a:bodyPr wrap="square" lIns="0" tIns="157480" rIns="0" bIns="0" rtlCol="0" vert="horz">
            <a:spAutoFit/>
          </a:bodyPr>
          <a:lstStyle/>
          <a:p>
            <a:pPr marL="71755">
              <a:lnSpc>
                <a:spcPct val="100000"/>
              </a:lnSpc>
              <a:spcBef>
                <a:spcPts val="1240"/>
              </a:spcBef>
            </a:pP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Vehicle</a:t>
            </a:r>
            <a:endParaRPr sz="1400">
              <a:latin typeface="Arial"/>
              <a:cs typeface="Arial"/>
            </a:endParaRPr>
          </a:p>
          <a:p>
            <a:pPr marL="71755">
              <a:lnSpc>
                <a:spcPct val="100000"/>
              </a:lnSpc>
            </a:pP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Function</a:t>
            </a:r>
            <a:endParaRPr sz="1400">
              <a:latin typeface="Arial"/>
              <a:cs typeface="Arial"/>
            </a:endParaRPr>
          </a:p>
          <a:p>
            <a:pPr marL="71755">
              <a:lnSpc>
                <a:spcPct val="100000"/>
              </a:lnSpc>
            </a:pP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as-a-Service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45008" y="2080260"/>
            <a:ext cx="905510" cy="974090"/>
            <a:chOff x="445008" y="2080260"/>
            <a:chExt cx="905510" cy="974090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9580" y="2089404"/>
              <a:ext cx="900683" cy="964691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45008" y="2080260"/>
              <a:ext cx="905510" cy="966469"/>
            </a:xfrm>
            <a:custGeom>
              <a:avLst/>
              <a:gdLst/>
              <a:ahLst/>
              <a:cxnLst/>
              <a:rect l="l" t="t" r="r" b="b"/>
              <a:pathLst>
                <a:path w="905510" h="966469">
                  <a:moveTo>
                    <a:pt x="905256" y="0"/>
                  </a:moveTo>
                  <a:lnTo>
                    <a:pt x="0" y="0"/>
                  </a:lnTo>
                  <a:lnTo>
                    <a:pt x="0" y="966215"/>
                  </a:lnTo>
                  <a:lnTo>
                    <a:pt x="905256" y="966215"/>
                  </a:lnTo>
                  <a:lnTo>
                    <a:pt x="905256" y="0"/>
                  </a:lnTo>
                  <a:close/>
                </a:path>
              </a:pathLst>
            </a:custGeom>
            <a:solidFill>
              <a:srgbClr val="464646">
                <a:alpha val="56077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1394460" y="3328415"/>
            <a:ext cx="1295400" cy="791210"/>
          </a:xfrm>
          <a:prstGeom prst="rect">
            <a:avLst/>
          </a:prstGeom>
          <a:solidFill>
            <a:srgbClr val="464646"/>
          </a:solidFill>
        </p:spPr>
        <p:txBody>
          <a:bodyPr wrap="square" lIns="0" tIns="0" rIns="0" bIns="0" rtlCol="0" vert="horz">
            <a:spAutoFit/>
          </a:bodyPr>
          <a:lstStyle/>
          <a:p>
            <a:pPr marL="71755">
              <a:lnSpc>
                <a:spcPts val="1545"/>
              </a:lnSpc>
            </a:pP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Consumer</a:t>
            </a:r>
            <a:endParaRPr sz="1400">
              <a:latin typeface="Arial"/>
              <a:cs typeface="Arial"/>
            </a:endParaRPr>
          </a:p>
          <a:p>
            <a:pPr marL="71755">
              <a:lnSpc>
                <a:spcPct val="100000"/>
              </a:lnSpc>
            </a:pP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onboard</a:t>
            </a:r>
            <a:endParaRPr sz="1400">
              <a:latin typeface="Arial"/>
              <a:cs typeface="Arial"/>
            </a:endParaRPr>
          </a:p>
          <a:p>
            <a:pPr marL="71755">
              <a:lnSpc>
                <a:spcPct val="100000"/>
              </a:lnSpc>
            </a:pP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services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35863" y="3153155"/>
            <a:ext cx="5828030" cy="966469"/>
            <a:chOff x="435863" y="3153155"/>
            <a:chExt cx="5828030" cy="966469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5863" y="3153155"/>
              <a:ext cx="914400" cy="96621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45007" y="3153155"/>
              <a:ext cx="905510" cy="966469"/>
            </a:xfrm>
            <a:custGeom>
              <a:avLst/>
              <a:gdLst/>
              <a:ahLst/>
              <a:cxnLst/>
              <a:rect l="l" t="t" r="r" b="b"/>
              <a:pathLst>
                <a:path w="905510" h="966470">
                  <a:moveTo>
                    <a:pt x="905256" y="0"/>
                  </a:moveTo>
                  <a:lnTo>
                    <a:pt x="0" y="0"/>
                  </a:lnTo>
                  <a:lnTo>
                    <a:pt x="0" y="966215"/>
                  </a:lnTo>
                  <a:lnTo>
                    <a:pt x="905256" y="966215"/>
                  </a:lnTo>
                  <a:lnTo>
                    <a:pt x="905256" y="0"/>
                  </a:lnTo>
                  <a:close/>
                </a:path>
              </a:pathLst>
            </a:custGeom>
            <a:solidFill>
              <a:srgbClr val="464646">
                <a:alpha val="5607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536948" y="3200399"/>
              <a:ext cx="1727200" cy="227329"/>
            </a:xfrm>
            <a:custGeom>
              <a:avLst/>
              <a:gdLst/>
              <a:ahLst/>
              <a:cxnLst/>
              <a:rect l="l" t="t" r="r" b="b"/>
              <a:pathLst>
                <a:path w="1727200" h="227329">
                  <a:moveTo>
                    <a:pt x="1726692" y="0"/>
                  </a:moveTo>
                  <a:lnTo>
                    <a:pt x="0" y="0"/>
                  </a:lnTo>
                  <a:lnTo>
                    <a:pt x="0" y="227075"/>
                  </a:lnTo>
                  <a:lnTo>
                    <a:pt x="1726692" y="227075"/>
                  </a:lnTo>
                  <a:lnTo>
                    <a:pt x="1726692" y="0"/>
                  </a:lnTo>
                  <a:close/>
                </a:path>
              </a:pathLst>
            </a:custGeom>
            <a:solidFill>
              <a:srgbClr val="F8DDE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1394460" y="4258055"/>
            <a:ext cx="1295400" cy="928369"/>
          </a:xfrm>
          <a:prstGeom prst="rect">
            <a:avLst/>
          </a:prstGeom>
          <a:solidFill>
            <a:srgbClr val="464646"/>
          </a:solidFill>
        </p:spPr>
        <p:txBody>
          <a:bodyPr wrap="square" lIns="0" tIns="120650" rIns="0" bIns="0" rtlCol="0" vert="horz">
            <a:spAutoFit/>
          </a:bodyPr>
          <a:lstStyle/>
          <a:p>
            <a:pPr marL="71755" marR="336550">
              <a:lnSpc>
                <a:spcPct val="100000"/>
              </a:lnSpc>
              <a:spcBef>
                <a:spcPts val="950"/>
              </a:spcBef>
            </a:pP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Consumer offboard services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45008" y="4221479"/>
            <a:ext cx="905510" cy="965200"/>
            <a:chOff x="445008" y="4221479"/>
            <a:chExt cx="905510" cy="965200"/>
          </a:xfrm>
        </p:grpSpPr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1104" y="4221479"/>
              <a:ext cx="899159" cy="964691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45008" y="4221479"/>
              <a:ext cx="905510" cy="965200"/>
            </a:xfrm>
            <a:custGeom>
              <a:avLst/>
              <a:gdLst/>
              <a:ahLst/>
              <a:cxnLst/>
              <a:rect l="l" t="t" r="r" b="b"/>
              <a:pathLst>
                <a:path w="905510" h="965200">
                  <a:moveTo>
                    <a:pt x="905256" y="0"/>
                  </a:moveTo>
                  <a:lnTo>
                    <a:pt x="0" y="0"/>
                  </a:lnTo>
                  <a:lnTo>
                    <a:pt x="0" y="964691"/>
                  </a:lnTo>
                  <a:lnTo>
                    <a:pt x="905256" y="964691"/>
                  </a:lnTo>
                  <a:lnTo>
                    <a:pt x="905256" y="0"/>
                  </a:lnTo>
                  <a:close/>
                </a:path>
              </a:pathLst>
            </a:custGeom>
            <a:solidFill>
              <a:srgbClr val="464646">
                <a:alpha val="56077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1394460" y="5283708"/>
            <a:ext cx="1295400" cy="966469"/>
          </a:xfrm>
          <a:prstGeom prst="rect">
            <a:avLst/>
          </a:prstGeom>
          <a:solidFill>
            <a:srgbClr val="464646"/>
          </a:solidFill>
        </p:spPr>
        <p:txBody>
          <a:bodyPr wrap="square" lIns="0" tIns="603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75"/>
              </a:spcBef>
            </a:pPr>
            <a:endParaRPr sz="1400">
              <a:latin typeface="Times New Roman"/>
              <a:cs typeface="Times New Roman"/>
            </a:endParaRPr>
          </a:p>
          <a:p>
            <a:pPr marL="71755" marR="443865">
              <a:lnSpc>
                <a:spcPct val="100000"/>
              </a:lnSpc>
              <a:spcBef>
                <a:spcPts val="5"/>
              </a:spcBef>
            </a:pP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B2B/data services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45008" y="5283708"/>
            <a:ext cx="905510" cy="966469"/>
            <a:chOff x="445008" y="5283708"/>
            <a:chExt cx="905510" cy="966469"/>
          </a:xfrm>
        </p:grpSpPr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5008" y="5283708"/>
              <a:ext cx="905256" cy="966216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445008" y="5283708"/>
              <a:ext cx="905510" cy="966469"/>
            </a:xfrm>
            <a:custGeom>
              <a:avLst/>
              <a:gdLst/>
              <a:ahLst/>
              <a:cxnLst/>
              <a:rect l="l" t="t" r="r" b="b"/>
              <a:pathLst>
                <a:path w="905510" h="966470">
                  <a:moveTo>
                    <a:pt x="905256" y="0"/>
                  </a:moveTo>
                  <a:lnTo>
                    <a:pt x="0" y="0"/>
                  </a:lnTo>
                  <a:lnTo>
                    <a:pt x="0" y="966216"/>
                  </a:lnTo>
                  <a:lnTo>
                    <a:pt x="905256" y="966216"/>
                  </a:lnTo>
                  <a:lnTo>
                    <a:pt x="905256" y="0"/>
                  </a:lnTo>
                  <a:close/>
                </a:path>
              </a:pathLst>
            </a:custGeom>
            <a:solidFill>
              <a:srgbClr val="464646">
                <a:alpha val="56077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9995661" y="1754251"/>
            <a:ext cx="166433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Arial"/>
                <a:cs typeface="Arial"/>
              </a:rPr>
              <a:t>Portfolio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spc="-20" b="1">
                <a:latin typeface="Arial"/>
                <a:cs typeface="Arial"/>
              </a:rPr>
              <a:t>Trade-offs</a:t>
            </a:r>
            <a:endParaRPr sz="14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205466" y="2242820"/>
            <a:ext cx="1501775" cy="4527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latin typeface="Arial"/>
                <a:cs typeface="Arial"/>
              </a:rPr>
              <a:t>Differentiation</a:t>
            </a:r>
            <a:r>
              <a:rPr dirty="0" sz="1400" spc="30" b="1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vs.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Arial"/>
                <a:cs typeface="Arial"/>
              </a:rPr>
              <a:t>revenue</a:t>
            </a:r>
            <a:r>
              <a:rPr dirty="0" sz="1400" spc="-65" b="1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potential</a:t>
            </a:r>
            <a:endParaRPr sz="14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205466" y="3126994"/>
            <a:ext cx="995044" cy="4527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Arial"/>
                <a:cs typeface="Arial"/>
              </a:rPr>
              <a:t>Reach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vs.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400" spc="-10" b="1">
                <a:latin typeface="Arial"/>
                <a:cs typeface="Arial"/>
              </a:rPr>
              <a:t>profitability</a:t>
            </a:r>
            <a:endParaRPr sz="14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205466" y="4010609"/>
            <a:ext cx="1360170" cy="4540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Arial"/>
                <a:cs typeface="Arial"/>
              </a:rPr>
              <a:t>Synergy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focus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latin typeface="Arial"/>
                <a:cs typeface="Arial"/>
              </a:rPr>
              <a:t>vs.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risk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hedging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0205466" y="4895215"/>
            <a:ext cx="1533525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latin typeface="Arial"/>
                <a:cs typeface="Arial"/>
              </a:rPr>
              <a:t>Touchpoint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control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latin typeface="Arial"/>
                <a:cs typeface="Arial"/>
              </a:rPr>
              <a:t>vs.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open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partners</a:t>
            </a:r>
            <a:endParaRPr sz="14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0205466" y="5779414"/>
            <a:ext cx="1628775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 b="1">
                <a:latin typeface="Arial"/>
                <a:cs typeface="Arial"/>
              </a:rPr>
              <a:t>Digital</a:t>
            </a:r>
            <a:r>
              <a:rPr dirty="0" sz="1400" spc="-75" b="1">
                <a:latin typeface="Arial"/>
                <a:cs typeface="Arial"/>
              </a:rPr>
              <a:t> </a:t>
            </a:r>
            <a:r>
              <a:rPr dirty="0" sz="1400" spc="-20" b="1">
                <a:latin typeface="Arial"/>
                <a:cs typeface="Arial"/>
              </a:rPr>
              <a:t>first</a:t>
            </a:r>
            <a:r>
              <a:rPr dirty="0" sz="1400" spc="-70" b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vs.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BEV/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Arial"/>
                <a:cs typeface="Arial"/>
              </a:rPr>
              <a:t>AD</a:t>
            </a:r>
            <a:r>
              <a:rPr dirty="0" sz="1400" spc="-7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availability</a:t>
            </a:r>
            <a:endParaRPr sz="14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0007345" y="2026157"/>
            <a:ext cx="1748155" cy="0"/>
          </a:xfrm>
          <a:custGeom>
            <a:avLst/>
            <a:gdLst/>
            <a:ahLst/>
            <a:cxnLst/>
            <a:rect l="l" t="t" r="r" b="b"/>
            <a:pathLst>
              <a:path w="1748154" h="0">
                <a:moveTo>
                  <a:pt x="0" y="0"/>
                </a:moveTo>
                <a:lnTo>
                  <a:pt x="1748155" y="0"/>
                </a:lnTo>
              </a:path>
            </a:pathLst>
          </a:custGeom>
          <a:ln w="38100">
            <a:solidFill>
              <a:srgbClr val="A2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746248" y="1731264"/>
            <a:ext cx="1727200" cy="288290"/>
          </a:xfrm>
          <a:custGeom>
            <a:avLst/>
            <a:gdLst/>
            <a:ahLst/>
            <a:cxnLst/>
            <a:rect l="l" t="t" r="r" b="b"/>
            <a:pathLst>
              <a:path w="1727200" h="288289">
                <a:moveTo>
                  <a:pt x="1726692" y="0"/>
                </a:moveTo>
                <a:lnTo>
                  <a:pt x="0" y="0"/>
                </a:lnTo>
                <a:lnTo>
                  <a:pt x="0" y="288036"/>
                </a:lnTo>
                <a:lnTo>
                  <a:pt x="1726692" y="288036"/>
                </a:lnTo>
                <a:lnTo>
                  <a:pt x="1726692" y="0"/>
                </a:lnTo>
                <a:close/>
              </a:path>
            </a:pathLst>
          </a:custGeom>
          <a:solidFill>
            <a:srgbClr val="A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2805429" y="1750822"/>
            <a:ext cx="69913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Mobility</a:t>
            </a:r>
            <a:endParaRPr sz="14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536947" y="1731264"/>
            <a:ext cx="1727200" cy="288290"/>
          </a:xfrm>
          <a:prstGeom prst="rect">
            <a:avLst/>
          </a:prstGeom>
          <a:solidFill>
            <a:srgbClr val="DB526A"/>
          </a:solidFill>
        </p:spPr>
        <p:txBody>
          <a:bodyPr wrap="square" lIns="0" tIns="32384" rIns="0" bIns="0" rtlCol="0" vert="horz">
            <a:spAutoFit/>
          </a:bodyPr>
          <a:lstStyle/>
          <a:p>
            <a:pPr marL="71755">
              <a:lnSpc>
                <a:spcPct val="100000"/>
              </a:lnSpc>
              <a:spcBef>
                <a:spcPts val="254"/>
              </a:spcBef>
            </a:pP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Entertainment</a:t>
            </a:r>
            <a:endParaRPr sz="14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316979" y="1731264"/>
            <a:ext cx="1727200" cy="288290"/>
          </a:xfrm>
          <a:prstGeom prst="rect">
            <a:avLst/>
          </a:prstGeom>
          <a:solidFill>
            <a:srgbClr val="464646"/>
          </a:solidFill>
        </p:spPr>
        <p:txBody>
          <a:bodyPr wrap="square" lIns="0" tIns="32384" rIns="0" bIns="0" rtlCol="0" vert="horz">
            <a:spAutoFit/>
          </a:bodyPr>
          <a:lstStyle/>
          <a:p>
            <a:pPr marL="71755">
              <a:lnSpc>
                <a:spcPct val="100000"/>
              </a:lnSpc>
              <a:spcBef>
                <a:spcPts val="254"/>
              </a:spcBef>
            </a:pP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Work</a:t>
            </a:r>
            <a:endParaRPr sz="14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106156" y="1731264"/>
            <a:ext cx="1728470" cy="288290"/>
          </a:xfrm>
          <a:prstGeom prst="rect">
            <a:avLst/>
          </a:prstGeom>
          <a:solidFill>
            <a:srgbClr val="000000"/>
          </a:solidFill>
        </p:spPr>
        <p:txBody>
          <a:bodyPr wrap="square" lIns="0" tIns="32384" rIns="0" bIns="0" rtlCol="0" vert="horz">
            <a:spAutoFit/>
          </a:bodyPr>
          <a:lstStyle/>
          <a:p>
            <a:pPr marL="73025">
              <a:lnSpc>
                <a:spcPct val="100000"/>
              </a:lnSpc>
              <a:spcBef>
                <a:spcPts val="254"/>
              </a:spcBef>
            </a:pP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Health</a:t>
            </a:r>
            <a:endParaRPr sz="14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536947" y="2177795"/>
            <a:ext cx="1727200" cy="227329"/>
          </a:xfrm>
          <a:prstGeom prst="rect">
            <a:avLst/>
          </a:prstGeom>
          <a:solidFill>
            <a:srgbClr val="F8DDE0"/>
          </a:solidFill>
        </p:spPr>
        <p:txBody>
          <a:bodyPr wrap="square" lIns="0" tIns="0" rIns="0" bIns="0" rtlCol="0" vert="horz">
            <a:spAutoFit/>
          </a:bodyPr>
          <a:lstStyle/>
          <a:p>
            <a:pPr marL="35560">
              <a:lnSpc>
                <a:spcPts val="925"/>
              </a:lnSpc>
            </a:pPr>
            <a:r>
              <a:rPr dirty="0" sz="900" spc="-20" b="1">
                <a:latin typeface="Arial"/>
                <a:cs typeface="Arial"/>
              </a:rPr>
              <a:t>Sound</a:t>
            </a:r>
            <a:endParaRPr sz="900">
              <a:latin typeface="Arial"/>
              <a:cs typeface="Arial"/>
            </a:endParaRPr>
          </a:p>
          <a:p>
            <a:pPr marL="35560">
              <a:lnSpc>
                <a:spcPts val="860"/>
              </a:lnSpc>
            </a:pPr>
            <a:r>
              <a:rPr dirty="0" sz="800">
                <a:latin typeface="Arial"/>
                <a:cs typeface="Arial"/>
              </a:rPr>
              <a:t>–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BMW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e-</a:t>
            </a:r>
            <a:r>
              <a:rPr dirty="0" sz="800">
                <a:latin typeface="Arial"/>
                <a:cs typeface="Arial"/>
              </a:rPr>
              <a:t>engine</a:t>
            </a:r>
            <a:r>
              <a:rPr dirty="0" sz="800" spc="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sound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pack</a:t>
            </a:r>
            <a:endParaRPr sz="8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746248" y="3028188"/>
            <a:ext cx="1728470" cy="227329"/>
          </a:xfrm>
          <a:prstGeom prst="rect">
            <a:avLst/>
          </a:prstGeom>
          <a:solidFill>
            <a:srgbClr val="F5C9C9"/>
          </a:solidFill>
        </p:spPr>
        <p:txBody>
          <a:bodyPr wrap="square" lIns="0" tIns="0" rIns="0" bIns="0" rtlCol="0" vert="horz">
            <a:spAutoFit/>
          </a:bodyPr>
          <a:lstStyle/>
          <a:p>
            <a:pPr marL="35560">
              <a:lnSpc>
                <a:spcPts val="935"/>
              </a:lnSpc>
            </a:pPr>
            <a:r>
              <a:rPr dirty="0" sz="900" spc="-10" b="1">
                <a:latin typeface="Arial"/>
                <a:cs typeface="Arial"/>
              </a:rPr>
              <a:t>Autonomous</a:t>
            </a:r>
            <a:r>
              <a:rPr dirty="0" sz="900" spc="30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driving</a:t>
            </a:r>
            <a:endParaRPr sz="900">
              <a:latin typeface="Arial"/>
              <a:cs typeface="Arial"/>
            </a:endParaRPr>
          </a:p>
          <a:p>
            <a:pPr marL="35560">
              <a:lnSpc>
                <a:spcPts val="850"/>
              </a:lnSpc>
            </a:pPr>
            <a:r>
              <a:rPr dirty="0" sz="800">
                <a:latin typeface="Arial"/>
                <a:cs typeface="Arial"/>
              </a:rPr>
              <a:t>–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Tesla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autopilot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upgrade</a:t>
            </a:r>
            <a:endParaRPr sz="8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746248" y="2449067"/>
            <a:ext cx="1728470" cy="502920"/>
          </a:xfrm>
          <a:prstGeom prst="rect">
            <a:avLst/>
          </a:prstGeom>
          <a:solidFill>
            <a:srgbClr val="F5C9C9"/>
          </a:solidFill>
        </p:spPr>
        <p:txBody>
          <a:bodyPr wrap="square" lIns="0" tIns="0" rIns="0" bIns="0" rtlCol="0" vert="horz">
            <a:spAutoFit/>
          </a:bodyPr>
          <a:lstStyle/>
          <a:p>
            <a:pPr marL="35560">
              <a:lnSpc>
                <a:spcPts val="940"/>
              </a:lnSpc>
            </a:pPr>
            <a:r>
              <a:rPr dirty="0" sz="900" spc="-10" b="1">
                <a:latin typeface="Arial"/>
                <a:cs typeface="Arial"/>
              </a:rPr>
              <a:t>Light</a:t>
            </a:r>
            <a:endParaRPr sz="900">
              <a:latin typeface="Arial"/>
              <a:cs typeface="Arial"/>
            </a:endParaRPr>
          </a:p>
          <a:p>
            <a:pPr marL="120650" indent="-85090">
              <a:lnSpc>
                <a:spcPts val="865"/>
              </a:lnSpc>
              <a:buChar char="–"/>
              <a:tabLst>
                <a:tab pos="120650" algn="l"/>
              </a:tabLst>
            </a:pPr>
            <a:r>
              <a:rPr dirty="0" sz="800">
                <a:latin typeface="Arial"/>
                <a:cs typeface="Arial"/>
              </a:rPr>
              <a:t>BMW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high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beam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assist</a:t>
            </a:r>
            <a:endParaRPr sz="800">
              <a:latin typeface="Arial"/>
              <a:cs typeface="Arial"/>
            </a:endParaRPr>
          </a:p>
          <a:p>
            <a:pPr marL="35560">
              <a:lnSpc>
                <a:spcPts val="985"/>
              </a:lnSpc>
              <a:spcBef>
                <a:spcPts val="310"/>
              </a:spcBef>
            </a:pPr>
            <a:r>
              <a:rPr dirty="0" sz="900" spc="-10" b="1">
                <a:latin typeface="Arial"/>
                <a:cs typeface="Arial"/>
              </a:rPr>
              <a:t>Camera</a:t>
            </a:r>
            <a:endParaRPr sz="900">
              <a:latin typeface="Arial"/>
              <a:cs typeface="Arial"/>
            </a:endParaRPr>
          </a:p>
          <a:p>
            <a:pPr marL="120650" indent="-85090">
              <a:lnSpc>
                <a:spcPts val="860"/>
              </a:lnSpc>
              <a:buChar char="–"/>
              <a:tabLst>
                <a:tab pos="120650" algn="l"/>
              </a:tabLst>
            </a:pPr>
            <a:r>
              <a:rPr dirty="0" sz="800">
                <a:latin typeface="Arial"/>
                <a:cs typeface="Arial"/>
              </a:rPr>
              <a:t>Tesla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sentry</a:t>
            </a:r>
            <a:r>
              <a:rPr dirty="0" sz="800" spc="-20">
                <a:latin typeface="Arial"/>
                <a:cs typeface="Arial"/>
              </a:rPr>
              <a:t> mode</a:t>
            </a:r>
            <a:endParaRPr sz="8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746248" y="2161032"/>
            <a:ext cx="1728470" cy="228600"/>
          </a:xfrm>
          <a:prstGeom prst="rect">
            <a:avLst/>
          </a:prstGeom>
          <a:solidFill>
            <a:srgbClr val="F5C9C9"/>
          </a:solidFill>
        </p:spPr>
        <p:txBody>
          <a:bodyPr wrap="square" lIns="0" tIns="0" rIns="0" bIns="0" rtlCol="0" vert="horz">
            <a:spAutoFit/>
          </a:bodyPr>
          <a:lstStyle/>
          <a:p>
            <a:pPr marL="35560">
              <a:lnSpc>
                <a:spcPts val="935"/>
              </a:lnSpc>
            </a:pPr>
            <a:r>
              <a:rPr dirty="0" sz="900" spc="-10" b="1">
                <a:latin typeface="Arial"/>
                <a:cs typeface="Arial"/>
              </a:rPr>
              <a:t>Access</a:t>
            </a:r>
            <a:endParaRPr sz="900">
              <a:latin typeface="Arial"/>
              <a:cs typeface="Arial"/>
            </a:endParaRPr>
          </a:p>
          <a:p>
            <a:pPr marL="35560">
              <a:lnSpc>
                <a:spcPts val="865"/>
              </a:lnSpc>
            </a:pPr>
            <a:r>
              <a:rPr dirty="0" sz="800">
                <a:latin typeface="Arial"/>
                <a:cs typeface="Arial"/>
              </a:rPr>
              <a:t>–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Tesla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virtual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bluetooth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keys</a:t>
            </a:r>
            <a:endParaRPr sz="8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746248" y="4258055"/>
            <a:ext cx="1728470" cy="227329"/>
          </a:xfrm>
          <a:prstGeom prst="rect">
            <a:avLst/>
          </a:prstGeom>
          <a:solidFill>
            <a:srgbClr val="F5C9C9"/>
          </a:solidFill>
        </p:spPr>
        <p:txBody>
          <a:bodyPr wrap="square" lIns="0" tIns="0" rIns="0" bIns="0" rtlCol="0" vert="horz">
            <a:spAutoFit/>
          </a:bodyPr>
          <a:lstStyle/>
          <a:p>
            <a:pPr marL="35560">
              <a:lnSpc>
                <a:spcPts val="940"/>
              </a:lnSpc>
            </a:pPr>
            <a:r>
              <a:rPr dirty="0" sz="900" b="1">
                <a:latin typeface="Arial"/>
                <a:cs typeface="Arial"/>
              </a:rPr>
              <a:t>Parking</a:t>
            </a:r>
            <a:r>
              <a:rPr dirty="0" sz="900" spc="-2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search</a:t>
            </a:r>
            <a:r>
              <a:rPr dirty="0" sz="900" spc="-3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and</a:t>
            </a:r>
            <a:r>
              <a:rPr dirty="0" sz="900" spc="-20" b="1">
                <a:latin typeface="Arial"/>
                <a:cs typeface="Arial"/>
              </a:rPr>
              <a:t> </a:t>
            </a:r>
            <a:r>
              <a:rPr dirty="0" sz="900" spc="-25" b="1">
                <a:latin typeface="Arial"/>
                <a:cs typeface="Arial"/>
              </a:rPr>
              <a:t>pay</a:t>
            </a:r>
            <a:endParaRPr sz="900">
              <a:latin typeface="Arial"/>
              <a:cs typeface="Arial"/>
            </a:endParaRPr>
          </a:p>
          <a:p>
            <a:pPr marL="35560">
              <a:lnSpc>
                <a:spcPts val="850"/>
              </a:lnSpc>
            </a:pPr>
            <a:r>
              <a:rPr dirty="0" sz="800">
                <a:latin typeface="Arial"/>
                <a:cs typeface="Arial"/>
              </a:rPr>
              <a:t>–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VW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we </a:t>
            </a:r>
            <a:r>
              <a:rPr dirty="0" sz="800" spc="-20">
                <a:latin typeface="Arial"/>
                <a:cs typeface="Arial"/>
              </a:rPr>
              <a:t>park</a:t>
            </a:r>
            <a:endParaRPr sz="8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746248" y="4515611"/>
            <a:ext cx="1728470" cy="227329"/>
          </a:xfrm>
          <a:prstGeom prst="rect">
            <a:avLst/>
          </a:prstGeom>
          <a:solidFill>
            <a:srgbClr val="F5C9C9"/>
          </a:solidFill>
        </p:spPr>
        <p:txBody>
          <a:bodyPr wrap="square" lIns="0" tIns="0" rIns="0" bIns="0" rtlCol="0" vert="horz">
            <a:spAutoFit/>
          </a:bodyPr>
          <a:lstStyle/>
          <a:p>
            <a:pPr marL="35560">
              <a:lnSpc>
                <a:spcPts val="940"/>
              </a:lnSpc>
            </a:pPr>
            <a:r>
              <a:rPr dirty="0" sz="900" b="1">
                <a:latin typeface="Arial"/>
                <a:cs typeface="Arial"/>
              </a:rPr>
              <a:t>P2P</a:t>
            </a:r>
            <a:r>
              <a:rPr dirty="0" sz="900" spc="-3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car/ride</a:t>
            </a:r>
            <a:r>
              <a:rPr dirty="0" sz="900" spc="-25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sharing</a:t>
            </a:r>
            <a:endParaRPr sz="900">
              <a:latin typeface="Arial"/>
              <a:cs typeface="Arial"/>
            </a:endParaRPr>
          </a:p>
          <a:p>
            <a:pPr marL="35560">
              <a:lnSpc>
                <a:spcPts val="850"/>
              </a:lnSpc>
            </a:pPr>
            <a:r>
              <a:rPr dirty="0" sz="800">
                <a:latin typeface="Arial"/>
                <a:cs typeface="Arial"/>
              </a:rPr>
              <a:t>–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Sono motors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 spc="-25">
                <a:latin typeface="Arial"/>
                <a:cs typeface="Arial"/>
              </a:rPr>
              <a:t>app</a:t>
            </a:r>
            <a:endParaRPr sz="8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746248" y="5948171"/>
            <a:ext cx="1728470" cy="227329"/>
          </a:xfrm>
          <a:prstGeom prst="rect">
            <a:avLst/>
          </a:prstGeom>
          <a:solidFill>
            <a:srgbClr val="F5C9C9"/>
          </a:solidFill>
        </p:spPr>
        <p:txBody>
          <a:bodyPr wrap="square" lIns="0" tIns="0" rIns="0" bIns="0" rtlCol="0" vert="horz">
            <a:spAutoFit/>
          </a:bodyPr>
          <a:lstStyle/>
          <a:p>
            <a:pPr marL="35560">
              <a:lnSpc>
                <a:spcPts val="869"/>
              </a:lnSpc>
            </a:pPr>
            <a:r>
              <a:rPr dirty="0" sz="900" b="1">
                <a:latin typeface="Arial"/>
                <a:cs typeface="Arial"/>
              </a:rPr>
              <a:t>Car</a:t>
            </a:r>
            <a:r>
              <a:rPr dirty="0" sz="900" spc="-2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data</a:t>
            </a:r>
            <a:r>
              <a:rPr dirty="0" sz="900" spc="-15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marketplace</a:t>
            </a:r>
            <a:endParaRPr sz="900">
              <a:latin typeface="Arial"/>
              <a:cs typeface="Arial"/>
            </a:endParaRPr>
          </a:p>
          <a:p>
            <a:pPr marL="35560">
              <a:lnSpc>
                <a:spcPts val="915"/>
              </a:lnSpc>
            </a:pPr>
            <a:r>
              <a:rPr dirty="0" sz="800">
                <a:latin typeface="Arial"/>
                <a:cs typeface="Arial"/>
              </a:rPr>
              <a:t>–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Caruso,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Otonomo,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High</a:t>
            </a:r>
            <a:r>
              <a:rPr dirty="0" sz="800" spc="-25">
                <a:latin typeface="Arial"/>
                <a:cs typeface="Arial"/>
              </a:rPr>
              <a:t> M</a:t>
            </a:r>
            <a:r>
              <a:rPr dirty="0" sz="900" spc="-25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746248" y="5652515"/>
            <a:ext cx="1728470" cy="228600"/>
          </a:xfrm>
          <a:prstGeom prst="rect">
            <a:avLst/>
          </a:prstGeom>
          <a:solidFill>
            <a:srgbClr val="F5C9C9"/>
          </a:solidFill>
        </p:spPr>
        <p:txBody>
          <a:bodyPr wrap="square" lIns="0" tIns="0" rIns="0" bIns="0" rtlCol="0" vert="horz">
            <a:spAutoFit/>
          </a:bodyPr>
          <a:lstStyle/>
          <a:p>
            <a:pPr marL="35560">
              <a:lnSpc>
                <a:spcPts val="944"/>
              </a:lnSpc>
            </a:pPr>
            <a:r>
              <a:rPr dirty="0" sz="900" b="1">
                <a:latin typeface="Arial"/>
                <a:cs typeface="Arial"/>
              </a:rPr>
              <a:t>Car</a:t>
            </a:r>
            <a:r>
              <a:rPr dirty="0" sz="900" spc="-1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data</a:t>
            </a:r>
            <a:r>
              <a:rPr dirty="0" sz="900" spc="-2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based</a:t>
            </a:r>
            <a:r>
              <a:rPr dirty="0" sz="900" spc="-30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insurance</a:t>
            </a:r>
            <a:endParaRPr sz="900">
              <a:latin typeface="Arial"/>
              <a:cs typeface="Arial"/>
            </a:endParaRPr>
          </a:p>
          <a:p>
            <a:pPr marL="35560">
              <a:lnSpc>
                <a:spcPts val="855"/>
              </a:lnSpc>
            </a:pPr>
            <a:r>
              <a:rPr dirty="0" sz="800">
                <a:latin typeface="Arial"/>
                <a:cs typeface="Arial"/>
              </a:rPr>
              <a:t>–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BMW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CarData</a:t>
            </a:r>
            <a:endParaRPr sz="8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746248" y="5361432"/>
            <a:ext cx="1728470" cy="227329"/>
          </a:xfrm>
          <a:prstGeom prst="rect">
            <a:avLst/>
          </a:prstGeom>
          <a:solidFill>
            <a:srgbClr val="F5C9C9"/>
          </a:solidFill>
        </p:spPr>
        <p:txBody>
          <a:bodyPr wrap="square" lIns="0" tIns="0" rIns="0" bIns="0" rtlCol="0" vert="horz">
            <a:spAutoFit/>
          </a:bodyPr>
          <a:lstStyle/>
          <a:p>
            <a:pPr marL="35560">
              <a:lnSpc>
                <a:spcPts val="935"/>
              </a:lnSpc>
            </a:pPr>
            <a:r>
              <a:rPr dirty="0" sz="900" b="1">
                <a:latin typeface="Arial"/>
                <a:cs typeface="Arial"/>
              </a:rPr>
              <a:t>Predictive</a:t>
            </a:r>
            <a:r>
              <a:rPr dirty="0" sz="900" spc="-35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maintenance</a:t>
            </a:r>
            <a:endParaRPr sz="900">
              <a:latin typeface="Arial"/>
              <a:cs typeface="Arial"/>
            </a:endParaRPr>
          </a:p>
          <a:p>
            <a:pPr marL="35560">
              <a:lnSpc>
                <a:spcPts val="855"/>
              </a:lnSpc>
            </a:pPr>
            <a:r>
              <a:rPr dirty="0" sz="800">
                <a:latin typeface="Arial"/>
                <a:cs typeface="Arial"/>
              </a:rPr>
              <a:t>–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BOSCH,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Carmen</a:t>
            </a:r>
            <a:endParaRPr sz="8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536947" y="2449067"/>
            <a:ext cx="1740535" cy="325120"/>
          </a:xfrm>
          <a:prstGeom prst="rect">
            <a:avLst/>
          </a:prstGeom>
          <a:solidFill>
            <a:srgbClr val="F8DDE0"/>
          </a:solidFill>
        </p:spPr>
        <p:txBody>
          <a:bodyPr wrap="square" lIns="0" tIns="25400" rIns="0" bIns="0" rtlCol="0" vert="horz">
            <a:spAutoFit/>
          </a:bodyPr>
          <a:lstStyle/>
          <a:p>
            <a:pPr marL="35560">
              <a:lnSpc>
                <a:spcPts val="985"/>
              </a:lnSpc>
              <a:spcBef>
                <a:spcPts val="200"/>
              </a:spcBef>
            </a:pPr>
            <a:r>
              <a:rPr dirty="0" sz="900" b="1">
                <a:latin typeface="Arial"/>
                <a:cs typeface="Arial"/>
              </a:rPr>
              <a:t>Intelligent</a:t>
            </a:r>
            <a:r>
              <a:rPr dirty="0" sz="900" spc="-3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car</a:t>
            </a:r>
            <a:r>
              <a:rPr dirty="0" sz="900" spc="-30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assistant</a:t>
            </a:r>
            <a:endParaRPr sz="900">
              <a:latin typeface="Arial"/>
              <a:cs typeface="Arial"/>
            </a:endParaRPr>
          </a:p>
          <a:p>
            <a:pPr marL="35560">
              <a:lnSpc>
                <a:spcPts val="865"/>
              </a:lnSpc>
            </a:pPr>
            <a:r>
              <a:rPr dirty="0" sz="800">
                <a:latin typeface="Arial"/>
                <a:cs typeface="Arial"/>
              </a:rPr>
              <a:t>–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Alibaba,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Volvo/Daimler</a:t>
            </a:r>
            <a:endParaRPr sz="8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560189" y="3181350"/>
            <a:ext cx="1075690" cy="2609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985"/>
              </a:lnSpc>
              <a:spcBef>
                <a:spcPts val="100"/>
              </a:spcBef>
            </a:pPr>
            <a:r>
              <a:rPr dirty="0" sz="900" spc="-10" b="1">
                <a:latin typeface="Arial"/>
                <a:cs typeface="Arial"/>
              </a:rPr>
              <a:t>Gaming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865"/>
              </a:lnSpc>
            </a:pPr>
            <a:r>
              <a:rPr dirty="0" sz="800">
                <a:latin typeface="Arial"/>
                <a:cs typeface="Arial"/>
              </a:rPr>
              <a:t>–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Tesla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arcade,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Racing</a:t>
            </a:r>
            <a:endParaRPr sz="8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536947" y="3467100"/>
            <a:ext cx="1727200" cy="228600"/>
          </a:xfrm>
          <a:prstGeom prst="rect">
            <a:avLst/>
          </a:prstGeom>
          <a:solidFill>
            <a:srgbClr val="F8DDE0"/>
          </a:solidFill>
        </p:spPr>
        <p:txBody>
          <a:bodyPr wrap="square" lIns="0" tIns="0" rIns="0" bIns="0" rtlCol="0" vert="horz">
            <a:spAutoFit/>
          </a:bodyPr>
          <a:lstStyle/>
          <a:p>
            <a:pPr marL="35560">
              <a:lnSpc>
                <a:spcPts val="940"/>
              </a:lnSpc>
            </a:pPr>
            <a:r>
              <a:rPr dirty="0" sz="900" spc="-10" b="1">
                <a:latin typeface="Arial"/>
                <a:cs typeface="Arial"/>
              </a:rPr>
              <a:t>Entertainment</a:t>
            </a:r>
            <a:endParaRPr sz="900">
              <a:latin typeface="Arial"/>
              <a:cs typeface="Arial"/>
            </a:endParaRPr>
          </a:p>
          <a:p>
            <a:pPr marL="35560">
              <a:lnSpc>
                <a:spcPts val="860"/>
              </a:lnSpc>
            </a:pPr>
            <a:r>
              <a:rPr dirty="0" sz="800">
                <a:latin typeface="Arial"/>
                <a:cs typeface="Arial"/>
              </a:rPr>
              <a:t>–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Tesla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caraoke</a:t>
            </a:r>
            <a:endParaRPr sz="8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746248" y="3328415"/>
            <a:ext cx="1728470" cy="227329"/>
          </a:xfrm>
          <a:prstGeom prst="rect">
            <a:avLst/>
          </a:prstGeom>
          <a:solidFill>
            <a:srgbClr val="F5C9C9"/>
          </a:solidFill>
        </p:spPr>
        <p:txBody>
          <a:bodyPr wrap="square" lIns="0" tIns="0" rIns="0" bIns="0" rtlCol="0" vert="horz">
            <a:spAutoFit/>
          </a:bodyPr>
          <a:lstStyle/>
          <a:p>
            <a:pPr marL="35560">
              <a:lnSpc>
                <a:spcPts val="930"/>
              </a:lnSpc>
            </a:pPr>
            <a:r>
              <a:rPr dirty="0" sz="900" b="1">
                <a:latin typeface="Arial"/>
                <a:cs typeface="Arial"/>
              </a:rPr>
              <a:t>Advanced</a:t>
            </a:r>
            <a:r>
              <a:rPr dirty="0" sz="900" spc="-50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navigation</a:t>
            </a:r>
            <a:endParaRPr sz="900">
              <a:latin typeface="Arial"/>
              <a:cs typeface="Arial"/>
            </a:endParaRPr>
          </a:p>
          <a:p>
            <a:pPr marL="35560">
              <a:lnSpc>
                <a:spcPts val="860"/>
              </a:lnSpc>
            </a:pPr>
            <a:r>
              <a:rPr dirty="0" sz="800">
                <a:latin typeface="Arial"/>
                <a:cs typeface="Arial"/>
              </a:rPr>
              <a:t>–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MB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live</a:t>
            </a:r>
            <a:r>
              <a:rPr dirty="0" sz="800" spc="-10">
                <a:latin typeface="Arial"/>
                <a:cs typeface="Arial"/>
              </a:rPr>
              <a:t> traffic</a:t>
            </a:r>
            <a:endParaRPr sz="8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536947" y="3730752"/>
            <a:ext cx="1713864" cy="227329"/>
          </a:xfrm>
          <a:prstGeom prst="rect">
            <a:avLst/>
          </a:prstGeom>
          <a:solidFill>
            <a:srgbClr val="F8DDE0"/>
          </a:solidFill>
        </p:spPr>
        <p:txBody>
          <a:bodyPr wrap="square" lIns="0" tIns="0" rIns="0" bIns="0" rtlCol="0" vert="horz">
            <a:spAutoFit/>
          </a:bodyPr>
          <a:lstStyle/>
          <a:p>
            <a:pPr marL="35560">
              <a:lnSpc>
                <a:spcPts val="935"/>
              </a:lnSpc>
            </a:pPr>
            <a:r>
              <a:rPr dirty="0" sz="900" b="1">
                <a:latin typeface="Arial"/>
                <a:cs typeface="Arial"/>
              </a:rPr>
              <a:t>Music</a:t>
            </a:r>
            <a:r>
              <a:rPr dirty="0" sz="900" spc="-35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streaming</a:t>
            </a:r>
            <a:endParaRPr sz="900">
              <a:latin typeface="Arial"/>
              <a:cs typeface="Arial"/>
            </a:endParaRPr>
          </a:p>
          <a:p>
            <a:pPr marL="35560">
              <a:lnSpc>
                <a:spcPts val="855"/>
              </a:lnSpc>
            </a:pPr>
            <a:r>
              <a:rPr dirty="0" sz="800">
                <a:latin typeface="Arial"/>
                <a:cs typeface="Arial"/>
              </a:rPr>
              <a:t>–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BMW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Spotify,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NIO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Radio</a:t>
            </a:r>
            <a:endParaRPr sz="800">
              <a:latin typeface="Arial"/>
              <a:cs typeface="Arial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8106156" y="3229355"/>
            <a:ext cx="1728470" cy="227329"/>
          </a:xfrm>
          <a:custGeom>
            <a:avLst/>
            <a:gdLst/>
            <a:ahLst/>
            <a:cxnLst/>
            <a:rect l="l" t="t" r="r" b="b"/>
            <a:pathLst>
              <a:path w="1728470" h="227329">
                <a:moveTo>
                  <a:pt x="1728216" y="0"/>
                </a:moveTo>
                <a:lnTo>
                  <a:pt x="0" y="0"/>
                </a:lnTo>
                <a:lnTo>
                  <a:pt x="0" y="227075"/>
                </a:lnTo>
                <a:lnTo>
                  <a:pt x="1728216" y="227075"/>
                </a:lnTo>
                <a:lnTo>
                  <a:pt x="1728216" y="0"/>
                </a:lnTo>
                <a:close/>
              </a:path>
            </a:pathLst>
          </a:custGeom>
          <a:solidFill>
            <a:srgbClr val="7C7C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8130920" y="3209925"/>
            <a:ext cx="9658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FFFFFF"/>
                </a:solidFill>
                <a:latin typeface="Arial"/>
                <a:cs typeface="Arial"/>
              </a:rPr>
              <a:t>Passenger</a:t>
            </a:r>
            <a:r>
              <a:rPr dirty="0" sz="9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FFFFFF"/>
                </a:solidFill>
                <a:latin typeface="Arial"/>
                <a:cs typeface="Arial"/>
              </a:rPr>
              <a:t>safety</a:t>
            </a:r>
            <a:endParaRPr sz="9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8130920" y="3322701"/>
            <a:ext cx="101155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FFFFFF"/>
                </a:solidFill>
                <a:latin typeface="Arial"/>
                <a:cs typeface="Arial"/>
              </a:rPr>
              <a:t>NIO</a:t>
            </a:r>
            <a:r>
              <a:rPr dirty="0" sz="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FFFFFF"/>
                </a:solidFill>
                <a:latin typeface="Arial"/>
                <a:cs typeface="Arial"/>
              </a:rPr>
              <a:t>fatigue</a:t>
            </a:r>
            <a:r>
              <a:rPr dirty="0" sz="800" spc="-10">
                <a:solidFill>
                  <a:srgbClr val="FFFFFF"/>
                </a:solidFill>
                <a:latin typeface="Arial"/>
                <a:cs typeface="Arial"/>
              </a:rPr>
              <a:t> warning</a:t>
            </a:r>
            <a:endParaRPr sz="8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303645" y="4663440"/>
            <a:ext cx="1755775" cy="227329"/>
          </a:xfrm>
          <a:prstGeom prst="rect">
            <a:avLst/>
          </a:prstGeom>
          <a:solidFill>
            <a:srgbClr val="CACACA"/>
          </a:solidFill>
        </p:spPr>
        <p:txBody>
          <a:bodyPr wrap="square" lIns="0" tIns="0" rIns="0" bIns="0" rtlCol="0" vert="horz">
            <a:spAutoFit/>
          </a:bodyPr>
          <a:lstStyle/>
          <a:p>
            <a:pPr marL="48895">
              <a:lnSpc>
                <a:spcPts val="940"/>
              </a:lnSpc>
            </a:pPr>
            <a:r>
              <a:rPr dirty="0" sz="900" b="1">
                <a:latin typeface="Arial"/>
                <a:cs typeface="Arial"/>
              </a:rPr>
              <a:t>Smart</a:t>
            </a:r>
            <a:r>
              <a:rPr dirty="0" sz="900" spc="-3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Office</a:t>
            </a:r>
            <a:r>
              <a:rPr dirty="0" sz="900" spc="-10" b="1">
                <a:latin typeface="Arial"/>
                <a:cs typeface="Arial"/>
              </a:rPr>
              <a:t> Connection</a:t>
            </a:r>
            <a:endParaRPr sz="900">
              <a:latin typeface="Arial"/>
              <a:cs typeface="Arial"/>
            </a:endParaRPr>
          </a:p>
          <a:p>
            <a:pPr marL="48895">
              <a:lnSpc>
                <a:spcPts val="850"/>
              </a:lnSpc>
            </a:pPr>
            <a:r>
              <a:rPr dirty="0" sz="800">
                <a:latin typeface="Arial"/>
                <a:cs typeface="Arial"/>
              </a:rPr>
              <a:t>– BMW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IFTTT</a:t>
            </a:r>
            <a:endParaRPr sz="8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8106156" y="4405884"/>
            <a:ext cx="1728470" cy="227329"/>
          </a:xfrm>
          <a:prstGeom prst="rect">
            <a:avLst/>
          </a:prstGeom>
          <a:solidFill>
            <a:srgbClr val="7C7C7C"/>
          </a:solidFill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ts val="930"/>
              </a:lnSpc>
            </a:pPr>
            <a:r>
              <a:rPr dirty="0" sz="900" b="1">
                <a:solidFill>
                  <a:srgbClr val="FFFFFF"/>
                </a:solidFill>
                <a:latin typeface="Arial"/>
                <a:cs typeface="Arial"/>
              </a:rPr>
              <a:t>Emergency</a:t>
            </a:r>
            <a:r>
              <a:rPr dirty="0" sz="9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FFFFFF"/>
                </a:solidFill>
                <a:latin typeface="Arial"/>
                <a:cs typeface="Arial"/>
              </a:rPr>
              <a:t>assistant</a:t>
            </a:r>
            <a:endParaRPr sz="900">
              <a:latin typeface="Arial"/>
              <a:cs typeface="Arial"/>
            </a:endParaRPr>
          </a:p>
          <a:p>
            <a:pPr marL="37465">
              <a:lnSpc>
                <a:spcPts val="855"/>
              </a:lnSpc>
            </a:pPr>
            <a:r>
              <a:rPr dirty="0" sz="80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FFFFFF"/>
                </a:solidFill>
                <a:latin typeface="Arial"/>
                <a:cs typeface="Arial"/>
              </a:rPr>
              <a:t>GM</a:t>
            </a:r>
            <a:r>
              <a:rPr dirty="0" sz="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FFFFFF"/>
                </a:solidFill>
                <a:latin typeface="Arial"/>
                <a:cs typeface="Arial"/>
              </a:rPr>
              <a:t>OnStar </a:t>
            </a:r>
            <a:r>
              <a:rPr dirty="0" sz="800" spc="-10">
                <a:solidFill>
                  <a:srgbClr val="FFFFFF"/>
                </a:solidFill>
                <a:latin typeface="Arial"/>
                <a:cs typeface="Arial"/>
              </a:rPr>
              <a:t>guardian</a:t>
            </a:r>
            <a:endParaRPr sz="8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746248" y="4773167"/>
            <a:ext cx="1728470" cy="227329"/>
          </a:xfrm>
          <a:prstGeom prst="rect">
            <a:avLst/>
          </a:prstGeom>
          <a:solidFill>
            <a:srgbClr val="F5C9C9"/>
          </a:solidFill>
        </p:spPr>
        <p:txBody>
          <a:bodyPr wrap="square" lIns="0" tIns="0" rIns="0" bIns="0" rtlCol="0" vert="horz">
            <a:spAutoFit/>
          </a:bodyPr>
          <a:lstStyle/>
          <a:p>
            <a:pPr marL="35560">
              <a:lnSpc>
                <a:spcPts val="940"/>
              </a:lnSpc>
            </a:pPr>
            <a:r>
              <a:rPr dirty="0" sz="900" b="1">
                <a:latin typeface="Arial"/>
                <a:cs typeface="Arial"/>
              </a:rPr>
              <a:t>Plug</a:t>
            </a:r>
            <a:r>
              <a:rPr dirty="0" sz="900" spc="-2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and</a:t>
            </a:r>
            <a:r>
              <a:rPr dirty="0" sz="900" spc="-20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charge</a:t>
            </a:r>
            <a:endParaRPr sz="900">
              <a:latin typeface="Arial"/>
              <a:cs typeface="Arial"/>
            </a:endParaRPr>
          </a:p>
          <a:p>
            <a:pPr marL="35560">
              <a:lnSpc>
                <a:spcPts val="850"/>
              </a:lnSpc>
            </a:pPr>
            <a:r>
              <a:rPr dirty="0" sz="800">
                <a:latin typeface="Arial"/>
                <a:cs typeface="Arial"/>
              </a:rPr>
              <a:t>–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VW/Ionity</a:t>
            </a:r>
            <a:endParaRPr sz="8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8090534" y="3467100"/>
            <a:ext cx="1800225" cy="291465"/>
          </a:xfrm>
          <a:prstGeom prst="rect">
            <a:avLst/>
          </a:prstGeom>
          <a:solidFill>
            <a:srgbClr val="7C7C7C"/>
          </a:solidFill>
        </p:spPr>
        <p:txBody>
          <a:bodyPr wrap="square" lIns="0" tIns="56515" rIns="0" bIns="0" rtlCol="0" vert="horz">
            <a:spAutoFit/>
          </a:bodyPr>
          <a:lstStyle/>
          <a:p>
            <a:pPr marL="52705">
              <a:lnSpc>
                <a:spcPts val="985"/>
              </a:lnSpc>
              <a:spcBef>
                <a:spcPts val="445"/>
              </a:spcBef>
            </a:pPr>
            <a:r>
              <a:rPr dirty="0" sz="900" spc="-10" b="1">
                <a:solidFill>
                  <a:srgbClr val="FFFFFF"/>
                </a:solidFill>
                <a:latin typeface="Arial"/>
                <a:cs typeface="Arial"/>
              </a:rPr>
              <a:t>Mood-</a:t>
            </a:r>
            <a:r>
              <a:rPr dirty="0" sz="900" b="1">
                <a:solidFill>
                  <a:srgbClr val="FFFFFF"/>
                </a:solidFill>
                <a:latin typeface="Arial"/>
                <a:cs typeface="Arial"/>
              </a:rPr>
              <a:t>based</a:t>
            </a:r>
            <a:r>
              <a:rPr dirty="0" sz="9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FFFFFF"/>
                </a:solidFill>
                <a:latin typeface="Arial"/>
                <a:cs typeface="Arial"/>
              </a:rPr>
              <a:t>lightening</a:t>
            </a:r>
            <a:endParaRPr sz="900">
              <a:latin typeface="Arial"/>
              <a:cs typeface="Arial"/>
            </a:endParaRPr>
          </a:p>
          <a:p>
            <a:pPr marL="52705">
              <a:lnSpc>
                <a:spcPts val="860"/>
              </a:lnSpc>
            </a:pPr>
            <a:r>
              <a:rPr dirty="0" sz="80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dirty="0" sz="800" spc="-10">
                <a:solidFill>
                  <a:srgbClr val="FFFFFF"/>
                </a:solidFill>
                <a:latin typeface="Arial"/>
                <a:cs typeface="Arial"/>
              </a:rPr>
              <a:t>Mercedes-</a:t>
            </a:r>
            <a:r>
              <a:rPr dirty="0" sz="800">
                <a:solidFill>
                  <a:srgbClr val="FFFFFF"/>
                </a:solidFill>
                <a:latin typeface="Arial"/>
                <a:cs typeface="Arial"/>
              </a:rPr>
              <a:t>Benz</a:t>
            </a:r>
            <a:r>
              <a:rPr dirty="0" sz="80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Arial"/>
                <a:cs typeface="Arial"/>
              </a:rPr>
              <a:t>ambient</a:t>
            </a:r>
            <a:endParaRPr sz="8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6316979" y="4123944"/>
            <a:ext cx="1727200" cy="227329"/>
          </a:xfrm>
          <a:prstGeom prst="rect">
            <a:avLst/>
          </a:prstGeom>
          <a:solidFill>
            <a:srgbClr val="CACACA"/>
          </a:solidFill>
        </p:spPr>
        <p:txBody>
          <a:bodyPr wrap="square" lIns="0" tIns="0" rIns="0" bIns="0" rtlCol="0" vert="horz">
            <a:spAutoFit/>
          </a:bodyPr>
          <a:lstStyle/>
          <a:p>
            <a:pPr marL="35560">
              <a:lnSpc>
                <a:spcPts val="930"/>
              </a:lnSpc>
            </a:pPr>
            <a:r>
              <a:rPr dirty="0" sz="900" spc="-10" b="1">
                <a:latin typeface="Arial"/>
                <a:cs typeface="Arial"/>
              </a:rPr>
              <a:t>In-</a:t>
            </a:r>
            <a:r>
              <a:rPr dirty="0" sz="900" b="1">
                <a:latin typeface="Arial"/>
                <a:cs typeface="Arial"/>
              </a:rPr>
              <a:t>car</a:t>
            </a:r>
            <a:r>
              <a:rPr dirty="0" sz="900" spc="5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Office</a:t>
            </a:r>
            <a:endParaRPr sz="900">
              <a:latin typeface="Arial"/>
              <a:cs typeface="Arial"/>
            </a:endParaRPr>
          </a:p>
          <a:p>
            <a:pPr marL="35560">
              <a:lnSpc>
                <a:spcPts val="855"/>
              </a:lnSpc>
            </a:pPr>
            <a:r>
              <a:rPr dirty="0" sz="800">
                <a:latin typeface="Arial"/>
                <a:cs typeface="Arial"/>
              </a:rPr>
              <a:t>–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Mercedes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me</a:t>
            </a:r>
            <a:r>
              <a:rPr dirty="0" sz="800" spc="-3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connect</a:t>
            </a:r>
            <a:endParaRPr sz="800">
              <a:latin typeface="Arial"/>
              <a:cs typeface="Arial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8106156" y="3814571"/>
            <a:ext cx="1728470" cy="227329"/>
          </a:xfrm>
          <a:custGeom>
            <a:avLst/>
            <a:gdLst/>
            <a:ahLst/>
            <a:cxnLst/>
            <a:rect l="l" t="t" r="r" b="b"/>
            <a:pathLst>
              <a:path w="1728470" h="227329">
                <a:moveTo>
                  <a:pt x="1728216" y="0"/>
                </a:moveTo>
                <a:lnTo>
                  <a:pt x="0" y="0"/>
                </a:lnTo>
                <a:lnTo>
                  <a:pt x="0" y="227075"/>
                </a:lnTo>
                <a:lnTo>
                  <a:pt x="1728216" y="227075"/>
                </a:lnTo>
                <a:lnTo>
                  <a:pt x="1728216" y="0"/>
                </a:lnTo>
                <a:close/>
              </a:path>
            </a:pathLst>
          </a:custGeom>
          <a:solidFill>
            <a:srgbClr val="7C7C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 txBox="1"/>
          <p:nvPr/>
        </p:nvSpPr>
        <p:spPr>
          <a:xfrm>
            <a:off x="8130920" y="3794582"/>
            <a:ext cx="599440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FFFFFF"/>
                </a:solidFill>
                <a:latin typeface="Arial"/>
                <a:cs typeface="Arial"/>
              </a:rPr>
              <a:t>Meditation</a:t>
            </a:r>
            <a:endParaRPr sz="9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303645" y="3991355"/>
            <a:ext cx="3587115" cy="128270"/>
          </a:xfrm>
          <a:prstGeom prst="rect">
            <a:avLst/>
          </a:prstGeom>
          <a:solidFill>
            <a:srgbClr val="7C7C7C"/>
          </a:solidFill>
        </p:spPr>
        <p:txBody>
          <a:bodyPr wrap="square" lIns="0" tIns="0" rIns="0" bIns="0" rtlCol="0" vert="horz">
            <a:spAutoFit/>
          </a:bodyPr>
          <a:lstStyle/>
          <a:p>
            <a:pPr marL="1839595">
              <a:lnSpc>
                <a:spcPts val="405"/>
              </a:lnSpc>
            </a:pPr>
            <a:r>
              <a:rPr dirty="0" sz="80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FFFFFF"/>
                </a:solidFill>
                <a:latin typeface="Arial"/>
                <a:cs typeface="Arial"/>
              </a:rPr>
              <a:t>Porsche</a:t>
            </a:r>
            <a:r>
              <a:rPr dirty="0" sz="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Arial"/>
                <a:cs typeface="Arial"/>
              </a:rPr>
              <a:t>Feel-Good-</a:t>
            </a:r>
            <a:r>
              <a:rPr dirty="0" sz="800" spc="-20">
                <a:solidFill>
                  <a:srgbClr val="FFFFFF"/>
                </a:solidFill>
                <a:latin typeface="Arial"/>
                <a:cs typeface="Arial"/>
              </a:rPr>
              <a:t>Coach</a:t>
            </a:r>
            <a:endParaRPr sz="800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4536947" y="4338828"/>
            <a:ext cx="1727200" cy="227329"/>
          </a:xfrm>
          <a:prstGeom prst="rect">
            <a:avLst/>
          </a:prstGeom>
          <a:solidFill>
            <a:srgbClr val="F8DDE0"/>
          </a:solidFill>
        </p:spPr>
        <p:txBody>
          <a:bodyPr wrap="square" lIns="0" tIns="0" rIns="0" bIns="0" rtlCol="0" vert="horz">
            <a:spAutoFit/>
          </a:bodyPr>
          <a:lstStyle/>
          <a:p>
            <a:pPr marL="35560">
              <a:lnSpc>
                <a:spcPts val="930"/>
              </a:lnSpc>
            </a:pPr>
            <a:r>
              <a:rPr dirty="0" sz="900" b="1">
                <a:latin typeface="Arial"/>
                <a:cs typeface="Arial"/>
              </a:rPr>
              <a:t>NFT</a:t>
            </a:r>
            <a:r>
              <a:rPr dirty="0" sz="900" spc="-20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Collections</a:t>
            </a:r>
            <a:endParaRPr sz="900">
              <a:latin typeface="Arial"/>
              <a:cs typeface="Arial"/>
            </a:endParaRPr>
          </a:p>
          <a:p>
            <a:pPr marL="35560">
              <a:lnSpc>
                <a:spcPts val="855"/>
              </a:lnSpc>
            </a:pPr>
            <a:r>
              <a:rPr dirty="0" sz="800">
                <a:latin typeface="Arial"/>
                <a:cs typeface="Arial"/>
              </a:rPr>
              <a:t>–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Roll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Royce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Phantom</a:t>
            </a:r>
            <a:endParaRPr sz="80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4536947" y="2773679"/>
            <a:ext cx="1727200" cy="227329"/>
          </a:xfrm>
          <a:prstGeom prst="rect">
            <a:avLst/>
          </a:prstGeom>
          <a:solidFill>
            <a:srgbClr val="F8DDE0"/>
          </a:solidFill>
        </p:spPr>
        <p:txBody>
          <a:bodyPr wrap="square" lIns="0" tIns="0" rIns="0" bIns="0" rtlCol="0" vert="horz">
            <a:spAutoFit/>
          </a:bodyPr>
          <a:lstStyle/>
          <a:p>
            <a:pPr marL="35560">
              <a:lnSpc>
                <a:spcPts val="935"/>
              </a:lnSpc>
            </a:pPr>
            <a:r>
              <a:rPr dirty="0" sz="900" b="1">
                <a:latin typeface="Arial"/>
                <a:cs typeface="Arial"/>
              </a:rPr>
              <a:t>AI</a:t>
            </a:r>
            <a:r>
              <a:rPr dirty="0" sz="900" spc="-15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Avatar</a:t>
            </a:r>
            <a:endParaRPr sz="900">
              <a:latin typeface="Arial"/>
              <a:cs typeface="Arial"/>
            </a:endParaRPr>
          </a:p>
          <a:p>
            <a:pPr marL="35560">
              <a:lnSpc>
                <a:spcPts val="855"/>
              </a:lnSpc>
            </a:pPr>
            <a:r>
              <a:rPr dirty="0" sz="800">
                <a:latin typeface="Arial"/>
                <a:cs typeface="Arial"/>
              </a:rPr>
              <a:t>–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Fetch.ai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autonomous</a:t>
            </a:r>
            <a:r>
              <a:rPr dirty="0" sz="800" spc="-10">
                <a:latin typeface="Arial"/>
                <a:cs typeface="Arial"/>
              </a:rPr>
              <a:t> agents</a:t>
            </a:r>
            <a:endParaRPr sz="800">
              <a:latin typeface="Arial"/>
              <a:cs typeface="Arial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6316979" y="3226307"/>
            <a:ext cx="1727200" cy="227329"/>
          </a:xfrm>
          <a:custGeom>
            <a:avLst/>
            <a:gdLst/>
            <a:ahLst/>
            <a:cxnLst/>
            <a:rect l="l" t="t" r="r" b="b"/>
            <a:pathLst>
              <a:path w="1727200" h="227329">
                <a:moveTo>
                  <a:pt x="1726692" y="0"/>
                </a:moveTo>
                <a:lnTo>
                  <a:pt x="0" y="0"/>
                </a:lnTo>
                <a:lnTo>
                  <a:pt x="0" y="227075"/>
                </a:lnTo>
                <a:lnTo>
                  <a:pt x="1726692" y="227075"/>
                </a:lnTo>
                <a:lnTo>
                  <a:pt x="1726692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 txBox="1"/>
          <p:nvPr/>
        </p:nvSpPr>
        <p:spPr>
          <a:xfrm>
            <a:off x="6340221" y="3206572"/>
            <a:ext cx="985519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latin typeface="Arial"/>
                <a:cs typeface="Arial"/>
              </a:rPr>
              <a:t>Crypto</a:t>
            </a:r>
            <a:r>
              <a:rPr dirty="0" sz="900" spc="-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Car</a:t>
            </a:r>
            <a:r>
              <a:rPr dirty="0" sz="900" spc="-30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Wallet</a:t>
            </a:r>
            <a:endParaRPr sz="9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6340221" y="3320033"/>
            <a:ext cx="72453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latin typeface="Arial"/>
                <a:cs typeface="Arial"/>
              </a:rPr>
              <a:t>–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Various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pilots</a:t>
            </a:r>
            <a:endParaRPr sz="80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4536947" y="3991355"/>
            <a:ext cx="1727200" cy="227329"/>
          </a:xfrm>
          <a:prstGeom prst="rect">
            <a:avLst/>
          </a:prstGeom>
          <a:solidFill>
            <a:srgbClr val="F8DDE0"/>
          </a:solidFill>
        </p:spPr>
        <p:txBody>
          <a:bodyPr wrap="square" lIns="0" tIns="0" rIns="0" bIns="0" rtlCol="0" vert="horz">
            <a:spAutoFit/>
          </a:bodyPr>
          <a:lstStyle/>
          <a:p>
            <a:pPr marL="35560">
              <a:lnSpc>
                <a:spcPts val="935"/>
              </a:lnSpc>
            </a:pPr>
            <a:r>
              <a:rPr dirty="0" sz="900" spc="-10" b="1">
                <a:latin typeface="Arial"/>
                <a:cs typeface="Arial"/>
              </a:rPr>
              <a:t>In-</a:t>
            </a:r>
            <a:r>
              <a:rPr dirty="0" sz="900" b="1">
                <a:latin typeface="Arial"/>
                <a:cs typeface="Arial"/>
              </a:rPr>
              <a:t>car</a:t>
            </a:r>
            <a:r>
              <a:rPr dirty="0" sz="900" spc="-1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AR</a:t>
            </a:r>
            <a:r>
              <a:rPr dirty="0" sz="900" spc="10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gaming</a:t>
            </a:r>
            <a:endParaRPr sz="900">
              <a:latin typeface="Arial"/>
              <a:cs typeface="Arial"/>
            </a:endParaRPr>
          </a:p>
          <a:p>
            <a:pPr marL="35560">
              <a:lnSpc>
                <a:spcPts val="850"/>
              </a:lnSpc>
            </a:pPr>
            <a:r>
              <a:rPr dirty="0" sz="800">
                <a:latin typeface="Arial"/>
                <a:cs typeface="Arial"/>
              </a:rPr>
              <a:t>–</a:t>
            </a:r>
            <a:r>
              <a:rPr dirty="0" sz="800" spc="-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Audi/holoride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partnership</a:t>
            </a:r>
            <a:endParaRPr sz="800">
              <a:latin typeface="Arial"/>
              <a:cs typeface="Arial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2746248" y="5026152"/>
            <a:ext cx="1728470" cy="227329"/>
          </a:xfrm>
          <a:custGeom>
            <a:avLst/>
            <a:gdLst/>
            <a:ahLst/>
            <a:cxnLst/>
            <a:rect l="l" t="t" r="r" b="b"/>
            <a:pathLst>
              <a:path w="1728470" h="227329">
                <a:moveTo>
                  <a:pt x="1728216" y="0"/>
                </a:moveTo>
                <a:lnTo>
                  <a:pt x="0" y="0"/>
                </a:lnTo>
                <a:lnTo>
                  <a:pt x="0" y="227076"/>
                </a:lnTo>
                <a:lnTo>
                  <a:pt x="1728216" y="227076"/>
                </a:lnTo>
                <a:lnTo>
                  <a:pt x="1728216" y="0"/>
                </a:lnTo>
                <a:close/>
              </a:path>
            </a:pathLst>
          </a:custGeom>
          <a:solidFill>
            <a:srgbClr val="F5C9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 txBox="1"/>
          <p:nvPr/>
        </p:nvSpPr>
        <p:spPr>
          <a:xfrm>
            <a:off x="2769489" y="5007355"/>
            <a:ext cx="15373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latin typeface="Arial"/>
                <a:cs typeface="Arial"/>
              </a:rPr>
              <a:t>Automated</a:t>
            </a:r>
            <a:r>
              <a:rPr dirty="0" sz="900" spc="-3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park</a:t>
            </a:r>
            <a:r>
              <a:rPr dirty="0" sz="900" spc="-2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and</a:t>
            </a:r>
            <a:r>
              <a:rPr dirty="0" sz="900" spc="-35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charge</a:t>
            </a:r>
            <a:endParaRPr sz="90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2746248" y="5186171"/>
            <a:ext cx="1728470" cy="67310"/>
          </a:xfrm>
          <a:prstGeom prst="rect">
            <a:avLst/>
          </a:prstGeom>
          <a:solidFill>
            <a:srgbClr val="F5C9C9"/>
          </a:solidFill>
        </p:spPr>
        <p:txBody>
          <a:bodyPr wrap="square" lIns="0" tIns="0" rIns="0" bIns="0" rtlCol="0" vert="horz">
            <a:spAutoFit/>
          </a:bodyPr>
          <a:lstStyle/>
          <a:p>
            <a:pPr marL="35560">
              <a:lnSpc>
                <a:spcPts val="530"/>
              </a:lnSpc>
            </a:pPr>
            <a:r>
              <a:rPr dirty="0" sz="800">
                <a:latin typeface="Arial"/>
                <a:cs typeface="Arial"/>
              </a:rPr>
              <a:t>–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Bosch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Autom.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Valet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Parking</a:t>
            </a:r>
            <a:endParaRPr sz="800">
              <a:latin typeface="Arial"/>
              <a:cs typeface="Arial"/>
            </a:endParaRPr>
          </a:p>
        </p:txBody>
      </p:sp>
      <p:graphicFrame>
        <p:nvGraphicFramePr>
          <p:cNvPr id="77" name="object 77"/>
          <p:cNvGraphicFramePr>
            <a:graphicFrameLocks noGrp="1"/>
          </p:cNvGraphicFramePr>
          <p:nvPr/>
        </p:nvGraphicFramePr>
        <p:xfrm>
          <a:off x="6316979" y="5361432"/>
          <a:ext cx="3594100" cy="812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7680"/>
                <a:gridCol w="1758949"/>
              </a:tblGrid>
              <a:tr h="258445">
                <a:tc>
                  <a:txBody>
                    <a:bodyPr/>
                    <a:lstStyle/>
                    <a:p>
                      <a:pPr marL="35560">
                        <a:lnSpc>
                          <a:spcPts val="935"/>
                        </a:lnSpc>
                      </a:pPr>
                      <a:r>
                        <a:rPr dirty="0" sz="900" b="1">
                          <a:latin typeface="Arial"/>
                          <a:cs typeface="Arial"/>
                        </a:rPr>
                        <a:t>Fleet</a:t>
                      </a:r>
                      <a:r>
                        <a:rPr dirty="0" sz="9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 b="1">
                          <a:latin typeface="Arial"/>
                          <a:cs typeface="Arial"/>
                        </a:rPr>
                        <a:t>mgmt./diagnostics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35560">
                        <a:lnSpc>
                          <a:spcPts val="865"/>
                        </a:lnSpc>
                      </a:pPr>
                      <a:r>
                        <a:rPr dirty="0" sz="800">
                          <a:latin typeface="Arial"/>
                          <a:cs typeface="Arial"/>
                        </a:rPr>
                        <a:t>–</a:t>
                      </a:r>
                      <a:r>
                        <a:rPr dirty="0" sz="8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Daimler</a:t>
                      </a:r>
                      <a:r>
                        <a:rPr dirty="0" sz="8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connect</a:t>
                      </a:r>
                      <a:r>
                        <a:rPr dirty="0" sz="800" spc="-10">
                          <a:latin typeface="Arial"/>
                          <a:cs typeface="Arial"/>
                        </a:rPr>
                        <a:t> business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935"/>
                        </a:lnSpc>
                      </a:pPr>
                      <a:r>
                        <a:rPr dirty="0" sz="9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Roadside</a:t>
                      </a:r>
                      <a:r>
                        <a:rPr dirty="0" sz="900" spc="-4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assistant</a:t>
                      </a:r>
                      <a:r>
                        <a:rPr dirty="0" sz="900" spc="-4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support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68580">
                        <a:lnSpc>
                          <a:spcPts val="865"/>
                        </a:lnSpc>
                      </a:pPr>
                      <a:r>
                        <a:rPr dirty="0" sz="80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–</a:t>
                      </a:r>
                      <a:r>
                        <a:rPr dirty="0" sz="800" spc="-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Urgently/Otonomo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7C7C7C"/>
                    </a:solidFill>
                  </a:tcPr>
                </a:tc>
              </a:tr>
              <a:tr h="294005">
                <a:tc>
                  <a:txBody>
                    <a:bodyPr/>
                    <a:lstStyle/>
                    <a:p>
                      <a:pPr marL="35560">
                        <a:lnSpc>
                          <a:spcPts val="985"/>
                        </a:lnSpc>
                        <a:spcBef>
                          <a:spcPts val="204"/>
                        </a:spcBef>
                      </a:pPr>
                      <a:r>
                        <a:rPr dirty="0" sz="900" b="1">
                          <a:latin typeface="Arial"/>
                          <a:cs typeface="Arial"/>
                        </a:rPr>
                        <a:t>Driver’s</a:t>
                      </a:r>
                      <a:r>
                        <a:rPr dirty="0" sz="9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b="1">
                          <a:latin typeface="Arial"/>
                          <a:cs typeface="Arial"/>
                        </a:rPr>
                        <a:t>log/GPS</a:t>
                      </a:r>
                      <a:r>
                        <a:rPr dirty="0" sz="900" spc="-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 b="1">
                          <a:latin typeface="Arial"/>
                          <a:cs typeface="Arial"/>
                        </a:rPr>
                        <a:t>tracking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35560">
                        <a:lnSpc>
                          <a:spcPts val="865"/>
                        </a:lnSpc>
                      </a:pPr>
                      <a:r>
                        <a:rPr dirty="0" sz="800">
                          <a:latin typeface="Arial"/>
                          <a:cs typeface="Arial"/>
                        </a:rPr>
                        <a:t>–</a:t>
                      </a:r>
                      <a:r>
                        <a:rPr dirty="0" sz="8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Daimler</a:t>
                      </a:r>
                      <a:r>
                        <a:rPr dirty="0" sz="8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connect</a:t>
                      </a:r>
                      <a:r>
                        <a:rPr dirty="0" sz="800" spc="-10">
                          <a:latin typeface="Arial"/>
                          <a:cs typeface="Arial"/>
                        </a:rPr>
                        <a:t> business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26034">
                    <a:lnR w="76200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985"/>
                        </a:lnSpc>
                        <a:spcBef>
                          <a:spcPts val="204"/>
                        </a:spcBef>
                      </a:pPr>
                      <a:r>
                        <a:rPr dirty="0" sz="9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Safer</a:t>
                      </a:r>
                      <a:r>
                        <a:rPr dirty="0" sz="90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traffic</a:t>
                      </a:r>
                      <a:r>
                        <a:rPr dirty="0" sz="900" spc="-1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planning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68580">
                        <a:lnSpc>
                          <a:spcPts val="865"/>
                        </a:lnSpc>
                      </a:pPr>
                      <a:r>
                        <a:rPr dirty="0" sz="80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–</a:t>
                      </a:r>
                      <a:r>
                        <a:rPr dirty="0" sz="800" spc="-2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Mercedes</a:t>
                      </a:r>
                      <a:r>
                        <a:rPr dirty="0" sz="800" spc="-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Data/London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26034">
                    <a:lnL w="76200">
                      <a:solidFill>
                        <a:srgbClr val="FFFFFF"/>
                      </a:solidFill>
                      <a:prstDash val="solid"/>
                    </a:lnL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7C7C7C"/>
                    </a:solidFill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 marL="35560">
                        <a:lnSpc>
                          <a:spcPts val="985"/>
                        </a:lnSpc>
                        <a:spcBef>
                          <a:spcPts val="210"/>
                        </a:spcBef>
                      </a:pPr>
                      <a:r>
                        <a:rPr dirty="0" sz="900" b="1">
                          <a:latin typeface="Arial"/>
                          <a:cs typeface="Arial"/>
                        </a:rPr>
                        <a:t>Last</a:t>
                      </a:r>
                      <a:r>
                        <a:rPr dirty="0" sz="9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b="1">
                          <a:latin typeface="Arial"/>
                          <a:cs typeface="Arial"/>
                        </a:rPr>
                        <a:t>Mile</a:t>
                      </a:r>
                      <a:r>
                        <a:rPr dirty="0" sz="9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 b="1">
                          <a:latin typeface="Arial"/>
                          <a:cs typeface="Arial"/>
                        </a:rPr>
                        <a:t>Logistics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35560">
                        <a:lnSpc>
                          <a:spcPts val="755"/>
                        </a:lnSpc>
                      </a:pPr>
                      <a:r>
                        <a:rPr dirty="0" sz="800">
                          <a:latin typeface="Arial"/>
                          <a:cs typeface="Arial"/>
                        </a:rPr>
                        <a:t>–</a:t>
                      </a:r>
                      <a:r>
                        <a:rPr dirty="0" sz="8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NIO</a:t>
                      </a:r>
                      <a:r>
                        <a:rPr dirty="0" sz="8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delivery</a:t>
                      </a:r>
                      <a:r>
                        <a:rPr dirty="0" sz="8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8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20">
                          <a:latin typeface="Arial"/>
                          <a:cs typeface="Arial"/>
                        </a:rPr>
                        <a:t>trunk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26670">
                    <a:lnR w="76200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  <p:sp>
        <p:nvSpPr>
          <p:cNvPr id="78" name="object 78"/>
          <p:cNvSpPr/>
          <p:nvPr/>
        </p:nvSpPr>
        <p:spPr>
          <a:xfrm>
            <a:off x="4536947" y="4597908"/>
            <a:ext cx="1727200" cy="227329"/>
          </a:xfrm>
          <a:custGeom>
            <a:avLst/>
            <a:gdLst/>
            <a:ahLst/>
            <a:cxnLst/>
            <a:rect l="l" t="t" r="r" b="b"/>
            <a:pathLst>
              <a:path w="1727200" h="227329">
                <a:moveTo>
                  <a:pt x="1726692" y="0"/>
                </a:moveTo>
                <a:lnTo>
                  <a:pt x="0" y="0"/>
                </a:lnTo>
                <a:lnTo>
                  <a:pt x="0" y="227076"/>
                </a:lnTo>
                <a:lnTo>
                  <a:pt x="1726692" y="227076"/>
                </a:lnTo>
                <a:lnTo>
                  <a:pt x="1726692" y="0"/>
                </a:lnTo>
                <a:close/>
              </a:path>
            </a:pathLst>
          </a:custGeom>
          <a:solidFill>
            <a:srgbClr val="F8DD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 txBox="1"/>
          <p:nvPr/>
        </p:nvSpPr>
        <p:spPr>
          <a:xfrm>
            <a:off x="4560189" y="4579111"/>
            <a:ext cx="1263650" cy="2609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985"/>
              </a:lnSpc>
              <a:spcBef>
                <a:spcPts val="100"/>
              </a:spcBef>
            </a:pPr>
            <a:r>
              <a:rPr dirty="0" sz="900" b="1">
                <a:latin typeface="Arial"/>
                <a:cs typeface="Arial"/>
              </a:rPr>
              <a:t>Web3</a:t>
            </a:r>
            <a:r>
              <a:rPr dirty="0" sz="900" spc="-4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Loyalty</a:t>
            </a:r>
            <a:r>
              <a:rPr dirty="0" sz="900" spc="-15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Program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865"/>
              </a:lnSpc>
            </a:pPr>
            <a:r>
              <a:rPr dirty="0" sz="800">
                <a:latin typeface="Arial"/>
                <a:cs typeface="Arial"/>
              </a:rPr>
              <a:t>–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BMW/Coinweb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10001821" y="2298001"/>
            <a:ext cx="153035" cy="349885"/>
            <a:chOff x="10001821" y="2298001"/>
            <a:chExt cx="153035" cy="349885"/>
          </a:xfrm>
        </p:grpSpPr>
        <p:sp>
          <p:nvSpPr>
            <p:cNvPr id="81" name="object 81"/>
            <p:cNvSpPr/>
            <p:nvPr/>
          </p:nvSpPr>
          <p:spPr>
            <a:xfrm>
              <a:off x="10006583" y="2337816"/>
              <a:ext cx="83820" cy="268605"/>
            </a:xfrm>
            <a:custGeom>
              <a:avLst/>
              <a:gdLst/>
              <a:ahLst/>
              <a:cxnLst/>
              <a:rect l="l" t="t" r="r" b="b"/>
              <a:pathLst>
                <a:path w="83820" h="268605">
                  <a:moveTo>
                    <a:pt x="29718" y="0"/>
                  </a:moveTo>
                  <a:lnTo>
                    <a:pt x="0" y="0"/>
                  </a:lnTo>
                  <a:lnTo>
                    <a:pt x="54102" y="134112"/>
                  </a:lnTo>
                  <a:lnTo>
                    <a:pt x="0" y="268224"/>
                  </a:lnTo>
                  <a:lnTo>
                    <a:pt x="29718" y="268224"/>
                  </a:lnTo>
                  <a:lnTo>
                    <a:pt x="83820" y="134112"/>
                  </a:lnTo>
                  <a:lnTo>
                    <a:pt x="29718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10006583" y="2337816"/>
              <a:ext cx="83820" cy="268605"/>
            </a:xfrm>
            <a:custGeom>
              <a:avLst/>
              <a:gdLst/>
              <a:ahLst/>
              <a:cxnLst/>
              <a:rect l="l" t="t" r="r" b="b"/>
              <a:pathLst>
                <a:path w="83820" h="268605">
                  <a:moveTo>
                    <a:pt x="0" y="0"/>
                  </a:moveTo>
                  <a:lnTo>
                    <a:pt x="29718" y="0"/>
                  </a:lnTo>
                  <a:lnTo>
                    <a:pt x="83820" y="134112"/>
                  </a:lnTo>
                  <a:lnTo>
                    <a:pt x="29718" y="268224"/>
                  </a:lnTo>
                  <a:lnTo>
                    <a:pt x="0" y="268224"/>
                  </a:lnTo>
                  <a:lnTo>
                    <a:pt x="54102" y="134112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DB52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10044683" y="2302764"/>
              <a:ext cx="105410" cy="340360"/>
            </a:xfrm>
            <a:custGeom>
              <a:avLst/>
              <a:gdLst/>
              <a:ahLst/>
              <a:cxnLst/>
              <a:rect l="l" t="t" r="r" b="b"/>
              <a:pathLst>
                <a:path w="105409" h="340360">
                  <a:moveTo>
                    <a:pt x="37338" y="0"/>
                  </a:moveTo>
                  <a:lnTo>
                    <a:pt x="0" y="0"/>
                  </a:lnTo>
                  <a:lnTo>
                    <a:pt x="67818" y="169926"/>
                  </a:lnTo>
                  <a:lnTo>
                    <a:pt x="0" y="339852"/>
                  </a:lnTo>
                  <a:lnTo>
                    <a:pt x="37338" y="339852"/>
                  </a:lnTo>
                  <a:lnTo>
                    <a:pt x="105155" y="169926"/>
                  </a:lnTo>
                  <a:lnTo>
                    <a:pt x="37338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10044683" y="2302764"/>
              <a:ext cx="105410" cy="340360"/>
            </a:xfrm>
            <a:custGeom>
              <a:avLst/>
              <a:gdLst/>
              <a:ahLst/>
              <a:cxnLst/>
              <a:rect l="l" t="t" r="r" b="b"/>
              <a:pathLst>
                <a:path w="105409" h="340360">
                  <a:moveTo>
                    <a:pt x="0" y="0"/>
                  </a:moveTo>
                  <a:lnTo>
                    <a:pt x="37338" y="0"/>
                  </a:lnTo>
                  <a:lnTo>
                    <a:pt x="105155" y="169926"/>
                  </a:lnTo>
                  <a:lnTo>
                    <a:pt x="37338" y="339852"/>
                  </a:lnTo>
                  <a:lnTo>
                    <a:pt x="0" y="339852"/>
                  </a:lnTo>
                  <a:lnTo>
                    <a:pt x="67818" y="169926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A21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5" name="object 85"/>
          <p:cNvGrpSpPr/>
          <p:nvPr/>
        </p:nvGrpSpPr>
        <p:grpSpPr>
          <a:xfrm>
            <a:off x="10001821" y="3183445"/>
            <a:ext cx="153035" cy="347980"/>
            <a:chOff x="10001821" y="3183445"/>
            <a:chExt cx="153035" cy="347980"/>
          </a:xfrm>
        </p:grpSpPr>
        <p:sp>
          <p:nvSpPr>
            <p:cNvPr id="86" name="object 86"/>
            <p:cNvSpPr/>
            <p:nvPr/>
          </p:nvSpPr>
          <p:spPr>
            <a:xfrm>
              <a:off x="10006583" y="3223259"/>
              <a:ext cx="83820" cy="268605"/>
            </a:xfrm>
            <a:custGeom>
              <a:avLst/>
              <a:gdLst/>
              <a:ahLst/>
              <a:cxnLst/>
              <a:rect l="l" t="t" r="r" b="b"/>
              <a:pathLst>
                <a:path w="83820" h="268604">
                  <a:moveTo>
                    <a:pt x="29718" y="0"/>
                  </a:moveTo>
                  <a:lnTo>
                    <a:pt x="0" y="0"/>
                  </a:lnTo>
                  <a:lnTo>
                    <a:pt x="54102" y="134112"/>
                  </a:lnTo>
                  <a:lnTo>
                    <a:pt x="0" y="268224"/>
                  </a:lnTo>
                  <a:lnTo>
                    <a:pt x="29718" y="268224"/>
                  </a:lnTo>
                  <a:lnTo>
                    <a:pt x="83820" y="134112"/>
                  </a:lnTo>
                  <a:lnTo>
                    <a:pt x="29718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10006583" y="3223259"/>
              <a:ext cx="83820" cy="268605"/>
            </a:xfrm>
            <a:custGeom>
              <a:avLst/>
              <a:gdLst/>
              <a:ahLst/>
              <a:cxnLst/>
              <a:rect l="l" t="t" r="r" b="b"/>
              <a:pathLst>
                <a:path w="83820" h="268604">
                  <a:moveTo>
                    <a:pt x="0" y="0"/>
                  </a:moveTo>
                  <a:lnTo>
                    <a:pt x="29718" y="0"/>
                  </a:lnTo>
                  <a:lnTo>
                    <a:pt x="83820" y="134112"/>
                  </a:lnTo>
                  <a:lnTo>
                    <a:pt x="29718" y="268224"/>
                  </a:lnTo>
                  <a:lnTo>
                    <a:pt x="0" y="268224"/>
                  </a:lnTo>
                  <a:lnTo>
                    <a:pt x="54102" y="134112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DB52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10044683" y="3188207"/>
              <a:ext cx="105410" cy="338455"/>
            </a:xfrm>
            <a:custGeom>
              <a:avLst/>
              <a:gdLst/>
              <a:ahLst/>
              <a:cxnLst/>
              <a:rect l="l" t="t" r="r" b="b"/>
              <a:pathLst>
                <a:path w="105409" h="338454">
                  <a:moveTo>
                    <a:pt x="37338" y="0"/>
                  </a:moveTo>
                  <a:lnTo>
                    <a:pt x="0" y="0"/>
                  </a:lnTo>
                  <a:lnTo>
                    <a:pt x="67818" y="169164"/>
                  </a:lnTo>
                  <a:lnTo>
                    <a:pt x="0" y="338328"/>
                  </a:lnTo>
                  <a:lnTo>
                    <a:pt x="37338" y="338328"/>
                  </a:lnTo>
                  <a:lnTo>
                    <a:pt x="105155" y="169164"/>
                  </a:lnTo>
                  <a:lnTo>
                    <a:pt x="37338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10044683" y="3188207"/>
              <a:ext cx="105410" cy="338455"/>
            </a:xfrm>
            <a:custGeom>
              <a:avLst/>
              <a:gdLst/>
              <a:ahLst/>
              <a:cxnLst/>
              <a:rect l="l" t="t" r="r" b="b"/>
              <a:pathLst>
                <a:path w="105409" h="338454">
                  <a:moveTo>
                    <a:pt x="0" y="0"/>
                  </a:moveTo>
                  <a:lnTo>
                    <a:pt x="37338" y="0"/>
                  </a:lnTo>
                  <a:lnTo>
                    <a:pt x="105155" y="169164"/>
                  </a:lnTo>
                  <a:lnTo>
                    <a:pt x="37338" y="338328"/>
                  </a:lnTo>
                  <a:lnTo>
                    <a:pt x="0" y="338328"/>
                  </a:lnTo>
                  <a:lnTo>
                    <a:pt x="67818" y="16916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A21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0" name="object 90"/>
          <p:cNvGrpSpPr/>
          <p:nvPr/>
        </p:nvGrpSpPr>
        <p:grpSpPr>
          <a:xfrm>
            <a:off x="10001821" y="4067365"/>
            <a:ext cx="153035" cy="349885"/>
            <a:chOff x="10001821" y="4067365"/>
            <a:chExt cx="153035" cy="349885"/>
          </a:xfrm>
        </p:grpSpPr>
        <p:sp>
          <p:nvSpPr>
            <p:cNvPr id="91" name="object 91"/>
            <p:cNvSpPr/>
            <p:nvPr/>
          </p:nvSpPr>
          <p:spPr>
            <a:xfrm>
              <a:off x="10006583" y="4108704"/>
              <a:ext cx="83820" cy="266700"/>
            </a:xfrm>
            <a:custGeom>
              <a:avLst/>
              <a:gdLst/>
              <a:ahLst/>
              <a:cxnLst/>
              <a:rect l="l" t="t" r="r" b="b"/>
              <a:pathLst>
                <a:path w="83820" h="266700">
                  <a:moveTo>
                    <a:pt x="29718" y="0"/>
                  </a:moveTo>
                  <a:lnTo>
                    <a:pt x="0" y="0"/>
                  </a:lnTo>
                  <a:lnTo>
                    <a:pt x="54102" y="133350"/>
                  </a:lnTo>
                  <a:lnTo>
                    <a:pt x="0" y="266700"/>
                  </a:lnTo>
                  <a:lnTo>
                    <a:pt x="29718" y="266700"/>
                  </a:lnTo>
                  <a:lnTo>
                    <a:pt x="83820" y="133350"/>
                  </a:lnTo>
                  <a:lnTo>
                    <a:pt x="29718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10006583" y="4108704"/>
              <a:ext cx="83820" cy="266700"/>
            </a:xfrm>
            <a:custGeom>
              <a:avLst/>
              <a:gdLst/>
              <a:ahLst/>
              <a:cxnLst/>
              <a:rect l="l" t="t" r="r" b="b"/>
              <a:pathLst>
                <a:path w="83820" h="266700">
                  <a:moveTo>
                    <a:pt x="0" y="0"/>
                  </a:moveTo>
                  <a:lnTo>
                    <a:pt x="29718" y="0"/>
                  </a:lnTo>
                  <a:lnTo>
                    <a:pt x="83820" y="133350"/>
                  </a:lnTo>
                  <a:lnTo>
                    <a:pt x="29718" y="266700"/>
                  </a:lnTo>
                  <a:lnTo>
                    <a:pt x="0" y="266700"/>
                  </a:lnTo>
                  <a:lnTo>
                    <a:pt x="54102" y="13335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DB52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10044683" y="4072128"/>
              <a:ext cx="105410" cy="340360"/>
            </a:xfrm>
            <a:custGeom>
              <a:avLst/>
              <a:gdLst/>
              <a:ahLst/>
              <a:cxnLst/>
              <a:rect l="l" t="t" r="r" b="b"/>
              <a:pathLst>
                <a:path w="105409" h="340360">
                  <a:moveTo>
                    <a:pt x="37338" y="0"/>
                  </a:moveTo>
                  <a:lnTo>
                    <a:pt x="0" y="0"/>
                  </a:lnTo>
                  <a:lnTo>
                    <a:pt x="67818" y="169926"/>
                  </a:lnTo>
                  <a:lnTo>
                    <a:pt x="0" y="339852"/>
                  </a:lnTo>
                  <a:lnTo>
                    <a:pt x="37338" y="339852"/>
                  </a:lnTo>
                  <a:lnTo>
                    <a:pt x="105155" y="169926"/>
                  </a:lnTo>
                  <a:lnTo>
                    <a:pt x="37338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10044683" y="4072128"/>
              <a:ext cx="105410" cy="340360"/>
            </a:xfrm>
            <a:custGeom>
              <a:avLst/>
              <a:gdLst/>
              <a:ahLst/>
              <a:cxnLst/>
              <a:rect l="l" t="t" r="r" b="b"/>
              <a:pathLst>
                <a:path w="105409" h="340360">
                  <a:moveTo>
                    <a:pt x="0" y="0"/>
                  </a:moveTo>
                  <a:lnTo>
                    <a:pt x="37338" y="0"/>
                  </a:lnTo>
                  <a:lnTo>
                    <a:pt x="105155" y="169926"/>
                  </a:lnTo>
                  <a:lnTo>
                    <a:pt x="37338" y="339852"/>
                  </a:lnTo>
                  <a:lnTo>
                    <a:pt x="0" y="339852"/>
                  </a:lnTo>
                  <a:lnTo>
                    <a:pt x="67818" y="169926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A21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5" name="object 95"/>
          <p:cNvGrpSpPr/>
          <p:nvPr/>
        </p:nvGrpSpPr>
        <p:grpSpPr>
          <a:xfrm>
            <a:off x="10001821" y="4952809"/>
            <a:ext cx="153035" cy="349885"/>
            <a:chOff x="10001821" y="4952809"/>
            <a:chExt cx="153035" cy="349885"/>
          </a:xfrm>
        </p:grpSpPr>
        <p:sp>
          <p:nvSpPr>
            <p:cNvPr id="96" name="object 96"/>
            <p:cNvSpPr/>
            <p:nvPr/>
          </p:nvSpPr>
          <p:spPr>
            <a:xfrm>
              <a:off x="10006583" y="4994147"/>
              <a:ext cx="83820" cy="266700"/>
            </a:xfrm>
            <a:custGeom>
              <a:avLst/>
              <a:gdLst/>
              <a:ahLst/>
              <a:cxnLst/>
              <a:rect l="l" t="t" r="r" b="b"/>
              <a:pathLst>
                <a:path w="83820" h="266700">
                  <a:moveTo>
                    <a:pt x="29718" y="0"/>
                  </a:moveTo>
                  <a:lnTo>
                    <a:pt x="0" y="0"/>
                  </a:lnTo>
                  <a:lnTo>
                    <a:pt x="54102" y="133350"/>
                  </a:lnTo>
                  <a:lnTo>
                    <a:pt x="0" y="266700"/>
                  </a:lnTo>
                  <a:lnTo>
                    <a:pt x="29718" y="266700"/>
                  </a:lnTo>
                  <a:lnTo>
                    <a:pt x="83820" y="133350"/>
                  </a:lnTo>
                  <a:lnTo>
                    <a:pt x="29718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10006583" y="4994147"/>
              <a:ext cx="83820" cy="266700"/>
            </a:xfrm>
            <a:custGeom>
              <a:avLst/>
              <a:gdLst/>
              <a:ahLst/>
              <a:cxnLst/>
              <a:rect l="l" t="t" r="r" b="b"/>
              <a:pathLst>
                <a:path w="83820" h="266700">
                  <a:moveTo>
                    <a:pt x="0" y="0"/>
                  </a:moveTo>
                  <a:lnTo>
                    <a:pt x="29718" y="0"/>
                  </a:lnTo>
                  <a:lnTo>
                    <a:pt x="83820" y="133350"/>
                  </a:lnTo>
                  <a:lnTo>
                    <a:pt x="29718" y="266700"/>
                  </a:lnTo>
                  <a:lnTo>
                    <a:pt x="0" y="266700"/>
                  </a:lnTo>
                  <a:lnTo>
                    <a:pt x="54102" y="13335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DB52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10044683" y="4957571"/>
              <a:ext cx="105410" cy="340360"/>
            </a:xfrm>
            <a:custGeom>
              <a:avLst/>
              <a:gdLst/>
              <a:ahLst/>
              <a:cxnLst/>
              <a:rect l="l" t="t" r="r" b="b"/>
              <a:pathLst>
                <a:path w="105409" h="340360">
                  <a:moveTo>
                    <a:pt x="37338" y="0"/>
                  </a:moveTo>
                  <a:lnTo>
                    <a:pt x="0" y="0"/>
                  </a:lnTo>
                  <a:lnTo>
                    <a:pt x="67818" y="169926"/>
                  </a:lnTo>
                  <a:lnTo>
                    <a:pt x="0" y="339852"/>
                  </a:lnTo>
                  <a:lnTo>
                    <a:pt x="37338" y="339852"/>
                  </a:lnTo>
                  <a:lnTo>
                    <a:pt x="105155" y="169926"/>
                  </a:lnTo>
                  <a:lnTo>
                    <a:pt x="37338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10044683" y="4957571"/>
              <a:ext cx="105410" cy="340360"/>
            </a:xfrm>
            <a:custGeom>
              <a:avLst/>
              <a:gdLst/>
              <a:ahLst/>
              <a:cxnLst/>
              <a:rect l="l" t="t" r="r" b="b"/>
              <a:pathLst>
                <a:path w="105409" h="340360">
                  <a:moveTo>
                    <a:pt x="0" y="0"/>
                  </a:moveTo>
                  <a:lnTo>
                    <a:pt x="37338" y="0"/>
                  </a:lnTo>
                  <a:lnTo>
                    <a:pt x="105155" y="169926"/>
                  </a:lnTo>
                  <a:lnTo>
                    <a:pt x="37338" y="339852"/>
                  </a:lnTo>
                  <a:lnTo>
                    <a:pt x="0" y="339852"/>
                  </a:lnTo>
                  <a:lnTo>
                    <a:pt x="67818" y="169926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A21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0" name="object 100"/>
          <p:cNvGrpSpPr/>
          <p:nvPr/>
        </p:nvGrpSpPr>
        <p:grpSpPr>
          <a:xfrm>
            <a:off x="10001821" y="5838253"/>
            <a:ext cx="153035" cy="347980"/>
            <a:chOff x="10001821" y="5838253"/>
            <a:chExt cx="153035" cy="347980"/>
          </a:xfrm>
        </p:grpSpPr>
        <p:sp>
          <p:nvSpPr>
            <p:cNvPr id="101" name="object 101"/>
            <p:cNvSpPr/>
            <p:nvPr/>
          </p:nvSpPr>
          <p:spPr>
            <a:xfrm>
              <a:off x="10006583" y="5878067"/>
              <a:ext cx="83820" cy="268605"/>
            </a:xfrm>
            <a:custGeom>
              <a:avLst/>
              <a:gdLst/>
              <a:ahLst/>
              <a:cxnLst/>
              <a:rect l="l" t="t" r="r" b="b"/>
              <a:pathLst>
                <a:path w="83820" h="268604">
                  <a:moveTo>
                    <a:pt x="29718" y="0"/>
                  </a:moveTo>
                  <a:lnTo>
                    <a:pt x="0" y="0"/>
                  </a:lnTo>
                  <a:lnTo>
                    <a:pt x="54102" y="134111"/>
                  </a:lnTo>
                  <a:lnTo>
                    <a:pt x="0" y="268223"/>
                  </a:lnTo>
                  <a:lnTo>
                    <a:pt x="29718" y="268223"/>
                  </a:lnTo>
                  <a:lnTo>
                    <a:pt x="83820" y="134111"/>
                  </a:lnTo>
                  <a:lnTo>
                    <a:pt x="29718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10006583" y="5878067"/>
              <a:ext cx="83820" cy="268605"/>
            </a:xfrm>
            <a:custGeom>
              <a:avLst/>
              <a:gdLst/>
              <a:ahLst/>
              <a:cxnLst/>
              <a:rect l="l" t="t" r="r" b="b"/>
              <a:pathLst>
                <a:path w="83820" h="268604">
                  <a:moveTo>
                    <a:pt x="0" y="0"/>
                  </a:moveTo>
                  <a:lnTo>
                    <a:pt x="29718" y="0"/>
                  </a:lnTo>
                  <a:lnTo>
                    <a:pt x="83820" y="134111"/>
                  </a:lnTo>
                  <a:lnTo>
                    <a:pt x="29718" y="268223"/>
                  </a:lnTo>
                  <a:lnTo>
                    <a:pt x="0" y="268223"/>
                  </a:lnTo>
                  <a:lnTo>
                    <a:pt x="54102" y="13411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DB52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10044683" y="5843015"/>
              <a:ext cx="105410" cy="338455"/>
            </a:xfrm>
            <a:custGeom>
              <a:avLst/>
              <a:gdLst/>
              <a:ahLst/>
              <a:cxnLst/>
              <a:rect l="l" t="t" r="r" b="b"/>
              <a:pathLst>
                <a:path w="105409" h="338454">
                  <a:moveTo>
                    <a:pt x="37338" y="0"/>
                  </a:moveTo>
                  <a:lnTo>
                    <a:pt x="0" y="0"/>
                  </a:lnTo>
                  <a:lnTo>
                    <a:pt x="67818" y="169164"/>
                  </a:lnTo>
                  <a:lnTo>
                    <a:pt x="0" y="338328"/>
                  </a:lnTo>
                  <a:lnTo>
                    <a:pt x="37338" y="338328"/>
                  </a:lnTo>
                  <a:lnTo>
                    <a:pt x="105155" y="169164"/>
                  </a:lnTo>
                  <a:lnTo>
                    <a:pt x="37338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10044683" y="5843015"/>
              <a:ext cx="105410" cy="338455"/>
            </a:xfrm>
            <a:custGeom>
              <a:avLst/>
              <a:gdLst/>
              <a:ahLst/>
              <a:cxnLst/>
              <a:rect l="l" t="t" r="r" b="b"/>
              <a:pathLst>
                <a:path w="105409" h="338454">
                  <a:moveTo>
                    <a:pt x="0" y="0"/>
                  </a:moveTo>
                  <a:lnTo>
                    <a:pt x="37338" y="0"/>
                  </a:lnTo>
                  <a:lnTo>
                    <a:pt x="105155" y="169164"/>
                  </a:lnTo>
                  <a:lnTo>
                    <a:pt x="37338" y="338328"/>
                  </a:lnTo>
                  <a:lnTo>
                    <a:pt x="0" y="338328"/>
                  </a:lnTo>
                  <a:lnTo>
                    <a:pt x="67818" y="16916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A21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5" name="object 105"/>
          <p:cNvSpPr txBox="1"/>
          <p:nvPr/>
        </p:nvSpPr>
        <p:spPr>
          <a:xfrm>
            <a:off x="11612626" y="6500876"/>
            <a:ext cx="132080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 spc="-25">
                <a:latin typeface="Arial"/>
                <a:cs typeface="Arial"/>
              </a:rPr>
              <a:t>25</a:t>
            </a:r>
            <a:endParaRPr sz="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6341160"/>
            <a:ext cx="1062355" cy="3003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300"/>
              </a:lnSpc>
              <a:spcBef>
                <a:spcPts val="95"/>
              </a:spcBef>
            </a:pPr>
            <a:r>
              <a:rPr dirty="0" sz="750">
                <a:latin typeface="Arial"/>
                <a:cs typeface="Arial"/>
              </a:rPr>
              <a:t>Digital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Auto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Report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-20">
                <a:latin typeface="Arial"/>
                <a:cs typeface="Arial"/>
              </a:rPr>
              <a:t>2023</a:t>
            </a:r>
            <a:r>
              <a:rPr dirty="0" sz="750" spc="-10">
                <a:latin typeface="Arial"/>
                <a:cs typeface="Arial"/>
              </a:rPr>
              <a:t> Strategy&amp;</a:t>
            </a:r>
            <a:endParaRPr sz="75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311652" y="2020823"/>
          <a:ext cx="6045835" cy="4199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04590"/>
                <a:gridCol w="2264410"/>
              </a:tblGrid>
              <a:tr h="427990">
                <a:tc>
                  <a:txBody>
                    <a:bodyPr/>
                    <a:lstStyle/>
                    <a:p>
                      <a:pPr marL="91440" marR="17589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000">
                          <a:latin typeface="Arial"/>
                          <a:cs typeface="Arial"/>
                        </a:rPr>
                        <a:t>Connected</a:t>
                      </a:r>
                      <a:r>
                        <a:rPr dirty="0" sz="100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services</a:t>
                      </a:r>
                      <a:r>
                        <a:rPr dirty="0" sz="10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activation</a:t>
                      </a:r>
                      <a:r>
                        <a:rPr dirty="0" sz="10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fees</a:t>
                      </a:r>
                      <a:r>
                        <a:rPr dirty="0" sz="100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and/or</a:t>
                      </a:r>
                      <a:r>
                        <a:rPr dirty="0" sz="10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recurring</a:t>
                      </a:r>
                      <a:r>
                        <a:rPr dirty="0" sz="10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revenues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related</a:t>
                      </a:r>
                      <a:r>
                        <a:rPr dirty="0" sz="10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0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monthly</a:t>
                      </a:r>
                      <a:r>
                        <a:rPr dirty="0" sz="10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subscriptions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43180">
                    <a:lnR w="76200">
                      <a:solidFill>
                        <a:srgbClr val="FFFFFF"/>
                      </a:solidFill>
                      <a:prstDash val="solid"/>
                    </a:lnR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106045" marR="4889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200" spc="-10" b="1">
                          <a:solidFill>
                            <a:srgbClr val="A21F1F"/>
                          </a:solidFill>
                          <a:latin typeface="Arial"/>
                          <a:cs typeface="Arial"/>
                        </a:rPr>
                        <a:t>60-</a:t>
                      </a:r>
                      <a:r>
                        <a:rPr dirty="0" sz="1200" b="1">
                          <a:solidFill>
                            <a:srgbClr val="A21F1F"/>
                          </a:solidFill>
                          <a:latin typeface="Arial"/>
                          <a:cs typeface="Arial"/>
                        </a:rPr>
                        <a:t>70%</a:t>
                      </a:r>
                      <a:r>
                        <a:rPr dirty="0" sz="1200" spc="-50" b="1">
                          <a:solidFill>
                            <a:srgbClr val="A21F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i="1">
                          <a:latin typeface="Arial"/>
                          <a:cs typeface="Arial"/>
                        </a:rPr>
                        <a:t>are</a:t>
                      </a:r>
                      <a:r>
                        <a:rPr dirty="0" sz="1000" spc="-2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i="1">
                          <a:latin typeface="Arial"/>
                          <a:cs typeface="Arial"/>
                        </a:rPr>
                        <a:t>willing</a:t>
                      </a:r>
                      <a:r>
                        <a:rPr dirty="0" sz="1000" spc="1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i="1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000" spc="-3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i="1">
                          <a:latin typeface="Arial"/>
                          <a:cs typeface="Arial"/>
                        </a:rPr>
                        <a:t>pay</a:t>
                      </a:r>
                      <a:r>
                        <a:rPr dirty="0" sz="1000" spc="-2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 i="1">
                          <a:latin typeface="Arial"/>
                          <a:cs typeface="Arial"/>
                        </a:rPr>
                        <a:t>180$/year</a:t>
                      </a:r>
                      <a:r>
                        <a:rPr dirty="0" sz="1000" spc="-1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i="1">
                          <a:latin typeface="Arial"/>
                          <a:cs typeface="Arial"/>
                        </a:rPr>
                        <a:t>for </a:t>
                      </a:r>
                      <a:r>
                        <a:rPr dirty="0" sz="1000" spc="-10" i="1">
                          <a:latin typeface="Arial"/>
                          <a:cs typeface="Arial"/>
                        </a:rPr>
                        <a:t>connectivity</a:t>
                      </a:r>
                      <a:r>
                        <a:rPr dirty="0" sz="1000" i="1">
                          <a:latin typeface="Arial"/>
                          <a:cs typeface="Arial"/>
                        </a:rPr>
                        <a:t> service</a:t>
                      </a:r>
                      <a:r>
                        <a:rPr dirty="0" sz="1000" spc="-1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25" i="1">
                          <a:latin typeface="Arial"/>
                          <a:cs typeface="Arial"/>
                        </a:rPr>
                        <a:t>set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27305">
                    <a:lnL w="76200">
                      <a:solidFill>
                        <a:srgbClr val="FFFFFF"/>
                      </a:solidFill>
                      <a:prstDash val="solid"/>
                    </a:lnL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484505">
                <a:tc>
                  <a:txBody>
                    <a:bodyPr/>
                    <a:lstStyle/>
                    <a:p>
                      <a:pPr marL="91440" marR="47561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1000">
                          <a:latin typeface="Arial"/>
                          <a:cs typeface="Arial"/>
                        </a:rPr>
                        <a:t>Upselling</a:t>
                      </a:r>
                      <a:r>
                        <a:rPr dirty="0" sz="10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effect</a:t>
                      </a:r>
                      <a:r>
                        <a:rPr dirty="0" sz="1000" spc="-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during</a:t>
                      </a:r>
                      <a:r>
                        <a:rPr dirty="0" sz="10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0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ownership</a:t>
                      </a:r>
                      <a:r>
                        <a:rPr dirty="0" sz="10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cycle</a:t>
                      </a:r>
                      <a:r>
                        <a:rPr dirty="0" sz="10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by</a:t>
                      </a:r>
                      <a:r>
                        <a:rPr dirty="0" sz="10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unlocking personalization</a:t>
                      </a:r>
                      <a:r>
                        <a:rPr dirty="0" sz="1000" spc="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features</a:t>
                      </a:r>
                      <a:r>
                        <a:rPr dirty="0" sz="10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or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activating 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built-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1000" spc="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hardware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R w="76200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106045" marR="36449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0" b="1">
                          <a:solidFill>
                            <a:srgbClr val="A21F1F"/>
                          </a:solidFill>
                          <a:latin typeface="Arial"/>
                          <a:cs typeface="Arial"/>
                        </a:rPr>
                        <a:t>35-</a:t>
                      </a:r>
                      <a:r>
                        <a:rPr dirty="0" sz="1200" b="1">
                          <a:solidFill>
                            <a:srgbClr val="A21F1F"/>
                          </a:solidFill>
                          <a:latin typeface="Arial"/>
                          <a:cs typeface="Arial"/>
                        </a:rPr>
                        <a:t>50%</a:t>
                      </a:r>
                      <a:r>
                        <a:rPr dirty="0" sz="1200" spc="-45" b="1">
                          <a:solidFill>
                            <a:srgbClr val="A21F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i="1">
                          <a:latin typeface="Arial"/>
                          <a:cs typeface="Arial"/>
                        </a:rPr>
                        <a:t>are</a:t>
                      </a:r>
                      <a:r>
                        <a:rPr dirty="0" sz="1000" spc="-2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i="1">
                          <a:latin typeface="Arial"/>
                          <a:cs typeface="Arial"/>
                        </a:rPr>
                        <a:t>interested</a:t>
                      </a:r>
                      <a:r>
                        <a:rPr dirty="0" sz="1000" spc="-3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i="1"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1000" spc="-20" i="1">
                          <a:latin typeface="Arial"/>
                          <a:cs typeface="Arial"/>
                        </a:rPr>
                        <a:t> post-</a:t>
                      </a:r>
                      <a:r>
                        <a:rPr dirty="0" sz="1000" i="1">
                          <a:latin typeface="Arial"/>
                          <a:cs typeface="Arial"/>
                        </a:rPr>
                        <a:t>purchase</a:t>
                      </a:r>
                      <a:r>
                        <a:rPr dirty="0" sz="1000" spc="-5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 i="1">
                          <a:latin typeface="Arial"/>
                          <a:cs typeface="Arial"/>
                        </a:rPr>
                        <a:t>activations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55880">
                    <a:lnL w="76200">
                      <a:solidFill>
                        <a:srgbClr val="FFFFFF"/>
                      </a:solidFill>
                      <a:prstDash val="solid"/>
                    </a:lnL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</a:tr>
              <a:tr h="422275">
                <a:tc>
                  <a:txBody>
                    <a:bodyPr/>
                    <a:lstStyle/>
                    <a:p>
                      <a:pPr marL="91440" marR="24574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000">
                          <a:latin typeface="Arial"/>
                          <a:cs typeface="Arial"/>
                        </a:rPr>
                        <a:t>Higher</a:t>
                      </a:r>
                      <a:r>
                        <a:rPr dirty="0" sz="10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satisfaction</a:t>
                      </a:r>
                      <a:r>
                        <a:rPr dirty="0" sz="1000" spc="-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with</a:t>
                      </a:r>
                      <a:r>
                        <a:rPr dirty="0" sz="10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on-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board</a:t>
                      </a:r>
                      <a:r>
                        <a:rPr dirty="0" sz="10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experience</a:t>
                      </a:r>
                      <a:r>
                        <a:rPr dirty="0" sz="10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0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creation</a:t>
                      </a:r>
                      <a:r>
                        <a:rPr dirty="0" sz="10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25">
                          <a:latin typeface="Arial"/>
                          <a:cs typeface="Arial"/>
                        </a:rPr>
                        <a:t>of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‘stickiness’</a:t>
                      </a:r>
                      <a:r>
                        <a:rPr dirty="0" sz="1000" spc="-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through</a:t>
                      </a:r>
                      <a:r>
                        <a:rPr dirty="0" sz="1000" spc="-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subscription</a:t>
                      </a:r>
                      <a:r>
                        <a:rPr dirty="0" sz="1000" spc="-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services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47625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106045" marR="23114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10" b="1">
                          <a:solidFill>
                            <a:srgbClr val="A21F1F"/>
                          </a:solidFill>
                          <a:latin typeface="Arial"/>
                          <a:cs typeface="Arial"/>
                        </a:rPr>
                        <a:t>45-</a:t>
                      </a:r>
                      <a:r>
                        <a:rPr dirty="0" sz="1200" b="1">
                          <a:solidFill>
                            <a:srgbClr val="A21F1F"/>
                          </a:solidFill>
                          <a:latin typeface="Arial"/>
                          <a:cs typeface="Arial"/>
                        </a:rPr>
                        <a:t>55%</a:t>
                      </a:r>
                      <a:r>
                        <a:rPr dirty="0" sz="1200" spc="-95" b="1">
                          <a:solidFill>
                            <a:srgbClr val="A21F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i="1">
                          <a:latin typeface="Arial"/>
                          <a:cs typeface="Arial"/>
                        </a:rPr>
                        <a:t>are</a:t>
                      </a:r>
                      <a:r>
                        <a:rPr dirty="0" sz="1000" spc="-3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i="1">
                          <a:latin typeface="Arial"/>
                          <a:cs typeface="Arial"/>
                        </a:rPr>
                        <a:t>more</a:t>
                      </a:r>
                      <a:r>
                        <a:rPr dirty="0" sz="1000" spc="-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i="1">
                          <a:latin typeface="Arial"/>
                          <a:cs typeface="Arial"/>
                        </a:rPr>
                        <a:t>loyal</a:t>
                      </a:r>
                      <a:r>
                        <a:rPr dirty="0" sz="1000" spc="-1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i="1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000" spc="-2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 i="1">
                          <a:latin typeface="Arial"/>
                          <a:cs typeface="Arial"/>
                        </a:rPr>
                        <a:t>brands</a:t>
                      </a:r>
                      <a:r>
                        <a:rPr dirty="0" sz="1000" spc="-1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i="1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000" spc="-2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i="1">
                          <a:latin typeface="Arial"/>
                          <a:cs typeface="Arial"/>
                        </a:rPr>
                        <a:t>which</a:t>
                      </a:r>
                      <a:r>
                        <a:rPr dirty="0" sz="1000" spc="-2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i="1">
                          <a:latin typeface="Arial"/>
                          <a:cs typeface="Arial"/>
                        </a:rPr>
                        <a:t>they</a:t>
                      </a:r>
                      <a:r>
                        <a:rPr dirty="0" sz="1000" spc="-2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i="1">
                          <a:latin typeface="Arial"/>
                          <a:cs typeface="Arial"/>
                        </a:rPr>
                        <a:t>have</a:t>
                      </a:r>
                      <a:r>
                        <a:rPr dirty="0" sz="1000" spc="-3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i="1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000" spc="-1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 i="1">
                          <a:latin typeface="Arial"/>
                          <a:cs typeface="Arial"/>
                        </a:rPr>
                        <a:t>subscription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28575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marL="91440" marR="487045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1000">
                          <a:latin typeface="Arial"/>
                          <a:cs typeface="Arial"/>
                        </a:rPr>
                        <a:t>Higher</a:t>
                      </a:r>
                      <a:r>
                        <a:rPr dirty="0" sz="10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revenues</a:t>
                      </a:r>
                      <a:r>
                        <a:rPr dirty="0" sz="10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10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dealers</a:t>
                      </a:r>
                      <a:r>
                        <a:rPr dirty="0" sz="10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from</a:t>
                      </a:r>
                      <a:r>
                        <a:rPr dirty="0" sz="10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original</a:t>
                      </a:r>
                      <a:r>
                        <a:rPr dirty="0" sz="10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parts</a:t>
                      </a:r>
                      <a:r>
                        <a:rPr dirty="0" sz="10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sale</a:t>
                      </a:r>
                      <a:r>
                        <a:rPr dirty="0" sz="10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25">
                          <a:latin typeface="Arial"/>
                          <a:cs typeface="Arial"/>
                        </a:rPr>
                        <a:t>and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workshops</a:t>
                      </a:r>
                      <a:r>
                        <a:rPr dirty="0" sz="10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traffic</a:t>
                      </a:r>
                      <a:r>
                        <a:rPr dirty="0" sz="100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triggered</a:t>
                      </a:r>
                      <a:r>
                        <a:rPr dirty="0" sz="10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by</a:t>
                      </a:r>
                      <a:r>
                        <a:rPr dirty="0" sz="10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predictive</a:t>
                      </a:r>
                      <a:r>
                        <a:rPr dirty="0" sz="10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maintenance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67945">
                    <a:lnR w="762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106045" marR="110489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00" spc="-10" b="1">
                          <a:solidFill>
                            <a:srgbClr val="A21F1F"/>
                          </a:solidFill>
                          <a:latin typeface="Arial"/>
                          <a:cs typeface="Arial"/>
                        </a:rPr>
                        <a:t>30-</a:t>
                      </a:r>
                      <a:r>
                        <a:rPr dirty="0" sz="1200" b="1">
                          <a:solidFill>
                            <a:srgbClr val="A21F1F"/>
                          </a:solidFill>
                          <a:latin typeface="Arial"/>
                          <a:cs typeface="Arial"/>
                        </a:rPr>
                        <a:t>40%</a:t>
                      </a:r>
                      <a:r>
                        <a:rPr dirty="0" sz="1200" spc="-40" b="1">
                          <a:solidFill>
                            <a:srgbClr val="A21F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i="1">
                          <a:latin typeface="Arial"/>
                          <a:cs typeface="Arial"/>
                        </a:rPr>
                        <a:t>switch</a:t>
                      </a:r>
                      <a:r>
                        <a:rPr dirty="0" sz="1000" spc="-1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i="1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000" spc="-1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i="1">
                          <a:latin typeface="Arial"/>
                          <a:cs typeface="Arial"/>
                        </a:rPr>
                        <a:t>paid</a:t>
                      </a:r>
                      <a:r>
                        <a:rPr dirty="0" sz="1000" spc="-1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 i="1">
                          <a:latin typeface="Arial"/>
                          <a:cs typeface="Arial"/>
                        </a:rPr>
                        <a:t>subscription</a:t>
                      </a:r>
                      <a:r>
                        <a:rPr dirty="0" sz="1000" spc="-1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i="1">
                          <a:latin typeface="Arial"/>
                          <a:cs typeface="Arial"/>
                        </a:rPr>
                        <a:t>after</a:t>
                      </a:r>
                      <a:r>
                        <a:rPr dirty="0" sz="1000" spc="-2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i="1">
                          <a:latin typeface="Arial"/>
                          <a:cs typeface="Arial"/>
                        </a:rPr>
                        <a:t>free</a:t>
                      </a:r>
                      <a:r>
                        <a:rPr dirty="0" sz="1000" spc="-3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 i="1">
                          <a:latin typeface="Arial"/>
                          <a:cs typeface="Arial"/>
                        </a:rPr>
                        <a:t>trial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51435">
                    <a:lnL w="76200">
                      <a:solidFill>
                        <a:srgbClr val="FFFFFF"/>
                      </a:solidFill>
                      <a:prstDash val="solid"/>
                    </a:lnL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421005">
                <a:tc>
                  <a:txBody>
                    <a:bodyPr/>
                    <a:lstStyle/>
                    <a:p>
                      <a:pPr marL="91440" marR="41275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000">
                          <a:latin typeface="Arial"/>
                          <a:cs typeface="Arial"/>
                        </a:rPr>
                        <a:t>Direct</a:t>
                      </a:r>
                      <a:r>
                        <a:rPr dirty="0" sz="10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revenues</a:t>
                      </a:r>
                      <a:r>
                        <a:rPr dirty="0" sz="10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from</a:t>
                      </a:r>
                      <a:r>
                        <a:rPr dirty="0" sz="10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granting</a:t>
                      </a:r>
                      <a:r>
                        <a:rPr dirty="0" sz="10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third</a:t>
                      </a:r>
                      <a:r>
                        <a:rPr dirty="0" sz="10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parties</a:t>
                      </a:r>
                      <a:r>
                        <a:rPr dirty="0" sz="10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access</a:t>
                      </a:r>
                      <a:r>
                        <a:rPr dirty="0" sz="10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0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25">
                          <a:latin typeface="Arial"/>
                          <a:cs typeface="Arial"/>
                        </a:rPr>
                        <a:t>own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platform</a:t>
                      </a:r>
                      <a:r>
                        <a:rPr dirty="0" sz="10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or</a:t>
                      </a:r>
                      <a:r>
                        <a:rPr dirty="0" sz="10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monetizing</a:t>
                      </a:r>
                      <a:r>
                        <a:rPr dirty="0" sz="10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(anonymized)</a:t>
                      </a:r>
                      <a:r>
                        <a:rPr dirty="0" sz="1000" spc="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data/insights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66675">
                    <a:lnR w="762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106045" marR="1270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 spc="-10" b="1">
                          <a:solidFill>
                            <a:srgbClr val="A21F1F"/>
                          </a:solidFill>
                          <a:latin typeface="Arial"/>
                          <a:cs typeface="Arial"/>
                        </a:rPr>
                        <a:t>50-</a:t>
                      </a:r>
                      <a:r>
                        <a:rPr dirty="0" sz="1200" b="1">
                          <a:solidFill>
                            <a:srgbClr val="A21F1F"/>
                          </a:solidFill>
                          <a:latin typeface="Arial"/>
                          <a:cs typeface="Arial"/>
                        </a:rPr>
                        <a:t>60%</a:t>
                      </a:r>
                      <a:r>
                        <a:rPr dirty="0" sz="1200" spc="-95" b="1">
                          <a:solidFill>
                            <a:srgbClr val="A21F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i="1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000" spc="-5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i="1">
                          <a:latin typeface="Arial"/>
                          <a:cs typeface="Arial"/>
                        </a:rPr>
                        <a:t>companies</a:t>
                      </a:r>
                      <a:r>
                        <a:rPr dirty="0" sz="1000" spc="-2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i="1">
                          <a:latin typeface="Arial"/>
                          <a:cs typeface="Arial"/>
                        </a:rPr>
                        <a:t>indicate</a:t>
                      </a:r>
                      <a:r>
                        <a:rPr dirty="0" sz="1000" spc="-20" i="1">
                          <a:latin typeface="Arial"/>
                          <a:cs typeface="Arial"/>
                        </a:rPr>
                        <a:t> that</a:t>
                      </a:r>
                      <a:r>
                        <a:rPr dirty="0" sz="1000" spc="-2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i="1">
                          <a:latin typeface="Arial"/>
                          <a:cs typeface="Arial"/>
                        </a:rPr>
                        <a:t>they</a:t>
                      </a:r>
                      <a:r>
                        <a:rPr dirty="0" sz="1000" spc="-3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i="1">
                          <a:latin typeface="Arial"/>
                          <a:cs typeface="Arial"/>
                        </a:rPr>
                        <a:t>do</a:t>
                      </a:r>
                      <a:r>
                        <a:rPr dirty="0" sz="1000" spc="-2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i="1">
                          <a:latin typeface="Arial"/>
                          <a:cs typeface="Arial"/>
                        </a:rPr>
                        <a:t>sell</a:t>
                      </a:r>
                      <a:r>
                        <a:rPr dirty="0" sz="1000" spc="-1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i="1">
                          <a:latin typeface="Arial"/>
                          <a:cs typeface="Arial"/>
                        </a:rPr>
                        <a:t>data</a:t>
                      </a:r>
                      <a:r>
                        <a:rPr dirty="0" sz="1000" spc="-3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i="1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000" spc="-2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i="1">
                          <a:latin typeface="Arial"/>
                          <a:cs typeface="Arial"/>
                        </a:rPr>
                        <a:t>third</a:t>
                      </a:r>
                      <a:r>
                        <a:rPr dirty="0" sz="1000" spc="-2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 i="1">
                          <a:latin typeface="Arial"/>
                          <a:cs typeface="Arial"/>
                        </a:rPr>
                        <a:t>parties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50800">
                    <a:lnL w="76200">
                      <a:solidFill>
                        <a:srgbClr val="FFFFFF"/>
                      </a:solidFill>
                      <a:prstDash val="solid"/>
                    </a:lnL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</a:tr>
              <a:tr h="2451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</a:tcPr>
                </a:tc>
              </a:tr>
              <a:tr h="425450">
                <a:tc>
                  <a:txBody>
                    <a:bodyPr/>
                    <a:lstStyle/>
                    <a:p>
                      <a:pPr marL="91440" marR="12382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000">
                          <a:latin typeface="Arial"/>
                          <a:cs typeface="Arial"/>
                        </a:rPr>
                        <a:t>Leverage</a:t>
                      </a:r>
                      <a:r>
                        <a:rPr dirty="0" sz="10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0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real</a:t>
                      </a:r>
                      <a:r>
                        <a:rPr dirty="0" sz="10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time</a:t>
                      </a:r>
                      <a:r>
                        <a:rPr dirty="0" sz="10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data</a:t>
                      </a:r>
                      <a:r>
                        <a:rPr dirty="0" sz="10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10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customer</a:t>
                      </a:r>
                      <a:r>
                        <a:rPr dirty="0" sz="10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preferences/behaviors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10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timely</a:t>
                      </a:r>
                      <a:r>
                        <a:rPr dirty="0" sz="10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adjustment</a:t>
                      </a:r>
                      <a:r>
                        <a:rPr dirty="0" sz="10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0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vehicle 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specifications</a:t>
                      </a:r>
                      <a:r>
                        <a:rPr dirty="0" sz="10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 features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4445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106045" marR="1035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 b="1">
                          <a:solidFill>
                            <a:srgbClr val="A21F1F"/>
                          </a:solidFill>
                          <a:latin typeface="Arial"/>
                          <a:cs typeface="Arial"/>
                        </a:rPr>
                        <a:t>30-</a:t>
                      </a:r>
                      <a:r>
                        <a:rPr dirty="0" sz="1200" b="1">
                          <a:solidFill>
                            <a:srgbClr val="A21F1F"/>
                          </a:solidFill>
                          <a:latin typeface="Arial"/>
                          <a:cs typeface="Arial"/>
                        </a:rPr>
                        <a:t>40%</a:t>
                      </a:r>
                      <a:r>
                        <a:rPr dirty="0" sz="1200" spc="-55" b="1">
                          <a:solidFill>
                            <a:srgbClr val="A21F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i="1">
                          <a:latin typeface="Arial"/>
                          <a:cs typeface="Arial"/>
                        </a:rPr>
                        <a:t>additional</a:t>
                      </a:r>
                      <a:r>
                        <a:rPr dirty="0" sz="1000" spc="-1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 i="1">
                          <a:latin typeface="Arial"/>
                          <a:cs typeface="Arial"/>
                        </a:rPr>
                        <a:t>revenue</a:t>
                      </a:r>
                      <a:r>
                        <a:rPr dirty="0" sz="1000" spc="-1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i="1">
                          <a:latin typeface="Arial"/>
                          <a:cs typeface="Arial"/>
                        </a:rPr>
                        <a:t>potential</a:t>
                      </a:r>
                      <a:r>
                        <a:rPr dirty="0" sz="1000" spc="-4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i="1">
                          <a:latin typeface="Arial"/>
                          <a:cs typeface="Arial"/>
                        </a:rPr>
                        <a:t>based</a:t>
                      </a:r>
                      <a:r>
                        <a:rPr dirty="0" sz="1000" spc="-4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i="1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1000" spc="-3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i="1">
                          <a:latin typeface="Arial"/>
                          <a:cs typeface="Arial"/>
                        </a:rPr>
                        <a:t>customer</a:t>
                      </a:r>
                      <a:r>
                        <a:rPr dirty="0" sz="1000" spc="-3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 i="1">
                          <a:latin typeface="Arial"/>
                          <a:cs typeface="Arial"/>
                        </a:rPr>
                        <a:t>insights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2794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478790">
                <a:tc>
                  <a:txBody>
                    <a:bodyPr/>
                    <a:lstStyle/>
                    <a:p>
                      <a:pPr marL="91440" marR="59372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000">
                          <a:latin typeface="Arial"/>
                          <a:cs typeface="Arial"/>
                        </a:rPr>
                        <a:t>Reduction</a:t>
                      </a:r>
                      <a:r>
                        <a:rPr dirty="0" sz="10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0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0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number</a:t>
                      </a:r>
                      <a:r>
                        <a:rPr dirty="0" sz="10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0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model-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specific</a:t>
                      </a:r>
                      <a:r>
                        <a:rPr dirty="0" sz="10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variants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25">
                          <a:latin typeface="Arial"/>
                          <a:cs typeface="Arial"/>
                        </a:rPr>
                        <a:t>by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activating</a:t>
                      </a:r>
                      <a:r>
                        <a:rPr dirty="0" sz="10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on-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demand</a:t>
                      </a:r>
                      <a:r>
                        <a:rPr dirty="0" sz="1000" spc="-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vehicle</a:t>
                      </a:r>
                      <a:r>
                        <a:rPr dirty="0" sz="10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features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71120">
                    <a:lnR w="762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106045" marR="28956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200" spc="-10" b="1">
                          <a:solidFill>
                            <a:srgbClr val="A21F1F"/>
                          </a:solidFill>
                          <a:latin typeface="Arial"/>
                          <a:cs typeface="Arial"/>
                        </a:rPr>
                        <a:t>20-</a:t>
                      </a:r>
                      <a:r>
                        <a:rPr dirty="0" sz="1200" b="1">
                          <a:solidFill>
                            <a:srgbClr val="A21F1F"/>
                          </a:solidFill>
                          <a:latin typeface="Arial"/>
                          <a:cs typeface="Arial"/>
                        </a:rPr>
                        <a:t>30%</a:t>
                      </a:r>
                      <a:r>
                        <a:rPr dirty="0" sz="1200" spc="-40" b="1">
                          <a:solidFill>
                            <a:srgbClr val="A21F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i="1">
                          <a:latin typeface="Arial"/>
                          <a:cs typeface="Arial"/>
                        </a:rPr>
                        <a:t>cost</a:t>
                      </a:r>
                      <a:r>
                        <a:rPr dirty="0" sz="1000" spc="-2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i="1">
                          <a:latin typeface="Arial"/>
                          <a:cs typeface="Arial"/>
                        </a:rPr>
                        <a:t>reduction</a:t>
                      </a:r>
                      <a:r>
                        <a:rPr dirty="0" sz="1000" spc="-3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 i="1">
                          <a:latin typeface="Arial"/>
                          <a:cs typeface="Arial"/>
                        </a:rPr>
                        <a:t>potential</a:t>
                      </a:r>
                      <a:r>
                        <a:rPr dirty="0" sz="1000" spc="-1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i="1">
                          <a:latin typeface="Arial"/>
                          <a:cs typeface="Arial"/>
                        </a:rPr>
                        <a:t>through</a:t>
                      </a:r>
                      <a:r>
                        <a:rPr dirty="0" sz="1000" spc="-5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i="1">
                          <a:latin typeface="Arial"/>
                          <a:cs typeface="Arial"/>
                        </a:rPr>
                        <a:t>variant</a:t>
                      </a:r>
                      <a:r>
                        <a:rPr dirty="0" sz="1000" spc="-4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 i="1">
                          <a:latin typeface="Arial"/>
                          <a:cs typeface="Arial"/>
                        </a:rPr>
                        <a:t>reduction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54610">
                    <a:lnL w="76200">
                      <a:solidFill>
                        <a:srgbClr val="FFFFFF"/>
                      </a:solidFill>
                      <a:prstDash val="solid"/>
                    </a:lnL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</a:tr>
              <a:tr h="424180">
                <a:tc>
                  <a:txBody>
                    <a:bodyPr/>
                    <a:lstStyle/>
                    <a:p>
                      <a:pPr marL="91440" marR="16383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000">
                          <a:latin typeface="Arial"/>
                          <a:cs typeface="Arial"/>
                        </a:rPr>
                        <a:t>Optimized</a:t>
                      </a:r>
                      <a:r>
                        <a:rPr dirty="0" sz="10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inventory</a:t>
                      </a:r>
                      <a:r>
                        <a:rPr dirty="0" sz="10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management</a:t>
                      </a:r>
                      <a:r>
                        <a:rPr dirty="0" sz="1000" spc="-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through</a:t>
                      </a:r>
                      <a:r>
                        <a:rPr dirty="0" sz="100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advanced</a:t>
                      </a:r>
                      <a:r>
                        <a:rPr dirty="0" sz="1000" spc="-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planning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0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upcoming</a:t>
                      </a:r>
                      <a:r>
                        <a:rPr dirty="0" sz="1000" spc="-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repairs</a:t>
                      </a:r>
                      <a:r>
                        <a:rPr dirty="0" sz="10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enabled</a:t>
                      </a:r>
                      <a:r>
                        <a:rPr dirty="0" sz="10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by</a:t>
                      </a:r>
                      <a:r>
                        <a:rPr dirty="0" sz="10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predictive</a:t>
                      </a:r>
                      <a:r>
                        <a:rPr dirty="0" sz="10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maintenance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43815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106045" marR="13525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200" spc="-10" b="1">
                          <a:solidFill>
                            <a:srgbClr val="A21F1F"/>
                          </a:solidFill>
                          <a:latin typeface="Arial"/>
                          <a:cs typeface="Arial"/>
                        </a:rPr>
                        <a:t>20-</a:t>
                      </a:r>
                      <a:r>
                        <a:rPr dirty="0" sz="1200" b="1">
                          <a:solidFill>
                            <a:srgbClr val="A21F1F"/>
                          </a:solidFill>
                          <a:latin typeface="Arial"/>
                          <a:cs typeface="Arial"/>
                        </a:rPr>
                        <a:t>30%</a:t>
                      </a:r>
                      <a:r>
                        <a:rPr dirty="0" sz="1200" spc="-50" b="1">
                          <a:solidFill>
                            <a:srgbClr val="A21F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i="1">
                          <a:latin typeface="Arial"/>
                          <a:cs typeface="Arial"/>
                        </a:rPr>
                        <a:t>inventory</a:t>
                      </a:r>
                      <a:r>
                        <a:rPr dirty="0" sz="1000" spc="-2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i="1">
                          <a:latin typeface="Arial"/>
                          <a:cs typeface="Arial"/>
                        </a:rPr>
                        <a:t>decrease</a:t>
                      </a:r>
                      <a:r>
                        <a:rPr dirty="0" sz="1000" spc="-3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i="1">
                          <a:latin typeface="Arial"/>
                          <a:cs typeface="Arial"/>
                        </a:rPr>
                        <a:t>due</a:t>
                      </a:r>
                      <a:r>
                        <a:rPr dirty="0" sz="1000" spc="-3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25" i="1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000" spc="-2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i="1">
                          <a:latin typeface="Arial"/>
                          <a:cs typeface="Arial"/>
                        </a:rPr>
                        <a:t>demand</a:t>
                      </a:r>
                      <a:r>
                        <a:rPr dirty="0" sz="1000" spc="-3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 i="1">
                          <a:latin typeface="Arial"/>
                          <a:cs typeface="Arial"/>
                        </a:rPr>
                        <a:t>forecasting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27305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425450">
                <a:tc>
                  <a:txBody>
                    <a:bodyPr/>
                    <a:lstStyle/>
                    <a:p>
                      <a:pPr marL="91440" marR="17653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000">
                          <a:latin typeface="Arial"/>
                          <a:cs typeface="Arial"/>
                        </a:rPr>
                        <a:t>Prevention</a:t>
                      </a:r>
                      <a:r>
                        <a:rPr dirty="0" sz="10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0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recall</a:t>
                      </a:r>
                      <a:r>
                        <a:rPr dirty="0" sz="10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campaigns</a:t>
                      </a:r>
                      <a:r>
                        <a:rPr dirty="0" sz="10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by</a:t>
                      </a:r>
                      <a:r>
                        <a:rPr dirty="0" sz="10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leveraging</a:t>
                      </a:r>
                      <a:r>
                        <a:rPr dirty="0" sz="10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OTA</a:t>
                      </a:r>
                      <a:r>
                        <a:rPr dirty="0" sz="10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updates</a:t>
                      </a:r>
                      <a:r>
                        <a:rPr dirty="0" sz="10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25">
                          <a:latin typeface="Arial"/>
                          <a:cs typeface="Arial"/>
                        </a:rPr>
                        <a:t>to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fix</a:t>
                      </a:r>
                      <a:r>
                        <a:rPr dirty="0" sz="10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potential</a:t>
                      </a:r>
                      <a:r>
                        <a:rPr dirty="0" sz="10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technical</a:t>
                      </a:r>
                      <a:r>
                        <a:rPr dirty="0" sz="10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issues</a:t>
                      </a:r>
                      <a:r>
                        <a:rPr dirty="0" sz="10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within</a:t>
                      </a:r>
                      <a:r>
                        <a:rPr dirty="0" sz="10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0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circulating</a:t>
                      </a:r>
                      <a:r>
                        <a:rPr dirty="0" sz="10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20">
                          <a:latin typeface="Arial"/>
                          <a:cs typeface="Arial"/>
                        </a:rPr>
                        <a:t>fleet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71755">
                    <a:lnR w="762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106045" marR="10731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0" b="1">
                          <a:solidFill>
                            <a:srgbClr val="A21F1F"/>
                          </a:solidFill>
                          <a:latin typeface="Arial"/>
                          <a:cs typeface="Arial"/>
                        </a:rPr>
                        <a:t>30-</a:t>
                      </a:r>
                      <a:r>
                        <a:rPr dirty="0" sz="1200" b="1">
                          <a:solidFill>
                            <a:srgbClr val="A21F1F"/>
                          </a:solidFill>
                          <a:latin typeface="Arial"/>
                          <a:cs typeface="Arial"/>
                        </a:rPr>
                        <a:t>40%</a:t>
                      </a:r>
                      <a:r>
                        <a:rPr dirty="0" sz="1200" spc="-40" b="1">
                          <a:solidFill>
                            <a:srgbClr val="A21F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i="1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000" spc="-2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i="1">
                          <a:latin typeface="Arial"/>
                          <a:cs typeface="Arial"/>
                        </a:rPr>
                        <a:t>incidents</a:t>
                      </a:r>
                      <a:r>
                        <a:rPr dirty="0" sz="1000" spc="-1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i="1">
                          <a:latin typeface="Arial"/>
                          <a:cs typeface="Arial"/>
                        </a:rPr>
                        <a:t>can</a:t>
                      </a:r>
                      <a:r>
                        <a:rPr dirty="0" sz="1000" spc="-1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 i="1">
                          <a:latin typeface="Arial"/>
                          <a:cs typeface="Arial"/>
                        </a:rPr>
                        <a:t>partly/fully</a:t>
                      </a:r>
                      <a:r>
                        <a:rPr dirty="0" sz="1000" spc="-1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i="1">
                          <a:latin typeface="Arial"/>
                          <a:cs typeface="Arial"/>
                        </a:rPr>
                        <a:t>be</a:t>
                      </a:r>
                      <a:r>
                        <a:rPr dirty="0" sz="1000" spc="-2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i="1">
                          <a:latin typeface="Arial"/>
                          <a:cs typeface="Arial"/>
                        </a:rPr>
                        <a:t>prevented</a:t>
                      </a:r>
                      <a:r>
                        <a:rPr dirty="0" sz="1000" spc="-3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i="1">
                          <a:latin typeface="Arial"/>
                          <a:cs typeface="Arial"/>
                        </a:rPr>
                        <a:t>by</a:t>
                      </a:r>
                      <a:r>
                        <a:rPr dirty="0" sz="1000" spc="-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25" i="1">
                          <a:latin typeface="Arial"/>
                          <a:cs typeface="Arial"/>
                        </a:rPr>
                        <a:t>OTA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55880">
                    <a:lnL w="76200">
                      <a:solidFill>
                        <a:srgbClr val="FFFFFF"/>
                      </a:solidFill>
                      <a:prstDash val="solid"/>
                    </a:lnL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8265" rIns="0" bIns="0" rtlCol="0" vert="horz">
            <a:spAutoFit/>
          </a:bodyPr>
          <a:lstStyle/>
          <a:p>
            <a:pPr marL="12700" marR="5080">
              <a:lnSpc>
                <a:spcPts val="3260"/>
              </a:lnSpc>
              <a:spcBef>
                <a:spcPts val="695"/>
              </a:spcBef>
            </a:pPr>
            <a:r>
              <a:rPr dirty="0">
                <a:solidFill>
                  <a:srgbClr val="000000"/>
                </a:solidFill>
              </a:rPr>
              <a:t>Along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value</a:t>
            </a:r>
            <a:r>
              <a:rPr dirty="0" spc="-3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chain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and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vehicle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life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cycle,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digital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services </a:t>
            </a:r>
            <a:r>
              <a:rPr dirty="0">
                <a:solidFill>
                  <a:srgbClr val="000000"/>
                </a:solidFill>
              </a:rPr>
              <a:t>unlock</a:t>
            </a:r>
            <a:r>
              <a:rPr dirty="0" spc="-4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value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beyond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direct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user</a:t>
            </a:r>
            <a:r>
              <a:rPr dirty="0" spc="-10">
                <a:solidFill>
                  <a:srgbClr val="000000"/>
                </a:solidFill>
              </a:rPr>
              <a:t> monetization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78230" y="1257680"/>
            <a:ext cx="10050145" cy="6997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Value</a:t>
            </a:r>
            <a:r>
              <a:rPr dirty="0" sz="1800" spc="-6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levers</a:t>
            </a:r>
            <a:r>
              <a:rPr dirty="0" sz="1800" spc="-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of</a:t>
            </a:r>
            <a:r>
              <a:rPr dirty="0" sz="1800" spc="-4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digital</a:t>
            </a:r>
            <a:r>
              <a:rPr dirty="0" sz="1800" spc="-5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services</a:t>
            </a:r>
            <a:r>
              <a:rPr dirty="0" sz="1800" spc="-2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A21F1F"/>
                </a:solidFill>
                <a:latin typeface="Arial"/>
                <a:cs typeface="Arial"/>
              </a:rPr>
              <a:t>–</a:t>
            </a:r>
            <a:r>
              <a:rPr dirty="0" sz="1800" spc="-45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A21F1F"/>
                </a:solidFill>
                <a:latin typeface="Arial"/>
                <a:cs typeface="Arial"/>
              </a:rPr>
              <a:t>Examples</a:t>
            </a:r>
            <a:endParaRPr sz="180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  <a:spcBef>
                <a:spcPts val="1225"/>
              </a:spcBef>
            </a:pPr>
            <a:r>
              <a:rPr dirty="0" sz="1600" spc="-10" b="1">
                <a:latin typeface="Arial"/>
                <a:cs typeface="Arial"/>
              </a:rPr>
              <a:t>Implications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34550" y="1997201"/>
            <a:ext cx="2016125" cy="0"/>
          </a:xfrm>
          <a:custGeom>
            <a:avLst/>
            <a:gdLst/>
            <a:ahLst/>
            <a:cxnLst/>
            <a:rect l="l" t="t" r="r" b="b"/>
            <a:pathLst>
              <a:path w="2016125" h="0">
                <a:moveTo>
                  <a:pt x="0" y="0"/>
                </a:moveTo>
                <a:lnTo>
                  <a:pt x="2015998" y="0"/>
                </a:lnTo>
              </a:path>
            </a:pathLst>
          </a:custGeom>
          <a:ln w="38100">
            <a:solidFill>
              <a:srgbClr val="A2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457705" y="2044445"/>
            <a:ext cx="0" cy="2180590"/>
          </a:xfrm>
          <a:custGeom>
            <a:avLst/>
            <a:gdLst/>
            <a:ahLst/>
            <a:cxnLst/>
            <a:rect l="l" t="t" r="r" b="b"/>
            <a:pathLst>
              <a:path w="0" h="2180590">
                <a:moveTo>
                  <a:pt x="0" y="2180209"/>
                </a:moveTo>
                <a:lnTo>
                  <a:pt x="0" y="0"/>
                </a:lnTo>
              </a:path>
            </a:pathLst>
          </a:custGeom>
          <a:ln w="38100">
            <a:solidFill>
              <a:srgbClr val="A2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30174" y="5060442"/>
            <a:ext cx="94932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u="heavy" sz="12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Bottom-line:</a:t>
            </a:r>
            <a:r>
              <a:rPr dirty="0" u="none" sz="1200" spc="-10" b="1">
                <a:latin typeface="Arial"/>
                <a:cs typeface="Arial"/>
              </a:rPr>
              <a:t> OpEx/CapEx Optimization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0174" y="2654934"/>
            <a:ext cx="988694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u="heavy" sz="1200" spc="-4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Top-</a:t>
            </a:r>
            <a:r>
              <a:rPr dirty="0" u="heavy" sz="12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line:</a:t>
            </a:r>
            <a:r>
              <a:rPr dirty="0" u="none" sz="1200" spc="-10" b="1">
                <a:latin typeface="Arial"/>
                <a:cs typeface="Arial"/>
              </a:rPr>
              <a:t> Direct </a:t>
            </a:r>
            <a:r>
              <a:rPr dirty="0" u="none" sz="1200" b="1">
                <a:latin typeface="Arial"/>
                <a:cs typeface="Arial"/>
              </a:rPr>
              <a:t>revenue</a:t>
            </a:r>
            <a:r>
              <a:rPr dirty="0" u="none" sz="1200" spc="-70" b="1">
                <a:latin typeface="Arial"/>
                <a:cs typeface="Arial"/>
              </a:rPr>
              <a:t> </a:t>
            </a:r>
            <a:r>
              <a:rPr dirty="0" u="none" sz="1200" spc="-25" b="1">
                <a:latin typeface="Arial"/>
                <a:cs typeface="Arial"/>
              </a:rPr>
              <a:t>and </a:t>
            </a:r>
            <a:r>
              <a:rPr dirty="0" u="none" sz="1200" spc="-10" b="1">
                <a:latin typeface="Arial"/>
                <a:cs typeface="Arial"/>
              </a:rPr>
              <a:t>customer </a:t>
            </a:r>
            <a:r>
              <a:rPr dirty="0" u="none" sz="1200" b="1">
                <a:latin typeface="Arial"/>
                <a:cs typeface="Arial"/>
              </a:rPr>
              <a:t>lifetime</a:t>
            </a:r>
            <a:r>
              <a:rPr dirty="0" u="none" sz="1200" spc="-45" b="1">
                <a:latin typeface="Arial"/>
                <a:cs typeface="Arial"/>
              </a:rPr>
              <a:t> </a:t>
            </a:r>
            <a:r>
              <a:rPr dirty="0" u="none" sz="1200" spc="-10" b="1">
                <a:latin typeface="Arial"/>
                <a:cs typeface="Arial"/>
              </a:rPr>
              <a:t>value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457705" y="4491990"/>
            <a:ext cx="0" cy="1725930"/>
          </a:xfrm>
          <a:custGeom>
            <a:avLst/>
            <a:gdLst/>
            <a:ahLst/>
            <a:cxnLst/>
            <a:rect l="l" t="t" r="r" b="b"/>
            <a:pathLst>
              <a:path w="0" h="1725929">
                <a:moveTo>
                  <a:pt x="0" y="1725930"/>
                </a:moveTo>
                <a:lnTo>
                  <a:pt x="0" y="0"/>
                </a:lnTo>
              </a:path>
            </a:pathLst>
          </a:custGeom>
          <a:ln w="38100">
            <a:solidFill>
              <a:srgbClr val="A2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543811" y="2020823"/>
            <a:ext cx="1511935" cy="399415"/>
          </a:xfrm>
          <a:prstGeom prst="rect">
            <a:avLst/>
          </a:prstGeom>
          <a:solidFill>
            <a:srgbClr val="3E3E3E"/>
          </a:solidFill>
        </p:spPr>
        <p:txBody>
          <a:bodyPr wrap="square" lIns="0" tIns="12065" rIns="0" bIns="0" rtlCol="0" vert="horz">
            <a:spAutoFit/>
          </a:bodyPr>
          <a:lstStyle/>
          <a:p>
            <a:pPr marL="71120" marR="492125">
              <a:lnSpc>
                <a:spcPct val="100000"/>
              </a:lnSpc>
              <a:spcBef>
                <a:spcPts val="95"/>
              </a:spcBef>
            </a:pP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Services monetization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16389" y="2104453"/>
            <a:ext cx="154304" cy="23050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543811" y="2936748"/>
            <a:ext cx="1511935" cy="399415"/>
          </a:xfrm>
          <a:prstGeom prst="rect">
            <a:avLst/>
          </a:prstGeom>
          <a:solidFill>
            <a:srgbClr val="3E3E3E"/>
          </a:solidFill>
        </p:spPr>
        <p:txBody>
          <a:bodyPr wrap="square" lIns="0" tIns="13335" rIns="0" bIns="0" rtlCol="0" vert="horz">
            <a:spAutoFit/>
          </a:bodyPr>
          <a:lstStyle/>
          <a:p>
            <a:pPr marL="71120" marR="953135">
              <a:lnSpc>
                <a:spcPct val="100000"/>
              </a:lnSpc>
              <a:spcBef>
                <a:spcPts val="105"/>
              </a:spcBef>
            </a:pP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Brand loyalty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14865" y="3021901"/>
            <a:ext cx="154305" cy="23050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543811" y="2479548"/>
            <a:ext cx="1511935" cy="399415"/>
          </a:xfrm>
          <a:prstGeom prst="rect">
            <a:avLst/>
          </a:prstGeom>
          <a:solidFill>
            <a:srgbClr val="3E3E3E"/>
          </a:solidFill>
        </p:spPr>
        <p:txBody>
          <a:bodyPr wrap="square" lIns="0" tIns="13335" rIns="0" bIns="0" rtlCol="0" vert="horz">
            <a:spAutoFit/>
          </a:bodyPr>
          <a:lstStyle/>
          <a:p>
            <a:pPr marL="71120" marR="372745">
              <a:lnSpc>
                <a:spcPct val="100000"/>
              </a:lnSpc>
              <a:spcBef>
                <a:spcPts val="105"/>
              </a:spcBef>
            </a:pP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Post-purchase activations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14865" y="2564701"/>
            <a:ext cx="154305" cy="23050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543811" y="3826764"/>
            <a:ext cx="1511935" cy="399415"/>
          </a:xfrm>
          <a:prstGeom prst="rect">
            <a:avLst/>
          </a:prstGeom>
          <a:solidFill>
            <a:srgbClr val="3E3E3E"/>
          </a:solidFill>
        </p:spPr>
        <p:txBody>
          <a:bodyPr wrap="square" lIns="0" tIns="12700" rIns="0" bIns="0" rtlCol="0" vert="horz">
            <a:spAutoFit/>
          </a:bodyPr>
          <a:lstStyle/>
          <a:p>
            <a:pPr marL="71120" marR="220345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Platform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access/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dirty="0" sz="12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sales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14865" y="3911917"/>
            <a:ext cx="154305" cy="230505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543811" y="3383279"/>
            <a:ext cx="1511935" cy="399415"/>
          </a:xfrm>
          <a:prstGeom prst="rect">
            <a:avLst/>
          </a:prstGeom>
          <a:solidFill>
            <a:srgbClr val="3E3E3E"/>
          </a:solidFill>
        </p:spPr>
        <p:txBody>
          <a:bodyPr wrap="square" lIns="0" tIns="12065" rIns="0" bIns="0" rtlCol="0" vert="horz">
            <a:spAutoFit/>
          </a:bodyPr>
          <a:lstStyle/>
          <a:p>
            <a:pPr marL="71120" marR="648335">
              <a:lnSpc>
                <a:spcPct val="100000"/>
              </a:lnSpc>
              <a:spcBef>
                <a:spcPts val="95"/>
              </a:spcBef>
            </a:pP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After-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sales Loyalty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14865" y="3466909"/>
            <a:ext cx="154305" cy="230505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543811" y="4468367"/>
            <a:ext cx="1511935" cy="399415"/>
          </a:xfrm>
          <a:prstGeom prst="rect">
            <a:avLst/>
          </a:prstGeom>
          <a:solidFill>
            <a:srgbClr val="3E3E3E"/>
          </a:solidFill>
        </p:spPr>
        <p:txBody>
          <a:bodyPr wrap="square" lIns="0" tIns="104139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819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R&amp;D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 optimization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22" name="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14865" y="4551997"/>
            <a:ext cx="154305" cy="230505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1543811" y="5824728"/>
            <a:ext cx="1511935" cy="399415"/>
          </a:xfrm>
          <a:prstGeom prst="rect">
            <a:avLst/>
          </a:prstGeom>
          <a:solidFill>
            <a:srgbClr val="3E3E3E"/>
          </a:solidFill>
        </p:spPr>
        <p:txBody>
          <a:bodyPr wrap="square" lIns="0" tIns="105410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830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Recall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campaigns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24" name="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14865" y="5909881"/>
            <a:ext cx="154305" cy="230504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1543811" y="4920996"/>
            <a:ext cx="1511935" cy="399415"/>
          </a:xfrm>
          <a:prstGeom prst="rect">
            <a:avLst/>
          </a:prstGeom>
          <a:solidFill>
            <a:srgbClr val="3E3E3E"/>
          </a:solidFill>
        </p:spPr>
        <p:txBody>
          <a:bodyPr wrap="square" lIns="0" tIns="12700" rIns="0" bIns="0" rtlCol="0" vert="horz">
            <a:spAutoFit/>
          </a:bodyPr>
          <a:lstStyle/>
          <a:p>
            <a:pPr marL="71120" marR="49022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Variant management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26" name="object 2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14865" y="5016817"/>
            <a:ext cx="154305" cy="230505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1543811" y="5373623"/>
            <a:ext cx="1511935" cy="398145"/>
          </a:xfrm>
          <a:prstGeom prst="rect">
            <a:avLst/>
          </a:prstGeom>
          <a:solidFill>
            <a:srgbClr val="3E3E3E"/>
          </a:solidFill>
        </p:spPr>
        <p:txBody>
          <a:bodyPr wrap="square" lIns="0" tIns="12065" rIns="0" bIns="0" rtlCol="0" vert="horz">
            <a:spAutoFit/>
          </a:bodyPr>
          <a:lstStyle/>
          <a:p>
            <a:pPr marL="71120" marR="327025">
              <a:lnSpc>
                <a:spcPct val="100000"/>
              </a:lnSpc>
              <a:spcBef>
                <a:spcPts val="9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Parts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inventory management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28" name="object 2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14865" y="5470969"/>
            <a:ext cx="154305" cy="230505"/>
          </a:xfrm>
          <a:prstGeom prst="rect">
            <a:avLst/>
          </a:prstGeom>
        </p:spPr>
      </p:pic>
      <p:sp>
        <p:nvSpPr>
          <p:cNvPr id="29" name="object 29"/>
          <p:cNvSpPr/>
          <p:nvPr/>
        </p:nvSpPr>
        <p:spPr>
          <a:xfrm>
            <a:off x="457200" y="1248155"/>
            <a:ext cx="344805" cy="346075"/>
          </a:xfrm>
          <a:custGeom>
            <a:avLst/>
            <a:gdLst/>
            <a:ahLst/>
            <a:cxnLst/>
            <a:rect l="l" t="t" r="r" b="b"/>
            <a:pathLst>
              <a:path w="344805" h="346075">
                <a:moveTo>
                  <a:pt x="344424" y="0"/>
                </a:moveTo>
                <a:lnTo>
                  <a:pt x="0" y="0"/>
                </a:lnTo>
                <a:lnTo>
                  <a:pt x="0" y="345947"/>
                </a:lnTo>
                <a:lnTo>
                  <a:pt x="344424" y="345947"/>
                </a:lnTo>
                <a:lnTo>
                  <a:pt x="344424" y="331215"/>
                </a:lnTo>
                <a:lnTo>
                  <a:pt x="14655" y="331215"/>
                </a:lnTo>
                <a:lnTo>
                  <a:pt x="14655" y="14731"/>
                </a:lnTo>
                <a:lnTo>
                  <a:pt x="344424" y="14731"/>
                </a:lnTo>
                <a:lnTo>
                  <a:pt x="344424" y="0"/>
                </a:lnTo>
                <a:close/>
              </a:path>
              <a:path w="344805" h="346075">
                <a:moveTo>
                  <a:pt x="344424" y="14731"/>
                </a:moveTo>
                <a:lnTo>
                  <a:pt x="329742" y="14731"/>
                </a:lnTo>
                <a:lnTo>
                  <a:pt x="329742" y="331215"/>
                </a:lnTo>
                <a:lnTo>
                  <a:pt x="344424" y="331215"/>
                </a:lnTo>
                <a:lnTo>
                  <a:pt x="344424" y="14731"/>
                </a:lnTo>
                <a:close/>
              </a:path>
              <a:path w="344805" h="346075">
                <a:moveTo>
                  <a:pt x="278333" y="112902"/>
                </a:moveTo>
                <a:lnTo>
                  <a:pt x="29006" y="112902"/>
                </a:lnTo>
                <a:lnTo>
                  <a:pt x="29006" y="252983"/>
                </a:lnTo>
                <a:lnTo>
                  <a:pt x="200621" y="252983"/>
                </a:lnTo>
                <a:lnTo>
                  <a:pt x="200621" y="271271"/>
                </a:lnTo>
                <a:lnTo>
                  <a:pt x="204042" y="281670"/>
                </a:lnTo>
                <a:lnTo>
                  <a:pt x="204134" y="281947"/>
                </a:lnTo>
                <a:lnTo>
                  <a:pt x="213775" y="290575"/>
                </a:lnTo>
                <a:lnTo>
                  <a:pt x="228203" y="296346"/>
                </a:lnTo>
                <a:lnTo>
                  <a:pt x="246075" y="298449"/>
                </a:lnTo>
                <a:lnTo>
                  <a:pt x="263767" y="296346"/>
                </a:lnTo>
                <a:lnTo>
                  <a:pt x="278175" y="290575"/>
                </a:lnTo>
                <a:lnTo>
                  <a:pt x="282614" y="286638"/>
                </a:lnTo>
                <a:lnTo>
                  <a:pt x="245999" y="286638"/>
                </a:lnTo>
                <a:lnTo>
                  <a:pt x="232691" y="285255"/>
                </a:lnTo>
                <a:lnTo>
                  <a:pt x="222076" y="281670"/>
                </a:lnTo>
                <a:lnTo>
                  <a:pt x="215050" y="276727"/>
                </a:lnTo>
                <a:lnTo>
                  <a:pt x="212509" y="271271"/>
                </a:lnTo>
                <a:lnTo>
                  <a:pt x="212509" y="265048"/>
                </a:lnTo>
                <a:lnTo>
                  <a:pt x="291376" y="265048"/>
                </a:lnTo>
                <a:lnTo>
                  <a:pt x="291376" y="261873"/>
                </a:lnTo>
                <a:lnTo>
                  <a:pt x="245999" y="261873"/>
                </a:lnTo>
                <a:lnTo>
                  <a:pt x="232691" y="260510"/>
                </a:lnTo>
                <a:lnTo>
                  <a:pt x="222076" y="256968"/>
                </a:lnTo>
                <a:lnTo>
                  <a:pt x="215050" y="252069"/>
                </a:lnTo>
                <a:lnTo>
                  <a:pt x="212509" y="246633"/>
                </a:lnTo>
                <a:lnTo>
                  <a:pt x="212509" y="241426"/>
                </a:lnTo>
                <a:lnTo>
                  <a:pt x="291376" y="241426"/>
                </a:lnTo>
                <a:lnTo>
                  <a:pt x="291376" y="238378"/>
                </a:lnTo>
                <a:lnTo>
                  <a:pt x="43484" y="238378"/>
                </a:lnTo>
                <a:lnTo>
                  <a:pt x="43484" y="127507"/>
                </a:lnTo>
                <a:lnTo>
                  <a:pt x="278333" y="127507"/>
                </a:lnTo>
                <a:lnTo>
                  <a:pt x="278333" y="112902"/>
                </a:lnTo>
                <a:close/>
              </a:path>
              <a:path w="344805" h="346075">
                <a:moveTo>
                  <a:pt x="291376" y="265048"/>
                </a:moveTo>
                <a:lnTo>
                  <a:pt x="279488" y="265048"/>
                </a:lnTo>
                <a:lnTo>
                  <a:pt x="279488" y="271271"/>
                </a:lnTo>
                <a:lnTo>
                  <a:pt x="276946" y="276727"/>
                </a:lnTo>
                <a:lnTo>
                  <a:pt x="269914" y="281670"/>
                </a:lnTo>
                <a:lnTo>
                  <a:pt x="259284" y="285255"/>
                </a:lnTo>
                <a:lnTo>
                  <a:pt x="245948" y="286638"/>
                </a:lnTo>
                <a:lnTo>
                  <a:pt x="282614" y="286638"/>
                </a:lnTo>
                <a:lnTo>
                  <a:pt x="287826" y="281947"/>
                </a:lnTo>
                <a:lnTo>
                  <a:pt x="287959" y="281670"/>
                </a:lnTo>
                <a:lnTo>
                  <a:pt x="291376" y="271271"/>
                </a:lnTo>
                <a:lnTo>
                  <a:pt x="291376" y="265048"/>
                </a:lnTo>
                <a:close/>
              </a:path>
              <a:path w="344805" h="346075">
                <a:moveTo>
                  <a:pt x="279488" y="265048"/>
                </a:moveTo>
                <a:lnTo>
                  <a:pt x="212509" y="265048"/>
                </a:lnTo>
                <a:lnTo>
                  <a:pt x="220358" y="268970"/>
                </a:lnTo>
                <a:lnTo>
                  <a:pt x="228639" y="271748"/>
                </a:lnTo>
                <a:lnTo>
                  <a:pt x="237228" y="273335"/>
                </a:lnTo>
                <a:lnTo>
                  <a:pt x="245999" y="273684"/>
                </a:lnTo>
                <a:lnTo>
                  <a:pt x="254769" y="273335"/>
                </a:lnTo>
                <a:lnTo>
                  <a:pt x="263358" y="271748"/>
                </a:lnTo>
                <a:lnTo>
                  <a:pt x="271639" y="268970"/>
                </a:lnTo>
                <a:lnTo>
                  <a:pt x="279488" y="265048"/>
                </a:lnTo>
                <a:close/>
              </a:path>
              <a:path w="344805" h="346075">
                <a:moveTo>
                  <a:pt x="291376" y="241426"/>
                </a:moveTo>
                <a:lnTo>
                  <a:pt x="279488" y="241426"/>
                </a:lnTo>
                <a:lnTo>
                  <a:pt x="279488" y="246633"/>
                </a:lnTo>
                <a:lnTo>
                  <a:pt x="276946" y="252069"/>
                </a:lnTo>
                <a:lnTo>
                  <a:pt x="269914" y="256968"/>
                </a:lnTo>
                <a:lnTo>
                  <a:pt x="259284" y="260510"/>
                </a:lnTo>
                <a:lnTo>
                  <a:pt x="245948" y="261873"/>
                </a:lnTo>
                <a:lnTo>
                  <a:pt x="291376" y="261873"/>
                </a:lnTo>
                <a:lnTo>
                  <a:pt x="291376" y="241426"/>
                </a:lnTo>
                <a:close/>
              </a:path>
              <a:path w="344805" h="346075">
                <a:moveTo>
                  <a:pt x="279488" y="241426"/>
                </a:moveTo>
                <a:lnTo>
                  <a:pt x="212509" y="241426"/>
                </a:lnTo>
                <a:lnTo>
                  <a:pt x="220358" y="245350"/>
                </a:lnTo>
                <a:lnTo>
                  <a:pt x="228639" y="248142"/>
                </a:lnTo>
                <a:lnTo>
                  <a:pt x="237228" y="249767"/>
                </a:lnTo>
                <a:lnTo>
                  <a:pt x="245999" y="250189"/>
                </a:lnTo>
                <a:lnTo>
                  <a:pt x="254771" y="249767"/>
                </a:lnTo>
                <a:lnTo>
                  <a:pt x="263363" y="248142"/>
                </a:lnTo>
                <a:lnTo>
                  <a:pt x="271645" y="245350"/>
                </a:lnTo>
                <a:lnTo>
                  <a:pt x="279488" y="241426"/>
                </a:lnTo>
                <a:close/>
              </a:path>
              <a:path w="344805" h="346075">
                <a:moveTo>
                  <a:pt x="251942" y="171068"/>
                </a:moveTo>
                <a:lnTo>
                  <a:pt x="245948" y="171068"/>
                </a:lnTo>
                <a:lnTo>
                  <a:pt x="228132" y="173172"/>
                </a:lnTo>
                <a:lnTo>
                  <a:pt x="213385" y="179069"/>
                </a:lnTo>
                <a:lnTo>
                  <a:pt x="213560" y="179069"/>
                </a:lnTo>
                <a:lnTo>
                  <a:pt x="204035" y="187571"/>
                </a:lnTo>
                <a:lnTo>
                  <a:pt x="200507" y="198246"/>
                </a:lnTo>
                <a:lnTo>
                  <a:pt x="200507" y="238378"/>
                </a:lnTo>
                <a:lnTo>
                  <a:pt x="245999" y="238378"/>
                </a:lnTo>
                <a:lnTo>
                  <a:pt x="232691" y="236995"/>
                </a:lnTo>
                <a:lnTo>
                  <a:pt x="222076" y="233410"/>
                </a:lnTo>
                <a:lnTo>
                  <a:pt x="215050" y="228467"/>
                </a:lnTo>
                <a:lnTo>
                  <a:pt x="212509" y="223011"/>
                </a:lnTo>
                <a:lnTo>
                  <a:pt x="212509" y="216661"/>
                </a:lnTo>
                <a:lnTo>
                  <a:pt x="291376" y="216661"/>
                </a:lnTo>
                <a:lnTo>
                  <a:pt x="291376" y="214248"/>
                </a:lnTo>
                <a:lnTo>
                  <a:pt x="314553" y="214248"/>
                </a:lnTo>
                <a:lnTo>
                  <a:pt x="314553" y="213613"/>
                </a:lnTo>
                <a:lnTo>
                  <a:pt x="245999" y="213613"/>
                </a:lnTo>
                <a:lnTo>
                  <a:pt x="232691" y="212230"/>
                </a:lnTo>
                <a:lnTo>
                  <a:pt x="222076" y="208645"/>
                </a:lnTo>
                <a:lnTo>
                  <a:pt x="215050" y="203702"/>
                </a:lnTo>
                <a:lnTo>
                  <a:pt x="212509" y="198246"/>
                </a:lnTo>
                <a:lnTo>
                  <a:pt x="215050" y="192791"/>
                </a:lnTo>
                <a:lnTo>
                  <a:pt x="222076" y="187848"/>
                </a:lnTo>
                <a:lnTo>
                  <a:pt x="232691" y="184263"/>
                </a:lnTo>
                <a:lnTo>
                  <a:pt x="245999" y="182879"/>
                </a:lnTo>
                <a:lnTo>
                  <a:pt x="284964" y="182879"/>
                </a:lnTo>
                <a:lnTo>
                  <a:pt x="278333" y="179069"/>
                </a:lnTo>
                <a:lnTo>
                  <a:pt x="278333" y="173172"/>
                </a:lnTo>
                <a:lnTo>
                  <a:pt x="264026" y="173172"/>
                </a:lnTo>
                <a:lnTo>
                  <a:pt x="257898" y="171703"/>
                </a:lnTo>
                <a:lnTo>
                  <a:pt x="251942" y="171068"/>
                </a:lnTo>
                <a:close/>
              </a:path>
              <a:path w="344805" h="346075">
                <a:moveTo>
                  <a:pt x="291376" y="216661"/>
                </a:moveTo>
                <a:lnTo>
                  <a:pt x="279488" y="216661"/>
                </a:lnTo>
                <a:lnTo>
                  <a:pt x="279488" y="223011"/>
                </a:lnTo>
                <a:lnTo>
                  <a:pt x="277062" y="228218"/>
                </a:lnTo>
                <a:lnTo>
                  <a:pt x="276946" y="228467"/>
                </a:lnTo>
                <a:lnTo>
                  <a:pt x="269914" y="233410"/>
                </a:lnTo>
                <a:lnTo>
                  <a:pt x="259284" y="236995"/>
                </a:lnTo>
                <a:lnTo>
                  <a:pt x="245948" y="238378"/>
                </a:lnTo>
                <a:lnTo>
                  <a:pt x="291376" y="238378"/>
                </a:lnTo>
                <a:lnTo>
                  <a:pt x="291376" y="216661"/>
                </a:lnTo>
                <a:close/>
              </a:path>
              <a:path w="344805" h="346075">
                <a:moveTo>
                  <a:pt x="153606" y="137540"/>
                </a:moveTo>
                <a:lnTo>
                  <a:pt x="140222" y="141053"/>
                </a:lnTo>
                <a:lnTo>
                  <a:pt x="129436" y="150685"/>
                </a:lnTo>
                <a:lnTo>
                  <a:pt x="122240" y="165080"/>
                </a:lnTo>
                <a:lnTo>
                  <a:pt x="119621" y="182879"/>
                </a:lnTo>
                <a:lnTo>
                  <a:pt x="122250" y="200733"/>
                </a:lnTo>
                <a:lnTo>
                  <a:pt x="129465" y="215122"/>
                </a:lnTo>
                <a:lnTo>
                  <a:pt x="140254" y="224724"/>
                </a:lnTo>
                <a:lnTo>
                  <a:pt x="153606" y="228218"/>
                </a:lnTo>
                <a:lnTo>
                  <a:pt x="166958" y="224724"/>
                </a:lnTo>
                <a:lnTo>
                  <a:pt x="177747" y="215122"/>
                </a:lnTo>
                <a:lnTo>
                  <a:pt x="153951" y="215122"/>
                </a:lnTo>
                <a:lnTo>
                  <a:pt x="145624" y="212437"/>
                </a:lnTo>
                <a:lnTo>
                  <a:pt x="139022" y="205470"/>
                </a:lnTo>
                <a:lnTo>
                  <a:pt x="134527" y="195240"/>
                </a:lnTo>
                <a:lnTo>
                  <a:pt x="133053" y="184263"/>
                </a:lnTo>
                <a:lnTo>
                  <a:pt x="132986" y="183768"/>
                </a:lnTo>
                <a:lnTo>
                  <a:pt x="132867" y="182879"/>
                </a:lnTo>
                <a:lnTo>
                  <a:pt x="134385" y="171703"/>
                </a:lnTo>
                <a:lnTo>
                  <a:pt x="134471" y="171068"/>
                </a:lnTo>
                <a:lnTo>
                  <a:pt x="134536" y="170592"/>
                </a:lnTo>
                <a:lnTo>
                  <a:pt x="139045" y="160400"/>
                </a:lnTo>
                <a:lnTo>
                  <a:pt x="145651" y="153447"/>
                </a:lnTo>
                <a:lnTo>
                  <a:pt x="153606" y="150875"/>
                </a:lnTo>
                <a:lnTo>
                  <a:pt x="177843" y="150875"/>
                </a:lnTo>
                <a:lnTo>
                  <a:pt x="177747" y="150685"/>
                </a:lnTo>
                <a:lnTo>
                  <a:pt x="166958" y="141053"/>
                </a:lnTo>
                <a:lnTo>
                  <a:pt x="153606" y="137540"/>
                </a:lnTo>
                <a:close/>
              </a:path>
              <a:path w="344805" h="346075">
                <a:moveTo>
                  <a:pt x="279488" y="216661"/>
                </a:moveTo>
                <a:lnTo>
                  <a:pt x="212509" y="216661"/>
                </a:lnTo>
                <a:lnTo>
                  <a:pt x="220358" y="220585"/>
                </a:lnTo>
                <a:lnTo>
                  <a:pt x="228639" y="223377"/>
                </a:lnTo>
                <a:lnTo>
                  <a:pt x="237228" y="225002"/>
                </a:lnTo>
                <a:lnTo>
                  <a:pt x="245999" y="225424"/>
                </a:lnTo>
                <a:lnTo>
                  <a:pt x="254771" y="225002"/>
                </a:lnTo>
                <a:lnTo>
                  <a:pt x="263363" y="223377"/>
                </a:lnTo>
                <a:lnTo>
                  <a:pt x="271645" y="220585"/>
                </a:lnTo>
                <a:lnTo>
                  <a:pt x="279488" y="216661"/>
                </a:lnTo>
                <a:close/>
              </a:path>
              <a:path w="344805" h="346075">
                <a:moveTo>
                  <a:pt x="177843" y="150875"/>
                </a:moveTo>
                <a:lnTo>
                  <a:pt x="153606" y="150875"/>
                </a:lnTo>
                <a:lnTo>
                  <a:pt x="161556" y="153447"/>
                </a:lnTo>
                <a:lnTo>
                  <a:pt x="168162" y="160400"/>
                </a:lnTo>
                <a:lnTo>
                  <a:pt x="172674" y="170592"/>
                </a:lnTo>
                <a:lnTo>
                  <a:pt x="174345" y="182879"/>
                </a:lnTo>
                <a:lnTo>
                  <a:pt x="172685" y="195240"/>
                </a:lnTo>
                <a:lnTo>
                  <a:pt x="168190" y="205470"/>
                </a:lnTo>
                <a:lnTo>
                  <a:pt x="161588" y="212437"/>
                </a:lnTo>
                <a:lnTo>
                  <a:pt x="153261" y="215122"/>
                </a:lnTo>
                <a:lnTo>
                  <a:pt x="177747" y="215122"/>
                </a:lnTo>
                <a:lnTo>
                  <a:pt x="184962" y="200733"/>
                </a:lnTo>
                <a:lnTo>
                  <a:pt x="187591" y="182879"/>
                </a:lnTo>
                <a:lnTo>
                  <a:pt x="184962" y="165080"/>
                </a:lnTo>
                <a:lnTo>
                  <a:pt x="177843" y="150875"/>
                </a:lnTo>
                <a:close/>
              </a:path>
              <a:path w="344805" h="346075">
                <a:moveTo>
                  <a:pt x="284964" y="182879"/>
                </a:moveTo>
                <a:lnTo>
                  <a:pt x="245999" y="182879"/>
                </a:lnTo>
                <a:lnTo>
                  <a:pt x="259306" y="184263"/>
                </a:lnTo>
                <a:lnTo>
                  <a:pt x="269921" y="187848"/>
                </a:lnTo>
                <a:lnTo>
                  <a:pt x="276947" y="192791"/>
                </a:lnTo>
                <a:lnTo>
                  <a:pt x="279488" y="198246"/>
                </a:lnTo>
                <a:lnTo>
                  <a:pt x="276947" y="203702"/>
                </a:lnTo>
                <a:lnTo>
                  <a:pt x="269921" y="208645"/>
                </a:lnTo>
                <a:lnTo>
                  <a:pt x="259306" y="212230"/>
                </a:lnTo>
                <a:lnTo>
                  <a:pt x="245999" y="213613"/>
                </a:lnTo>
                <a:lnTo>
                  <a:pt x="314553" y="213613"/>
                </a:lnTo>
                <a:lnTo>
                  <a:pt x="314540" y="199516"/>
                </a:lnTo>
                <a:lnTo>
                  <a:pt x="291299" y="199516"/>
                </a:lnTo>
                <a:lnTo>
                  <a:pt x="291299" y="190626"/>
                </a:lnTo>
                <a:lnTo>
                  <a:pt x="286512" y="183768"/>
                </a:lnTo>
                <a:lnTo>
                  <a:pt x="284964" y="182879"/>
                </a:lnTo>
                <a:close/>
              </a:path>
              <a:path w="344805" h="346075">
                <a:moveTo>
                  <a:pt x="314439" y="88645"/>
                </a:moveTo>
                <a:lnTo>
                  <a:pt x="300037" y="88645"/>
                </a:lnTo>
                <a:lnTo>
                  <a:pt x="300009" y="112902"/>
                </a:lnTo>
                <a:lnTo>
                  <a:pt x="299910" y="199516"/>
                </a:lnTo>
                <a:lnTo>
                  <a:pt x="314540" y="199516"/>
                </a:lnTo>
                <a:lnTo>
                  <a:pt x="314439" y="88645"/>
                </a:lnTo>
                <a:close/>
              </a:path>
              <a:path w="344805" h="346075">
                <a:moveTo>
                  <a:pt x="278333" y="127507"/>
                </a:moveTo>
                <a:lnTo>
                  <a:pt x="263728" y="127507"/>
                </a:lnTo>
                <a:lnTo>
                  <a:pt x="263728" y="173172"/>
                </a:lnTo>
                <a:lnTo>
                  <a:pt x="278333" y="173172"/>
                </a:lnTo>
                <a:lnTo>
                  <a:pt x="278333" y="127507"/>
                </a:lnTo>
                <a:close/>
              </a:path>
              <a:path w="344805" h="346075">
                <a:moveTo>
                  <a:pt x="314426" y="74040"/>
                </a:moveTo>
                <a:lnTo>
                  <a:pt x="65062" y="74040"/>
                </a:lnTo>
                <a:lnTo>
                  <a:pt x="65062" y="112902"/>
                </a:lnTo>
                <a:lnTo>
                  <a:pt x="79819" y="112902"/>
                </a:lnTo>
                <a:lnTo>
                  <a:pt x="79819" y="88645"/>
                </a:lnTo>
                <a:lnTo>
                  <a:pt x="314439" y="88645"/>
                </a:lnTo>
                <a:lnTo>
                  <a:pt x="314426" y="74040"/>
                </a:lnTo>
                <a:close/>
              </a:path>
            </a:pathLst>
          </a:custGeom>
          <a:solidFill>
            <a:srgbClr val="A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2578354" y="6500876"/>
            <a:ext cx="2012314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>
                <a:latin typeface="Arial"/>
                <a:cs typeface="Arial"/>
              </a:rPr>
              <a:t>Source: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Strategy&amp;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analysis</a:t>
            </a:r>
            <a:r>
              <a:rPr dirty="0" sz="750" spc="-2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+</a:t>
            </a:r>
            <a:r>
              <a:rPr dirty="0" sz="750" spc="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expert</a:t>
            </a:r>
            <a:r>
              <a:rPr dirty="0" sz="750" spc="-10">
                <a:latin typeface="Arial"/>
                <a:cs typeface="Arial"/>
              </a:rPr>
              <a:t> discussion</a:t>
            </a:r>
            <a:endParaRPr sz="7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1612626" y="6500876"/>
            <a:ext cx="132080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 spc="-25">
                <a:latin typeface="Arial"/>
                <a:cs typeface="Arial"/>
              </a:rPr>
              <a:t>26</a:t>
            </a:r>
            <a:endParaRPr sz="75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9499854" y="2021585"/>
            <a:ext cx="0" cy="1767839"/>
          </a:xfrm>
          <a:custGeom>
            <a:avLst/>
            <a:gdLst/>
            <a:ahLst/>
            <a:cxnLst/>
            <a:rect l="l" t="t" r="r" b="b"/>
            <a:pathLst>
              <a:path w="0" h="1767839">
                <a:moveTo>
                  <a:pt x="0" y="0"/>
                </a:moveTo>
                <a:lnTo>
                  <a:pt x="0" y="1767586"/>
                </a:lnTo>
              </a:path>
            </a:pathLst>
          </a:custGeom>
          <a:ln w="19050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9499854" y="4447794"/>
            <a:ext cx="0" cy="1767839"/>
          </a:xfrm>
          <a:custGeom>
            <a:avLst/>
            <a:gdLst/>
            <a:ahLst/>
            <a:cxnLst/>
            <a:rect l="l" t="t" r="r" b="b"/>
            <a:pathLst>
              <a:path w="0" h="1767839">
                <a:moveTo>
                  <a:pt x="0" y="0"/>
                </a:moveTo>
                <a:lnTo>
                  <a:pt x="0" y="1767649"/>
                </a:lnTo>
              </a:path>
            </a:pathLst>
          </a:custGeom>
          <a:ln w="19050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4" name="object 34"/>
          <p:cNvGrpSpPr/>
          <p:nvPr/>
        </p:nvGrpSpPr>
        <p:grpSpPr>
          <a:xfrm>
            <a:off x="9393935" y="3909059"/>
            <a:ext cx="227329" cy="417830"/>
            <a:chOff x="9393935" y="3909059"/>
            <a:chExt cx="227329" cy="417830"/>
          </a:xfrm>
        </p:grpSpPr>
        <p:sp>
          <p:nvSpPr>
            <p:cNvPr id="35" name="object 35"/>
            <p:cNvSpPr/>
            <p:nvPr/>
          </p:nvSpPr>
          <p:spPr>
            <a:xfrm>
              <a:off x="9473183" y="3909059"/>
              <a:ext cx="147955" cy="417830"/>
            </a:xfrm>
            <a:custGeom>
              <a:avLst/>
              <a:gdLst/>
              <a:ahLst/>
              <a:cxnLst/>
              <a:rect l="l" t="t" r="r" b="b"/>
              <a:pathLst>
                <a:path w="147954" h="417829">
                  <a:moveTo>
                    <a:pt x="65151" y="0"/>
                  </a:moveTo>
                  <a:lnTo>
                    <a:pt x="0" y="0"/>
                  </a:lnTo>
                  <a:lnTo>
                    <a:pt x="82677" y="208788"/>
                  </a:lnTo>
                  <a:lnTo>
                    <a:pt x="0" y="417576"/>
                  </a:lnTo>
                  <a:lnTo>
                    <a:pt x="65151" y="417576"/>
                  </a:lnTo>
                  <a:lnTo>
                    <a:pt x="147828" y="208788"/>
                  </a:lnTo>
                  <a:lnTo>
                    <a:pt x="65151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9393935" y="3971543"/>
              <a:ext cx="114300" cy="292735"/>
            </a:xfrm>
            <a:custGeom>
              <a:avLst/>
              <a:gdLst/>
              <a:ahLst/>
              <a:cxnLst/>
              <a:rect l="l" t="t" r="r" b="b"/>
              <a:pathLst>
                <a:path w="114300" h="292735">
                  <a:moveTo>
                    <a:pt x="57150" y="0"/>
                  </a:moveTo>
                  <a:lnTo>
                    <a:pt x="0" y="0"/>
                  </a:lnTo>
                  <a:lnTo>
                    <a:pt x="57150" y="146303"/>
                  </a:lnTo>
                  <a:lnTo>
                    <a:pt x="0" y="292607"/>
                  </a:lnTo>
                  <a:lnTo>
                    <a:pt x="57150" y="292607"/>
                  </a:lnTo>
                  <a:lnTo>
                    <a:pt x="114300" y="146303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9721342" y="2119629"/>
            <a:ext cx="2028189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9230" marR="5080" indent="-177165">
              <a:lnSpc>
                <a:spcPct val="100000"/>
              </a:lnSpc>
              <a:spcBef>
                <a:spcPts val="100"/>
              </a:spcBef>
              <a:buChar char="•"/>
              <a:tabLst>
                <a:tab pos="189230" algn="l"/>
              </a:tabLst>
            </a:pPr>
            <a:r>
              <a:rPr dirty="0" sz="1200">
                <a:latin typeface="Arial"/>
                <a:cs typeface="Arial"/>
              </a:rPr>
              <a:t>Ecosystem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business</a:t>
            </a:r>
            <a:r>
              <a:rPr dirty="0" sz="1200" spc="-60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cases </a:t>
            </a:r>
            <a:r>
              <a:rPr dirty="0" sz="1200">
                <a:latin typeface="Arial"/>
                <a:cs typeface="Arial"/>
              </a:rPr>
              <a:t>should</a:t>
            </a:r>
            <a:r>
              <a:rPr dirty="0" sz="1200" spc="-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extend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beyond vehicle-</a:t>
            </a:r>
            <a:r>
              <a:rPr dirty="0" sz="1200" b="1">
                <a:latin typeface="Arial"/>
                <a:cs typeface="Arial"/>
              </a:rPr>
              <a:t>centric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business cases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721342" y="3003930"/>
            <a:ext cx="1950085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9230" marR="5080" indent="-1771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9230" algn="l"/>
              </a:tabLst>
            </a:pPr>
            <a:r>
              <a:rPr dirty="0" sz="1200" b="1">
                <a:latin typeface="Arial"/>
                <a:cs typeface="Arial"/>
              </a:rPr>
              <a:t>Direct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indirect </a:t>
            </a:r>
            <a:r>
              <a:rPr dirty="0" sz="1200" b="1">
                <a:latin typeface="Arial"/>
                <a:cs typeface="Arial"/>
              </a:rPr>
              <a:t>revenue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potential,</a:t>
            </a:r>
            <a:r>
              <a:rPr dirty="0" sz="1200" spc="-65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and </a:t>
            </a:r>
            <a:r>
              <a:rPr dirty="0" sz="1200" b="1">
                <a:latin typeface="Arial"/>
                <a:cs typeface="Arial"/>
              </a:rPr>
              <a:t>opportunities</a:t>
            </a:r>
            <a:r>
              <a:rPr dirty="0" sz="1200" spc="-6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beyond </a:t>
            </a:r>
            <a:r>
              <a:rPr dirty="0" sz="1200" b="1">
                <a:latin typeface="Arial"/>
                <a:cs typeface="Arial"/>
              </a:rPr>
              <a:t>vehicle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offerings,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should </a:t>
            </a:r>
            <a:r>
              <a:rPr dirty="0" sz="1200">
                <a:latin typeface="Arial"/>
                <a:cs typeface="Arial"/>
              </a:rPr>
              <a:t>be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considered</a:t>
            </a:r>
            <a:r>
              <a:rPr dirty="0" sz="1200" spc="-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along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the </a:t>
            </a:r>
            <a:r>
              <a:rPr dirty="0" sz="1200">
                <a:latin typeface="Arial"/>
                <a:cs typeface="Arial"/>
              </a:rPr>
              <a:t>customer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life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cycle</a:t>
            </a:r>
            <a:endParaRPr sz="12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721342" y="4253865"/>
            <a:ext cx="182118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9230" marR="5080" indent="-1771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9230" algn="l"/>
              </a:tabLst>
            </a:pPr>
            <a:r>
              <a:rPr dirty="0" sz="1200" b="1">
                <a:latin typeface="Arial"/>
                <a:cs typeface="Arial"/>
              </a:rPr>
              <a:t>B2B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offerings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offer </a:t>
            </a:r>
            <a:r>
              <a:rPr dirty="0" sz="1200">
                <a:latin typeface="Arial"/>
                <a:cs typeface="Arial"/>
              </a:rPr>
              <a:t>significant</a:t>
            </a:r>
            <a:r>
              <a:rPr dirty="0" sz="1200" spc="-55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direct </a:t>
            </a:r>
            <a:r>
              <a:rPr dirty="0" sz="1200" b="1">
                <a:latin typeface="Arial"/>
                <a:cs typeface="Arial"/>
              </a:rPr>
              <a:t>monetization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potential</a:t>
            </a:r>
            <a:endParaRPr sz="12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721342" y="4954904"/>
            <a:ext cx="1960880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9230" marR="5080" indent="-177165">
              <a:lnSpc>
                <a:spcPct val="100000"/>
              </a:lnSpc>
              <a:spcBef>
                <a:spcPts val="100"/>
              </a:spcBef>
              <a:buChar char="•"/>
              <a:tabLst>
                <a:tab pos="189230" algn="l"/>
              </a:tabLst>
            </a:pPr>
            <a:r>
              <a:rPr dirty="0" sz="1200">
                <a:latin typeface="Arial"/>
                <a:cs typeface="Arial"/>
              </a:rPr>
              <a:t>In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addition</a:t>
            </a:r>
            <a:r>
              <a:rPr dirty="0" sz="1200" spc="-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external opportunities,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3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significant </a:t>
            </a:r>
            <a:r>
              <a:rPr dirty="0" sz="1200">
                <a:latin typeface="Arial"/>
                <a:cs typeface="Arial"/>
              </a:rPr>
              <a:t>amount</a:t>
            </a:r>
            <a:r>
              <a:rPr dirty="0" sz="1200" spc="-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of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internal </a:t>
            </a:r>
            <a:r>
              <a:rPr dirty="0" sz="1200" b="1">
                <a:latin typeface="Arial"/>
                <a:cs typeface="Arial"/>
              </a:rPr>
              <a:t>opportunities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exist,</a:t>
            </a:r>
            <a:r>
              <a:rPr dirty="0" sz="1200" spc="-55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e.g.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increase</a:t>
            </a:r>
            <a:r>
              <a:rPr dirty="0" sz="1200" spc="-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efficiency</a:t>
            </a:r>
            <a:r>
              <a:rPr dirty="0" sz="1200" spc="-50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in </a:t>
            </a:r>
            <a:r>
              <a:rPr dirty="0" sz="1200">
                <a:latin typeface="Arial"/>
                <a:cs typeface="Arial"/>
              </a:rPr>
              <a:t>processes</a:t>
            </a:r>
            <a:r>
              <a:rPr dirty="0" sz="1200" spc="-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&amp; </a:t>
            </a:r>
            <a:r>
              <a:rPr dirty="0" sz="1200" spc="-10">
                <a:latin typeface="Arial"/>
                <a:cs typeface="Arial"/>
              </a:rPr>
              <a:t>portfolio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6341160"/>
            <a:ext cx="1062355" cy="3003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300"/>
              </a:lnSpc>
              <a:spcBef>
                <a:spcPts val="95"/>
              </a:spcBef>
            </a:pPr>
            <a:r>
              <a:rPr dirty="0" sz="750">
                <a:latin typeface="Arial"/>
                <a:cs typeface="Arial"/>
              </a:rPr>
              <a:t>Digital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Auto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Report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-20">
                <a:latin typeface="Arial"/>
                <a:cs typeface="Arial"/>
              </a:rPr>
              <a:t>2023</a:t>
            </a:r>
            <a:r>
              <a:rPr dirty="0" sz="750" spc="-10">
                <a:latin typeface="Arial"/>
                <a:cs typeface="Arial"/>
              </a:rPr>
              <a:t> Strategy&amp;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198949" y="2438953"/>
            <a:ext cx="488950" cy="791845"/>
            <a:chOff x="1198949" y="2438953"/>
            <a:chExt cx="488950" cy="791845"/>
          </a:xfrm>
        </p:grpSpPr>
        <p:sp>
          <p:nvSpPr>
            <p:cNvPr id="4" name="object 4"/>
            <p:cNvSpPr/>
            <p:nvPr/>
          </p:nvSpPr>
          <p:spPr>
            <a:xfrm>
              <a:off x="1198949" y="2438953"/>
              <a:ext cx="488950" cy="791845"/>
            </a:xfrm>
            <a:custGeom>
              <a:avLst/>
              <a:gdLst/>
              <a:ahLst/>
              <a:cxnLst/>
              <a:rect l="l" t="t" r="r" b="b"/>
              <a:pathLst>
                <a:path w="488950" h="791844">
                  <a:moveTo>
                    <a:pt x="244236" y="0"/>
                  </a:moveTo>
                  <a:lnTo>
                    <a:pt x="196688" y="4657"/>
                  </a:lnTo>
                  <a:lnTo>
                    <a:pt x="151493" y="18257"/>
                  </a:lnTo>
                  <a:lnTo>
                    <a:pt x="109883" y="40241"/>
                  </a:lnTo>
                  <a:lnTo>
                    <a:pt x="73090" y="70050"/>
                  </a:lnTo>
                  <a:lnTo>
                    <a:pt x="42347" y="107125"/>
                  </a:lnTo>
                  <a:lnTo>
                    <a:pt x="19399" y="148959"/>
                  </a:lnTo>
                  <a:lnTo>
                    <a:pt x="5246" y="193924"/>
                  </a:lnTo>
                  <a:lnTo>
                    <a:pt x="0" y="240677"/>
                  </a:lnTo>
                  <a:lnTo>
                    <a:pt x="3771" y="287878"/>
                  </a:lnTo>
                  <a:lnTo>
                    <a:pt x="16673" y="334184"/>
                  </a:lnTo>
                  <a:lnTo>
                    <a:pt x="127537" y="578709"/>
                  </a:lnTo>
                  <a:lnTo>
                    <a:pt x="223230" y="778987"/>
                  </a:lnTo>
                  <a:lnTo>
                    <a:pt x="226731" y="787138"/>
                  </a:lnTo>
                  <a:lnTo>
                    <a:pt x="234900" y="791795"/>
                  </a:lnTo>
                  <a:lnTo>
                    <a:pt x="253572" y="791795"/>
                  </a:lnTo>
                  <a:lnTo>
                    <a:pt x="261741" y="787138"/>
                  </a:lnTo>
                  <a:lnTo>
                    <a:pt x="265242" y="778987"/>
                  </a:lnTo>
                  <a:lnTo>
                    <a:pt x="360935" y="578709"/>
                  </a:lnTo>
                  <a:lnTo>
                    <a:pt x="464936" y="349321"/>
                  </a:lnTo>
                  <a:lnTo>
                    <a:pt x="244236" y="349321"/>
                  </a:lnTo>
                  <a:lnTo>
                    <a:pt x="203209" y="341134"/>
                  </a:lnTo>
                  <a:lnTo>
                    <a:pt x="169841" y="318755"/>
                  </a:lnTo>
                  <a:lnTo>
                    <a:pt x="147413" y="285461"/>
                  </a:lnTo>
                  <a:lnTo>
                    <a:pt x="139207" y="244525"/>
                  </a:lnTo>
                  <a:lnTo>
                    <a:pt x="147413" y="203588"/>
                  </a:lnTo>
                  <a:lnTo>
                    <a:pt x="169841" y="170294"/>
                  </a:lnTo>
                  <a:lnTo>
                    <a:pt x="203209" y="147915"/>
                  </a:lnTo>
                  <a:lnTo>
                    <a:pt x="244236" y="139728"/>
                  </a:lnTo>
                  <a:lnTo>
                    <a:pt x="464009" y="139728"/>
                  </a:lnTo>
                  <a:lnTo>
                    <a:pt x="446125" y="107125"/>
                  </a:lnTo>
                  <a:lnTo>
                    <a:pt x="415382" y="70050"/>
                  </a:lnTo>
                  <a:lnTo>
                    <a:pt x="378589" y="40241"/>
                  </a:lnTo>
                  <a:lnTo>
                    <a:pt x="336979" y="18257"/>
                  </a:lnTo>
                  <a:lnTo>
                    <a:pt x="291784" y="4657"/>
                  </a:lnTo>
                  <a:lnTo>
                    <a:pt x="244236" y="0"/>
                  </a:lnTo>
                  <a:close/>
                </a:path>
                <a:path w="488950" h="791844">
                  <a:moveTo>
                    <a:pt x="464009" y="139728"/>
                  </a:moveTo>
                  <a:lnTo>
                    <a:pt x="244236" y="139728"/>
                  </a:lnTo>
                  <a:lnTo>
                    <a:pt x="285263" y="147915"/>
                  </a:lnTo>
                  <a:lnTo>
                    <a:pt x="318631" y="170294"/>
                  </a:lnTo>
                  <a:lnTo>
                    <a:pt x="341060" y="203589"/>
                  </a:lnTo>
                  <a:lnTo>
                    <a:pt x="349265" y="244525"/>
                  </a:lnTo>
                  <a:lnTo>
                    <a:pt x="341060" y="285461"/>
                  </a:lnTo>
                  <a:lnTo>
                    <a:pt x="318631" y="318756"/>
                  </a:lnTo>
                  <a:lnTo>
                    <a:pt x="285263" y="341134"/>
                  </a:lnTo>
                  <a:lnTo>
                    <a:pt x="244236" y="349321"/>
                  </a:lnTo>
                  <a:lnTo>
                    <a:pt x="464936" y="349321"/>
                  </a:lnTo>
                  <a:lnTo>
                    <a:pt x="471799" y="334184"/>
                  </a:lnTo>
                  <a:lnTo>
                    <a:pt x="484701" y="287878"/>
                  </a:lnTo>
                  <a:lnTo>
                    <a:pt x="488473" y="240678"/>
                  </a:lnTo>
                  <a:lnTo>
                    <a:pt x="483226" y="193924"/>
                  </a:lnTo>
                  <a:lnTo>
                    <a:pt x="469073" y="148960"/>
                  </a:lnTo>
                  <a:lnTo>
                    <a:pt x="464009" y="1397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284731" y="2519172"/>
              <a:ext cx="312420" cy="312420"/>
            </a:xfrm>
            <a:custGeom>
              <a:avLst/>
              <a:gdLst/>
              <a:ahLst/>
              <a:cxnLst/>
              <a:rect l="l" t="t" r="r" b="b"/>
              <a:pathLst>
                <a:path w="312419" h="312419">
                  <a:moveTo>
                    <a:pt x="156210" y="0"/>
                  </a:moveTo>
                  <a:lnTo>
                    <a:pt x="106850" y="7967"/>
                  </a:lnTo>
                  <a:lnTo>
                    <a:pt x="63971" y="30150"/>
                  </a:lnTo>
                  <a:lnTo>
                    <a:pt x="30150" y="63971"/>
                  </a:lnTo>
                  <a:lnTo>
                    <a:pt x="7967" y="106850"/>
                  </a:lnTo>
                  <a:lnTo>
                    <a:pt x="0" y="156210"/>
                  </a:lnTo>
                  <a:lnTo>
                    <a:pt x="7967" y="205569"/>
                  </a:lnTo>
                  <a:lnTo>
                    <a:pt x="30150" y="248448"/>
                  </a:lnTo>
                  <a:lnTo>
                    <a:pt x="63971" y="282269"/>
                  </a:lnTo>
                  <a:lnTo>
                    <a:pt x="106850" y="304452"/>
                  </a:lnTo>
                  <a:lnTo>
                    <a:pt x="156210" y="312420"/>
                  </a:lnTo>
                  <a:lnTo>
                    <a:pt x="205569" y="304452"/>
                  </a:lnTo>
                  <a:lnTo>
                    <a:pt x="248448" y="282269"/>
                  </a:lnTo>
                  <a:lnTo>
                    <a:pt x="282269" y="248448"/>
                  </a:lnTo>
                  <a:lnTo>
                    <a:pt x="304452" y="205569"/>
                  </a:lnTo>
                  <a:lnTo>
                    <a:pt x="312420" y="156210"/>
                  </a:lnTo>
                  <a:lnTo>
                    <a:pt x="304452" y="106850"/>
                  </a:lnTo>
                  <a:lnTo>
                    <a:pt x="282269" y="63971"/>
                  </a:lnTo>
                  <a:lnTo>
                    <a:pt x="248448" y="30150"/>
                  </a:lnTo>
                  <a:lnTo>
                    <a:pt x="205569" y="7967"/>
                  </a:lnTo>
                  <a:lnTo>
                    <a:pt x="1562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402461" y="2550668"/>
            <a:ext cx="7556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0" b="1">
                <a:solidFill>
                  <a:srgbClr val="A21F1F"/>
                </a:solidFill>
                <a:latin typeface="Arial"/>
                <a:cs typeface="Arial"/>
              </a:rPr>
              <a:t>I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484949" y="2438953"/>
            <a:ext cx="488950" cy="791845"/>
            <a:chOff x="3484949" y="2438953"/>
            <a:chExt cx="488950" cy="791845"/>
          </a:xfrm>
        </p:grpSpPr>
        <p:sp>
          <p:nvSpPr>
            <p:cNvPr id="8" name="object 8"/>
            <p:cNvSpPr/>
            <p:nvPr/>
          </p:nvSpPr>
          <p:spPr>
            <a:xfrm>
              <a:off x="3484949" y="2438953"/>
              <a:ext cx="488950" cy="791845"/>
            </a:xfrm>
            <a:custGeom>
              <a:avLst/>
              <a:gdLst/>
              <a:ahLst/>
              <a:cxnLst/>
              <a:rect l="l" t="t" r="r" b="b"/>
              <a:pathLst>
                <a:path w="488950" h="791844">
                  <a:moveTo>
                    <a:pt x="244236" y="0"/>
                  </a:moveTo>
                  <a:lnTo>
                    <a:pt x="196688" y="4657"/>
                  </a:lnTo>
                  <a:lnTo>
                    <a:pt x="151493" y="18257"/>
                  </a:lnTo>
                  <a:lnTo>
                    <a:pt x="109883" y="40241"/>
                  </a:lnTo>
                  <a:lnTo>
                    <a:pt x="73090" y="70050"/>
                  </a:lnTo>
                  <a:lnTo>
                    <a:pt x="42347" y="107125"/>
                  </a:lnTo>
                  <a:lnTo>
                    <a:pt x="19399" y="148959"/>
                  </a:lnTo>
                  <a:lnTo>
                    <a:pt x="5246" y="193924"/>
                  </a:lnTo>
                  <a:lnTo>
                    <a:pt x="0" y="240677"/>
                  </a:lnTo>
                  <a:lnTo>
                    <a:pt x="3771" y="287878"/>
                  </a:lnTo>
                  <a:lnTo>
                    <a:pt x="16673" y="334184"/>
                  </a:lnTo>
                  <a:lnTo>
                    <a:pt x="127537" y="578709"/>
                  </a:lnTo>
                  <a:lnTo>
                    <a:pt x="223230" y="778987"/>
                  </a:lnTo>
                  <a:lnTo>
                    <a:pt x="226731" y="787138"/>
                  </a:lnTo>
                  <a:lnTo>
                    <a:pt x="234900" y="791795"/>
                  </a:lnTo>
                  <a:lnTo>
                    <a:pt x="253572" y="791795"/>
                  </a:lnTo>
                  <a:lnTo>
                    <a:pt x="261741" y="787138"/>
                  </a:lnTo>
                  <a:lnTo>
                    <a:pt x="265242" y="778987"/>
                  </a:lnTo>
                  <a:lnTo>
                    <a:pt x="360935" y="578709"/>
                  </a:lnTo>
                  <a:lnTo>
                    <a:pt x="464936" y="349321"/>
                  </a:lnTo>
                  <a:lnTo>
                    <a:pt x="244236" y="349321"/>
                  </a:lnTo>
                  <a:lnTo>
                    <a:pt x="203209" y="341134"/>
                  </a:lnTo>
                  <a:lnTo>
                    <a:pt x="169841" y="318755"/>
                  </a:lnTo>
                  <a:lnTo>
                    <a:pt x="147413" y="285461"/>
                  </a:lnTo>
                  <a:lnTo>
                    <a:pt x="139207" y="244525"/>
                  </a:lnTo>
                  <a:lnTo>
                    <a:pt x="147412" y="203588"/>
                  </a:lnTo>
                  <a:lnTo>
                    <a:pt x="169841" y="170294"/>
                  </a:lnTo>
                  <a:lnTo>
                    <a:pt x="203209" y="147915"/>
                  </a:lnTo>
                  <a:lnTo>
                    <a:pt x="244236" y="139728"/>
                  </a:lnTo>
                  <a:lnTo>
                    <a:pt x="464009" y="139728"/>
                  </a:lnTo>
                  <a:lnTo>
                    <a:pt x="446125" y="107125"/>
                  </a:lnTo>
                  <a:lnTo>
                    <a:pt x="415382" y="70050"/>
                  </a:lnTo>
                  <a:lnTo>
                    <a:pt x="378589" y="40241"/>
                  </a:lnTo>
                  <a:lnTo>
                    <a:pt x="336979" y="18257"/>
                  </a:lnTo>
                  <a:lnTo>
                    <a:pt x="291784" y="4657"/>
                  </a:lnTo>
                  <a:lnTo>
                    <a:pt x="244236" y="0"/>
                  </a:lnTo>
                  <a:close/>
                </a:path>
                <a:path w="488950" h="791844">
                  <a:moveTo>
                    <a:pt x="464009" y="139728"/>
                  </a:moveTo>
                  <a:lnTo>
                    <a:pt x="244236" y="139728"/>
                  </a:lnTo>
                  <a:lnTo>
                    <a:pt x="285263" y="147915"/>
                  </a:lnTo>
                  <a:lnTo>
                    <a:pt x="318631" y="170294"/>
                  </a:lnTo>
                  <a:lnTo>
                    <a:pt x="341060" y="203589"/>
                  </a:lnTo>
                  <a:lnTo>
                    <a:pt x="349265" y="244525"/>
                  </a:lnTo>
                  <a:lnTo>
                    <a:pt x="341060" y="285461"/>
                  </a:lnTo>
                  <a:lnTo>
                    <a:pt x="318632" y="318756"/>
                  </a:lnTo>
                  <a:lnTo>
                    <a:pt x="285263" y="341134"/>
                  </a:lnTo>
                  <a:lnTo>
                    <a:pt x="244236" y="349321"/>
                  </a:lnTo>
                  <a:lnTo>
                    <a:pt x="464936" y="349321"/>
                  </a:lnTo>
                  <a:lnTo>
                    <a:pt x="471799" y="334184"/>
                  </a:lnTo>
                  <a:lnTo>
                    <a:pt x="484701" y="287878"/>
                  </a:lnTo>
                  <a:lnTo>
                    <a:pt x="488473" y="240678"/>
                  </a:lnTo>
                  <a:lnTo>
                    <a:pt x="483226" y="193924"/>
                  </a:lnTo>
                  <a:lnTo>
                    <a:pt x="469072" y="148960"/>
                  </a:lnTo>
                  <a:lnTo>
                    <a:pt x="464009" y="1397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570731" y="2519172"/>
              <a:ext cx="312420" cy="312420"/>
            </a:xfrm>
            <a:custGeom>
              <a:avLst/>
              <a:gdLst/>
              <a:ahLst/>
              <a:cxnLst/>
              <a:rect l="l" t="t" r="r" b="b"/>
              <a:pathLst>
                <a:path w="312420" h="312419">
                  <a:moveTo>
                    <a:pt x="156210" y="0"/>
                  </a:moveTo>
                  <a:lnTo>
                    <a:pt x="106850" y="7967"/>
                  </a:lnTo>
                  <a:lnTo>
                    <a:pt x="63971" y="30150"/>
                  </a:lnTo>
                  <a:lnTo>
                    <a:pt x="30150" y="63971"/>
                  </a:lnTo>
                  <a:lnTo>
                    <a:pt x="7967" y="106850"/>
                  </a:lnTo>
                  <a:lnTo>
                    <a:pt x="0" y="156210"/>
                  </a:lnTo>
                  <a:lnTo>
                    <a:pt x="7967" y="205569"/>
                  </a:lnTo>
                  <a:lnTo>
                    <a:pt x="30150" y="248448"/>
                  </a:lnTo>
                  <a:lnTo>
                    <a:pt x="63971" y="282269"/>
                  </a:lnTo>
                  <a:lnTo>
                    <a:pt x="106850" y="304452"/>
                  </a:lnTo>
                  <a:lnTo>
                    <a:pt x="156210" y="312420"/>
                  </a:lnTo>
                  <a:lnTo>
                    <a:pt x="205569" y="304452"/>
                  </a:lnTo>
                  <a:lnTo>
                    <a:pt x="248448" y="282269"/>
                  </a:lnTo>
                  <a:lnTo>
                    <a:pt x="282269" y="248448"/>
                  </a:lnTo>
                  <a:lnTo>
                    <a:pt x="304452" y="205569"/>
                  </a:lnTo>
                  <a:lnTo>
                    <a:pt x="312420" y="156210"/>
                  </a:lnTo>
                  <a:lnTo>
                    <a:pt x="304452" y="106850"/>
                  </a:lnTo>
                  <a:lnTo>
                    <a:pt x="282269" y="63971"/>
                  </a:lnTo>
                  <a:lnTo>
                    <a:pt x="248448" y="30150"/>
                  </a:lnTo>
                  <a:lnTo>
                    <a:pt x="205569" y="7967"/>
                  </a:lnTo>
                  <a:lnTo>
                    <a:pt x="1562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3664711" y="2550668"/>
            <a:ext cx="126364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 b="1">
                <a:solidFill>
                  <a:srgbClr val="A21F1F"/>
                </a:solidFill>
                <a:latin typeface="Arial"/>
                <a:cs typeface="Arial"/>
              </a:rPr>
              <a:t>II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826918" y="2438953"/>
            <a:ext cx="488315" cy="791845"/>
            <a:chOff x="5826918" y="2438953"/>
            <a:chExt cx="488315" cy="791845"/>
          </a:xfrm>
        </p:grpSpPr>
        <p:sp>
          <p:nvSpPr>
            <p:cNvPr id="12" name="object 12"/>
            <p:cNvSpPr/>
            <p:nvPr/>
          </p:nvSpPr>
          <p:spPr>
            <a:xfrm>
              <a:off x="5826918" y="2438953"/>
              <a:ext cx="488315" cy="791845"/>
            </a:xfrm>
            <a:custGeom>
              <a:avLst/>
              <a:gdLst/>
              <a:ahLst/>
              <a:cxnLst/>
              <a:rect l="l" t="t" r="r" b="b"/>
              <a:pathLst>
                <a:path w="488314" h="791844">
                  <a:moveTo>
                    <a:pt x="243920" y="0"/>
                  </a:moveTo>
                  <a:lnTo>
                    <a:pt x="196434" y="4657"/>
                  </a:lnTo>
                  <a:lnTo>
                    <a:pt x="151297" y="18257"/>
                  </a:lnTo>
                  <a:lnTo>
                    <a:pt x="109741" y="40241"/>
                  </a:lnTo>
                  <a:lnTo>
                    <a:pt x="72996" y="70050"/>
                  </a:lnTo>
                  <a:lnTo>
                    <a:pt x="42292" y="107125"/>
                  </a:lnTo>
                  <a:lnTo>
                    <a:pt x="19374" y="148959"/>
                  </a:lnTo>
                  <a:lnTo>
                    <a:pt x="5239" y="193924"/>
                  </a:lnTo>
                  <a:lnTo>
                    <a:pt x="0" y="240677"/>
                  </a:lnTo>
                  <a:lnTo>
                    <a:pt x="3766" y="287878"/>
                  </a:lnTo>
                  <a:lnTo>
                    <a:pt x="16652" y="334184"/>
                  </a:lnTo>
                  <a:lnTo>
                    <a:pt x="127373" y="578709"/>
                  </a:lnTo>
                  <a:lnTo>
                    <a:pt x="222942" y="778987"/>
                  </a:lnTo>
                  <a:lnTo>
                    <a:pt x="226438" y="787138"/>
                  </a:lnTo>
                  <a:lnTo>
                    <a:pt x="234597" y="791795"/>
                  </a:lnTo>
                  <a:lnTo>
                    <a:pt x="253244" y="791795"/>
                  </a:lnTo>
                  <a:lnTo>
                    <a:pt x="261403" y="787138"/>
                  </a:lnTo>
                  <a:lnTo>
                    <a:pt x="264899" y="778987"/>
                  </a:lnTo>
                  <a:lnTo>
                    <a:pt x="360469" y="578709"/>
                  </a:lnTo>
                  <a:lnTo>
                    <a:pt x="464335" y="349321"/>
                  </a:lnTo>
                  <a:lnTo>
                    <a:pt x="243920" y="349321"/>
                  </a:lnTo>
                  <a:lnTo>
                    <a:pt x="202947" y="341134"/>
                  </a:lnTo>
                  <a:lnTo>
                    <a:pt x="169621" y="318755"/>
                  </a:lnTo>
                  <a:lnTo>
                    <a:pt x="147222" y="285461"/>
                  </a:lnTo>
                  <a:lnTo>
                    <a:pt x="139027" y="244525"/>
                  </a:lnTo>
                  <a:lnTo>
                    <a:pt x="147222" y="203588"/>
                  </a:lnTo>
                  <a:lnTo>
                    <a:pt x="169621" y="170294"/>
                  </a:lnTo>
                  <a:lnTo>
                    <a:pt x="202947" y="147915"/>
                  </a:lnTo>
                  <a:lnTo>
                    <a:pt x="243920" y="139728"/>
                  </a:lnTo>
                  <a:lnTo>
                    <a:pt x="463409" y="139728"/>
                  </a:lnTo>
                  <a:lnTo>
                    <a:pt x="445548" y="107125"/>
                  </a:lnTo>
                  <a:lnTo>
                    <a:pt x="414845" y="70050"/>
                  </a:lnTo>
                  <a:lnTo>
                    <a:pt x="378100" y="40241"/>
                  </a:lnTo>
                  <a:lnTo>
                    <a:pt x="336543" y="18257"/>
                  </a:lnTo>
                  <a:lnTo>
                    <a:pt x="291407" y="4657"/>
                  </a:lnTo>
                  <a:lnTo>
                    <a:pt x="243920" y="0"/>
                  </a:lnTo>
                  <a:close/>
                </a:path>
                <a:path w="488314" h="791844">
                  <a:moveTo>
                    <a:pt x="463409" y="139728"/>
                  </a:moveTo>
                  <a:lnTo>
                    <a:pt x="243920" y="139728"/>
                  </a:lnTo>
                  <a:lnTo>
                    <a:pt x="284894" y="147915"/>
                  </a:lnTo>
                  <a:lnTo>
                    <a:pt x="318220" y="170294"/>
                  </a:lnTo>
                  <a:lnTo>
                    <a:pt x="340619" y="203589"/>
                  </a:lnTo>
                  <a:lnTo>
                    <a:pt x="348814" y="244525"/>
                  </a:lnTo>
                  <a:lnTo>
                    <a:pt x="340619" y="285461"/>
                  </a:lnTo>
                  <a:lnTo>
                    <a:pt x="318220" y="318756"/>
                  </a:lnTo>
                  <a:lnTo>
                    <a:pt x="284894" y="341134"/>
                  </a:lnTo>
                  <a:lnTo>
                    <a:pt x="243920" y="349321"/>
                  </a:lnTo>
                  <a:lnTo>
                    <a:pt x="464335" y="349321"/>
                  </a:lnTo>
                  <a:lnTo>
                    <a:pt x="471189" y="334184"/>
                  </a:lnTo>
                  <a:lnTo>
                    <a:pt x="484075" y="287878"/>
                  </a:lnTo>
                  <a:lnTo>
                    <a:pt x="487841" y="240678"/>
                  </a:lnTo>
                  <a:lnTo>
                    <a:pt x="482601" y="193924"/>
                  </a:lnTo>
                  <a:lnTo>
                    <a:pt x="468466" y="148960"/>
                  </a:lnTo>
                  <a:lnTo>
                    <a:pt x="463409" y="1397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913119" y="2519172"/>
              <a:ext cx="312420" cy="312420"/>
            </a:xfrm>
            <a:custGeom>
              <a:avLst/>
              <a:gdLst/>
              <a:ahLst/>
              <a:cxnLst/>
              <a:rect l="l" t="t" r="r" b="b"/>
              <a:pathLst>
                <a:path w="312420" h="312419">
                  <a:moveTo>
                    <a:pt x="156210" y="0"/>
                  </a:moveTo>
                  <a:lnTo>
                    <a:pt x="106850" y="7967"/>
                  </a:lnTo>
                  <a:lnTo>
                    <a:pt x="63971" y="30150"/>
                  </a:lnTo>
                  <a:lnTo>
                    <a:pt x="30150" y="63971"/>
                  </a:lnTo>
                  <a:lnTo>
                    <a:pt x="7967" y="106850"/>
                  </a:lnTo>
                  <a:lnTo>
                    <a:pt x="0" y="156210"/>
                  </a:lnTo>
                  <a:lnTo>
                    <a:pt x="7967" y="205569"/>
                  </a:lnTo>
                  <a:lnTo>
                    <a:pt x="30150" y="248448"/>
                  </a:lnTo>
                  <a:lnTo>
                    <a:pt x="63971" y="282269"/>
                  </a:lnTo>
                  <a:lnTo>
                    <a:pt x="106850" y="304452"/>
                  </a:lnTo>
                  <a:lnTo>
                    <a:pt x="156210" y="312420"/>
                  </a:lnTo>
                  <a:lnTo>
                    <a:pt x="205569" y="304452"/>
                  </a:lnTo>
                  <a:lnTo>
                    <a:pt x="248448" y="282269"/>
                  </a:lnTo>
                  <a:lnTo>
                    <a:pt x="282269" y="248448"/>
                  </a:lnTo>
                  <a:lnTo>
                    <a:pt x="304452" y="205569"/>
                  </a:lnTo>
                  <a:lnTo>
                    <a:pt x="312420" y="156210"/>
                  </a:lnTo>
                  <a:lnTo>
                    <a:pt x="304452" y="106850"/>
                  </a:lnTo>
                  <a:lnTo>
                    <a:pt x="282269" y="63971"/>
                  </a:lnTo>
                  <a:lnTo>
                    <a:pt x="248448" y="30150"/>
                  </a:lnTo>
                  <a:lnTo>
                    <a:pt x="205569" y="7967"/>
                  </a:lnTo>
                  <a:lnTo>
                    <a:pt x="1562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5980938" y="2550668"/>
            <a:ext cx="17653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 b="1">
                <a:solidFill>
                  <a:srgbClr val="A21F1F"/>
                </a:solidFill>
                <a:latin typeface="Arial"/>
                <a:cs typeface="Arial"/>
              </a:rPr>
              <a:t>III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169306" y="2438953"/>
            <a:ext cx="488315" cy="791845"/>
            <a:chOff x="8169306" y="2438953"/>
            <a:chExt cx="488315" cy="791845"/>
          </a:xfrm>
        </p:grpSpPr>
        <p:sp>
          <p:nvSpPr>
            <p:cNvPr id="16" name="object 16"/>
            <p:cNvSpPr/>
            <p:nvPr/>
          </p:nvSpPr>
          <p:spPr>
            <a:xfrm>
              <a:off x="8169306" y="2438953"/>
              <a:ext cx="488315" cy="791845"/>
            </a:xfrm>
            <a:custGeom>
              <a:avLst/>
              <a:gdLst/>
              <a:ahLst/>
              <a:cxnLst/>
              <a:rect l="l" t="t" r="r" b="b"/>
              <a:pathLst>
                <a:path w="488315" h="791844">
                  <a:moveTo>
                    <a:pt x="243920" y="0"/>
                  </a:moveTo>
                  <a:lnTo>
                    <a:pt x="196434" y="4657"/>
                  </a:lnTo>
                  <a:lnTo>
                    <a:pt x="151297" y="18257"/>
                  </a:lnTo>
                  <a:lnTo>
                    <a:pt x="109741" y="40241"/>
                  </a:lnTo>
                  <a:lnTo>
                    <a:pt x="72996" y="70050"/>
                  </a:lnTo>
                  <a:lnTo>
                    <a:pt x="42292" y="107125"/>
                  </a:lnTo>
                  <a:lnTo>
                    <a:pt x="19374" y="148959"/>
                  </a:lnTo>
                  <a:lnTo>
                    <a:pt x="5239" y="193924"/>
                  </a:lnTo>
                  <a:lnTo>
                    <a:pt x="0" y="240677"/>
                  </a:lnTo>
                  <a:lnTo>
                    <a:pt x="3766" y="287878"/>
                  </a:lnTo>
                  <a:lnTo>
                    <a:pt x="16652" y="334184"/>
                  </a:lnTo>
                  <a:lnTo>
                    <a:pt x="127373" y="578709"/>
                  </a:lnTo>
                  <a:lnTo>
                    <a:pt x="222942" y="778987"/>
                  </a:lnTo>
                  <a:lnTo>
                    <a:pt x="226439" y="787138"/>
                  </a:lnTo>
                  <a:lnTo>
                    <a:pt x="234597" y="791795"/>
                  </a:lnTo>
                  <a:lnTo>
                    <a:pt x="253245" y="791795"/>
                  </a:lnTo>
                  <a:lnTo>
                    <a:pt x="261403" y="787138"/>
                  </a:lnTo>
                  <a:lnTo>
                    <a:pt x="264899" y="778987"/>
                  </a:lnTo>
                  <a:lnTo>
                    <a:pt x="360469" y="578709"/>
                  </a:lnTo>
                  <a:lnTo>
                    <a:pt x="464335" y="349321"/>
                  </a:lnTo>
                  <a:lnTo>
                    <a:pt x="243921" y="349321"/>
                  </a:lnTo>
                  <a:lnTo>
                    <a:pt x="202947" y="341134"/>
                  </a:lnTo>
                  <a:lnTo>
                    <a:pt x="169621" y="318755"/>
                  </a:lnTo>
                  <a:lnTo>
                    <a:pt x="147222" y="285461"/>
                  </a:lnTo>
                  <a:lnTo>
                    <a:pt x="139027" y="244525"/>
                  </a:lnTo>
                  <a:lnTo>
                    <a:pt x="147222" y="203588"/>
                  </a:lnTo>
                  <a:lnTo>
                    <a:pt x="169621" y="170294"/>
                  </a:lnTo>
                  <a:lnTo>
                    <a:pt x="202946" y="147915"/>
                  </a:lnTo>
                  <a:lnTo>
                    <a:pt x="243920" y="139728"/>
                  </a:lnTo>
                  <a:lnTo>
                    <a:pt x="463409" y="139728"/>
                  </a:lnTo>
                  <a:lnTo>
                    <a:pt x="445548" y="107125"/>
                  </a:lnTo>
                  <a:lnTo>
                    <a:pt x="414845" y="70050"/>
                  </a:lnTo>
                  <a:lnTo>
                    <a:pt x="378100" y="40241"/>
                  </a:lnTo>
                  <a:lnTo>
                    <a:pt x="336543" y="18257"/>
                  </a:lnTo>
                  <a:lnTo>
                    <a:pt x="291407" y="4657"/>
                  </a:lnTo>
                  <a:lnTo>
                    <a:pt x="243920" y="0"/>
                  </a:lnTo>
                  <a:close/>
                </a:path>
                <a:path w="488315" h="791844">
                  <a:moveTo>
                    <a:pt x="463409" y="139728"/>
                  </a:moveTo>
                  <a:lnTo>
                    <a:pt x="243920" y="139728"/>
                  </a:lnTo>
                  <a:lnTo>
                    <a:pt x="284894" y="147915"/>
                  </a:lnTo>
                  <a:lnTo>
                    <a:pt x="318220" y="170294"/>
                  </a:lnTo>
                  <a:lnTo>
                    <a:pt x="340619" y="203589"/>
                  </a:lnTo>
                  <a:lnTo>
                    <a:pt x="348814" y="244525"/>
                  </a:lnTo>
                  <a:lnTo>
                    <a:pt x="340619" y="285461"/>
                  </a:lnTo>
                  <a:lnTo>
                    <a:pt x="318220" y="318756"/>
                  </a:lnTo>
                  <a:lnTo>
                    <a:pt x="284894" y="341134"/>
                  </a:lnTo>
                  <a:lnTo>
                    <a:pt x="243921" y="349321"/>
                  </a:lnTo>
                  <a:lnTo>
                    <a:pt x="464335" y="349321"/>
                  </a:lnTo>
                  <a:lnTo>
                    <a:pt x="471189" y="334184"/>
                  </a:lnTo>
                  <a:lnTo>
                    <a:pt x="484075" y="287878"/>
                  </a:lnTo>
                  <a:lnTo>
                    <a:pt x="487841" y="240678"/>
                  </a:lnTo>
                  <a:lnTo>
                    <a:pt x="482601" y="193924"/>
                  </a:lnTo>
                  <a:lnTo>
                    <a:pt x="468466" y="148960"/>
                  </a:lnTo>
                  <a:lnTo>
                    <a:pt x="463409" y="1397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8255508" y="2519172"/>
              <a:ext cx="311150" cy="312420"/>
            </a:xfrm>
            <a:custGeom>
              <a:avLst/>
              <a:gdLst/>
              <a:ahLst/>
              <a:cxnLst/>
              <a:rect l="l" t="t" r="r" b="b"/>
              <a:pathLst>
                <a:path w="311150" h="312419">
                  <a:moveTo>
                    <a:pt x="155448" y="0"/>
                  </a:moveTo>
                  <a:lnTo>
                    <a:pt x="106314" y="7967"/>
                  </a:lnTo>
                  <a:lnTo>
                    <a:pt x="63642" y="30150"/>
                  </a:lnTo>
                  <a:lnTo>
                    <a:pt x="29992" y="63971"/>
                  </a:lnTo>
                  <a:lnTo>
                    <a:pt x="7924" y="106850"/>
                  </a:lnTo>
                  <a:lnTo>
                    <a:pt x="0" y="156210"/>
                  </a:lnTo>
                  <a:lnTo>
                    <a:pt x="7924" y="205569"/>
                  </a:lnTo>
                  <a:lnTo>
                    <a:pt x="29992" y="248448"/>
                  </a:lnTo>
                  <a:lnTo>
                    <a:pt x="63642" y="282269"/>
                  </a:lnTo>
                  <a:lnTo>
                    <a:pt x="106314" y="304452"/>
                  </a:lnTo>
                  <a:lnTo>
                    <a:pt x="155448" y="312420"/>
                  </a:lnTo>
                  <a:lnTo>
                    <a:pt x="204581" y="304452"/>
                  </a:lnTo>
                  <a:lnTo>
                    <a:pt x="247253" y="282269"/>
                  </a:lnTo>
                  <a:lnTo>
                    <a:pt x="280903" y="248448"/>
                  </a:lnTo>
                  <a:lnTo>
                    <a:pt x="302971" y="205569"/>
                  </a:lnTo>
                  <a:lnTo>
                    <a:pt x="310896" y="156210"/>
                  </a:lnTo>
                  <a:lnTo>
                    <a:pt x="302971" y="106850"/>
                  </a:lnTo>
                  <a:lnTo>
                    <a:pt x="280903" y="63971"/>
                  </a:lnTo>
                  <a:lnTo>
                    <a:pt x="247253" y="30150"/>
                  </a:lnTo>
                  <a:lnTo>
                    <a:pt x="204581" y="7967"/>
                  </a:lnTo>
                  <a:lnTo>
                    <a:pt x="1554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8313801" y="2550668"/>
            <a:ext cx="19558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 b="1">
                <a:solidFill>
                  <a:srgbClr val="A21F1F"/>
                </a:solidFill>
                <a:latin typeface="Arial"/>
                <a:cs typeface="Arial"/>
              </a:rPr>
              <a:t>IV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0487311" y="2438953"/>
            <a:ext cx="488315" cy="791845"/>
            <a:chOff x="10487311" y="2438953"/>
            <a:chExt cx="488315" cy="791845"/>
          </a:xfrm>
        </p:grpSpPr>
        <p:sp>
          <p:nvSpPr>
            <p:cNvPr id="20" name="object 20"/>
            <p:cNvSpPr/>
            <p:nvPr/>
          </p:nvSpPr>
          <p:spPr>
            <a:xfrm>
              <a:off x="10487311" y="2438953"/>
              <a:ext cx="488315" cy="791845"/>
            </a:xfrm>
            <a:custGeom>
              <a:avLst/>
              <a:gdLst/>
              <a:ahLst/>
              <a:cxnLst/>
              <a:rect l="l" t="t" r="r" b="b"/>
              <a:pathLst>
                <a:path w="488315" h="791844">
                  <a:moveTo>
                    <a:pt x="243920" y="0"/>
                  </a:moveTo>
                  <a:lnTo>
                    <a:pt x="196434" y="4657"/>
                  </a:lnTo>
                  <a:lnTo>
                    <a:pt x="151297" y="18257"/>
                  </a:lnTo>
                  <a:lnTo>
                    <a:pt x="109741" y="40241"/>
                  </a:lnTo>
                  <a:lnTo>
                    <a:pt x="72996" y="70050"/>
                  </a:lnTo>
                  <a:lnTo>
                    <a:pt x="42292" y="107125"/>
                  </a:lnTo>
                  <a:lnTo>
                    <a:pt x="19374" y="148959"/>
                  </a:lnTo>
                  <a:lnTo>
                    <a:pt x="5239" y="193924"/>
                  </a:lnTo>
                  <a:lnTo>
                    <a:pt x="0" y="240677"/>
                  </a:lnTo>
                  <a:lnTo>
                    <a:pt x="3766" y="287878"/>
                  </a:lnTo>
                  <a:lnTo>
                    <a:pt x="16652" y="334184"/>
                  </a:lnTo>
                  <a:lnTo>
                    <a:pt x="127373" y="578709"/>
                  </a:lnTo>
                  <a:lnTo>
                    <a:pt x="222942" y="778987"/>
                  </a:lnTo>
                  <a:lnTo>
                    <a:pt x="226439" y="787138"/>
                  </a:lnTo>
                  <a:lnTo>
                    <a:pt x="234597" y="791795"/>
                  </a:lnTo>
                  <a:lnTo>
                    <a:pt x="253245" y="791795"/>
                  </a:lnTo>
                  <a:lnTo>
                    <a:pt x="261403" y="787138"/>
                  </a:lnTo>
                  <a:lnTo>
                    <a:pt x="264899" y="778987"/>
                  </a:lnTo>
                  <a:lnTo>
                    <a:pt x="360469" y="578709"/>
                  </a:lnTo>
                  <a:lnTo>
                    <a:pt x="464335" y="349321"/>
                  </a:lnTo>
                  <a:lnTo>
                    <a:pt x="243921" y="349321"/>
                  </a:lnTo>
                  <a:lnTo>
                    <a:pt x="202947" y="341134"/>
                  </a:lnTo>
                  <a:lnTo>
                    <a:pt x="169621" y="318755"/>
                  </a:lnTo>
                  <a:lnTo>
                    <a:pt x="147222" y="285461"/>
                  </a:lnTo>
                  <a:lnTo>
                    <a:pt x="139027" y="244525"/>
                  </a:lnTo>
                  <a:lnTo>
                    <a:pt x="147222" y="203588"/>
                  </a:lnTo>
                  <a:lnTo>
                    <a:pt x="169621" y="170294"/>
                  </a:lnTo>
                  <a:lnTo>
                    <a:pt x="202946" y="147915"/>
                  </a:lnTo>
                  <a:lnTo>
                    <a:pt x="243920" y="139728"/>
                  </a:lnTo>
                  <a:lnTo>
                    <a:pt x="463409" y="139728"/>
                  </a:lnTo>
                  <a:lnTo>
                    <a:pt x="445548" y="107125"/>
                  </a:lnTo>
                  <a:lnTo>
                    <a:pt x="414845" y="70050"/>
                  </a:lnTo>
                  <a:lnTo>
                    <a:pt x="378100" y="40241"/>
                  </a:lnTo>
                  <a:lnTo>
                    <a:pt x="336543" y="18257"/>
                  </a:lnTo>
                  <a:lnTo>
                    <a:pt x="291407" y="4657"/>
                  </a:lnTo>
                  <a:lnTo>
                    <a:pt x="243920" y="0"/>
                  </a:lnTo>
                  <a:close/>
                </a:path>
                <a:path w="488315" h="791844">
                  <a:moveTo>
                    <a:pt x="463409" y="139728"/>
                  </a:moveTo>
                  <a:lnTo>
                    <a:pt x="243920" y="139728"/>
                  </a:lnTo>
                  <a:lnTo>
                    <a:pt x="284894" y="147915"/>
                  </a:lnTo>
                  <a:lnTo>
                    <a:pt x="318220" y="170294"/>
                  </a:lnTo>
                  <a:lnTo>
                    <a:pt x="340619" y="203589"/>
                  </a:lnTo>
                  <a:lnTo>
                    <a:pt x="348814" y="244525"/>
                  </a:lnTo>
                  <a:lnTo>
                    <a:pt x="340619" y="285461"/>
                  </a:lnTo>
                  <a:lnTo>
                    <a:pt x="318220" y="318756"/>
                  </a:lnTo>
                  <a:lnTo>
                    <a:pt x="284894" y="341134"/>
                  </a:lnTo>
                  <a:lnTo>
                    <a:pt x="243921" y="349321"/>
                  </a:lnTo>
                  <a:lnTo>
                    <a:pt x="464335" y="349321"/>
                  </a:lnTo>
                  <a:lnTo>
                    <a:pt x="471189" y="334184"/>
                  </a:lnTo>
                  <a:lnTo>
                    <a:pt x="484075" y="287878"/>
                  </a:lnTo>
                  <a:lnTo>
                    <a:pt x="487841" y="240678"/>
                  </a:lnTo>
                  <a:lnTo>
                    <a:pt x="482601" y="193924"/>
                  </a:lnTo>
                  <a:lnTo>
                    <a:pt x="468466" y="148960"/>
                  </a:lnTo>
                  <a:lnTo>
                    <a:pt x="463409" y="1397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0573512" y="2519172"/>
              <a:ext cx="311150" cy="312420"/>
            </a:xfrm>
            <a:custGeom>
              <a:avLst/>
              <a:gdLst/>
              <a:ahLst/>
              <a:cxnLst/>
              <a:rect l="l" t="t" r="r" b="b"/>
              <a:pathLst>
                <a:path w="311150" h="312419">
                  <a:moveTo>
                    <a:pt x="155448" y="0"/>
                  </a:moveTo>
                  <a:lnTo>
                    <a:pt x="106314" y="7967"/>
                  </a:lnTo>
                  <a:lnTo>
                    <a:pt x="63642" y="30150"/>
                  </a:lnTo>
                  <a:lnTo>
                    <a:pt x="29992" y="63971"/>
                  </a:lnTo>
                  <a:lnTo>
                    <a:pt x="7924" y="106850"/>
                  </a:lnTo>
                  <a:lnTo>
                    <a:pt x="0" y="156210"/>
                  </a:lnTo>
                  <a:lnTo>
                    <a:pt x="7924" y="205569"/>
                  </a:lnTo>
                  <a:lnTo>
                    <a:pt x="29992" y="248448"/>
                  </a:lnTo>
                  <a:lnTo>
                    <a:pt x="63642" y="282269"/>
                  </a:lnTo>
                  <a:lnTo>
                    <a:pt x="106314" y="304452"/>
                  </a:lnTo>
                  <a:lnTo>
                    <a:pt x="155448" y="312420"/>
                  </a:lnTo>
                  <a:lnTo>
                    <a:pt x="204581" y="304452"/>
                  </a:lnTo>
                  <a:lnTo>
                    <a:pt x="247253" y="282269"/>
                  </a:lnTo>
                  <a:lnTo>
                    <a:pt x="280903" y="248448"/>
                  </a:lnTo>
                  <a:lnTo>
                    <a:pt x="302971" y="205569"/>
                  </a:lnTo>
                  <a:lnTo>
                    <a:pt x="310896" y="156210"/>
                  </a:lnTo>
                  <a:lnTo>
                    <a:pt x="302971" y="106850"/>
                  </a:lnTo>
                  <a:lnTo>
                    <a:pt x="280903" y="63971"/>
                  </a:lnTo>
                  <a:lnTo>
                    <a:pt x="247253" y="30150"/>
                  </a:lnTo>
                  <a:lnTo>
                    <a:pt x="204581" y="7967"/>
                  </a:lnTo>
                  <a:lnTo>
                    <a:pt x="1554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$PPTXTitle"/>
          <p:cNvSpPr txBox="1">
            <a:spLocks noGrp="1"/>
          </p:cNvSpPr>
          <p:nvPr>
            <p:ph type="title"/>
          </p:nvPr>
        </p:nvSpPr>
        <p:spPr>
          <a:xfrm>
            <a:off x="430174" y="296926"/>
            <a:ext cx="11073765" cy="1260475"/>
          </a:xfrm>
          <a:prstGeom prst="rect"/>
        </p:spPr>
        <p:txBody>
          <a:bodyPr wrap="square" lIns="0" tIns="88265" rIns="0" bIns="0" rtlCol="0" vert="horz">
            <a:spAutoFit/>
          </a:bodyPr>
          <a:lstStyle/>
          <a:p>
            <a:pPr marL="12700" marR="5080">
              <a:lnSpc>
                <a:spcPts val="3260"/>
              </a:lnSpc>
              <a:spcBef>
                <a:spcPts val="695"/>
              </a:spcBef>
            </a:pPr>
            <a:r>
              <a:rPr dirty="0">
                <a:solidFill>
                  <a:srgbClr val="000000"/>
                </a:solidFill>
              </a:rPr>
              <a:t>OEMs are forced to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partner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with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technology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players to</a:t>
            </a:r>
            <a:r>
              <a:rPr dirty="0" spc="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deliver </a:t>
            </a:r>
            <a:r>
              <a:rPr dirty="0">
                <a:solidFill>
                  <a:srgbClr val="000000"/>
                </a:solidFill>
              </a:rPr>
              <a:t>compelling</a:t>
            </a:r>
            <a:r>
              <a:rPr dirty="0" spc="-4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digital</a:t>
            </a:r>
            <a:r>
              <a:rPr dirty="0" spc="-4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services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–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risking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loss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of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control</a:t>
            </a:r>
          </a:p>
          <a:p>
            <a:pPr marL="460375">
              <a:lnSpc>
                <a:spcPct val="100000"/>
              </a:lnSpc>
              <a:spcBef>
                <a:spcPts val="450"/>
              </a:spcBef>
            </a:pP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Value</a:t>
            </a:r>
            <a:r>
              <a:rPr dirty="0" sz="1800" spc="-4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chain</a:t>
            </a:r>
            <a:r>
              <a:rPr dirty="0" sz="1800" spc="-2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integration</a:t>
            </a:r>
            <a:r>
              <a:rPr dirty="0" sz="1800" spc="-7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–</a:t>
            </a:r>
            <a:r>
              <a:rPr dirty="0" sz="1800" spc="-3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Range</a:t>
            </a:r>
            <a:r>
              <a:rPr dirty="0" sz="1800" spc="-2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of</a:t>
            </a:r>
            <a:r>
              <a:rPr dirty="0" sz="1800" spc="-2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partnership</a:t>
            </a:r>
            <a:r>
              <a:rPr dirty="0" sz="1800" spc="-3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A21F1F"/>
                </a:solidFill>
                <a:latin typeface="Arial"/>
                <a:cs typeface="Arial"/>
              </a:rPr>
              <a:t>options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578354" y="6500876"/>
            <a:ext cx="1170940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>
                <a:latin typeface="Arial"/>
                <a:cs typeface="Arial"/>
              </a:rPr>
              <a:t>Source: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Strategy&amp;</a:t>
            </a:r>
            <a:r>
              <a:rPr dirty="0" sz="750" spc="-1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analysis</a:t>
            </a:r>
            <a:endParaRPr sz="7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96900" y="3253232"/>
            <a:ext cx="1687195" cy="102616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algn="ctr" marL="234950" marR="226695">
              <a:lnSpc>
                <a:spcPts val="1510"/>
              </a:lnSpc>
              <a:spcBef>
                <a:spcPts val="295"/>
              </a:spcBef>
            </a:pPr>
            <a:r>
              <a:rPr dirty="0" sz="1400" b="1">
                <a:latin typeface="Arial"/>
                <a:cs typeface="Arial"/>
              </a:rPr>
              <a:t>No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tech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player involvement</a:t>
            </a:r>
            <a:endParaRPr sz="1400">
              <a:latin typeface="Arial"/>
              <a:cs typeface="Arial"/>
            </a:endParaRPr>
          </a:p>
          <a:p>
            <a:pPr algn="ctr" marL="12700" marR="5080" indent="1270">
              <a:lnSpc>
                <a:spcPts val="1190"/>
              </a:lnSpc>
              <a:spcBef>
                <a:spcPts val="1115"/>
              </a:spcBef>
            </a:pPr>
            <a:r>
              <a:rPr dirty="0" sz="1100">
                <a:latin typeface="Arial"/>
                <a:cs typeface="Arial"/>
              </a:rPr>
              <a:t>Operating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system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all </a:t>
            </a:r>
            <a:r>
              <a:rPr dirty="0" sz="1100">
                <a:latin typeface="Arial"/>
                <a:cs typeface="Arial"/>
              </a:rPr>
              <a:t>applications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are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developed </a:t>
            </a:r>
            <a:r>
              <a:rPr dirty="0" sz="1100">
                <a:latin typeface="Arial"/>
                <a:cs typeface="Arial"/>
              </a:rPr>
              <a:t>by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5">
                <a:latin typeface="Arial"/>
                <a:cs typeface="Arial"/>
              </a:rPr>
              <a:t> OEM</a:t>
            </a:r>
            <a:endParaRPr sz="11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84123" y="4728717"/>
            <a:ext cx="1913889" cy="647065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algn="ctr" marL="12700" marR="5080" indent="-1270">
              <a:lnSpc>
                <a:spcPct val="90100"/>
              </a:lnSpc>
              <a:spcBef>
                <a:spcPts val="234"/>
              </a:spcBef>
            </a:pPr>
            <a:r>
              <a:rPr dirty="0" sz="1100" b="1">
                <a:solidFill>
                  <a:srgbClr val="A21F1F"/>
                </a:solidFill>
                <a:latin typeface="Arial"/>
                <a:cs typeface="Arial"/>
              </a:rPr>
              <a:t>Full</a:t>
            </a:r>
            <a:r>
              <a:rPr dirty="0" sz="1100" spc="-3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A21F1F"/>
                </a:solidFill>
                <a:latin typeface="Arial"/>
                <a:cs typeface="Arial"/>
              </a:rPr>
              <a:t>control</a:t>
            </a:r>
            <a:r>
              <a:rPr dirty="0" sz="1100" spc="-2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A21F1F"/>
                </a:solidFill>
                <a:latin typeface="Arial"/>
                <a:cs typeface="Arial"/>
              </a:rPr>
              <a:t>for</a:t>
            </a:r>
            <a:r>
              <a:rPr dirty="0" sz="1100" spc="-2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A21F1F"/>
                </a:solidFill>
                <a:latin typeface="Arial"/>
                <a:cs typeface="Arial"/>
              </a:rPr>
              <a:t>OEM</a:t>
            </a:r>
            <a:r>
              <a:rPr dirty="0" sz="1100">
                <a:solidFill>
                  <a:srgbClr val="A21F1F"/>
                </a:solidFill>
                <a:latin typeface="Arial"/>
                <a:cs typeface="Arial"/>
              </a:rPr>
              <a:t>,</a:t>
            </a:r>
            <a:r>
              <a:rPr dirty="0" sz="1100" spc="-45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A21F1F"/>
                </a:solidFill>
                <a:latin typeface="Arial"/>
                <a:cs typeface="Arial"/>
              </a:rPr>
              <a:t>no </a:t>
            </a:r>
            <a:r>
              <a:rPr dirty="0" sz="1100" spc="-10">
                <a:solidFill>
                  <a:srgbClr val="A21F1F"/>
                </a:solidFill>
                <a:latin typeface="Arial"/>
                <a:cs typeface="Arial"/>
              </a:rPr>
              <a:t>standardization,</a:t>
            </a:r>
            <a:r>
              <a:rPr dirty="0" sz="1100" spc="75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A21F1F"/>
                </a:solidFill>
                <a:latin typeface="Arial"/>
                <a:cs typeface="Arial"/>
              </a:rPr>
              <a:t>slower development,</a:t>
            </a:r>
            <a:r>
              <a:rPr dirty="0" sz="1100" spc="-5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A21F1F"/>
                </a:solidFill>
                <a:latin typeface="Arial"/>
                <a:cs typeface="Arial"/>
              </a:rPr>
              <a:t>reduced</a:t>
            </a:r>
            <a:r>
              <a:rPr dirty="0" sz="1100" spc="-10">
                <a:solidFill>
                  <a:srgbClr val="A21F1F"/>
                </a:solidFill>
                <a:latin typeface="Arial"/>
                <a:cs typeface="Arial"/>
              </a:rPr>
              <a:t> offering </a:t>
            </a:r>
            <a:r>
              <a:rPr dirty="0" sz="1100">
                <a:solidFill>
                  <a:srgbClr val="A21F1F"/>
                </a:solidFill>
                <a:latin typeface="Arial"/>
                <a:cs typeface="Arial"/>
              </a:rPr>
              <a:t>compared</a:t>
            </a:r>
            <a:r>
              <a:rPr dirty="0" sz="1100" spc="-40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A21F1F"/>
                </a:solidFill>
                <a:latin typeface="Arial"/>
                <a:cs typeface="Arial"/>
              </a:rPr>
              <a:t>to</a:t>
            </a:r>
            <a:r>
              <a:rPr dirty="0" sz="1100" spc="-25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A21F1F"/>
                </a:solidFill>
                <a:latin typeface="Arial"/>
                <a:cs typeface="Arial"/>
              </a:rPr>
              <a:t>market</a:t>
            </a:r>
            <a:r>
              <a:rPr dirty="0" sz="1100" spc="-60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A21F1F"/>
                </a:solidFill>
                <a:latin typeface="Arial"/>
                <a:cs typeface="Arial"/>
              </a:rPr>
              <a:t>leaders</a:t>
            </a:r>
            <a:endParaRPr sz="11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849626" y="3253232"/>
            <a:ext cx="1755139" cy="102616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593090" marR="123189" indent="-463550">
              <a:lnSpc>
                <a:spcPts val="1510"/>
              </a:lnSpc>
              <a:spcBef>
                <a:spcPts val="295"/>
              </a:spcBef>
            </a:pPr>
            <a:r>
              <a:rPr dirty="0" sz="1400" b="1">
                <a:latin typeface="Arial"/>
                <a:cs typeface="Arial"/>
              </a:rPr>
              <a:t>Operating</a:t>
            </a:r>
            <a:r>
              <a:rPr dirty="0" sz="1400" spc="-7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system supply</a:t>
            </a:r>
            <a:endParaRPr sz="1400">
              <a:latin typeface="Arial"/>
              <a:cs typeface="Arial"/>
            </a:endParaRPr>
          </a:p>
          <a:p>
            <a:pPr marL="231775" marR="57150" indent="-169545">
              <a:lnSpc>
                <a:spcPts val="1190"/>
              </a:lnSpc>
              <a:spcBef>
                <a:spcPts val="1115"/>
              </a:spcBef>
            </a:pPr>
            <a:r>
              <a:rPr dirty="0" sz="1100">
                <a:latin typeface="Arial"/>
                <a:cs typeface="Arial"/>
              </a:rPr>
              <a:t>Standardized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tech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stack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 spc="-35">
                <a:latin typeface="Arial"/>
                <a:cs typeface="Arial"/>
              </a:rPr>
              <a:t>is </a:t>
            </a:r>
            <a:r>
              <a:rPr dirty="0" sz="1100">
                <a:latin typeface="Arial"/>
                <a:cs typeface="Arial"/>
              </a:rPr>
              <a:t>provided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by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supplier,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ts val="1170"/>
              </a:lnSpc>
            </a:pPr>
            <a:r>
              <a:rPr dirty="0" sz="1100">
                <a:latin typeface="Arial"/>
                <a:cs typeface="Arial"/>
              </a:rPr>
              <a:t>e.g.</a:t>
            </a:r>
            <a:r>
              <a:rPr dirty="0" sz="1100" spc="-6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Android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Automotive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OS</a:t>
            </a:r>
            <a:endParaRPr sz="11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654300" y="4728717"/>
            <a:ext cx="2143760" cy="647065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algn="ctr" marL="12700" marR="5080">
              <a:lnSpc>
                <a:spcPct val="90100"/>
              </a:lnSpc>
              <a:spcBef>
                <a:spcPts val="234"/>
              </a:spcBef>
            </a:pPr>
            <a:r>
              <a:rPr dirty="0" sz="1100" b="1">
                <a:solidFill>
                  <a:srgbClr val="A21F1F"/>
                </a:solidFill>
                <a:latin typeface="Arial"/>
                <a:cs typeface="Arial"/>
              </a:rPr>
              <a:t>Faster</a:t>
            </a:r>
            <a:r>
              <a:rPr dirty="0" sz="1100" spc="-4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A21F1F"/>
                </a:solidFill>
                <a:latin typeface="Arial"/>
                <a:cs typeface="Arial"/>
              </a:rPr>
              <a:t>development</a:t>
            </a:r>
            <a:r>
              <a:rPr dirty="0" sz="1100">
                <a:solidFill>
                  <a:srgbClr val="A21F1F"/>
                </a:solidFill>
                <a:latin typeface="Arial"/>
                <a:cs typeface="Arial"/>
              </a:rPr>
              <a:t>,</a:t>
            </a:r>
            <a:r>
              <a:rPr dirty="0" sz="1100" spc="-40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A21F1F"/>
                </a:solidFill>
                <a:latin typeface="Arial"/>
                <a:cs typeface="Arial"/>
              </a:rPr>
              <a:t>easier </a:t>
            </a:r>
            <a:r>
              <a:rPr dirty="0" sz="1100">
                <a:solidFill>
                  <a:srgbClr val="A21F1F"/>
                </a:solidFill>
                <a:latin typeface="Arial"/>
                <a:cs typeface="Arial"/>
              </a:rPr>
              <a:t>integration</a:t>
            </a:r>
            <a:r>
              <a:rPr dirty="0" sz="1100" spc="-60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A21F1F"/>
                </a:solidFill>
                <a:latin typeface="Arial"/>
                <a:cs typeface="Arial"/>
              </a:rPr>
              <a:t>of</a:t>
            </a:r>
            <a:r>
              <a:rPr dirty="0" sz="1100" spc="-40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A21F1F"/>
                </a:solidFill>
                <a:latin typeface="Arial"/>
                <a:cs typeface="Arial"/>
              </a:rPr>
              <a:t>external</a:t>
            </a:r>
            <a:r>
              <a:rPr dirty="0" sz="1100" spc="-40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A21F1F"/>
                </a:solidFill>
                <a:latin typeface="Arial"/>
                <a:cs typeface="Arial"/>
              </a:rPr>
              <a:t>applications </a:t>
            </a:r>
            <a:r>
              <a:rPr dirty="0" sz="1100">
                <a:solidFill>
                  <a:srgbClr val="A21F1F"/>
                </a:solidFill>
                <a:latin typeface="Arial"/>
                <a:cs typeface="Arial"/>
              </a:rPr>
              <a:t>(e.g.</a:t>
            </a:r>
            <a:r>
              <a:rPr dirty="0" sz="1100" spc="-40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A21F1F"/>
                </a:solidFill>
                <a:latin typeface="Arial"/>
                <a:cs typeface="Arial"/>
              </a:rPr>
              <a:t>Spotify),</a:t>
            </a:r>
            <a:r>
              <a:rPr dirty="0" sz="1100" spc="-20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A21F1F"/>
                </a:solidFill>
                <a:latin typeface="Arial"/>
                <a:cs typeface="Arial"/>
              </a:rPr>
              <a:t>standardized</a:t>
            </a:r>
            <a:r>
              <a:rPr dirty="0" sz="1100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A21F1F"/>
                </a:solidFill>
                <a:latin typeface="Arial"/>
                <a:cs typeface="Arial"/>
              </a:rPr>
              <a:t>setting </a:t>
            </a:r>
            <a:r>
              <a:rPr dirty="0" sz="1100">
                <a:solidFill>
                  <a:srgbClr val="A21F1F"/>
                </a:solidFill>
                <a:latin typeface="Arial"/>
                <a:cs typeface="Arial"/>
              </a:rPr>
              <a:t>cannot</a:t>
            </a:r>
            <a:r>
              <a:rPr dirty="0" sz="1100" spc="-30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A21F1F"/>
                </a:solidFill>
                <a:latin typeface="Arial"/>
                <a:cs typeface="Arial"/>
              </a:rPr>
              <a:t>be</a:t>
            </a:r>
            <a:r>
              <a:rPr dirty="0" sz="1100" spc="-25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A21F1F"/>
                </a:solidFill>
                <a:latin typeface="Arial"/>
                <a:cs typeface="Arial"/>
              </a:rPr>
              <a:t>adjusted</a:t>
            </a:r>
            <a:r>
              <a:rPr dirty="0" sz="1100" spc="-35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A21F1F"/>
                </a:solidFill>
                <a:latin typeface="Arial"/>
                <a:cs typeface="Arial"/>
              </a:rPr>
              <a:t>by</a:t>
            </a:r>
            <a:r>
              <a:rPr dirty="0" sz="1100" spc="-20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A21F1F"/>
                </a:solidFill>
                <a:latin typeface="Arial"/>
                <a:cs typeface="Arial"/>
              </a:rPr>
              <a:t>OEM</a:t>
            </a:r>
            <a:endParaRPr sz="11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113401" y="3253232"/>
            <a:ext cx="1910714" cy="102616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algn="ctr" marL="558165" marR="549910" indent="1270">
              <a:lnSpc>
                <a:spcPts val="1510"/>
              </a:lnSpc>
              <a:spcBef>
                <a:spcPts val="295"/>
              </a:spcBef>
            </a:pPr>
            <a:r>
              <a:rPr dirty="0" sz="1400" spc="-10" b="1">
                <a:latin typeface="Arial"/>
                <a:cs typeface="Arial"/>
              </a:rPr>
              <a:t>Content mirroring</a:t>
            </a:r>
            <a:endParaRPr sz="1400">
              <a:latin typeface="Arial"/>
              <a:cs typeface="Arial"/>
            </a:endParaRPr>
          </a:p>
          <a:p>
            <a:pPr algn="ctr" marL="12700" marR="5080" indent="1270">
              <a:lnSpc>
                <a:spcPts val="1190"/>
              </a:lnSpc>
              <a:spcBef>
                <a:spcPts val="1115"/>
              </a:spcBef>
            </a:pPr>
            <a:r>
              <a:rPr dirty="0" sz="1100">
                <a:latin typeface="Arial"/>
                <a:cs typeface="Arial"/>
              </a:rPr>
              <a:t>Apple/Google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content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is </a:t>
            </a:r>
            <a:r>
              <a:rPr dirty="0" sz="1100">
                <a:latin typeface="Arial"/>
                <a:cs typeface="Arial"/>
              </a:rPr>
              <a:t>displayed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by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using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apps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within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vehicle,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e.g.</a:t>
            </a:r>
            <a:r>
              <a:rPr dirty="0" sz="1100" spc="-6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Android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Auto</a:t>
            </a:r>
            <a:endParaRPr sz="11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047869" y="4715002"/>
            <a:ext cx="2040889" cy="647065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algn="ctr" marL="12700" marR="5080" indent="1905">
              <a:lnSpc>
                <a:spcPct val="90100"/>
              </a:lnSpc>
              <a:spcBef>
                <a:spcPts val="234"/>
              </a:spcBef>
            </a:pPr>
            <a:r>
              <a:rPr dirty="0" sz="1100" b="1">
                <a:solidFill>
                  <a:srgbClr val="A21F1F"/>
                </a:solidFill>
                <a:latin typeface="Arial"/>
                <a:cs typeface="Arial"/>
              </a:rPr>
              <a:t>Common</a:t>
            </a:r>
            <a:r>
              <a:rPr dirty="0" sz="1100" spc="-2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A21F1F"/>
                </a:solidFill>
                <a:latin typeface="Arial"/>
                <a:cs typeface="Arial"/>
              </a:rPr>
              <a:t>mobile</a:t>
            </a:r>
            <a:r>
              <a:rPr dirty="0" sz="1100" spc="-4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A21F1F"/>
                </a:solidFill>
                <a:latin typeface="Arial"/>
                <a:cs typeface="Arial"/>
              </a:rPr>
              <a:t>apps</a:t>
            </a:r>
            <a:r>
              <a:rPr dirty="0" sz="1100" spc="-1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A21F1F"/>
                </a:solidFill>
                <a:latin typeface="Arial"/>
                <a:cs typeface="Arial"/>
              </a:rPr>
              <a:t>(e.g. </a:t>
            </a:r>
            <a:r>
              <a:rPr dirty="0" sz="1100">
                <a:solidFill>
                  <a:srgbClr val="A21F1F"/>
                </a:solidFill>
                <a:latin typeface="Arial"/>
                <a:cs typeface="Arial"/>
              </a:rPr>
              <a:t>Google</a:t>
            </a:r>
            <a:r>
              <a:rPr dirty="0" sz="1100" spc="-40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A21F1F"/>
                </a:solidFill>
                <a:latin typeface="Arial"/>
                <a:cs typeface="Arial"/>
              </a:rPr>
              <a:t>Maps)</a:t>
            </a:r>
            <a:r>
              <a:rPr dirty="0" sz="1100" spc="-20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A21F1F"/>
                </a:solidFill>
                <a:latin typeface="Arial"/>
                <a:cs typeface="Arial"/>
              </a:rPr>
              <a:t>are</a:t>
            </a:r>
            <a:r>
              <a:rPr dirty="0" sz="1100" spc="-35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A21F1F"/>
                </a:solidFill>
                <a:latin typeface="Arial"/>
                <a:cs typeface="Arial"/>
              </a:rPr>
              <a:t>immediately </a:t>
            </a:r>
            <a:r>
              <a:rPr dirty="0" sz="1100" b="1">
                <a:solidFill>
                  <a:srgbClr val="A21F1F"/>
                </a:solidFill>
                <a:latin typeface="Arial"/>
                <a:cs typeface="Arial"/>
              </a:rPr>
              <a:t>available</a:t>
            </a:r>
            <a:r>
              <a:rPr dirty="0" sz="1100" spc="-5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A21F1F"/>
                </a:solidFill>
                <a:latin typeface="Arial"/>
                <a:cs typeface="Arial"/>
              </a:rPr>
              <a:t>in-vehicle</a:t>
            </a:r>
            <a:r>
              <a:rPr dirty="0" sz="1100">
                <a:solidFill>
                  <a:srgbClr val="A21F1F"/>
                </a:solidFill>
                <a:latin typeface="Arial"/>
                <a:cs typeface="Arial"/>
              </a:rPr>
              <a:t>;</a:t>
            </a:r>
            <a:r>
              <a:rPr dirty="0" sz="1100" spc="-55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A21F1F"/>
                </a:solidFill>
                <a:latin typeface="Arial"/>
                <a:cs typeface="Arial"/>
              </a:rPr>
              <a:t>less</a:t>
            </a:r>
            <a:r>
              <a:rPr dirty="0" sz="1100" spc="-20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A21F1F"/>
                </a:solidFill>
                <a:latin typeface="Arial"/>
                <a:cs typeface="Arial"/>
              </a:rPr>
              <a:t>use</a:t>
            </a:r>
            <a:r>
              <a:rPr dirty="0" sz="1100" spc="-35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A21F1F"/>
                </a:solidFill>
                <a:latin typeface="Arial"/>
                <a:cs typeface="Arial"/>
              </a:rPr>
              <a:t>of </a:t>
            </a:r>
            <a:r>
              <a:rPr dirty="0" sz="1100">
                <a:solidFill>
                  <a:srgbClr val="A21F1F"/>
                </a:solidFill>
                <a:latin typeface="Arial"/>
                <a:cs typeface="Arial"/>
              </a:rPr>
              <a:t>OEM</a:t>
            </a:r>
            <a:r>
              <a:rPr dirty="0" sz="1100" spc="-30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A21F1F"/>
                </a:solidFill>
                <a:latin typeface="Arial"/>
                <a:cs typeface="Arial"/>
              </a:rPr>
              <a:t>native</a:t>
            </a:r>
            <a:r>
              <a:rPr dirty="0" sz="1100" spc="-5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A21F1F"/>
                </a:solidFill>
                <a:latin typeface="Arial"/>
                <a:cs typeface="Arial"/>
              </a:rPr>
              <a:t>apps</a:t>
            </a:r>
            <a:r>
              <a:rPr dirty="0" sz="1100" spc="-15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A21F1F"/>
                </a:solidFill>
                <a:latin typeface="Arial"/>
                <a:cs typeface="Arial"/>
              </a:rPr>
              <a:t>/</a:t>
            </a:r>
            <a:r>
              <a:rPr dirty="0" sz="1100" spc="-15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A21F1F"/>
                </a:solidFill>
                <a:latin typeface="Arial"/>
                <a:cs typeface="Arial"/>
              </a:rPr>
              <a:t>content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30" name="object 3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3483" y="1748027"/>
            <a:ext cx="11305032" cy="624839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521614" y="1879549"/>
            <a:ext cx="657225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 b="1">
                <a:solidFill>
                  <a:srgbClr val="FFFFFF"/>
                </a:solidFill>
                <a:latin typeface="Arial"/>
                <a:cs typeface="Arial"/>
              </a:rPr>
              <a:t>OEM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Control</a:t>
            </a:r>
            <a:endParaRPr sz="14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575163" y="1790826"/>
            <a:ext cx="1137920" cy="9994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80645" indent="68580">
              <a:lnSpc>
                <a:spcPct val="100000"/>
              </a:lnSpc>
              <a:spcBef>
                <a:spcPts val="105"/>
              </a:spcBef>
            </a:pPr>
            <a:r>
              <a:rPr dirty="0" sz="1400" spc="-20" b="1">
                <a:latin typeface="Arial"/>
                <a:cs typeface="Arial"/>
              </a:rPr>
              <a:t>Tech</a:t>
            </a:r>
            <a:r>
              <a:rPr dirty="0" sz="1400" spc="-6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player involvement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10"/>
              </a:spcBef>
            </a:pPr>
            <a:endParaRPr sz="1400">
              <a:latin typeface="Arial"/>
              <a:cs typeface="Arial"/>
            </a:endParaRPr>
          </a:p>
          <a:p>
            <a:pPr marL="95250">
              <a:lnSpc>
                <a:spcPct val="100000"/>
              </a:lnSpc>
              <a:tabLst>
                <a:tab pos="581660" algn="l"/>
              </a:tabLst>
            </a:pPr>
            <a:r>
              <a:rPr dirty="0" sz="1400" spc="-50" b="1">
                <a:solidFill>
                  <a:srgbClr val="A21F1F"/>
                </a:solidFill>
                <a:latin typeface="Arial"/>
                <a:cs typeface="Arial"/>
              </a:rPr>
              <a:t>V</a:t>
            </a:r>
            <a:r>
              <a:rPr dirty="0" sz="1400" b="1">
                <a:solidFill>
                  <a:srgbClr val="A21F1F"/>
                </a:solidFill>
                <a:latin typeface="Arial"/>
                <a:cs typeface="Arial"/>
              </a:rPr>
              <a:t>	</a:t>
            </a:r>
            <a:r>
              <a:rPr dirty="0" baseline="1984" sz="2100" b="1" i="1">
                <a:solidFill>
                  <a:srgbClr val="A21F1F"/>
                </a:solidFill>
                <a:latin typeface="Arial"/>
                <a:cs typeface="Arial"/>
              </a:rPr>
              <a:t>Next</a:t>
            </a:r>
            <a:r>
              <a:rPr dirty="0" baseline="1984" sz="2100" spc="-30" b="1" i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baseline="1984" sz="2100" spc="-75" b="1" i="1">
                <a:solidFill>
                  <a:srgbClr val="A21F1F"/>
                </a:solidFill>
                <a:latin typeface="Arial"/>
                <a:cs typeface="Arial"/>
              </a:rPr>
              <a:t>?</a:t>
            </a:r>
            <a:endParaRPr baseline="1984" sz="21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55676" y="1248155"/>
            <a:ext cx="347980" cy="347980"/>
          </a:xfrm>
          <a:custGeom>
            <a:avLst/>
            <a:gdLst/>
            <a:ahLst/>
            <a:cxnLst/>
            <a:rect l="l" t="t" r="r" b="b"/>
            <a:pathLst>
              <a:path w="347980" h="347980">
                <a:moveTo>
                  <a:pt x="347472" y="0"/>
                </a:moveTo>
                <a:lnTo>
                  <a:pt x="0" y="0"/>
                </a:lnTo>
                <a:lnTo>
                  <a:pt x="0" y="347472"/>
                </a:lnTo>
                <a:lnTo>
                  <a:pt x="347472" y="347472"/>
                </a:lnTo>
                <a:lnTo>
                  <a:pt x="347472" y="333248"/>
                </a:lnTo>
                <a:lnTo>
                  <a:pt x="15252" y="333248"/>
                </a:lnTo>
                <a:lnTo>
                  <a:pt x="15252" y="15239"/>
                </a:lnTo>
                <a:lnTo>
                  <a:pt x="347472" y="15239"/>
                </a:lnTo>
                <a:lnTo>
                  <a:pt x="347472" y="0"/>
                </a:lnTo>
                <a:close/>
              </a:path>
              <a:path w="347980" h="347980">
                <a:moveTo>
                  <a:pt x="347472" y="133350"/>
                </a:moveTo>
                <a:lnTo>
                  <a:pt x="332219" y="133350"/>
                </a:lnTo>
                <a:lnTo>
                  <a:pt x="332219" y="333248"/>
                </a:lnTo>
                <a:lnTo>
                  <a:pt x="347472" y="333248"/>
                </a:lnTo>
                <a:lnTo>
                  <a:pt x="347472" y="133350"/>
                </a:lnTo>
                <a:close/>
              </a:path>
              <a:path w="347980" h="347980">
                <a:moveTo>
                  <a:pt x="168325" y="252984"/>
                </a:moveTo>
                <a:lnTo>
                  <a:pt x="111226" y="252984"/>
                </a:lnTo>
                <a:lnTo>
                  <a:pt x="111226" y="310007"/>
                </a:lnTo>
                <a:lnTo>
                  <a:pt x="168325" y="310007"/>
                </a:lnTo>
                <a:lnTo>
                  <a:pt x="168325" y="295783"/>
                </a:lnTo>
                <a:lnTo>
                  <a:pt x="125501" y="295783"/>
                </a:lnTo>
                <a:lnTo>
                  <a:pt x="125501" y="267208"/>
                </a:lnTo>
                <a:lnTo>
                  <a:pt x="168325" y="267208"/>
                </a:lnTo>
                <a:lnTo>
                  <a:pt x="168325" y="252984"/>
                </a:lnTo>
                <a:close/>
              </a:path>
              <a:path w="347980" h="347980">
                <a:moveTo>
                  <a:pt x="168325" y="267208"/>
                </a:moveTo>
                <a:lnTo>
                  <a:pt x="154051" y="267208"/>
                </a:lnTo>
                <a:lnTo>
                  <a:pt x="154051" y="295783"/>
                </a:lnTo>
                <a:lnTo>
                  <a:pt x="168325" y="295783"/>
                </a:lnTo>
                <a:lnTo>
                  <a:pt x="168325" y="288925"/>
                </a:lnTo>
                <a:lnTo>
                  <a:pt x="219011" y="288925"/>
                </a:lnTo>
                <a:lnTo>
                  <a:pt x="219011" y="274193"/>
                </a:lnTo>
                <a:lnTo>
                  <a:pt x="168325" y="274193"/>
                </a:lnTo>
                <a:lnTo>
                  <a:pt x="168325" y="267208"/>
                </a:lnTo>
                <a:close/>
              </a:path>
              <a:path w="347980" h="347980">
                <a:moveTo>
                  <a:pt x="219011" y="215138"/>
                </a:moveTo>
                <a:lnTo>
                  <a:pt x="203758" y="215138"/>
                </a:lnTo>
                <a:lnTo>
                  <a:pt x="203758" y="274193"/>
                </a:lnTo>
                <a:lnTo>
                  <a:pt x="219011" y="274193"/>
                </a:lnTo>
                <a:lnTo>
                  <a:pt x="219011" y="215138"/>
                </a:lnTo>
                <a:close/>
              </a:path>
              <a:path w="347980" h="347980">
                <a:moveTo>
                  <a:pt x="147154" y="193421"/>
                </a:moveTo>
                <a:lnTo>
                  <a:pt x="131902" y="193421"/>
                </a:lnTo>
                <a:lnTo>
                  <a:pt x="131902" y="252984"/>
                </a:lnTo>
                <a:lnTo>
                  <a:pt x="147154" y="252984"/>
                </a:lnTo>
                <a:lnTo>
                  <a:pt x="147154" y="193421"/>
                </a:lnTo>
                <a:close/>
              </a:path>
              <a:path w="347980" h="347980">
                <a:moveTo>
                  <a:pt x="96951" y="156972"/>
                </a:moveTo>
                <a:lnTo>
                  <a:pt x="39370" y="156972"/>
                </a:lnTo>
                <a:lnTo>
                  <a:pt x="39370" y="215138"/>
                </a:lnTo>
                <a:lnTo>
                  <a:pt x="96951" y="215138"/>
                </a:lnTo>
                <a:lnTo>
                  <a:pt x="96951" y="199771"/>
                </a:lnTo>
                <a:lnTo>
                  <a:pt x="53644" y="199771"/>
                </a:lnTo>
                <a:lnTo>
                  <a:pt x="53644" y="172212"/>
                </a:lnTo>
                <a:lnTo>
                  <a:pt x="96951" y="172212"/>
                </a:lnTo>
                <a:lnTo>
                  <a:pt x="96951" y="156972"/>
                </a:lnTo>
                <a:close/>
              </a:path>
              <a:path w="347980" h="347980">
                <a:moveTo>
                  <a:pt x="240182" y="156972"/>
                </a:moveTo>
                <a:lnTo>
                  <a:pt x="182105" y="156972"/>
                </a:lnTo>
                <a:lnTo>
                  <a:pt x="182105" y="215138"/>
                </a:lnTo>
                <a:lnTo>
                  <a:pt x="240182" y="215138"/>
                </a:lnTo>
                <a:lnTo>
                  <a:pt x="240182" y="199771"/>
                </a:lnTo>
                <a:lnTo>
                  <a:pt x="197358" y="199771"/>
                </a:lnTo>
                <a:lnTo>
                  <a:pt x="197358" y="172212"/>
                </a:lnTo>
                <a:lnTo>
                  <a:pt x="240182" y="172212"/>
                </a:lnTo>
                <a:lnTo>
                  <a:pt x="240182" y="156972"/>
                </a:lnTo>
                <a:close/>
              </a:path>
              <a:path w="347980" h="347980">
                <a:moveTo>
                  <a:pt x="96951" y="172212"/>
                </a:moveTo>
                <a:lnTo>
                  <a:pt x="82194" y="172212"/>
                </a:lnTo>
                <a:lnTo>
                  <a:pt x="82194" y="199771"/>
                </a:lnTo>
                <a:lnTo>
                  <a:pt x="96951" y="199771"/>
                </a:lnTo>
                <a:lnTo>
                  <a:pt x="96951" y="193421"/>
                </a:lnTo>
                <a:lnTo>
                  <a:pt x="147154" y="193421"/>
                </a:lnTo>
                <a:lnTo>
                  <a:pt x="147154" y="178689"/>
                </a:lnTo>
                <a:lnTo>
                  <a:pt x="96951" y="178689"/>
                </a:lnTo>
                <a:lnTo>
                  <a:pt x="96951" y="172212"/>
                </a:lnTo>
                <a:close/>
              </a:path>
              <a:path w="347980" h="347980">
                <a:moveTo>
                  <a:pt x="240182" y="172212"/>
                </a:moveTo>
                <a:lnTo>
                  <a:pt x="225412" y="172212"/>
                </a:lnTo>
                <a:lnTo>
                  <a:pt x="225412" y="199771"/>
                </a:lnTo>
                <a:lnTo>
                  <a:pt x="240182" y="199771"/>
                </a:lnTo>
                <a:lnTo>
                  <a:pt x="240182" y="172212"/>
                </a:lnTo>
                <a:close/>
              </a:path>
              <a:path w="347980" h="347980">
                <a:moveTo>
                  <a:pt x="75298" y="95504"/>
                </a:moveTo>
                <a:lnTo>
                  <a:pt x="60540" y="95504"/>
                </a:lnTo>
                <a:lnTo>
                  <a:pt x="60540" y="156972"/>
                </a:lnTo>
                <a:lnTo>
                  <a:pt x="75298" y="156972"/>
                </a:lnTo>
                <a:lnTo>
                  <a:pt x="75298" y="95504"/>
                </a:lnTo>
                <a:close/>
              </a:path>
              <a:path w="347980" h="347980">
                <a:moveTo>
                  <a:pt x="312039" y="97409"/>
                </a:moveTo>
                <a:lnTo>
                  <a:pt x="253961" y="97409"/>
                </a:lnTo>
                <a:lnTo>
                  <a:pt x="253961" y="119126"/>
                </a:lnTo>
                <a:lnTo>
                  <a:pt x="203758" y="119126"/>
                </a:lnTo>
                <a:lnTo>
                  <a:pt x="203758" y="156972"/>
                </a:lnTo>
                <a:lnTo>
                  <a:pt x="219011" y="156972"/>
                </a:lnTo>
                <a:lnTo>
                  <a:pt x="219011" y="133350"/>
                </a:lnTo>
                <a:lnTo>
                  <a:pt x="269214" y="133350"/>
                </a:lnTo>
                <a:lnTo>
                  <a:pt x="269214" y="112268"/>
                </a:lnTo>
                <a:lnTo>
                  <a:pt x="312039" y="112268"/>
                </a:lnTo>
                <a:lnTo>
                  <a:pt x="312039" y="97409"/>
                </a:lnTo>
                <a:close/>
              </a:path>
              <a:path w="347980" h="347980">
                <a:moveTo>
                  <a:pt x="269214" y="133350"/>
                </a:moveTo>
                <a:lnTo>
                  <a:pt x="253961" y="133350"/>
                </a:lnTo>
                <a:lnTo>
                  <a:pt x="253961" y="155067"/>
                </a:lnTo>
                <a:lnTo>
                  <a:pt x="312039" y="155067"/>
                </a:lnTo>
                <a:lnTo>
                  <a:pt x="312039" y="140208"/>
                </a:lnTo>
                <a:lnTo>
                  <a:pt x="269214" y="140208"/>
                </a:lnTo>
                <a:lnTo>
                  <a:pt x="269214" y="133350"/>
                </a:lnTo>
                <a:close/>
              </a:path>
              <a:path w="347980" h="347980">
                <a:moveTo>
                  <a:pt x="312039" y="112268"/>
                </a:moveTo>
                <a:lnTo>
                  <a:pt x="296773" y="112268"/>
                </a:lnTo>
                <a:lnTo>
                  <a:pt x="296773" y="140208"/>
                </a:lnTo>
                <a:lnTo>
                  <a:pt x="312039" y="140208"/>
                </a:lnTo>
                <a:lnTo>
                  <a:pt x="312039" y="133350"/>
                </a:lnTo>
                <a:lnTo>
                  <a:pt x="347472" y="133350"/>
                </a:lnTo>
                <a:lnTo>
                  <a:pt x="347472" y="119126"/>
                </a:lnTo>
                <a:lnTo>
                  <a:pt x="312039" y="119126"/>
                </a:lnTo>
                <a:lnTo>
                  <a:pt x="312039" y="112268"/>
                </a:lnTo>
                <a:close/>
              </a:path>
              <a:path w="347980" h="347980">
                <a:moveTo>
                  <a:pt x="347472" y="15239"/>
                </a:moveTo>
                <a:lnTo>
                  <a:pt x="332219" y="15240"/>
                </a:lnTo>
                <a:lnTo>
                  <a:pt x="332219" y="119126"/>
                </a:lnTo>
                <a:lnTo>
                  <a:pt x="347472" y="119126"/>
                </a:lnTo>
                <a:lnTo>
                  <a:pt x="347472" y="15239"/>
                </a:lnTo>
                <a:close/>
              </a:path>
              <a:path w="347980" h="347980">
                <a:moveTo>
                  <a:pt x="96951" y="37465"/>
                </a:moveTo>
                <a:lnTo>
                  <a:pt x="39370" y="37465"/>
                </a:lnTo>
                <a:lnTo>
                  <a:pt x="39370" y="95504"/>
                </a:lnTo>
                <a:lnTo>
                  <a:pt x="96951" y="95504"/>
                </a:lnTo>
                <a:lnTo>
                  <a:pt x="96951" y="81153"/>
                </a:lnTo>
                <a:lnTo>
                  <a:pt x="53644" y="81153"/>
                </a:lnTo>
                <a:lnTo>
                  <a:pt x="53644" y="52705"/>
                </a:lnTo>
                <a:lnTo>
                  <a:pt x="96951" y="52705"/>
                </a:lnTo>
                <a:lnTo>
                  <a:pt x="96951" y="37465"/>
                </a:lnTo>
                <a:close/>
              </a:path>
              <a:path w="347980" h="347980">
                <a:moveTo>
                  <a:pt x="96951" y="52705"/>
                </a:moveTo>
                <a:lnTo>
                  <a:pt x="82194" y="52705"/>
                </a:lnTo>
                <a:lnTo>
                  <a:pt x="82194" y="81153"/>
                </a:lnTo>
                <a:lnTo>
                  <a:pt x="96951" y="81153"/>
                </a:lnTo>
                <a:lnTo>
                  <a:pt x="96951" y="52705"/>
                </a:lnTo>
                <a:close/>
              </a:path>
              <a:path w="347980" h="347980">
                <a:moveTo>
                  <a:pt x="75298" y="15240"/>
                </a:moveTo>
                <a:lnTo>
                  <a:pt x="60540" y="15240"/>
                </a:lnTo>
                <a:lnTo>
                  <a:pt x="60540" y="37465"/>
                </a:lnTo>
                <a:lnTo>
                  <a:pt x="75298" y="37465"/>
                </a:lnTo>
                <a:lnTo>
                  <a:pt x="75298" y="15240"/>
                </a:lnTo>
                <a:close/>
              </a:path>
            </a:pathLst>
          </a:custGeom>
          <a:solidFill>
            <a:srgbClr val="A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43483" y="5644896"/>
            <a:ext cx="11309985" cy="502920"/>
          </a:xfrm>
          <a:custGeom>
            <a:avLst/>
            <a:gdLst/>
            <a:ahLst/>
            <a:cxnLst/>
            <a:rect l="l" t="t" r="r" b="b"/>
            <a:pathLst>
              <a:path w="11309985" h="502920">
                <a:moveTo>
                  <a:pt x="11309604" y="0"/>
                </a:moveTo>
                <a:lnTo>
                  <a:pt x="0" y="0"/>
                </a:lnTo>
                <a:lnTo>
                  <a:pt x="0" y="502919"/>
                </a:lnTo>
                <a:lnTo>
                  <a:pt x="11309604" y="502919"/>
                </a:lnTo>
                <a:lnTo>
                  <a:pt x="11309604" y="0"/>
                </a:lnTo>
                <a:close/>
              </a:path>
            </a:pathLst>
          </a:custGeom>
          <a:solidFill>
            <a:srgbClr val="A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443483" y="5644896"/>
            <a:ext cx="11309985" cy="502920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1278255">
              <a:lnSpc>
                <a:spcPct val="100000"/>
              </a:lnSpc>
              <a:spcBef>
                <a:spcPts val="1105"/>
              </a:spcBef>
            </a:pP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40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winning</a:t>
            </a:r>
            <a:r>
              <a:rPr dirty="0" sz="14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digital</a:t>
            </a:r>
            <a:r>
              <a:rPr dirty="0" sz="14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experience</a:t>
            </a:r>
            <a:r>
              <a:rPr dirty="0" sz="14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requires</a:t>
            </a:r>
            <a:r>
              <a:rPr dirty="0" sz="14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customer</a:t>
            </a:r>
            <a:r>
              <a:rPr dirty="0" sz="14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proximity,</a:t>
            </a:r>
            <a:r>
              <a:rPr dirty="0" sz="14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tech</a:t>
            </a:r>
            <a:r>
              <a:rPr dirty="0" sz="14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capabilities</a:t>
            </a:r>
            <a:r>
              <a:rPr dirty="0" sz="14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4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effective</a:t>
            </a:r>
            <a:r>
              <a:rPr dirty="0" sz="14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dirty="0" sz="14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governance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86994" y="5701538"/>
            <a:ext cx="711200" cy="391160"/>
            <a:chOff x="586994" y="5701538"/>
            <a:chExt cx="711200" cy="391160"/>
          </a:xfrm>
        </p:grpSpPr>
        <p:sp>
          <p:nvSpPr>
            <p:cNvPr id="37" name="object 37"/>
            <p:cNvSpPr/>
            <p:nvPr/>
          </p:nvSpPr>
          <p:spPr>
            <a:xfrm>
              <a:off x="599694" y="5714238"/>
              <a:ext cx="376555" cy="365760"/>
            </a:xfrm>
            <a:custGeom>
              <a:avLst/>
              <a:gdLst/>
              <a:ahLst/>
              <a:cxnLst/>
              <a:rect l="l" t="t" r="r" b="b"/>
              <a:pathLst>
                <a:path w="376555" h="365760">
                  <a:moveTo>
                    <a:pt x="193548" y="0"/>
                  </a:moveTo>
                  <a:lnTo>
                    <a:pt x="0" y="0"/>
                  </a:lnTo>
                  <a:lnTo>
                    <a:pt x="182880" y="182880"/>
                  </a:lnTo>
                  <a:lnTo>
                    <a:pt x="0" y="365760"/>
                  </a:lnTo>
                  <a:lnTo>
                    <a:pt x="193548" y="365760"/>
                  </a:lnTo>
                  <a:lnTo>
                    <a:pt x="376428" y="182880"/>
                  </a:lnTo>
                  <a:lnTo>
                    <a:pt x="193548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599694" y="5714238"/>
              <a:ext cx="376555" cy="365760"/>
            </a:xfrm>
            <a:custGeom>
              <a:avLst/>
              <a:gdLst/>
              <a:ahLst/>
              <a:cxnLst/>
              <a:rect l="l" t="t" r="r" b="b"/>
              <a:pathLst>
                <a:path w="376555" h="365760">
                  <a:moveTo>
                    <a:pt x="0" y="0"/>
                  </a:moveTo>
                  <a:lnTo>
                    <a:pt x="193548" y="0"/>
                  </a:lnTo>
                  <a:lnTo>
                    <a:pt x="376428" y="182880"/>
                  </a:lnTo>
                  <a:lnTo>
                    <a:pt x="193548" y="365760"/>
                  </a:lnTo>
                  <a:lnTo>
                    <a:pt x="0" y="365760"/>
                  </a:lnTo>
                  <a:lnTo>
                    <a:pt x="182880" y="18288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909066" y="5714238"/>
              <a:ext cx="376555" cy="365760"/>
            </a:xfrm>
            <a:custGeom>
              <a:avLst/>
              <a:gdLst/>
              <a:ahLst/>
              <a:cxnLst/>
              <a:rect l="l" t="t" r="r" b="b"/>
              <a:pathLst>
                <a:path w="376555" h="365760">
                  <a:moveTo>
                    <a:pt x="193548" y="0"/>
                  </a:moveTo>
                  <a:lnTo>
                    <a:pt x="0" y="0"/>
                  </a:lnTo>
                  <a:lnTo>
                    <a:pt x="182880" y="182880"/>
                  </a:lnTo>
                  <a:lnTo>
                    <a:pt x="0" y="365760"/>
                  </a:lnTo>
                  <a:lnTo>
                    <a:pt x="193548" y="365760"/>
                  </a:lnTo>
                  <a:lnTo>
                    <a:pt x="376428" y="182880"/>
                  </a:lnTo>
                  <a:lnTo>
                    <a:pt x="193548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909066" y="5714238"/>
              <a:ext cx="376555" cy="365760"/>
            </a:xfrm>
            <a:custGeom>
              <a:avLst/>
              <a:gdLst/>
              <a:ahLst/>
              <a:cxnLst/>
              <a:rect l="l" t="t" r="r" b="b"/>
              <a:pathLst>
                <a:path w="376555" h="365760">
                  <a:moveTo>
                    <a:pt x="0" y="0"/>
                  </a:moveTo>
                  <a:lnTo>
                    <a:pt x="193548" y="0"/>
                  </a:lnTo>
                  <a:lnTo>
                    <a:pt x="376428" y="182880"/>
                  </a:lnTo>
                  <a:lnTo>
                    <a:pt x="193548" y="365760"/>
                  </a:lnTo>
                  <a:lnTo>
                    <a:pt x="0" y="365760"/>
                  </a:lnTo>
                  <a:lnTo>
                    <a:pt x="182880" y="18288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11612626" y="6500876"/>
            <a:ext cx="132080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 spc="-25">
                <a:latin typeface="Arial"/>
                <a:cs typeface="Arial"/>
              </a:rPr>
              <a:t>27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1234249" y="4404169"/>
            <a:ext cx="413384" cy="241300"/>
            <a:chOff x="1234249" y="4404169"/>
            <a:chExt cx="413384" cy="241300"/>
          </a:xfrm>
        </p:grpSpPr>
        <p:sp>
          <p:nvSpPr>
            <p:cNvPr id="43" name="object 43"/>
            <p:cNvSpPr/>
            <p:nvPr/>
          </p:nvSpPr>
          <p:spPr>
            <a:xfrm>
              <a:off x="1281683" y="4408932"/>
              <a:ext cx="318770" cy="134620"/>
            </a:xfrm>
            <a:custGeom>
              <a:avLst/>
              <a:gdLst/>
              <a:ahLst/>
              <a:cxnLst/>
              <a:rect l="l" t="t" r="r" b="b"/>
              <a:pathLst>
                <a:path w="318769" h="134620">
                  <a:moveTo>
                    <a:pt x="318516" y="0"/>
                  </a:moveTo>
                  <a:lnTo>
                    <a:pt x="159258" y="86614"/>
                  </a:lnTo>
                  <a:lnTo>
                    <a:pt x="0" y="0"/>
                  </a:lnTo>
                  <a:lnTo>
                    <a:pt x="0" y="47498"/>
                  </a:lnTo>
                  <a:lnTo>
                    <a:pt x="159258" y="134112"/>
                  </a:lnTo>
                  <a:lnTo>
                    <a:pt x="318516" y="47498"/>
                  </a:lnTo>
                  <a:lnTo>
                    <a:pt x="318516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1281683" y="4408932"/>
              <a:ext cx="318770" cy="134620"/>
            </a:xfrm>
            <a:custGeom>
              <a:avLst/>
              <a:gdLst/>
              <a:ahLst/>
              <a:cxnLst/>
              <a:rect l="l" t="t" r="r" b="b"/>
              <a:pathLst>
                <a:path w="318769" h="134620">
                  <a:moveTo>
                    <a:pt x="318516" y="0"/>
                  </a:moveTo>
                  <a:lnTo>
                    <a:pt x="318516" y="47498"/>
                  </a:lnTo>
                  <a:lnTo>
                    <a:pt x="159258" y="134112"/>
                  </a:lnTo>
                  <a:lnTo>
                    <a:pt x="0" y="47498"/>
                  </a:lnTo>
                  <a:lnTo>
                    <a:pt x="0" y="0"/>
                  </a:lnTo>
                  <a:lnTo>
                    <a:pt x="159258" y="86614"/>
                  </a:lnTo>
                  <a:lnTo>
                    <a:pt x="318516" y="0"/>
                  </a:lnTo>
                  <a:close/>
                </a:path>
              </a:pathLst>
            </a:custGeom>
            <a:ln w="9525">
              <a:solidFill>
                <a:srgbClr val="DB52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1239011" y="4468368"/>
              <a:ext cx="403860" cy="172720"/>
            </a:xfrm>
            <a:custGeom>
              <a:avLst/>
              <a:gdLst/>
              <a:ahLst/>
              <a:cxnLst/>
              <a:rect l="l" t="t" r="r" b="b"/>
              <a:pathLst>
                <a:path w="403860" h="172720">
                  <a:moveTo>
                    <a:pt x="403859" y="0"/>
                  </a:moveTo>
                  <a:lnTo>
                    <a:pt x="201929" y="111124"/>
                  </a:lnTo>
                  <a:lnTo>
                    <a:pt x="0" y="0"/>
                  </a:lnTo>
                  <a:lnTo>
                    <a:pt x="0" y="61086"/>
                  </a:lnTo>
                  <a:lnTo>
                    <a:pt x="201929" y="172211"/>
                  </a:lnTo>
                  <a:lnTo>
                    <a:pt x="403859" y="61086"/>
                  </a:lnTo>
                  <a:lnTo>
                    <a:pt x="403859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1239011" y="4468368"/>
              <a:ext cx="403860" cy="172720"/>
            </a:xfrm>
            <a:custGeom>
              <a:avLst/>
              <a:gdLst/>
              <a:ahLst/>
              <a:cxnLst/>
              <a:rect l="l" t="t" r="r" b="b"/>
              <a:pathLst>
                <a:path w="403860" h="172720">
                  <a:moveTo>
                    <a:pt x="403859" y="0"/>
                  </a:moveTo>
                  <a:lnTo>
                    <a:pt x="403859" y="61086"/>
                  </a:lnTo>
                  <a:lnTo>
                    <a:pt x="201929" y="172211"/>
                  </a:lnTo>
                  <a:lnTo>
                    <a:pt x="0" y="61086"/>
                  </a:lnTo>
                  <a:lnTo>
                    <a:pt x="0" y="0"/>
                  </a:lnTo>
                  <a:lnTo>
                    <a:pt x="201929" y="111124"/>
                  </a:lnTo>
                  <a:lnTo>
                    <a:pt x="403859" y="0"/>
                  </a:lnTo>
                  <a:close/>
                </a:path>
              </a:pathLst>
            </a:custGeom>
            <a:ln w="9524">
              <a:solidFill>
                <a:srgbClr val="A21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7" name="object 47"/>
          <p:cNvGrpSpPr/>
          <p:nvPr/>
        </p:nvGrpSpPr>
        <p:grpSpPr>
          <a:xfrm>
            <a:off x="3520249" y="4404169"/>
            <a:ext cx="413384" cy="241300"/>
            <a:chOff x="3520249" y="4404169"/>
            <a:chExt cx="413384" cy="241300"/>
          </a:xfrm>
        </p:grpSpPr>
        <p:sp>
          <p:nvSpPr>
            <p:cNvPr id="48" name="object 48"/>
            <p:cNvSpPr/>
            <p:nvPr/>
          </p:nvSpPr>
          <p:spPr>
            <a:xfrm>
              <a:off x="3567683" y="4408932"/>
              <a:ext cx="318770" cy="134620"/>
            </a:xfrm>
            <a:custGeom>
              <a:avLst/>
              <a:gdLst/>
              <a:ahLst/>
              <a:cxnLst/>
              <a:rect l="l" t="t" r="r" b="b"/>
              <a:pathLst>
                <a:path w="318770" h="134620">
                  <a:moveTo>
                    <a:pt x="318515" y="0"/>
                  </a:moveTo>
                  <a:lnTo>
                    <a:pt x="159257" y="86614"/>
                  </a:lnTo>
                  <a:lnTo>
                    <a:pt x="0" y="0"/>
                  </a:lnTo>
                  <a:lnTo>
                    <a:pt x="0" y="47498"/>
                  </a:lnTo>
                  <a:lnTo>
                    <a:pt x="159257" y="134112"/>
                  </a:lnTo>
                  <a:lnTo>
                    <a:pt x="318515" y="47498"/>
                  </a:lnTo>
                  <a:lnTo>
                    <a:pt x="318515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3567683" y="4408932"/>
              <a:ext cx="318770" cy="134620"/>
            </a:xfrm>
            <a:custGeom>
              <a:avLst/>
              <a:gdLst/>
              <a:ahLst/>
              <a:cxnLst/>
              <a:rect l="l" t="t" r="r" b="b"/>
              <a:pathLst>
                <a:path w="318770" h="134620">
                  <a:moveTo>
                    <a:pt x="318515" y="0"/>
                  </a:moveTo>
                  <a:lnTo>
                    <a:pt x="318515" y="47498"/>
                  </a:lnTo>
                  <a:lnTo>
                    <a:pt x="159257" y="134112"/>
                  </a:lnTo>
                  <a:lnTo>
                    <a:pt x="0" y="47498"/>
                  </a:lnTo>
                  <a:lnTo>
                    <a:pt x="0" y="0"/>
                  </a:lnTo>
                  <a:lnTo>
                    <a:pt x="159257" y="86614"/>
                  </a:lnTo>
                  <a:lnTo>
                    <a:pt x="318515" y="0"/>
                  </a:lnTo>
                  <a:close/>
                </a:path>
              </a:pathLst>
            </a:custGeom>
            <a:ln w="9525">
              <a:solidFill>
                <a:srgbClr val="DB52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3525011" y="4468368"/>
              <a:ext cx="403860" cy="172720"/>
            </a:xfrm>
            <a:custGeom>
              <a:avLst/>
              <a:gdLst/>
              <a:ahLst/>
              <a:cxnLst/>
              <a:rect l="l" t="t" r="r" b="b"/>
              <a:pathLst>
                <a:path w="403860" h="172720">
                  <a:moveTo>
                    <a:pt x="403860" y="0"/>
                  </a:moveTo>
                  <a:lnTo>
                    <a:pt x="201930" y="111124"/>
                  </a:lnTo>
                  <a:lnTo>
                    <a:pt x="0" y="0"/>
                  </a:lnTo>
                  <a:lnTo>
                    <a:pt x="0" y="61086"/>
                  </a:lnTo>
                  <a:lnTo>
                    <a:pt x="201930" y="172211"/>
                  </a:lnTo>
                  <a:lnTo>
                    <a:pt x="403860" y="61086"/>
                  </a:lnTo>
                  <a:lnTo>
                    <a:pt x="403860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3525011" y="4468368"/>
              <a:ext cx="403860" cy="172720"/>
            </a:xfrm>
            <a:custGeom>
              <a:avLst/>
              <a:gdLst/>
              <a:ahLst/>
              <a:cxnLst/>
              <a:rect l="l" t="t" r="r" b="b"/>
              <a:pathLst>
                <a:path w="403860" h="172720">
                  <a:moveTo>
                    <a:pt x="403860" y="0"/>
                  </a:moveTo>
                  <a:lnTo>
                    <a:pt x="403860" y="61086"/>
                  </a:lnTo>
                  <a:lnTo>
                    <a:pt x="201930" y="172211"/>
                  </a:lnTo>
                  <a:lnTo>
                    <a:pt x="0" y="61086"/>
                  </a:lnTo>
                  <a:lnTo>
                    <a:pt x="0" y="0"/>
                  </a:lnTo>
                  <a:lnTo>
                    <a:pt x="201930" y="111124"/>
                  </a:lnTo>
                  <a:lnTo>
                    <a:pt x="403860" y="0"/>
                  </a:lnTo>
                  <a:close/>
                </a:path>
              </a:pathLst>
            </a:custGeom>
            <a:ln w="9524">
              <a:solidFill>
                <a:srgbClr val="A21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2" name="object 52"/>
          <p:cNvGrpSpPr/>
          <p:nvPr/>
        </p:nvGrpSpPr>
        <p:grpSpPr>
          <a:xfrm>
            <a:off x="5862637" y="4404169"/>
            <a:ext cx="413384" cy="241300"/>
            <a:chOff x="5862637" y="4404169"/>
            <a:chExt cx="413384" cy="241300"/>
          </a:xfrm>
        </p:grpSpPr>
        <p:sp>
          <p:nvSpPr>
            <p:cNvPr id="53" name="object 53"/>
            <p:cNvSpPr/>
            <p:nvPr/>
          </p:nvSpPr>
          <p:spPr>
            <a:xfrm>
              <a:off x="5910071" y="4408932"/>
              <a:ext cx="318770" cy="134620"/>
            </a:xfrm>
            <a:custGeom>
              <a:avLst/>
              <a:gdLst/>
              <a:ahLst/>
              <a:cxnLst/>
              <a:rect l="l" t="t" r="r" b="b"/>
              <a:pathLst>
                <a:path w="318770" h="134620">
                  <a:moveTo>
                    <a:pt x="318515" y="0"/>
                  </a:moveTo>
                  <a:lnTo>
                    <a:pt x="159257" y="86614"/>
                  </a:lnTo>
                  <a:lnTo>
                    <a:pt x="0" y="0"/>
                  </a:lnTo>
                  <a:lnTo>
                    <a:pt x="0" y="47498"/>
                  </a:lnTo>
                  <a:lnTo>
                    <a:pt x="159257" y="134112"/>
                  </a:lnTo>
                  <a:lnTo>
                    <a:pt x="318515" y="47498"/>
                  </a:lnTo>
                  <a:lnTo>
                    <a:pt x="318515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5910071" y="4408932"/>
              <a:ext cx="318770" cy="134620"/>
            </a:xfrm>
            <a:custGeom>
              <a:avLst/>
              <a:gdLst/>
              <a:ahLst/>
              <a:cxnLst/>
              <a:rect l="l" t="t" r="r" b="b"/>
              <a:pathLst>
                <a:path w="318770" h="134620">
                  <a:moveTo>
                    <a:pt x="318515" y="0"/>
                  </a:moveTo>
                  <a:lnTo>
                    <a:pt x="318515" y="47498"/>
                  </a:lnTo>
                  <a:lnTo>
                    <a:pt x="159257" y="134112"/>
                  </a:lnTo>
                  <a:lnTo>
                    <a:pt x="0" y="47498"/>
                  </a:lnTo>
                  <a:lnTo>
                    <a:pt x="0" y="0"/>
                  </a:lnTo>
                  <a:lnTo>
                    <a:pt x="159257" y="86614"/>
                  </a:lnTo>
                  <a:lnTo>
                    <a:pt x="318515" y="0"/>
                  </a:lnTo>
                  <a:close/>
                </a:path>
              </a:pathLst>
            </a:custGeom>
            <a:ln w="9525">
              <a:solidFill>
                <a:srgbClr val="DB52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5867400" y="4468368"/>
              <a:ext cx="403860" cy="172720"/>
            </a:xfrm>
            <a:custGeom>
              <a:avLst/>
              <a:gdLst/>
              <a:ahLst/>
              <a:cxnLst/>
              <a:rect l="l" t="t" r="r" b="b"/>
              <a:pathLst>
                <a:path w="403860" h="172720">
                  <a:moveTo>
                    <a:pt x="403860" y="0"/>
                  </a:moveTo>
                  <a:lnTo>
                    <a:pt x="201930" y="111124"/>
                  </a:lnTo>
                  <a:lnTo>
                    <a:pt x="0" y="0"/>
                  </a:lnTo>
                  <a:lnTo>
                    <a:pt x="0" y="61086"/>
                  </a:lnTo>
                  <a:lnTo>
                    <a:pt x="201930" y="172211"/>
                  </a:lnTo>
                  <a:lnTo>
                    <a:pt x="403860" y="61086"/>
                  </a:lnTo>
                  <a:lnTo>
                    <a:pt x="403860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5867400" y="4468368"/>
              <a:ext cx="403860" cy="172720"/>
            </a:xfrm>
            <a:custGeom>
              <a:avLst/>
              <a:gdLst/>
              <a:ahLst/>
              <a:cxnLst/>
              <a:rect l="l" t="t" r="r" b="b"/>
              <a:pathLst>
                <a:path w="403860" h="172720">
                  <a:moveTo>
                    <a:pt x="403860" y="0"/>
                  </a:moveTo>
                  <a:lnTo>
                    <a:pt x="403860" y="61086"/>
                  </a:lnTo>
                  <a:lnTo>
                    <a:pt x="201930" y="172211"/>
                  </a:lnTo>
                  <a:lnTo>
                    <a:pt x="0" y="61086"/>
                  </a:lnTo>
                  <a:lnTo>
                    <a:pt x="0" y="0"/>
                  </a:lnTo>
                  <a:lnTo>
                    <a:pt x="201930" y="111124"/>
                  </a:lnTo>
                  <a:lnTo>
                    <a:pt x="403860" y="0"/>
                  </a:lnTo>
                  <a:close/>
                </a:path>
              </a:pathLst>
            </a:custGeom>
            <a:ln w="9524">
              <a:solidFill>
                <a:srgbClr val="A21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7" name="object 57"/>
          <p:cNvGrpSpPr/>
          <p:nvPr/>
        </p:nvGrpSpPr>
        <p:grpSpPr>
          <a:xfrm>
            <a:off x="8203501" y="4404169"/>
            <a:ext cx="413384" cy="241300"/>
            <a:chOff x="8203501" y="4404169"/>
            <a:chExt cx="413384" cy="241300"/>
          </a:xfrm>
        </p:grpSpPr>
        <p:sp>
          <p:nvSpPr>
            <p:cNvPr id="58" name="object 58"/>
            <p:cNvSpPr/>
            <p:nvPr/>
          </p:nvSpPr>
          <p:spPr>
            <a:xfrm>
              <a:off x="8252460" y="4408932"/>
              <a:ext cx="317500" cy="134620"/>
            </a:xfrm>
            <a:custGeom>
              <a:avLst/>
              <a:gdLst/>
              <a:ahLst/>
              <a:cxnLst/>
              <a:rect l="l" t="t" r="r" b="b"/>
              <a:pathLst>
                <a:path w="317500" h="134620">
                  <a:moveTo>
                    <a:pt x="316992" y="0"/>
                  </a:moveTo>
                  <a:lnTo>
                    <a:pt x="158496" y="86614"/>
                  </a:lnTo>
                  <a:lnTo>
                    <a:pt x="0" y="0"/>
                  </a:lnTo>
                  <a:lnTo>
                    <a:pt x="0" y="47498"/>
                  </a:lnTo>
                  <a:lnTo>
                    <a:pt x="158496" y="134112"/>
                  </a:lnTo>
                  <a:lnTo>
                    <a:pt x="316992" y="47498"/>
                  </a:lnTo>
                  <a:lnTo>
                    <a:pt x="316992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8252460" y="4408932"/>
              <a:ext cx="317500" cy="134620"/>
            </a:xfrm>
            <a:custGeom>
              <a:avLst/>
              <a:gdLst/>
              <a:ahLst/>
              <a:cxnLst/>
              <a:rect l="l" t="t" r="r" b="b"/>
              <a:pathLst>
                <a:path w="317500" h="134620">
                  <a:moveTo>
                    <a:pt x="316992" y="0"/>
                  </a:moveTo>
                  <a:lnTo>
                    <a:pt x="316992" y="47498"/>
                  </a:lnTo>
                  <a:lnTo>
                    <a:pt x="158496" y="134112"/>
                  </a:lnTo>
                  <a:lnTo>
                    <a:pt x="0" y="47498"/>
                  </a:lnTo>
                  <a:lnTo>
                    <a:pt x="0" y="0"/>
                  </a:lnTo>
                  <a:lnTo>
                    <a:pt x="158496" y="86614"/>
                  </a:lnTo>
                  <a:lnTo>
                    <a:pt x="316992" y="0"/>
                  </a:lnTo>
                  <a:close/>
                </a:path>
              </a:pathLst>
            </a:custGeom>
            <a:ln w="9525">
              <a:solidFill>
                <a:srgbClr val="DB52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8208264" y="4468368"/>
              <a:ext cx="403860" cy="172720"/>
            </a:xfrm>
            <a:custGeom>
              <a:avLst/>
              <a:gdLst/>
              <a:ahLst/>
              <a:cxnLst/>
              <a:rect l="l" t="t" r="r" b="b"/>
              <a:pathLst>
                <a:path w="403859" h="172720">
                  <a:moveTo>
                    <a:pt x="403859" y="0"/>
                  </a:moveTo>
                  <a:lnTo>
                    <a:pt x="201929" y="111124"/>
                  </a:lnTo>
                  <a:lnTo>
                    <a:pt x="0" y="0"/>
                  </a:lnTo>
                  <a:lnTo>
                    <a:pt x="0" y="61086"/>
                  </a:lnTo>
                  <a:lnTo>
                    <a:pt x="201929" y="172211"/>
                  </a:lnTo>
                  <a:lnTo>
                    <a:pt x="403859" y="61086"/>
                  </a:lnTo>
                  <a:lnTo>
                    <a:pt x="403859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8208264" y="4468368"/>
              <a:ext cx="403860" cy="172720"/>
            </a:xfrm>
            <a:custGeom>
              <a:avLst/>
              <a:gdLst/>
              <a:ahLst/>
              <a:cxnLst/>
              <a:rect l="l" t="t" r="r" b="b"/>
              <a:pathLst>
                <a:path w="403859" h="172720">
                  <a:moveTo>
                    <a:pt x="403859" y="0"/>
                  </a:moveTo>
                  <a:lnTo>
                    <a:pt x="403859" y="61086"/>
                  </a:lnTo>
                  <a:lnTo>
                    <a:pt x="201929" y="172211"/>
                  </a:lnTo>
                  <a:lnTo>
                    <a:pt x="0" y="61086"/>
                  </a:lnTo>
                  <a:lnTo>
                    <a:pt x="0" y="0"/>
                  </a:lnTo>
                  <a:lnTo>
                    <a:pt x="201929" y="111124"/>
                  </a:lnTo>
                  <a:lnTo>
                    <a:pt x="403859" y="0"/>
                  </a:lnTo>
                  <a:close/>
                </a:path>
              </a:pathLst>
            </a:custGeom>
            <a:ln w="9524">
              <a:solidFill>
                <a:srgbClr val="A21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2" name="object 62"/>
          <p:cNvGrpSpPr/>
          <p:nvPr/>
        </p:nvGrpSpPr>
        <p:grpSpPr>
          <a:xfrm>
            <a:off x="10523029" y="4404169"/>
            <a:ext cx="413384" cy="241300"/>
            <a:chOff x="10523029" y="4404169"/>
            <a:chExt cx="413384" cy="241300"/>
          </a:xfrm>
        </p:grpSpPr>
        <p:sp>
          <p:nvSpPr>
            <p:cNvPr id="63" name="object 63"/>
            <p:cNvSpPr/>
            <p:nvPr/>
          </p:nvSpPr>
          <p:spPr>
            <a:xfrm>
              <a:off x="10570464" y="4408932"/>
              <a:ext cx="318770" cy="134620"/>
            </a:xfrm>
            <a:custGeom>
              <a:avLst/>
              <a:gdLst/>
              <a:ahLst/>
              <a:cxnLst/>
              <a:rect l="l" t="t" r="r" b="b"/>
              <a:pathLst>
                <a:path w="318770" h="134620">
                  <a:moveTo>
                    <a:pt x="318516" y="0"/>
                  </a:moveTo>
                  <a:lnTo>
                    <a:pt x="159258" y="86614"/>
                  </a:lnTo>
                  <a:lnTo>
                    <a:pt x="0" y="0"/>
                  </a:lnTo>
                  <a:lnTo>
                    <a:pt x="0" y="47498"/>
                  </a:lnTo>
                  <a:lnTo>
                    <a:pt x="159258" y="134112"/>
                  </a:lnTo>
                  <a:lnTo>
                    <a:pt x="318516" y="47498"/>
                  </a:lnTo>
                  <a:lnTo>
                    <a:pt x="318516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10570464" y="4408932"/>
              <a:ext cx="318770" cy="134620"/>
            </a:xfrm>
            <a:custGeom>
              <a:avLst/>
              <a:gdLst/>
              <a:ahLst/>
              <a:cxnLst/>
              <a:rect l="l" t="t" r="r" b="b"/>
              <a:pathLst>
                <a:path w="318770" h="134620">
                  <a:moveTo>
                    <a:pt x="318516" y="0"/>
                  </a:moveTo>
                  <a:lnTo>
                    <a:pt x="318516" y="47498"/>
                  </a:lnTo>
                  <a:lnTo>
                    <a:pt x="159258" y="134112"/>
                  </a:lnTo>
                  <a:lnTo>
                    <a:pt x="0" y="47498"/>
                  </a:lnTo>
                  <a:lnTo>
                    <a:pt x="0" y="0"/>
                  </a:lnTo>
                  <a:lnTo>
                    <a:pt x="159258" y="86614"/>
                  </a:lnTo>
                  <a:lnTo>
                    <a:pt x="318516" y="0"/>
                  </a:lnTo>
                  <a:close/>
                </a:path>
              </a:pathLst>
            </a:custGeom>
            <a:ln w="9525">
              <a:solidFill>
                <a:srgbClr val="DB52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10527792" y="4468368"/>
              <a:ext cx="403860" cy="172720"/>
            </a:xfrm>
            <a:custGeom>
              <a:avLst/>
              <a:gdLst/>
              <a:ahLst/>
              <a:cxnLst/>
              <a:rect l="l" t="t" r="r" b="b"/>
              <a:pathLst>
                <a:path w="403859" h="172720">
                  <a:moveTo>
                    <a:pt x="403859" y="0"/>
                  </a:moveTo>
                  <a:lnTo>
                    <a:pt x="201929" y="111124"/>
                  </a:lnTo>
                  <a:lnTo>
                    <a:pt x="0" y="0"/>
                  </a:lnTo>
                  <a:lnTo>
                    <a:pt x="0" y="61086"/>
                  </a:lnTo>
                  <a:lnTo>
                    <a:pt x="201929" y="172211"/>
                  </a:lnTo>
                  <a:lnTo>
                    <a:pt x="403859" y="61086"/>
                  </a:lnTo>
                  <a:lnTo>
                    <a:pt x="403859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10527792" y="4468368"/>
              <a:ext cx="403860" cy="172720"/>
            </a:xfrm>
            <a:custGeom>
              <a:avLst/>
              <a:gdLst/>
              <a:ahLst/>
              <a:cxnLst/>
              <a:rect l="l" t="t" r="r" b="b"/>
              <a:pathLst>
                <a:path w="403859" h="172720">
                  <a:moveTo>
                    <a:pt x="403859" y="0"/>
                  </a:moveTo>
                  <a:lnTo>
                    <a:pt x="403859" y="61086"/>
                  </a:lnTo>
                  <a:lnTo>
                    <a:pt x="201929" y="172211"/>
                  </a:lnTo>
                  <a:lnTo>
                    <a:pt x="0" y="61086"/>
                  </a:lnTo>
                  <a:lnTo>
                    <a:pt x="0" y="0"/>
                  </a:lnTo>
                  <a:lnTo>
                    <a:pt x="201929" y="111124"/>
                  </a:lnTo>
                  <a:lnTo>
                    <a:pt x="403859" y="0"/>
                  </a:lnTo>
                  <a:close/>
                </a:path>
              </a:pathLst>
            </a:custGeom>
            <a:ln w="9524">
              <a:solidFill>
                <a:srgbClr val="A21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7" name="object 67"/>
          <p:cNvSpPr txBox="1"/>
          <p:nvPr/>
        </p:nvSpPr>
        <p:spPr>
          <a:xfrm>
            <a:off x="7235317" y="3253232"/>
            <a:ext cx="2490470" cy="102616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algn="ctr" marL="414020" marR="406400">
              <a:lnSpc>
                <a:spcPts val="1510"/>
              </a:lnSpc>
              <a:spcBef>
                <a:spcPts val="295"/>
              </a:spcBef>
            </a:pPr>
            <a:r>
              <a:rPr dirty="0" sz="1400" spc="-20" b="1">
                <a:latin typeface="Arial"/>
                <a:cs typeface="Arial"/>
              </a:rPr>
              <a:t>Tech</a:t>
            </a:r>
            <a:r>
              <a:rPr dirty="0" sz="1400" spc="-7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player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content </a:t>
            </a:r>
            <a:r>
              <a:rPr dirty="0" sz="1400" b="1">
                <a:latin typeface="Arial"/>
                <a:cs typeface="Arial"/>
              </a:rPr>
              <a:t>using</a:t>
            </a:r>
            <a:r>
              <a:rPr dirty="0" sz="1400" spc="-5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vehicle</a:t>
            </a:r>
            <a:r>
              <a:rPr dirty="0" sz="1400" spc="-50" b="1">
                <a:latin typeface="Arial"/>
                <a:cs typeface="Arial"/>
              </a:rPr>
              <a:t> </a:t>
            </a:r>
            <a:r>
              <a:rPr dirty="0" sz="1400" spc="-20" b="1">
                <a:latin typeface="Arial"/>
                <a:cs typeface="Arial"/>
              </a:rPr>
              <a:t>data</a:t>
            </a:r>
            <a:endParaRPr sz="1400">
              <a:latin typeface="Arial"/>
              <a:cs typeface="Arial"/>
            </a:endParaRPr>
          </a:p>
          <a:p>
            <a:pPr algn="ctr" marL="37465" marR="30480">
              <a:lnSpc>
                <a:spcPts val="1190"/>
              </a:lnSpc>
              <a:spcBef>
                <a:spcPts val="1115"/>
              </a:spcBef>
            </a:pPr>
            <a:r>
              <a:rPr dirty="0" sz="1100">
                <a:latin typeface="Arial"/>
                <a:cs typeface="Arial"/>
              </a:rPr>
              <a:t>Usage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car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data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enrich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3</a:t>
            </a:r>
            <a:r>
              <a:rPr dirty="0" baseline="27777" sz="1050">
                <a:latin typeface="Arial"/>
                <a:cs typeface="Arial"/>
              </a:rPr>
              <a:t>rd</a:t>
            </a:r>
            <a:r>
              <a:rPr dirty="0" baseline="27777" sz="1050" spc="172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party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in-</a:t>
            </a:r>
            <a:r>
              <a:rPr dirty="0" sz="1100">
                <a:latin typeface="Arial"/>
                <a:cs typeface="Arial"/>
              </a:rPr>
              <a:t>vehicle apps,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e.g.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for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usage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based </a:t>
            </a:r>
            <a:r>
              <a:rPr dirty="0" sz="1100">
                <a:latin typeface="Arial"/>
                <a:cs typeface="Arial"/>
              </a:rPr>
              <a:t>insurance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or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location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based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commerce</a:t>
            </a:r>
            <a:endParaRPr sz="1100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7318629" y="4728717"/>
            <a:ext cx="2322195" cy="647065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algn="ctr" marL="12065" marR="5080">
              <a:lnSpc>
                <a:spcPct val="90100"/>
              </a:lnSpc>
              <a:spcBef>
                <a:spcPts val="234"/>
              </a:spcBef>
            </a:pPr>
            <a:r>
              <a:rPr dirty="0" sz="1100" b="1">
                <a:solidFill>
                  <a:srgbClr val="A21F1F"/>
                </a:solidFill>
                <a:latin typeface="Arial"/>
                <a:cs typeface="Arial"/>
              </a:rPr>
              <a:t>Compelling</a:t>
            </a:r>
            <a:r>
              <a:rPr dirty="0" sz="1100" spc="-5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A21F1F"/>
                </a:solidFill>
                <a:latin typeface="Arial"/>
                <a:cs typeface="Arial"/>
              </a:rPr>
              <a:t>user</a:t>
            </a:r>
            <a:r>
              <a:rPr dirty="0" sz="1100" spc="-2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A21F1F"/>
                </a:solidFill>
                <a:latin typeface="Arial"/>
                <a:cs typeface="Arial"/>
              </a:rPr>
              <a:t>experience</a:t>
            </a:r>
            <a:r>
              <a:rPr dirty="0" sz="1100" spc="-4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A21F1F"/>
                </a:solidFill>
                <a:latin typeface="Arial"/>
                <a:cs typeface="Arial"/>
              </a:rPr>
              <a:t>on</a:t>
            </a:r>
            <a:r>
              <a:rPr dirty="0" sz="1100" spc="-30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A21F1F"/>
                </a:solidFill>
                <a:latin typeface="Arial"/>
                <a:cs typeface="Arial"/>
              </a:rPr>
              <a:t>par </a:t>
            </a:r>
            <a:r>
              <a:rPr dirty="0" sz="1100">
                <a:solidFill>
                  <a:srgbClr val="A21F1F"/>
                </a:solidFill>
                <a:latin typeface="Arial"/>
                <a:cs typeface="Arial"/>
              </a:rPr>
              <a:t>with</a:t>
            </a:r>
            <a:r>
              <a:rPr dirty="0" sz="1100" spc="-5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A21F1F"/>
                </a:solidFill>
                <a:latin typeface="Arial"/>
                <a:cs typeface="Arial"/>
              </a:rPr>
              <a:t>mobile</a:t>
            </a:r>
            <a:r>
              <a:rPr dirty="0" sz="1100" spc="-30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A21F1F"/>
                </a:solidFill>
                <a:latin typeface="Arial"/>
                <a:cs typeface="Arial"/>
              </a:rPr>
              <a:t>app</a:t>
            </a:r>
            <a:r>
              <a:rPr dirty="0" sz="1100" spc="-30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A21F1F"/>
                </a:solidFill>
                <a:latin typeface="Arial"/>
                <a:cs typeface="Arial"/>
              </a:rPr>
              <a:t>UX,</a:t>
            </a:r>
            <a:r>
              <a:rPr dirty="0" sz="1100" spc="-20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A21F1F"/>
                </a:solidFill>
                <a:latin typeface="Arial"/>
                <a:cs typeface="Arial"/>
              </a:rPr>
              <a:t>but</a:t>
            </a:r>
            <a:r>
              <a:rPr dirty="0" sz="1100" spc="-25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A21F1F"/>
                </a:solidFill>
                <a:latin typeface="Arial"/>
                <a:cs typeface="Arial"/>
              </a:rPr>
              <a:t>OEM</a:t>
            </a:r>
            <a:r>
              <a:rPr dirty="0" sz="1100" spc="-4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 spc="-20" b="1">
                <a:solidFill>
                  <a:srgbClr val="A21F1F"/>
                </a:solidFill>
                <a:latin typeface="Arial"/>
                <a:cs typeface="Arial"/>
              </a:rPr>
              <a:t>apps </a:t>
            </a:r>
            <a:r>
              <a:rPr dirty="0" sz="1100" b="1">
                <a:solidFill>
                  <a:srgbClr val="A21F1F"/>
                </a:solidFill>
                <a:latin typeface="Arial"/>
                <a:cs typeface="Arial"/>
              </a:rPr>
              <a:t>loose</a:t>
            </a:r>
            <a:r>
              <a:rPr dirty="0" sz="1100" spc="-4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A21F1F"/>
                </a:solidFill>
                <a:latin typeface="Arial"/>
                <a:cs typeface="Arial"/>
              </a:rPr>
              <a:t>advantage</a:t>
            </a:r>
            <a:r>
              <a:rPr dirty="0" sz="1100" spc="-1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A21F1F"/>
                </a:solidFill>
                <a:latin typeface="Arial"/>
                <a:cs typeface="Arial"/>
              </a:rPr>
              <a:t>of</a:t>
            </a:r>
            <a:r>
              <a:rPr dirty="0" sz="1100" spc="-40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A21F1F"/>
                </a:solidFill>
                <a:latin typeface="Arial"/>
                <a:cs typeface="Arial"/>
              </a:rPr>
              <a:t>specific</a:t>
            </a:r>
            <a:r>
              <a:rPr dirty="0" sz="1100" spc="-40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A21F1F"/>
                </a:solidFill>
                <a:latin typeface="Arial"/>
                <a:cs typeface="Arial"/>
              </a:rPr>
              <a:t>driver</a:t>
            </a:r>
            <a:r>
              <a:rPr dirty="0" sz="1100" spc="-30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 spc="-50">
                <a:solidFill>
                  <a:srgbClr val="A21F1F"/>
                </a:solidFill>
                <a:latin typeface="Arial"/>
                <a:cs typeface="Arial"/>
              </a:rPr>
              <a:t>/ </a:t>
            </a:r>
            <a:r>
              <a:rPr dirty="0" sz="1100">
                <a:solidFill>
                  <a:srgbClr val="A21F1F"/>
                </a:solidFill>
                <a:latin typeface="Arial"/>
                <a:cs typeface="Arial"/>
              </a:rPr>
              <a:t>vehicle</a:t>
            </a:r>
            <a:r>
              <a:rPr dirty="0" sz="1100" spc="-50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A21F1F"/>
                </a:solidFill>
                <a:latin typeface="Arial"/>
                <a:cs typeface="Arial"/>
              </a:rPr>
              <a:t>insights</a:t>
            </a:r>
            <a:endParaRPr sz="110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9701910" y="3253232"/>
            <a:ext cx="2060575" cy="102616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algn="ctr" marL="12065" marR="5080" indent="-3175">
              <a:lnSpc>
                <a:spcPts val="1510"/>
              </a:lnSpc>
              <a:spcBef>
                <a:spcPts val="295"/>
              </a:spcBef>
            </a:pPr>
            <a:r>
              <a:rPr dirty="0" sz="1400" b="1">
                <a:latin typeface="Arial"/>
                <a:cs typeface="Arial"/>
              </a:rPr>
              <a:t>External</a:t>
            </a:r>
            <a:r>
              <a:rPr dirty="0" sz="1400" spc="-6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development</a:t>
            </a:r>
            <a:r>
              <a:rPr dirty="0" sz="1400" spc="50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of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the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digital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experience</a:t>
            </a:r>
            <a:endParaRPr sz="1400">
              <a:latin typeface="Arial"/>
              <a:cs typeface="Arial"/>
            </a:endParaRPr>
          </a:p>
          <a:p>
            <a:pPr algn="ctr" marL="201930" marR="197485">
              <a:lnSpc>
                <a:spcPts val="1190"/>
              </a:lnSpc>
              <a:spcBef>
                <a:spcPts val="1115"/>
              </a:spcBef>
            </a:pPr>
            <a:r>
              <a:rPr dirty="0" sz="1100">
                <a:latin typeface="Arial"/>
                <a:cs typeface="Arial"/>
              </a:rPr>
              <a:t>Entire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automotive</a:t>
            </a:r>
            <a:r>
              <a:rPr dirty="0" sz="1100" spc="-7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software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developed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by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tech </a:t>
            </a:r>
            <a:r>
              <a:rPr dirty="0" sz="1100" spc="-10">
                <a:latin typeface="Arial"/>
                <a:cs typeface="Arial"/>
              </a:rPr>
              <a:t>supplier</a:t>
            </a:r>
            <a:endParaRPr sz="110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9746360" y="4756150"/>
            <a:ext cx="1968500" cy="647065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algn="ctr" marL="12700" marR="5080" indent="635">
              <a:lnSpc>
                <a:spcPct val="90100"/>
              </a:lnSpc>
              <a:spcBef>
                <a:spcPts val="234"/>
              </a:spcBef>
            </a:pPr>
            <a:r>
              <a:rPr dirty="0" sz="1100" b="1">
                <a:solidFill>
                  <a:srgbClr val="A21F1F"/>
                </a:solidFill>
                <a:latin typeface="Arial"/>
                <a:cs typeface="Arial"/>
              </a:rPr>
              <a:t>Data</a:t>
            </a:r>
            <a:r>
              <a:rPr dirty="0" sz="1100" spc="-6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A21F1F"/>
                </a:solidFill>
                <a:latin typeface="Arial"/>
                <a:cs typeface="Arial"/>
              </a:rPr>
              <a:t>governance</a:t>
            </a:r>
            <a:r>
              <a:rPr dirty="0" sz="1100" spc="-3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A21F1F"/>
                </a:solidFill>
                <a:latin typeface="Arial"/>
                <a:cs typeface="Arial"/>
              </a:rPr>
              <a:t>between </a:t>
            </a:r>
            <a:r>
              <a:rPr dirty="0" sz="1100">
                <a:solidFill>
                  <a:srgbClr val="A21F1F"/>
                </a:solidFill>
                <a:latin typeface="Arial"/>
                <a:cs typeface="Arial"/>
              </a:rPr>
              <a:t>involved</a:t>
            </a:r>
            <a:r>
              <a:rPr dirty="0" sz="1100" spc="-30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A21F1F"/>
                </a:solidFill>
                <a:latin typeface="Arial"/>
                <a:cs typeface="Arial"/>
              </a:rPr>
              <a:t>stakeholders</a:t>
            </a:r>
            <a:r>
              <a:rPr dirty="0" sz="1100" spc="-75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A21F1F"/>
                </a:solidFill>
                <a:latin typeface="Arial"/>
                <a:cs typeface="Arial"/>
              </a:rPr>
              <a:t>crucial</a:t>
            </a:r>
            <a:r>
              <a:rPr dirty="0" sz="1100" spc="-55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A21F1F"/>
                </a:solidFill>
                <a:latin typeface="Arial"/>
                <a:cs typeface="Arial"/>
              </a:rPr>
              <a:t>to </a:t>
            </a:r>
            <a:r>
              <a:rPr dirty="0" sz="1100">
                <a:solidFill>
                  <a:srgbClr val="A21F1F"/>
                </a:solidFill>
                <a:latin typeface="Arial"/>
                <a:cs typeface="Arial"/>
              </a:rPr>
              <a:t>avoid </a:t>
            </a:r>
            <a:r>
              <a:rPr dirty="0" sz="1100" b="1">
                <a:solidFill>
                  <a:srgbClr val="A21F1F"/>
                </a:solidFill>
                <a:latin typeface="Arial"/>
                <a:cs typeface="Arial"/>
              </a:rPr>
              <a:t>downgrading</a:t>
            </a:r>
            <a:r>
              <a:rPr dirty="0" sz="1100" spc="-5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A21F1F"/>
                </a:solidFill>
                <a:latin typeface="Arial"/>
                <a:cs typeface="Arial"/>
              </a:rPr>
              <a:t>of</a:t>
            </a:r>
            <a:r>
              <a:rPr dirty="0" sz="1100" spc="-3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A21F1F"/>
                </a:solidFill>
                <a:latin typeface="Arial"/>
                <a:cs typeface="Arial"/>
              </a:rPr>
              <a:t>OEM</a:t>
            </a:r>
            <a:r>
              <a:rPr dirty="0" sz="1100" spc="-3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A21F1F"/>
                </a:solidFill>
                <a:latin typeface="Arial"/>
                <a:cs typeface="Arial"/>
              </a:rPr>
              <a:t>to </a:t>
            </a:r>
            <a:r>
              <a:rPr dirty="0" sz="1100">
                <a:solidFill>
                  <a:srgbClr val="A21F1F"/>
                </a:solidFill>
                <a:latin typeface="Arial"/>
                <a:cs typeface="Arial"/>
              </a:rPr>
              <a:t>pure</a:t>
            </a:r>
            <a:r>
              <a:rPr dirty="0" sz="1100" spc="-50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A21F1F"/>
                </a:solidFill>
                <a:latin typeface="Arial"/>
                <a:cs typeface="Arial"/>
              </a:rPr>
              <a:t>hardware</a:t>
            </a:r>
            <a:r>
              <a:rPr dirty="0" sz="1100" spc="-30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A21F1F"/>
                </a:solidFill>
                <a:latin typeface="Arial"/>
                <a:cs typeface="Arial"/>
              </a:rPr>
              <a:t>provisioning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402336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42874" y="6385205"/>
            <a:ext cx="11289665" cy="2451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35"/>
              </a:lnSpc>
            </a:pPr>
            <a:r>
              <a:rPr dirty="0" sz="750">
                <a:latin typeface="Arial"/>
                <a:cs typeface="Arial"/>
              </a:rPr>
              <a:t>Digital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Auto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Report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-20">
                <a:latin typeface="Arial"/>
                <a:cs typeface="Arial"/>
              </a:rPr>
              <a:t>2023</a:t>
            </a: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0"/>
              </a:spcBef>
              <a:tabLst>
                <a:tab pos="11182350" algn="l"/>
              </a:tabLst>
            </a:pPr>
            <a:r>
              <a:rPr dirty="0" sz="750" spc="-10">
                <a:latin typeface="Arial"/>
                <a:cs typeface="Arial"/>
              </a:rPr>
              <a:t>Strategy&amp;</a:t>
            </a:r>
            <a:r>
              <a:rPr dirty="0" sz="750">
                <a:latin typeface="Arial"/>
                <a:cs typeface="Arial"/>
              </a:rPr>
              <a:t>	</a:t>
            </a:r>
            <a:r>
              <a:rPr dirty="0" sz="750" spc="-25">
                <a:latin typeface="Arial"/>
                <a:cs typeface="Arial"/>
              </a:rPr>
              <a:t>28</a:t>
            </a:r>
            <a:endParaRPr sz="75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571113" y="4977510"/>
            <a:ext cx="546481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i="1">
                <a:solidFill>
                  <a:srgbClr val="A21F1F"/>
                </a:solidFill>
                <a:latin typeface="Georgia"/>
                <a:cs typeface="Georgia"/>
              </a:rPr>
              <a:t>Rethinking</a:t>
            </a:r>
            <a:r>
              <a:rPr dirty="0" sz="4000" spc="-155" i="1">
                <a:solidFill>
                  <a:srgbClr val="A21F1F"/>
                </a:solidFill>
                <a:latin typeface="Georgia"/>
                <a:cs typeface="Georgia"/>
              </a:rPr>
              <a:t> </a:t>
            </a:r>
            <a:r>
              <a:rPr dirty="0" sz="4000" i="1">
                <a:solidFill>
                  <a:srgbClr val="A21F1F"/>
                </a:solidFill>
                <a:latin typeface="Georgia"/>
                <a:cs typeface="Georgia"/>
              </a:rPr>
              <a:t>vehicle</a:t>
            </a:r>
            <a:r>
              <a:rPr dirty="0" sz="4000" spc="-165" i="1">
                <a:solidFill>
                  <a:srgbClr val="A21F1F"/>
                </a:solidFill>
                <a:latin typeface="Georgia"/>
                <a:cs typeface="Georgia"/>
              </a:rPr>
              <a:t> </a:t>
            </a:r>
            <a:r>
              <a:rPr dirty="0" sz="4000" spc="-10" i="1">
                <a:solidFill>
                  <a:srgbClr val="A21F1F"/>
                </a:solidFill>
                <a:latin typeface="Georgia"/>
                <a:cs typeface="Georgia"/>
              </a:rPr>
              <a:t>sales</a:t>
            </a:r>
            <a:endParaRPr sz="40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6700" y="6217920"/>
            <a:ext cx="11633200" cy="457200"/>
          </a:xfrm>
          <a:custGeom>
            <a:avLst/>
            <a:gdLst/>
            <a:ahLst/>
            <a:cxnLst/>
            <a:rect l="l" t="t" r="r" b="b"/>
            <a:pathLst>
              <a:path w="11633200" h="457200">
                <a:moveTo>
                  <a:pt x="11632692" y="0"/>
                </a:moveTo>
                <a:lnTo>
                  <a:pt x="0" y="0"/>
                </a:lnTo>
                <a:lnTo>
                  <a:pt x="0" y="457199"/>
                </a:lnTo>
                <a:lnTo>
                  <a:pt x="11632692" y="457199"/>
                </a:lnTo>
                <a:lnTo>
                  <a:pt x="1163269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6341160"/>
            <a:ext cx="1062355" cy="3003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300"/>
              </a:lnSpc>
              <a:spcBef>
                <a:spcPts val="95"/>
              </a:spcBef>
            </a:pPr>
            <a:r>
              <a:rPr dirty="0" sz="750">
                <a:latin typeface="Arial"/>
                <a:cs typeface="Arial"/>
              </a:rPr>
              <a:t>Digital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Auto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Report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-20">
                <a:latin typeface="Arial"/>
                <a:cs typeface="Arial"/>
              </a:rPr>
              <a:t>2023</a:t>
            </a:r>
            <a:r>
              <a:rPr dirty="0" sz="750" spc="-10">
                <a:latin typeface="Arial"/>
                <a:cs typeface="Arial"/>
              </a:rPr>
              <a:t> Strategy&amp;</a:t>
            </a:r>
            <a:endParaRPr sz="7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43483" y="5634228"/>
            <a:ext cx="3214370" cy="325120"/>
          </a:xfrm>
          <a:custGeom>
            <a:avLst/>
            <a:gdLst/>
            <a:ahLst/>
            <a:cxnLst/>
            <a:rect l="l" t="t" r="r" b="b"/>
            <a:pathLst>
              <a:path w="3214370" h="325120">
                <a:moveTo>
                  <a:pt x="3214116" y="0"/>
                </a:moveTo>
                <a:lnTo>
                  <a:pt x="0" y="0"/>
                </a:lnTo>
                <a:lnTo>
                  <a:pt x="0" y="324612"/>
                </a:lnTo>
                <a:lnTo>
                  <a:pt x="3214116" y="324612"/>
                </a:lnTo>
                <a:lnTo>
                  <a:pt x="3214116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94182" y="5688279"/>
            <a:ext cx="273367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Duration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(average</a:t>
            </a:r>
            <a:r>
              <a:rPr dirty="0" sz="12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figures</a:t>
            </a: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Arial"/>
                <a:cs typeface="Arial"/>
              </a:rPr>
              <a:t>Germany)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43483" y="2558795"/>
            <a:ext cx="970915" cy="3004185"/>
          </a:xfrm>
          <a:custGeom>
            <a:avLst/>
            <a:gdLst/>
            <a:ahLst/>
            <a:cxnLst/>
            <a:rect l="l" t="t" r="r" b="b"/>
            <a:pathLst>
              <a:path w="970915" h="3004185">
                <a:moveTo>
                  <a:pt x="970788" y="0"/>
                </a:moveTo>
                <a:lnTo>
                  <a:pt x="0" y="0"/>
                </a:lnTo>
                <a:lnTo>
                  <a:pt x="0" y="3003804"/>
                </a:lnTo>
                <a:lnTo>
                  <a:pt x="970788" y="3003804"/>
                </a:lnTo>
                <a:lnTo>
                  <a:pt x="970788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94182" y="3861307"/>
            <a:ext cx="65341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Included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services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43483" y="2173223"/>
            <a:ext cx="3211195" cy="325120"/>
          </a:xfrm>
          <a:custGeom>
            <a:avLst/>
            <a:gdLst/>
            <a:ahLst/>
            <a:cxnLst/>
            <a:rect l="l" t="t" r="r" b="b"/>
            <a:pathLst>
              <a:path w="3211195" h="325119">
                <a:moveTo>
                  <a:pt x="3211067" y="0"/>
                </a:moveTo>
                <a:lnTo>
                  <a:pt x="0" y="0"/>
                </a:lnTo>
                <a:lnTo>
                  <a:pt x="0" y="324612"/>
                </a:lnTo>
                <a:lnTo>
                  <a:pt x="3211067" y="324612"/>
                </a:lnTo>
                <a:lnTo>
                  <a:pt x="3211067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94182" y="2226945"/>
            <a:ext cx="1800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Relative</a:t>
            </a:r>
            <a:r>
              <a:rPr dirty="0" sz="12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price</a:t>
            </a:r>
            <a:r>
              <a:rPr dirty="0" sz="12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per</a:t>
            </a:r>
            <a:r>
              <a:rPr dirty="0" sz="12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month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50564" y="2247900"/>
            <a:ext cx="7982711" cy="228600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3756659" y="2066544"/>
            <a:ext cx="1917700" cy="45720"/>
          </a:xfrm>
          <a:custGeom>
            <a:avLst/>
            <a:gdLst/>
            <a:ahLst/>
            <a:cxnLst/>
            <a:rect l="l" t="t" r="r" b="b"/>
            <a:pathLst>
              <a:path w="1917700" h="45719">
                <a:moveTo>
                  <a:pt x="1917191" y="0"/>
                </a:moveTo>
                <a:lnTo>
                  <a:pt x="0" y="0"/>
                </a:lnTo>
                <a:lnTo>
                  <a:pt x="0" y="45720"/>
                </a:lnTo>
                <a:lnTo>
                  <a:pt x="1917191" y="45720"/>
                </a:lnTo>
                <a:lnTo>
                  <a:pt x="1917191" y="0"/>
                </a:lnTo>
                <a:close/>
              </a:path>
            </a:pathLst>
          </a:custGeom>
          <a:solidFill>
            <a:srgbClr val="7C1A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793616" y="5644692"/>
            <a:ext cx="3048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latin typeface="Arial"/>
                <a:cs typeface="Arial"/>
              </a:rPr>
              <a:t>2</a:t>
            </a:r>
            <a:endParaRPr sz="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900" spc="-10">
                <a:latin typeface="Arial"/>
                <a:cs typeface="Arial"/>
              </a:rPr>
              <a:t>years</a:t>
            </a:r>
            <a:endParaRPr sz="9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06797" y="5839155"/>
            <a:ext cx="35877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latin typeface="Arial"/>
                <a:cs typeface="Arial"/>
              </a:rPr>
              <a:t>3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years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89959" y="2158745"/>
            <a:ext cx="1448435" cy="2698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4175" marR="5080" indent="-372110">
              <a:lnSpc>
                <a:spcPct val="100000"/>
              </a:lnSpc>
              <a:spcBef>
                <a:spcPts val="105"/>
              </a:spcBef>
            </a:pPr>
            <a:r>
              <a:rPr dirty="0" sz="800" b="1">
                <a:latin typeface="Arial"/>
                <a:cs typeface="Arial"/>
              </a:rPr>
              <a:t>Low</a:t>
            </a:r>
            <a:r>
              <a:rPr dirty="0" sz="800">
                <a:latin typeface="Arial"/>
                <a:cs typeface="Arial"/>
              </a:rPr>
              <a:t>,</a:t>
            </a:r>
            <a:r>
              <a:rPr dirty="0" sz="800" spc="-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due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to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fewer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services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 spc="-25">
                <a:latin typeface="Arial"/>
                <a:cs typeface="Arial"/>
              </a:rPr>
              <a:t>and</a:t>
            </a:r>
            <a:r>
              <a:rPr dirty="0" sz="800">
                <a:latin typeface="Arial"/>
                <a:cs typeface="Arial"/>
              </a:rPr>
              <a:t> longer</a:t>
            </a:r>
            <a:r>
              <a:rPr dirty="0" sz="800" spc="-3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duration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683252" y="5770371"/>
            <a:ext cx="148590" cy="50800"/>
          </a:xfrm>
          <a:custGeom>
            <a:avLst/>
            <a:gdLst/>
            <a:ahLst/>
            <a:cxnLst/>
            <a:rect l="l" t="t" r="r" b="b"/>
            <a:pathLst>
              <a:path w="148589" h="50800">
                <a:moveTo>
                  <a:pt x="50800" y="0"/>
                </a:moveTo>
                <a:lnTo>
                  <a:pt x="0" y="25399"/>
                </a:lnTo>
                <a:lnTo>
                  <a:pt x="50800" y="50799"/>
                </a:lnTo>
                <a:lnTo>
                  <a:pt x="50800" y="31749"/>
                </a:lnTo>
                <a:lnTo>
                  <a:pt x="38100" y="31749"/>
                </a:lnTo>
                <a:lnTo>
                  <a:pt x="38100" y="19049"/>
                </a:lnTo>
                <a:lnTo>
                  <a:pt x="50800" y="19049"/>
                </a:lnTo>
                <a:lnTo>
                  <a:pt x="50800" y="0"/>
                </a:lnTo>
                <a:close/>
              </a:path>
              <a:path w="148589" h="50800">
                <a:moveTo>
                  <a:pt x="50800" y="19049"/>
                </a:moveTo>
                <a:lnTo>
                  <a:pt x="38100" y="19049"/>
                </a:lnTo>
                <a:lnTo>
                  <a:pt x="38100" y="31749"/>
                </a:lnTo>
                <a:lnTo>
                  <a:pt x="50800" y="31749"/>
                </a:lnTo>
                <a:lnTo>
                  <a:pt x="50800" y="19049"/>
                </a:lnTo>
                <a:close/>
              </a:path>
              <a:path w="148589" h="50800">
                <a:moveTo>
                  <a:pt x="148209" y="19049"/>
                </a:moveTo>
                <a:lnTo>
                  <a:pt x="50800" y="19049"/>
                </a:lnTo>
                <a:lnTo>
                  <a:pt x="50800" y="31749"/>
                </a:lnTo>
                <a:lnTo>
                  <a:pt x="148209" y="31749"/>
                </a:lnTo>
                <a:lnTo>
                  <a:pt x="148209" y="19049"/>
                </a:lnTo>
                <a:close/>
              </a:path>
            </a:pathLst>
          </a:custGeom>
          <a:solidFill>
            <a:srgbClr val="A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647057" y="5623661"/>
            <a:ext cx="220979" cy="1282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50" spc="-10">
                <a:solidFill>
                  <a:srgbClr val="A21F1F"/>
                </a:solidFill>
                <a:latin typeface="Arial"/>
                <a:cs typeface="Arial"/>
              </a:rPr>
              <a:t>trend</a:t>
            </a:r>
            <a:endParaRPr sz="6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271896" y="5644692"/>
            <a:ext cx="9385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15240">
              <a:lnSpc>
                <a:spcPct val="100000"/>
              </a:lnSpc>
              <a:spcBef>
                <a:spcPts val="100"/>
              </a:spcBef>
              <a:tabLst>
                <a:tab pos="566420" algn="l"/>
              </a:tabLst>
            </a:pPr>
            <a:r>
              <a:rPr dirty="0" sz="900" spc="-10">
                <a:latin typeface="Arial"/>
                <a:cs typeface="Arial"/>
              </a:rPr>
              <a:t>5-</a:t>
            </a:r>
            <a:r>
              <a:rPr dirty="0" sz="900" spc="-50">
                <a:latin typeface="Arial"/>
                <a:cs typeface="Arial"/>
              </a:rPr>
              <a:t>9</a:t>
            </a:r>
            <a:r>
              <a:rPr dirty="0" sz="900">
                <a:latin typeface="Arial"/>
                <a:cs typeface="Arial"/>
              </a:rPr>
              <a:t>	</a:t>
            </a:r>
            <a:r>
              <a:rPr dirty="0" sz="900" spc="-50">
                <a:latin typeface="Arial"/>
                <a:cs typeface="Arial"/>
              </a:rPr>
              <a:t>1</a:t>
            </a:r>
            <a:endParaRPr sz="900">
              <a:latin typeface="Arial"/>
              <a:cs typeface="Arial"/>
            </a:endParaRPr>
          </a:p>
          <a:p>
            <a:pPr algn="ctr" marL="12700">
              <a:lnSpc>
                <a:spcPct val="100000"/>
              </a:lnSpc>
              <a:tabLst>
                <a:tab pos="542925" algn="l"/>
              </a:tabLst>
            </a:pPr>
            <a:r>
              <a:rPr dirty="0" sz="900" spc="-10">
                <a:latin typeface="Arial"/>
                <a:cs typeface="Arial"/>
              </a:rPr>
              <a:t>years</a:t>
            </a:r>
            <a:r>
              <a:rPr dirty="0" baseline="27777" sz="900" spc="-15">
                <a:latin typeface="Arial"/>
                <a:cs typeface="Arial"/>
              </a:rPr>
              <a:t>2)</a:t>
            </a:r>
            <a:r>
              <a:rPr dirty="0" baseline="27777" sz="900">
                <a:latin typeface="Arial"/>
                <a:cs typeface="Arial"/>
              </a:rPr>
              <a:t>	</a:t>
            </a:r>
            <a:r>
              <a:rPr dirty="0" sz="900" spc="-10">
                <a:latin typeface="Arial"/>
                <a:cs typeface="Arial"/>
              </a:rPr>
              <a:t>month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339965" y="5644692"/>
            <a:ext cx="3048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858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Arial"/>
                <a:cs typeface="Arial"/>
              </a:rPr>
              <a:t>2-</a:t>
            </a:r>
            <a:r>
              <a:rPr dirty="0" sz="900" spc="-50">
                <a:latin typeface="Arial"/>
                <a:cs typeface="Arial"/>
              </a:rPr>
              <a:t>6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900" spc="-10">
                <a:latin typeface="Arial"/>
                <a:cs typeface="Arial"/>
              </a:rPr>
              <a:t>years</a:t>
            </a:r>
            <a:endParaRPr sz="9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768340" y="2066544"/>
            <a:ext cx="1917700" cy="45720"/>
          </a:xfrm>
          <a:custGeom>
            <a:avLst/>
            <a:gdLst/>
            <a:ahLst/>
            <a:cxnLst/>
            <a:rect l="l" t="t" r="r" b="b"/>
            <a:pathLst>
              <a:path w="1917700" h="45719">
                <a:moveTo>
                  <a:pt x="1917191" y="0"/>
                </a:moveTo>
                <a:lnTo>
                  <a:pt x="0" y="0"/>
                </a:lnTo>
                <a:lnTo>
                  <a:pt x="0" y="45720"/>
                </a:lnTo>
                <a:lnTo>
                  <a:pt x="1917191" y="45720"/>
                </a:lnTo>
                <a:lnTo>
                  <a:pt x="1917191" y="0"/>
                </a:lnTo>
                <a:close/>
              </a:path>
            </a:pathLst>
          </a:custGeom>
          <a:solidFill>
            <a:srgbClr val="A21F1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9" name="object 19"/>
          <p:cNvGrpSpPr/>
          <p:nvPr/>
        </p:nvGrpSpPr>
        <p:grpSpPr>
          <a:xfrm>
            <a:off x="6213347" y="5748528"/>
            <a:ext cx="1112520" cy="96520"/>
            <a:chOff x="6213347" y="5748528"/>
            <a:chExt cx="1112520" cy="96520"/>
          </a:xfrm>
        </p:grpSpPr>
        <p:sp>
          <p:nvSpPr>
            <p:cNvPr id="20" name="object 20"/>
            <p:cNvSpPr/>
            <p:nvPr/>
          </p:nvSpPr>
          <p:spPr>
            <a:xfrm>
              <a:off x="6213347" y="5748528"/>
              <a:ext cx="1112520" cy="96520"/>
            </a:xfrm>
            <a:custGeom>
              <a:avLst/>
              <a:gdLst/>
              <a:ahLst/>
              <a:cxnLst/>
              <a:rect l="l" t="t" r="r" b="b"/>
              <a:pathLst>
                <a:path w="1112520" h="96520">
                  <a:moveTo>
                    <a:pt x="1064514" y="0"/>
                  </a:moveTo>
                  <a:lnTo>
                    <a:pt x="48006" y="0"/>
                  </a:lnTo>
                  <a:lnTo>
                    <a:pt x="29307" y="3771"/>
                  </a:lnTo>
                  <a:lnTo>
                    <a:pt x="14049" y="14058"/>
                  </a:lnTo>
                  <a:lnTo>
                    <a:pt x="3768" y="29317"/>
                  </a:lnTo>
                  <a:lnTo>
                    <a:pt x="0" y="48006"/>
                  </a:lnTo>
                  <a:lnTo>
                    <a:pt x="3768" y="66694"/>
                  </a:lnTo>
                  <a:lnTo>
                    <a:pt x="14049" y="81953"/>
                  </a:lnTo>
                  <a:lnTo>
                    <a:pt x="29307" y="92240"/>
                  </a:lnTo>
                  <a:lnTo>
                    <a:pt x="48006" y="96012"/>
                  </a:lnTo>
                  <a:lnTo>
                    <a:pt x="1064514" y="96012"/>
                  </a:lnTo>
                  <a:lnTo>
                    <a:pt x="1083212" y="92240"/>
                  </a:lnTo>
                  <a:lnTo>
                    <a:pt x="1098470" y="81953"/>
                  </a:lnTo>
                  <a:lnTo>
                    <a:pt x="1108751" y="66694"/>
                  </a:lnTo>
                  <a:lnTo>
                    <a:pt x="1112520" y="48006"/>
                  </a:lnTo>
                  <a:lnTo>
                    <a:pt x="1108751" y="29317"/>
                  </a:lnTo>
                  <a:lnTo>
                    <a:pt x="1098470" y="14058"/>
                  </a:lnTo>
                  <a:lnTo>
                    <a:pt x="1083212" y="3771"/>
                  </a:lnTo>
                  <a:lnTo>
                    <a:pt x="106451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213347" y="5748528"/>
              <a:ext cx="974090" cy="96520"/>
            </a:xfrm>
            <a:custGeom>
              <a:avLst/>
              <a:gdLst/>
              <a:ahLst/>
              <a:cxnLst/>
              <a:rect l="l" t="t" r="r" b="b"/>
              <a:pathLst>
                <a:path w="974090" h="96520">
                  <a:moveTo>
                    <a:pt x="925830" y="0"/>
                  </a:moveTo>
                  <a:lnTo>
                    <a:pt x="48006" y="0"/>
                  </a:lnTo>
                  <a:lnTo>
                    <a:pt x="29307" y="3771"/>
                  </a:lnTo>
                  <a:lnTo>
                    <a:pt x="14049" y="14058"/>
                  </a:lnTo>
                  <a:lnTo>
                    <a:pt x="3768" y="29317"/>
                  </a:lnTo>
                  <a:lnTo>
                    <a:pt x="0" y="48006"/>
                  </a:lnTo>
                  <a:lnTo>
                    <a:pt x="3768" y="66694"/>
                  </a:lnTo>
                  <a:lnTo>
                    <a:pt x="14049" y="81953"/>
                  </a:lnTo>
                  <a:lnTo>
                    <a:pt x="29307" y="92240"/>
                  </a:lnTo>
                  <a:lnTo>
                    <a:pt x="48006" y="96012"/>
                  </a:lnTo>
                  <a:lnTo>
                    <a:pt x="925830" y="96012"/>
                  </a:lnTo>
                  <a:lnTo>
                    <a:pt x="944528" y="92240"/>
                  </a:lnTo>
                  <a:lnTo>
                    <a:pt x="959786" y="81953"/>
                  </a:lnTo>
                  <a:lnTo>
                    <a:pt x="970067" y="66694"/>
                  </a:lnTo>
                  <a:lnTo>
                    <a:pt x="973836" y="48006"/>
                  </a:lnTo>
                  <a:lnTo>
                    <a:pt x="970067" y="29317"/>
                  </a:lnTo>
                  <a:lnTo>
                    <a:pt x="959786" y="14058"/>
                  </a:lnTo>
                  <a:lnTo>
                    <a:pt x="944528" y="3771"/>
                  </a:lnTo>
                  <a:lnTo>
                    <a:pt x="925830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6586473" y="5839155"/>
            <a:ext cx="30797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latin typeface="Arial"/>
                <a:cs typeface="Arial"/>
              </a:rPr>
              <a:t>1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year</a:t>
            </a:r>
            <a:endParaRPr sz="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729476" y="5702605"/>
            <a:ext cx="222885" cy="2470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1190"/>
              </a:lnSpc>
              <a:spcBef>
                <a:spcPts val="114"/>
              </a:spcBef>
            </a:pPr>
            <a:r>
              <a:rPr dirty="0" sz="1050" spc="-50" b="1">
                <a:latin typeface="Arial"/>
                <a:cs typeface="Arial"/>
              </a:rPr>
              <a:t>Ø</a:t>
            </a:r>
            <a:endParaRPr sz="1050">
              <a:latin typeface="Arial"/>
              <a:cs typeface="Arial"/>
            </a:endParaRPr>
          </a:p>
          <a:p>
            <a:pPr algn="r" marR="5080">
              <a:lnSpc>
                <a:spcPts val="530"/>
              </a:lnSpc>
            </a:pPr>
            <a:r>
              <a:rPr dirty="0" sz="500" spc="-25">
                <a:latin typeface="Arial"/>
                <a:cs typeface="Arial"/>
              </a:rPr>
              <a:t>1)</a:t>
            </a:r>
            <a:endParaRPr sz="5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021704" y="2194306"/>
            <a:ext cx="141541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b="1">
                <a:latin typeface="Arial"/>
                <a:cs typeface="Arial"/>
              </a:rPr>
              <a:t>High</a:t>
            </a:r>
            <a:r>
              <a:rPr dirty="0" sz="800">
                <a:latin typeface="Arial"/>
                <a:cs typeface="Arial"/>
              </a:rPr>
              <a:t>,</a:t>
            </a:r>
            <a:r>
              <a:rPr dirty="0" sz="800" spc="-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due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to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high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convenience</a:t>
            </a:r>
            <a:endParaRPr sz="8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661660" y="2263139"/>
            <a:ext cx="4150360" cy="213360"/>
          </a:xfrm>
          <a:custGeom>
            <a:avLst/>
            <a:gdLst/>
            <a:ahLst/>
            <a:cxnLst/>
            <a:rect l="l" t="t" r="r" b="b"/>
            <a:pathLst>
              <a:path w="4150359" h="213360">
                <a:moveTo>
                  <a:pt x="103632" y="0"/>
                </a:moveTo>
                <a:lnTo>
                  <a:pt x="0" y="0"/>
                </a:lnTo>
                <a:lnTo>
                  <a:pt x="0" y="213360"/>
                </a:lnTo>
                <a:lnTo>
                  <a:pt x="103632" y="213360"/>
                </a:lnTo>
                <a:lnTo>
                  <a:pt x="103632" y="0"/>
                </a:lnTo>
                <a:close/>
              </a:path>
              <a:path w="4150359" h="213360">
                <a:moveTo>
                  <a:pt x="2132076" y="0"/>
                </a:moveTo>
                <a:lnTo>
                  <a:pt x="2028444" y="0"/>
                </a:lnTo>
                <a:lnTo>
                  <a:pt x="2028444" y="213360"/>
                </a:lnTo>
                <a:lnTo>
                  <a:pt x="2132076" y="213360"/>
                </a:lnTo>
                <a:lnTo>
                  <a:pt x="2132076" y="0"/>
                </a:lnTo>
                <a:close/>
              </a:path>
              <a:path w="4150359" h="213360">
                <a:moveTo>
                  <a:pt x="4149852" y="0"/>
                </a:moveTo>
                <a:lnTo>
                  <a:pt x="4046220" y="0"/>
                </a:lnTo>
                <a:lnTo>
                  <a:pt x="4046220" y="213360"/>
                </a:lnTo>
                <a:lnTo>
                  <a:pt x="4149852" y="213360"/>
                </a:lnTo>
                <a:lnTo>
                  <a:pt x="414985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793735" y="2066544"/>
            <a:ext cx="1917700" cy="45720"/>
          </a:xfrm>
          <a:custGeom>
            <a:avLst/>
            <a:gdLst/>
            <a:ahLst/>
            <a:cxnLst/>
            <a:rect l="l" t="t" r="r" b="b"/>
            <a:pathLst>
              <a:path w="1917700" h="45719">
                <a:moveTo>
                  <a:pt x="1917192" y="0"/>
                </a:moveTo>
                <a:lnTo>
                  <a:pt x="0" y="0"/>
                </a:lnTo>
                <a:lnTo>
                  <a:pt x="0" y="45720"/>
                </a:lnTo>
                <a:lnTo>
                  <a:pt x="1917192" y="45720"/>
                </a:lnTo>
                <a:lnTo>
                  <a:pt x="1917192" y="0"/>
                </a:lnTo>
                <a:close/>
              </a:path>
            </a:pathLst>
          </a:custGeom>
          <a:solidFill>
            <a:srgbClr val="BA274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7852918" y="5648959"/>
            <a:ext cx="21145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latin typeface="Arial"/>
                <a:cs typeface="Arial"/>
              </a:rPr>
              <a:t>1</a:t>
            </a:r>
            <a:endParaRPr sz="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900" spc="-25">
                <a:latin typeface="Arial"/>
                <a:cs typeface="Arial"/>
              </a:rPr>
              <a:t>day</a:t>
            </a:r>
            <a:endParaRPr sz="9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419335" y="5648959"/>
            <a:ext cx="2476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latin typeface="Arial"/>
                <a:cs typeface="Arial"/>
              </a:rPr>
              <a:t>1</a:t>
            </a:r>
            <a:endParaRPr sz="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900" spc="-20">
                <a:latin typeface="Arial"/>
                <a:cs typeface="Arial"/>
              </a:rPr>
              <a:t>year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8194547" y="5753100"/>
            <a:ext cx="1111250" cy="96520"/>
            <a:chOff x="8194547" y="5753100"/>
            <a:chExt cx="1111250" cy="96520"/>
          </a:xfrm>
        </p:grpSpPr>
        <p:sp>
          <p:nvSpPr>
            <p:cNvPr id="30" name="object 30"/>
            <p:cNvSpPr/>
            <p:nvPr/>
          </p:nvSpPr>
          <p:spPr>
            <a:xfrm>
              <a:off x="8194547" y="5753100"/>
              <a:ext cx="1111250" cy="96520"/>
            </a:xfrm>
            <a:custGeom>
              <a:avLst/>
              <a:gdLst/>
              <a:ahLst/>
              <a:cxnLst/>
              <a:rect l="l" t="t" r="r" b="b"/>
              <a:pathLst>
                <a:path w="1111250" h="96520">
                  <a:moveTo>
                    <a:pt x="1062990" y="0"/>
                  </a:moveTo>
                  <a:lnTo>
                    <a:pt x="48006" y="0"/>
                  </a:lnTo>
                  <a:lnTo>
                    <a:pt x="29307" y="3771"/>
                  </a:lnTo>
                  <a:lnTo>
                    <a:pt x="14049" y="14058"/>
                  </a:lnTo>
                  <a:lnTo>
                    <a:pt x="3768" y="29317"/>
                  </a:lnTo>
                  <a:lnTo>
                    <a:pt x="0" y="48006"/>
                  </a:lnTo>
                  <a:lnTo>
                    <a:pt x="3768" y="66694"/>
                  </a:lnTo>
                  <a:lnTo>
                    <a:pt x="14049" y="81953"/>
                  </a:lnTo>
                  <a:lnTo>
                    <a:pt x="29307" y="92240"/>
                  </a:lnTo>
                  <a:lnTo>
                    <a:pt x="48006" y="96012"/>
                  </a:lnTo>
                  <a:lnTo>
                    <a:pt x="1062990" y="96012"/>
                  </a:lnTo>
                  <a:lnTo>
                    <a:pt x="1081688" y="92240"/>
                  </a:lnTo>
                  <a:lnTo>
                    <a:pt x="1096946" y="81953"/>
                  </a:lnTo>
                  <a:lnTo>
                    <a:pt x="1107227" y="66694"/>
                  </a:lnTo>
                  <a:lnTo>
                    <a:pt x="1110996" y="48006"/>
                  </a:lnTo>
                  <a:lnTo>
                    <a:pt x="1107227" y="29317"/>
                  </a:lnTo>
                  <a:lnTo>
                    <a:pt x="1096946" y="14058"/>
                  </a:lnTo>
                  <a:lnTo>
                    <a:pt x="1081688" y="3771"/>
                  </a:lnTo>
                  <a:lnTo>
                    <a:pt x="106299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63127" y="5753100"/>
              <a:ext cx="243840" cy="96012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8102854" y="2189733"/>
            <a:ext cx="1298575" cy="2698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51460" marR="5080" indent="-239395">
              <a:lnSpc>
                <a:spcPct val="100000"/>
              </a:lnSpc>
              <a:spcBef>
                <a:spcPts val="105"/>
              </a:spcBef>
            </a:pPr>
            <a:r>
              <a:rPr dirty="0" sz="800" b="1">
                <a:latin typeface="Arial"/>
                <a:cs typeface="Arial"/>
              </a:rPr>
              <a:t>High</a:t>
            </a:r>
            <a:r>
              <a:rPr dirty="0" sz="800">
                <a:latin typeface="Arial"/>
                <a:cs typeface="Arial"/>
              </a:rPr>
              <a:t>,</a:t>
            </a:r>
            <a:r>
              <a:rPr dirty="0" sz="800" spc="-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due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to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high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amount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 spc="-25">
                <a:latin typeface="Arial"/>
                <a:cs typeface="Arial"/>
              </a:rPr>
              <a:t>of</a:t>
            </a:r>
            <a:r>
              <a:rPr dirty="0" sz="800">
                <a:latin typeface="Arial"/>
                <a:cs typeface="Arial"/>
              </a:rPr>
              <a:t> </a:t>
            </a:r>
            <a:r>
              <a:rPr dirty="0" sz="800">
                <a:solidFill>
                  <a:srgbClr val="FFFFFF"/>
                </a:solidFill>
                <a:latin typeface="Arial"/>
                <a:cs typeface="Arial"/>
              </a:rPr>
              <a:t>included</a:t>
            </a:r>
            <a:r>
              <a:rPr dirty="0" sz="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Arial"/>
                <a:cs typeface="Arial"/>
              </a:rPr>
              <a:t>mileage</a:t>
            </a:r>
            <a:endParaRPr sz="8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172957" y="5702604"/>
            <a:ext cx="434975" cy="30924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ts val="1255"/>
              </a:lnSpc>
              <a:spcBef>
                <a:spcPts val="120"/>
              </a:spcBef>
            </a:pPr>
            <a:r>
              <a:rPr dirty="0" sz="1050" spc="-50" b="1">
                <a:latin typeface="Arial"/>
                <a:cs typeface="Arial"/>
              </a:rPr>
              <a:t>Ø</a:t>
            </a:r>
            <a:endParaRPr sz="1050">
              <a:latin typeface="Arial"/>
              <a:cs typeface="Arial"/>
            </a:endParaRPr>
          </a:p>
          <a:p>
            <a:pPr algn="ctr">
              <a:lnSpc>
                <a:spcPts val="955"/>
              </a:lnSpc>
            </a:pPr>
            <a:r>
              <a:rPr dirty="0" sz="800">
                <a:latin typeface="Arial"/>
                <a:cs typeface="Arial"/>
              </a:rPr>
              <a:t>7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days</a:t>
            </a:r>
            <a:r>
              <a:rPr dirty="0" baseline="27777" sz="750" spc="-15">
                <a:latin typeface="Arial"/>
                <a:cs typeface="Arial"/>
              </a:rPr>
              <a:t>1)</a:t>
            </a:r>
            <a:endParaRPr baseline="27777" sz="75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9816083" y="2066544"/>
            <a:ext cx="1917700" cy="45720"/>
          </a:xfrm>
          <a:custGeom>
            <a:avLst/>
            <a:gdLst/>
            <a:ahLst/>
            <a:cxnLst/>
            <a:rect l="l" t="t" r="r" b="b"/>
            <a:pathLst>
              <a:path w="1917700" h="45719">
                <a:moveTo>
                  <a:pt x="1917192" y="0"/>
                </a:moveTo>
                <a:lnTo>
                  <a:pt x="0" y="0"/>
                </a:lnTo>
                <a:lnTo>
                  <a:pt x="0" y="45720"/>
                </a:lnTo>
                <a:lnTo>
                  <a:pt x="1917192" y="45720"/>
                </a:lnTo>
                <a:lnTo>
                  <a:pt x="1917192" y="0"/>
                </a:lnTo>
                <a:close/>
              </a:path>
            </a:pathLst>
          </a:custGeom>
          <a:solidFill>
            <a:srgbClr val="DB52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9890886" y="5644692"/>
            <a:ext cx="24320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8419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latin typeface="Arial"/>
                <a:cs typeface="Arial"/>
              </a:rPr>
              <a:t>10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900" spc="-20">
                <a:latin typeface="Arial"/>
                <a:cs typeface="Arial"/>
              </a:rPr>
              <a:t>min.</a:t>
            </a:r>
            <a:endParaRPr sz="9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1451081" y="5644692"/>
            <a:ext cx="2914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latin typeface="Arial"/>
                <a:cs typeface="Arial"/>
              </a:rPr>
              <a:t>1</a:t>
            </a:r>
            <a:endParaRPr sz="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900" spc="-20">
                <a:latin typeface="Arial"/>
                <a:cs typeface="Arial"/>
              </a:rPr>
              <a:t>week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0248900" y="5748528"/>
            <a:ext cx="1111250" cy="96520"/>
            <a:chOff x="10248900" y="5748528"/>
            <a:chExt cx="1111250" cy="96520"/>
          </a:xfrm>
        </p:grpSpPr>
        <p:sp>
          <p:nvSpPr>
            <p:cNvPr id="38" name="object 38"/>
            <p:cNvSpPr/>
            <p:nvPr/>
          </p:nvSpPr>
          <p:spPr>
            <a:xfrm>
              <a:off x="10248900" y="5748528"/>
              <a:ext cx="1111250" cy="96520"/>
            </a:xfrm>
            <a:custGeom>
              <a:avLst/>
              <a:gdLst/>
              <a:ahLst/>
              <a:cxnLst/>
              <a:rect l="l" t="t" r="r" b="b"/>
              <a:pathLst>
                <a:path w="1111250" h="96520">
                  <a:moveTo>
                    <a:pt x="1062990" y="0"/>
                  </a:moveTo>
                  <a:lnTo>
                    <a:pt x="48006" y="0"/>
                  </a:lnTo>
                  <a:lnTo>
                    <a:pt x="29307" y="3771"/>
                  </a:lnTo>
                  <a:lnTo>
                    <a:pt x="14049" y="14058"/>
                  </a:lnTo>
                  <a:lnTo>
                    <a:pt x="3768" y="29317"/>
                  </a:lnTo>
                  <a:lnTo>
                    <a:pt x="0" y="48006"/>
                  </a:lnTo>
                  <a:lnTo>
                    <a:pt x="3768" y="66694"/>
                  </a:lnTo>
                  <a:lnTo>
                    <a:pt x="14049" y="81953"/>
                  </a:lnTo>
                  <a:lnTo>
                    <a:pt x="29307" y="92240"/>
                  </a:lnTo>
                  <a:lnTo>
                    <a:pt x="48006" y="96012"/>
                  </a:lnTo>
                  <a:lnTo>
                    <a:pt x="1062990" y="96012"/>
                  </a:lnTo>
                  <a:lnTo>
                    <a:pt x="1081688" y="92240"/>
                  </a:lnTo>
                  <a:lnTo>
                    <a:pt x="1096946" y="81953"/>
                  </a:lnTo>
                  <a:lnTo>
                    <a:pt x="1107227" y="66694"/>
                  </a:lnTo>
                  <a:lnTo>
                    <a:pt x="1110996" y="48006"/>
                  </a:lnTo>
                  <a:lnTo>
                    <a:pt x="1107227" y="29317"/>
                  </a:lnTo>
                  <a:lnTo>
                    <a:pt x="1096946" y="14058"/>
                  </a:lnTo>
                  <a:lnTo>
                    <a:pt x="1081688" y="3771"/>
                  </a:lnTo>
                  <a:lnTo>
                    <a:pt x="106299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10248900" y="5748528"/>
              <a:ext cx="416559" cy="96520"/>
            </a:xfrm>
            <a:custGeom>
              <a:avLst/>
              <a:gdLst/>
              <a:ahLst/>
              <a:cxnLst/>
              <a:rect l="l" t="t" r="r" b="b"/>
              <a:pathLst>
                <a:path w="416559" h="96520">
                  <a:moveTo>
                    <a:pt x="368046" y="0"/>
                  </a:moveTo>
                  <a:lnTo>
                    <a:pt x="48006" y="0"/>
                  </a:lnTo>
                  <a:lnTo>
                    <a:pt x="29307" y="3771"/>
                  </a:lnTo>
                  <a:lnTo>
                    <a:pt x="14049" y="14058"/>
                  </a:lnTo>
                  <a:lnTo>
                    <a:pt x="3768" y="29317"/>
                  </a:lnTo>
                  <a:lnTo>
                    <a:pt x="0" y="48006"/>
                  </a:lnTo>
                  <a:lnTo>
                    <a:pt x="3768" y="66694"/>
                  </a:lnTo>
                  <a:lnTo>
                    <a:pt x="14049" y="81953"/>
                  </a:lnTo>
                  <a:lnTo>
                    <a:pt x="29307" y="92240"/>
                  </a:lnTo>
                  <a:lnTo>
                    <a:pt x="48006" y="96012"/>
                  </a:lnTo>
                  <a:lnTo>
                    <a:pt x="368046" y="96012"/>
                  </a:lnTo>
                  <a:lnTo>
                    <a:pt x="386744" y="92240"/>
                  </a:lnTo>
                  <a:lnTo>
                    <a:pt x="402002" y="81953"/>
                  </a:lnTo>
                  <a:lnTo>
                    <a:pt x="412283" y="66694"/>
                  </a:lnTo>
                  <a:lnTo>
                    <a:pt x="416052" y="48006"/>
                  </a:lnTo>
                  <a:lnTo>
                    <a:pt x="412283" y="29317"/>
                  </a:lnTo>
                  <a:lnTo>
                    <a:pt x="402002" y="14058"/>
                  </a:lnTo>
                  <a:lnTo>
                    <a:pt x="386744" y="3771"/>
                  </a:lnTo>
                  <a:lnTo>
                    <a:pt x="368046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10491215" y="5770372"/>
              <a:ext cx="148590" cy="50800"/>
            </a:xfrm>
            <a:custGeom>
              <a:avLst/>
              <a:gdLst/>
              <a:ahLst/>
              <a:cxnLst/>
              <a:rect l="l" t="t" r="r" b="b"/>
              <a:pathLst>
                <a:path w="148590" h="50800">
                  <a:moveTo>
                    <a:pt x="97409" y="0"/>
                  </a:moveTo>
                  <a:lnTo>
                    <a:pt x="97409" y="50799"/>
                  </a:lnTo>
                  <a:lnTo>
                    <a:pt x="135509" y="31749"/>
                  </a:lnTo>
                  <a:lnTo>
                    <a:pt x="110109" y="31749"/>
                  </a:lnTo>
                  <a:lnTo>
                    <a:pt x="110109" y="19049"/>
                  </a:lnTo>
                  <a:lnTo>
                    <a:pt x="135509" y="19049"/>
                  </a:lnTo>
                  <a:lnTo>
                    <a:pt x="97409" y="0"/>
                  </a:lnTo>
                  <a:close/>
                </a:path>
                <a:path w="148590" h="50800">
                  <a:moveTo>
                    <a:pt x="97409" y="19049"/>
                  </a:moveTo>
                  <a:lnTo>
                    <a:pt x="0" y="19049"/>
                  </a:lnTo>
                  <a:lnTo>
                    <a:pt x="0" y="31749"/>
                  </a:lnTo>
                  <a:lnTo>
                    <a:pt x="97409" y="31749"/>
                  </a:lnTo>
                  <a:lnTo>
                    <a:pt x="97409" y="19049"/>
                  </a:lnTo>
                  <a:close/>
                </a:path>
                <a:path w="148590" h="50800">
                  <a:moveTo>
                    <a:pt x="135509" y="19049"/>
                  </a:moveTo>
                  <a:lnTo>
                    <a:pt x="110109" y="19049"/>
                  </a:lnTo>
                  <a:lnTo>
                    <a:pt x="110109" y="31749"/>
                  </a:lnTo>
                  <a:lnTo>
                    <a:pt x="135509" y="31749"/>
                  </a:lnTo>
                  <a:lnTo>
                    <a:pt x="148209" y="25399"/>
                  </a:lnTo>
                  <a:lnTo>
                    <a:pt x="135509" y="19049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10256519" y="5623661"/>
            <a:ext cx="445134" cy="38862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11454">
              <a:lnSpc>
                <a:spcPts val="700"/>
              </a:lnSpc>
              <a:spcBef>
                <a:spcPts val="120"/>
              </a:spcBef>
            </a:pPr>
            <a:r>
              <a:rPr dirty="0" sz="650" spc="-10">
                <a:solidFill>
                  <a:srgbClr val="A21F1F"/>
                </a:solidFill>
                <a:latin typeface="Arial"/>
                <a:cs typeface="Arial"/>
              </a:rPr>
              <a:t>trend</a:t>
            </a:r>
            <a:endParaRPr sz="650">
              <a:latin typeface="Arial"/>
              <a:cs typeface="Arial"/>
            </a:endParaRPr>
          </a:p>
          <a:p>
            <a:pPr marL="112395">
              <a:lnSpc>
                <a:spcPts val="1175"/>
              </a:lnSpc>
            </a:pPr>
            <a:r>
              <a:rPr dirty="0" sz="1050" spc="-50" b="1">
                <a:latin typeface="Arial"/>
                <a:cs typeface="Arial"/>
              </a:rPr>
              <a:t>Ø</a:t>
            </a:r>
            <a:endParaRPr sz="1050">
              <a:latin typeface="Arial"/>
              <a:cs typeface="Arial"/>
            </a:endParaRPr>
          </a:p>
          <a:p>
            <a:pPr marL="38100">
              <a:lnSpc>
                <a:spcPts val="960"/>
              </a:lnSpc>
            </a:pPr>
            <a:r>
              <a:rPr dirty="0" sz="800">
                <a:latin typeface="Arial"/>
                <a:cs typeface="Arial"/>
              </a:rPr>
              <a:t>30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min</a:t>
            </a:r>
            <a:r>
              <a:rPr dirty="0" baseline="27777" sz="750" spc="-15">
                <a:latin typeface="Arial"/>
                <a:cs typeface="Arial"/>
              </a:rPr>
              <a:t>1)</a:t>
            </a:r>
            <a:endParaRPr baseline="27777" sz="75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0010902" y="2246757"/>
            <a:ext cx="1699895" cy="257810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234950" marR="5080" indent="-222885">
              <a:lnSpc>
                <a:spcPts val="860"/>
              </a:lnSpc>
              <a:spcBef>
                <a:spcPts val="215"/>
              </a:spcBef>
            </a:pPr>
            <a:r>
              <a:rPr dirty="0" sz="800" b="1">
                <a:solidFill>
                  <a:srgbClr val="FFFFFF"/>
                </a:solidFill>
                <a:latin typeface="Arial"/>
                <a:cs typeface="Arial"/>
              </a:rPr>
              <a:t>Highest</a:t>
            </a:r>
            <a:r>
              <a:rPr dirty="0" sz="80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dirty="0" sz="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FFFFFF"/>
                </a:solidFill>
                <a:latin typeface="Arial"/>
                <a:cs typeface="Arial"/>
              </a:rPr>
              <a:t>due</a:t>
            </a:r>
            <a:r>
              <a:rPr dirty="0" sz="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FFFFFF"/>
                </a:solidFill>
                <a:latin typeface="Arial"/>
                <a:cs typeface="Arial"/>
              </a:rPr>
              <a:t>highest</a:t>
            </a:r>
            <a:r>
              <a:rPr dirty="0" sz="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Arial"/>
                <a:cs typeface="Arial"/>
              </a:rPr>
              <a:t>convenience </a:t>
            </a:r>
            <a:r>
              <a:rPr dirty="0" sz="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FFFFFF"/>
                </a:solidFill>
                <a:latin typeface="Arial"/>
                <a:cs typeface="Arial"/>
              </a:rPr>
              <a:t>most</a:t>
            </a:r>
            <a:r>
              <a:rPr dirty="0" sz="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FFFFFF"/>
                </a:solidFill>
                <a:latin typeface="Arial"/>
                <a:cs typeface="Arial"/>
              </a:rPr>
              <a:t>services</a:t>
            </a:r>
            <a:r>
              <a:rPr dirty="0" sz="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Arial"/>
                <a:cs typeface="Arial"/>
              </a:rPr>
              <a:t>included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4183379" y="5748528"/>
            <a:ext cx="1111250" cy="96520"/>
            <a:chOff x="4183379" y="5748528"/>
            <a:chExt cx="1111250" cy="96520"/>
          </a:xfrm>
        </p:grpSpPr>
        <p:sp>
          <p:nvSpPr>
            <p:cNvPr id="44" name="object 44"/>
            <p:cNvSpPr/>
            <p:nvPr/>
          </p:nvSpPr>
          <p:spPr>
            <a:xfrm>
              <a:off x="4183379" y="5748528"/>
              <a:ext cx="1111250" cy="96520"/>
            </a:xfrm>
            <a:custGeom>
              <a:avLst/>
              <a:gdLst/>
              <a:ahLst/>
              <a:cxnLst/>
              <a:rect l="l" t="t" r="r" b="b"/>
              <a:pathLst>
                <a:path w="1111250" h="96520">
                  <a:moveTo>
                    <a:pt x="1062990" y="0"/>
                  </a:moveTo>
                  <a:lnTo>
                    <a:pt x="48006" y="0"/>
                  </a:lnTo>
                  <a:lnTo>
                    <a:pt x="29307" y="3771"/>
                  </a:lnTo>
                  <a:lnTo>
                    <a:pt x="14049" y="14058"/>
                  </a:lnTo>
                  <a:lnTo>
                    <a:pt x="3768" y="29317"/>
                  </a:lnTo>
                  <a:lnTo>
                    <a:pt x="0" y="48006"/>
                  </a:lnTo>
                  <a:lnTo>
                    <a:pt x="3768" y="66694"/>
                  </a:lnTo>
                  <a:lnTo>
                    <a:pt x="14049" y="81953"/>
                  </a:lnTo>
                  <a:lnTo>
                    <a:pt x="29307" y="92240"/>
                  </a:lnTo>
                  <a:lnTo>
                    <a:pt x="48006" y="96012"/>
                  </a:lnTo>
                  <a:lnTo>
                    <a:pt x="1062990" y="96012"/>
                  </a:lnTo>
                  <a:lnTo>
                    <a:pt x="1081688" y="92240"/>
                  </a:lnTo>
                  <a:lnTo>
                    <a:pt x="1096946" y="81953"/>
                  </a:lnTo>
                  <a:lnTo>
                    <a:pt x="1107227" y="66694"/>
                  </a:lnTo>
                  <a:lnTo>
                    <a:pt x="1110996" y="48006"/>
                  </a:lnTo>
                  <a:lnTo>
                    <a:pt x="1107227" y="29317"/>
                  </a:lnTo>
                  <a:lnTo>
                    <a:pt x="1096946" y="14058"/>
                  </a:lnTo>
                  <a:lnTo>
                    <a:pt x="1081688" y="3771"/>
                  </a:lnTo>
                  <a:lnTo>
                    <a:pt x="106299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4599431" y="5748528"/>
              <a:ext cx="695325" cy="96520"/>
            </a:xfrm>
            <a:custGeom>
              <a:avLst/>
              <a:gdLst/>
              <a:ahLst/>
              <a:cxnLst/>
              <a:rect l="l" t="t" r="r" b="b"/>
              <a:pathLst>
                <a:path w="695325" h="96520">
                  <a:moveTo>
                    <a:pt x="646938" y="0"/>
                  </a:moveTo>
                  <a:lnTo>
                    <a:pt x="48006" y="0"/>
                  </a:lnTo>
                  <a:lnTo>
                    <a:pt x="29307" y="3771"/>
                  </a:lnTo>
                  <a:lnTo>
                    <a:pt x="14049" y="14058"/>
                  </a:lnTo>
                  <a:lnTo>
                    <a:pt x="3768" y="29317"/>
                  </a:lnTo>
                  <a:lnTo>
                    <a:pt x="0" y="48006"/>
                  </a:lnTo>
                  <a:lnTo>
                    <a:pt x="3768" y="66694"/>
                  </a:lnTo>
                  <a:lnTo>
                    <a:pt x="14049" y="81953"/>
                  </a:lnTo>
                  <a:lnTo>
                    <a:pt x="29307" y="92240"/>
                  </a:lnTo>
                  <a:lnTo>
                    <a:pt x="48006" y="96012"/>
                  </a:lnTo>
                  <a:lnTo>
                    <a:pt x="646938" y="96012"/>
                  </a:lnTo>
                  <a:lnTo>
                    <a:pt x="665636" y="92240"/>
                  </a:lnTo>
                  <a:lnTo>
                    <a:pt x="680894" y="81953"/>
                  </a:lnTo>
                  <a:lnTo>
                    <a:pt x="691175" y="66694"/>
                  </a:lnTo>
                  <a:lnTo>
                    <a:pt x="694944" y="48006"/>
                  </a:lnTo>
                  <a:lnTo>
                    <a:pt x="691175" y="29317"/>
                  </a:lnTo>
                  <a:lnTo>
                    <a:pt x="680894" y="14058"/>
                  </a:lnTo>
                  <a:lnTo>
                    <a:pt x="665636" y="3771"/>
                  </a:lnTo>
                  <a:lnTo>
                    <a:pt x="646938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/>
          <p:cNvSpPr txBox="1"/>
          <p:nvPr/>
        </p:nvSpPr>
        <p:spPr>
          <a:xfrm>
            <a:off x="4828159" y="5702605"/>
            <a:ext cx="196215" cy="2470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1190"/>
              </a:lnSpc>
              <a:spcBef>
                <a:spcPts val="114"/>
              </a:spcBef>
            </a:pPr>
            <a:r>
              <a:rPr dirty="0" sz="1050" spc="-50" b="1">
                <a:latin typeface="Arial"/>
                <a:cs typeface="Arial"/>
              </a:rPr>
              <a:t>Ø</a:t>
            </a:r>
            <a:endParaRPr sz="1050">
              <a:latin typeface="Arial"/>
              <a:cs typeface="Arial"/>
            </a:endParaRPr>
          </a:p>
          <a:p>
            <a:pPr marL="124460">
              <a:lnSpc>
                <a:spcPts val="530"/>
              </a:lnSpc>
            </a:pPr>
            <a:r>
              <a:rPr dirty="0" sz="500" spc="-25">
                <a:latin typeface="Arial"/>
                <a:cs typeface="Arial"/>
              </a:rPr>
              <a:t>1)</a:t>
            </a:r>
            <a:endParaRPr sz="500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459991" y="2558795"/>
            <a:ext cx="2197735" cy="215265"/>
          </a:xfrm>
          <a:custGeom>
            <a:avLst/>
            <a:gdLst/>
            <a:ahLst/>
            <a:cxnLst/>
            <a:rect l="l" t="t" r="r" b="b"/>
            <a:pathLst>
              <a:path w="2197735" h="215264">
                <a:moveTo>
                  <a:pt x="2197608" y="0"/>
                </a:moveTo>
                <a:lnTo>
                  <a:pt x="0" y="0"/>
                </a:lnTo>
                <a:lnTo>
                  <a:pt x="0" y="214884"/>
                </a:lnTo>
                <a:lnTo>
                  <a:pt x="2197608" y="214884"/>
                </a:lnTo>
                <a:lnTo>
                  <a:pt x="2197608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1496060" y="2582417"/>
            <a:ext cx="20878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FFFFFF"/>
                </a:solidFill>
                <a:latin typeface="Arial"/>
                <a:cs typeface="Arial"/>
              </a:rPr>
              <a:t>Exact</a:t>
            </a:r>
            <a:r>
              <a:rPr dirty="0" sz="9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r>
              <a:rPr dirty="0" sz="9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"/>
                <a:cs typeface="Arial"/>
              </a:rPr>
              <a:t>selection/some</a:t>
            </a:r>
            <a:r>
              <a:rPr dirty="0" sz="9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"/>
                <a:cs typeface="Arial"/>
              </a:rPr>
              <a:t>configuration</a:t>
            </a:r>
            <a:endParaRPr sz="90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5771388" y="2558795"/>
            <a:ext cx="1917700" cy="212090"/>
          </a:xfrm>
          <a:custGeom>
            <a:avLst/>
            <a:gdLst/>
            <a:ahLst/>
            <a:cxnLst/>
            <a:rect l="l" t="t" r="r" b="b"/>
            <a:pathLst>
              <a:path w="1917700" h="212089">
                <a:moveTo>
                  <a:pt x="1917191" y="0"/>
                </a:moveTo>
                <a:lnTo>
                  <a:pt x="0" y="0"/>
                </a:lnTo>
                <a:lnTo>
                  <a:pt x="0" y="211836"/>
                </a:lnTo>
                <a:lnTo>
                  <a:pt x="1917191" y="211836"/>
                </a:lnTo>
                <a:lnTo>
                  <a:pt x="1917191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6663308" y="2535681"/>
            <a:ext cx="133985" cy="2489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50" spc="-50" b="1">
                <a:solidFill>
                  <a:srgbClr val="FFC000"/>
                </a:solidFill>
                <a:latin typeface="Arial"/>
                <a:cs typeface="Arial"/>
              </a:rPr>
              <a:t>~</a:t>
            </a:r>
            <a:endParaRPr sz="1450">
              <a:latin typeface="Arial"/>
              <a:cs typeface="Arial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7793735" y="2561844"/>
            <a:ext cx="1917700" cy="212090"/>
          </a:xfrm>
          <a:custGeom>
            <a:avLst/>
            <a:gdLst/>
            <a:ahLst/>
            <a:cxnLst/>
            <a:rect l="l" t="t" r="r" b="b"/>
            <a:pathLst>
              <a:path w="1917700" h="212089">
                <a:moveTo>
                  <a:pt x="1917192" y="0"/>
                </a:moveTo>
                <a:lnTo>
                  <a:pt x="0" y="0"/>
                </a:lnTo>
                <a:lnTo>
                  <a:pt x="0" y="211836"/>
                </a:lnTo>
                <a:lnTo>
                  <a:pt x="1917192" y="211836"/>
                </a:lnTo>
                <a:lnTo>
                  <a:pt x="1917192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8680450" y="2533268"/>
            <a:ext cx="143510" cy="2489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50" spc="-50">
                <a:solidFill>
                  <a:srgbClr val="A21F1F"/>
                </a:solidFill>
                <a:latin typeface="Segoe UI Symbol"/>
                <a:cs typeface="Segoe UI Symbol"/>
              </a:rPr>
              <a:t>🗶</a:t>
            </a:r>
            <a:endParaRPr sz="1450">
              <a:latin typeface="Segoe UI Symbol"/>
              <a:cs typeface="Segoe UI Symbol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9816083" y="2558795"/>
            <a:ext cx="1917700" cy="212090"/>
          </a:xfrm>
          <a:custGeom>
            <a:avLst/>
            <a:gdLst/>
            <a:ahLst/>
            <a:cxnLst/>
            <a:rect l="l" t="t" r="r" b="b"/>
            <a:pathLst>
              <a:path w="1917700" h="212089">
                <a:moveTo>
                  <a:pt x="1917192" y="0"/>
                </a:moveTo>
                <a:lnTo>
                  <a:pt x="0" y="0"/>
                </a:lnTo>
                <a:lnTo>
                  <a:pt x="0" y="211836"/>
                </a:lnTo>
                <a:lnTo>
                  <a:pt x="1917192" y="211836"/>
                </a:lnTo>
                <a:lnTo>
                  <a:pt x="1917192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10687304" y="2529586"/>
            <a:ext cx="174625" cy="2489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50" spc="-50">
                <a:solidFill>
                  <a:srgbClr val="4A9F46"/>
                </a:solidFill>
                <a:latin typeface="Segoe UI Symbol"/>
                <a:cs typeface="Segoe UI Symbol"/>
              </a:rPr>
              <a:t>✔</a:t>
            </a:r>
            <a:endParaRPr sz="1450">
              <a:latin typeface="Segoe UI Symbol"/>
              <a:cs typeface="Segoe UI Symbol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3756659" y="2558795"/>
            <a:ext cx="1917700" cy="212090"/>
          </a:xfrm>
          <a:custGeom>
            <a:avLst/>
            <a:gdLst/>
            <a:ahLst/>
            <a:cxnLst/>
            <a:rect l="l" t="t" r="r" b="b"/>
            <a:pathLst>
              <a:path w="1917700" h="212089">
                <a:moveTo>
                  <a:pt x="1917191" y="0"/>
                </a:moveTo>
                <a:lnTo>
                  <a:pt x="0" y="0"/>
                </a:lnTo>
                <a:lnTo>
                  <a:pt x="0" y="211836"/>
                </a:lnTo>
                <a:lnTo>
                  <a:pt x="1917191" y="211836"/>
                </a:lnTo>
                <a:lnTo>
                  <a:pt x="1917191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/>
          <p:nvPr/>
        </p:nvSpPr>
        <p:spPr>
          <a:xfrm>
            <a:off x="4627626" y="2529586"/>
            <a:ext cx="174625" cy="2489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50" spc="-50">
                <a:solidFill>
                  <a:srgbClr val="4A9F46"/>
                </a:solidFill>
                <a:latin typeface="Segoe UI Symbol"/>
                <a:cs typeface="Segoe UI Symbol"/>
              </a:rPr>
              <a:t>✔</a:t>
            </a:r>
            <a:endParaRPr sz="1450">
              <a:latin typeface="Segoe UI Symbol"/>
              <a:cs typeface="Segoe UI Symbol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1459991" y="2837688"/>
            <a:ext cx="2197735" cy="215265"/>
          </a:xfrm>
          <a:custGeom>
            <a:avLst/>
            <a:gdLst/>
            <a:ahLst/>
            <a:cxnLst/>
            <a:rect l="l" t="t" r="r" b="b"/>
            <a:pathLst>
              <a:path w="2197735" h="215264">
                <a:moveTo>
                  <a:pt x="2197608" y="0"/>
                </a:moveTo>
                <a:lnTo>
                  <a:pt x="0" y="0"/>
                </a:lnTo>
                <a:lnTo>
                  <a:pt x="0" y="214884"/>
                </a:lnTo>
                <a:lnTo>
                  <a:pt x="2197608" y="214884"/>
                </a:lnTo>
                <a:lnTo>
                  <a:pt x="2197608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1496060" y="2861309"/>
            <a:ext cx="12147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FFFFFF"/>
                </a:solidFill>
                <a:latin typeface="Arial"/>
                <a:cs typeface="Arial"/>
              </a:rPr>
              <a:t>Up-</a:t>
            </a:r>
            <a:r>
              <a:rPr dirty="0" sz="900">
                <a:solidFill>
                  <a:srgbClr val="FFFFFF"/>
                </a:solidFill>
                <a:latin typeface="Arial"/>
                <a:cs typeface="Arial"/>
              </a:rPr>
              <a:t>front</a:t>
            </a:r>
            <a:r>
              <a:rPr dirty="0" sz="9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FFFFFF"/>
                </a:solidFill>
                <a:latin typeface="Arial"/>
                <a:cs typeface="Arial"/>
              </a:rPr>
              <a:t>down</a:t>
            </a:r>
            <a:r>
              <a:rPr dirty="0" sz="9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"/>
                <a:cs typeface="Arial"/>
              </a:rPr>
              <a:t>payment</a:t>
            </a:r>
            <a:endParaRPr sz="900">
              <a:latin typeface="Arial"/>
              <a:cs typeface="Arial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5768340" y="2837688"/>
            <a:ext cx="5965190" cy="212090"/>
          </a:xfrm>
          <a:custGeom>
            <a:avLst/>
            <a:gdLst/>
            <a:ahLst/>
            <a:cxnLst/>
            <a:rect l="l" t="t" r="r" b="b"/>
            <a:pathLst>
              <a:path w="5965190" h="212089">
                <a:moveTo>
                  <a:pt x="5964936" y="0"/>
                </a:moveTo>
                <a:lnTo>
                  <a:pt x="0" y="0"/>
                </a:lnTo>
                <a:lnTo>
                  <a:pt x="0" y="211836"/>
                </a:lnTo>
                <a:lnTo>
                  <a:pt x="5964936" y="211836"/>
                </a:lnTo>
                <a:lnTo>
                  <a:pt x="5964936" y="0"/>
                </a:lnTo>
                <a:close/>
              </a:path>
            </a:pathLst>
          </a:custGeom>
          <a:solidFill>
            <a:srgbClr val="D7D7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8679306" y="2808173"/>
            <a:ext cx="144145" cy="2489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450" spc="-50">
                <a:solidFill>
                  <a:srgbClr val="A21F1F"/>
                </a:solidFill>
                <a:latin typeface="Segoe UI Symbol"/>
                <a:cs typeface="Segoe UI Symbol"/>
              </a:rPr>
              <a:t>🗶</a:t>
            </a:r>
            <a:endParaRPr sz="1450">
              <a:latin typeface="Segoe UI Symbol"/>
              <a:cs typeface="Segoe UI Symbol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3756659" y="2837688"/>
            <a:ext cx="1917700" cy="212090"/>
          </a:xfrm>
          <a:custGeom>
            <a:avLst/>
            <a:gdLst/>
            <a:ahLst/>
            <a:cxnLst/>
            <a:rect l="l" t="t" r="r" b="b"/>
            <a:pathLst>
              <a:path w="1917700" h="212089">
                <a:moveTo>
                  <a:pt x="1917191" y="0"/>
                </a:moveTo>
                <a:lnTo>
                  <a:pt x="0" y="0"/>
                </a:lnTo>
                <a:lnTo>
                  <a:pt x="0" y="211836"/>
                </a:lnTo>
                <a:lnTo>
                  <a:pt x="1917191" y="211836"/>
                </a:lnTo>
                <a:lnTo>
                  <a:pt x="1917191" y="0"/>
                </a:lnTo>
                <a:close/>
              </a:path>
            </a:pathLst>
          </a:custGeom>
          <a:solidFill>
            <a:srgbClr val="D7D7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4627626" y="2808173"/>
            <a:ext cx="174625" cy="2489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450" spc="-50">
                <a:solidFill>
                  <a:srgbClr val="4A9F46"/>
                </a:solidFill>
                <a:latin typeface="Segoe UI Symbol"/>
                <a:cs typeface="Segoe UI Symbol"/>
              </a:rPr>
              <a:t>✔</a:t>
            </a:r>
            <a:endParaRPr sz="1450">
              <a:latin typeface="Segoe UI Symbol"/>
              <a:cs typeface="Segoe UI Symbol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483108" y="3307079"/>
            <a:ext cx="325120" cy="325120"/>
          </a:xfrm>
          <a:custGeom>
            <a:avLst/>
            <a:gdLst/>
            <a:ahLst/>
            <a:cxnLst/>
            <a:rect l="l" t="t" r="r" b="b"/>
            <a:pathLst>
              <a:path w="325120" h="325120">
                <a:moveTo>
                  <a:pt x="202692" y="102108"/>
                </a:moveTo>
                <a:lnTo>
                  <a:pt x="164706" y="102108"/>
                </a:lnTo>
                <a:lnTo>
                  <a:pt x="164706" y="64008"/>
                </a:lnTo>
                <a:lnTo>
                  <a:pt x="150850" y="64008"/>
                </a:lnTo>
                <a:lnTo>
                  <a:pt x="150850" y="102108"/>
                </a:lnTo>
                <a:lnTo>
                  <a:pt x="112776" y="102108"/>
                </a:lnTo>
                <a:lnTo>
                  <a:pt x="112776" y="116078"/>
                </a:lnTo>
                <a:lnTo>
                  <a:pt x="150850" y="116078"/>
                </a:lnTo>
                <a:lnTo>
                  <a:pt x="150850" y="154178"/>
                </a:lnTo>
                <a:lnTo>
                  <a:pt x="164706" y="154178"/>
                </a:lnTo>
                <a:lnTo>
                  <a:pt x="164706" y="116078"/>
                </a:lnTo>
                <a:lnTo>
                  <a:pt x="202692" y="116078"/>
                </a:lnTo>
                <a:lnTo>
                  <a:pt x="202692" y="102108"/>
                </a:lnTo>
                <a:close/>
              </a:path>
              <a:path w="325120" h="325120">
                <a:moveTo>
                  <a:pt x="324612" y="230378"/>
                </a:moveTo>
                <a:lnTo>
                  <a:pt x="310857" y="230378"/>
                </a:lnTo>
                <a:lnTo>
                  <a:pt x="310857" y="279273"/>
                </a:lnTo>
                <a:lnTo>
                  <a:pt x="324612" y="279273"/>
                </a:lnTo>
                <a:lnTo>
                  <a:pt x="324612" y="230378"/>
                </a:lnTo>
                <a:close/>
              </a:path>
              <a:path w="325120" h="325120">
                <a:moveTo>
                  <a:pt x="324612" y="0"/>
                </a:moveTo>
                <a:lnTo>
                  <a:pt x="0" y="0"/>
                </a:lnTo>
                <a:lnTo>
                  <a:pt x="0" y="324612"/>
                </a:lnTo>
                <a:lnTo>
                  <a:pt x="324612" y="324612"/>
                </a:lnTo>
                <a:lnTo>
                  <a:pt x="324612" y="310769"/>
                </a:lnTo>
                <a:lnTo>
                  <a:pt x="324612" y="279400"/>
                </a:lnTo>
                <a:lnTo>
                  <a:pt x="310857" y="279400"/>
                </a:lnTo>
                <a:lnTo>
                  <a:pt x="310857" y="310769"/>
                </a:lnTo>
                <a:lnTo>
                  <a:pt x="94043" y="310769"/>
                </a:lnTo>
                <a:lnTo>
                  <a:pt x="122910" y="281813"/>
                </a:lnTo>
                <a:lnTo>
                  <a:pt x="191516" y="281813"/>
                </a:lnTo>
                <a:lnTo>
                  <a:pt x="193751" y="281432"/>
                </a:lnTo>
                <a:lnTo>
                  <a:pt x="285076" y="195453"/>
                </a:lnTo>
                <a:lnTo>
                  <a:pt x="291376" y="176911"/>
                </a:lnTo>
                <a:lnTo>
                  <a:pt x="290982" y="174625"/>
                </a:lnTo>
                <a:lnTo>
                  <a:pt x="290474" y="172720"/>
                </a:lnTo>
                <a:lnTo>
                  <a:pt x="290410" y="172466"/>
                </a:lnTo>
                <a:lnTo>
                  <a:pt x="290144" y="171831"/>
                </a:lnTo>
                <a:lnTo>
                  <a:pt x="289534" y="170307"/>
                </a:lnTo>
                <a:lnTo>
                  <a:pt x="288569" y="168402"/>
                </a:lnTo>
                <a:lnTo>
                  <a:pt x="277583" y="159054"/>
                </a:lnTo>
                <a:lnTo>
                  <a:pt x="277583" y="181356"/>
                </a:lnTo>
                <a:lnTo>
                  <a:pt x="277418" y="181991"/>
                </a:lnTo>
                <a:lnTo>
                  <a:pt x="195300" y="265557"/>
                </a:lnTo>
                <a:lnTo>
                  <a:pt x="193268" y="267081"/>
                </a:lnTo>
                <a:lnTo>
                  <a:pt x="192582" y="267462"/>
                </a:lnTo>
                <a:lnTo>
                  <a:pt x="191808" y="267716"/>
                </a:lnTo>
                <a:lnTo>
                  <a:pt x="190944" y="267970"/>
                </a:lnTo>
                <a:lnTo>
                  <a:pt x="117195" y="267970"/>
                </a:lnTo>
                <a:lnTo>
                  <a:pt x="74422" y="310769"/>
                </a:lnTo>
                <a:lnTo>
                  <a:pt x="13855" y="310769"/>
                </a:lnTo>
                <a:lnTo>
                  <a:pt x="13855" y="298958"/>
                </a:lnTo>
                <a:lnTo>
                  <a:pt x="96748" y="216027"/>
                </a:lnTo>
                <a:lnTo>
                  <a:pt x="99199" y="214376"/>
                </a:lnTo>
                <a:lnTo>
                  <a:pt x="99072" y="214376"/>
                </a:lnTo>
                <a:lnTo>
                  <a:pt x="101015" y="213741"/>
                </a:lnTo>
                <a:lnTo>
                  <a:pt x="178485" y="213741"/>
                </a:lnTo>
                <a:lnTo>
                  <a:pt x="178930" y="213868"/>
                </a:lnTo>
                <a:lnTo>
                  <a:pt x="179705" y="213995"/>
                </a:lnTo>
                <a:lnTo>
                  <a:pt x="180479" y="214376"/>
                </a:lnTo>
                <a:lnTo>
                  <a:pt x="181152" y="214630"/>
                </a:lnTo>
                <a:lnTo>
                  <a:pt x="181927" y="215138"/>
                </a:lnTo>
                <a:lnTo>
                  <a:pt x="182511" y="215646"/>
                </a:lnTo>
                <a:lnTo>
                  <a:pt x="183095" y="216027"/>
                </a:lnTo>
                <a:lnTo>
                  <a:pt x="183667" y="216662"/>
                </a:lnTo>
                <a:lnTo>
                  <a:pt x="184162" y="217297"/>
                </a:lnTo>
                <a:lnTo>
                  <a:pt x="184937" y="218821"/>
                </a:lnTo>
                <a:lnTo>
                  <a:pt x="185216" y="219583"/>
                </a:lnTo>
                <a:lnTo>
                  <a:pt x="185420" y="220345"/>
                </a:lnTo>
                <a:lnTo>
                  <a:pt x="185420" y="223774"/>
                </a:lnTo>
                <a:lnTo>
                  <a:pt x="178054" y="230378"/>
                </a:lnTo>
                <a:lnTo>
                  <a:pt x="109054" y="230378"/>
                </a:lnTo>
                <a:lnTo>
                  <a:pt x="109054" y="244221"/>
                </a:lnTo>
                <a:lnTo>
                  <a:pt x="179705" y="244221"/>
                </a:lnTo>
                <a:lnTo>
                  <a:pt x="182600" y="243840"/>
                </a:lnTo>
                <a:lnTo>
                  <a:pt x="185801" y="243205"/>
                </a:lnTo>
                <a:lnTo>
                  <a:pt x="189191" y="242443"/>
                </a:lnTo>
                <a:lnTo>
                  <a:pt x="190842" y="241808"/>
                </a:lnTo>
                <a:lnTo>
                  <a:pt x="192493" y="241300"/>
                </a:lnTo>
                <a:lnTo>
                  <a:pt x="194043" y="240538"/>
                </a:lnTo>
                <a:lnTo>
                  <a:pt x="195681" y="239903"/>
                </a:lnTo>
                <a:lnTo>
                  <a:pt x="197142" y="239014"/>
                </a:lnTo>
                <a:lnTo>
                  <a:pt x="199859" y="237236"/>
                </a:lnTo>
                <a:lnTo>
                  <a:pt x="218668" y="218440"/>
                </a:lnTo>
                <a:lnTo>
                  <a:pt x="262788" y="174371"/>
                </a:lnTo>
                <a:lnTo>
                  <a:pt x="263474" y="173736"/>
                </a:lnTo>
                <a:lnTo>
                  <a:pt x="264147" y="173228"/>
                </a:lnTo>
                <a:lnTo>
                  <a:pt x="264922" y="172720"/>
                </a:lnTo>
                <a:lnTo>
                  <a:pt x="265430" y="172466"/>
                </a:lnTo>
                <a:lnTo>
                  <a:pt x="265303" y="172466"/>
                </a:lnTo>
                <a:lnTo>
                  <a:pt x="267246" y="171831"/>
                </a:lnTo>
                <a:lnTo>
                  <a:pt x="272186" y="171831"/>
                </a:lnTo>
                <a:lnTo>
                  <a:pt x="273469" y="172466"/>
                </a:lnTo>
                <a:lnTo>
                  <a:pt x="273646" y="172466"/>
                </a:lnTo>
                <a:lnTo>
                  <a:pt x="277583" y="181356"/>
                </a:lnTo>
                <a:lnTo>
                  <a:pt x="277583" y="159054"/>
                </a:lnTo>
                <a:lnTo>
                  <a:pt x="276834" y="158750"/>
                </a:lnTo>
                <a:lnTo>
                  <a:pt x="274802" y="158115"/>
                </a:lnTo>
                <a:lnTo>
                  <a:pt x="272770" y="157734"/>
                </a:lnTo>
                <a:lnTo>
                  <a:pt x="266471" y="157734"/>
                </a:lnTo>
                <a:lnTo>
                  <a:pt x="199085" y="218440"/>
                </a:lnTo>
                <a:lnTo>
                  <a:pt x="198856" y="217297"/>
                </a:lnTo>
                <a:lnTo>
                  <a:pt x="198729" y="216662"/>
                </a:lnTo>
                <a:lnTo>
                  <a:pt x="198691" y="216408"/>
                </a:lnTo>
                <a:lnTo>
                  <a:pt x="197878" y="213995"/>
                </a:lnTo>
                <a:lnTo>
                  <a:pt x="197789" y="213741"/>
                </a:lnTo>
                <a:lnTo>
                  <a:pt x="197434" y="212725"/>
                </a:lnTo>
                <a:lnTo>
                  <a:pt x="195491" y="209423"/>
                </a:lnTo>
                <a:lnTo>
                  <a:pt x="179209" y="199898"/>
                </a:lnTo>
                <a:lnTo>
                  <a:pt x="100431" y="199898"/>
                </a:lnTo>
                <a:lnTo>
                  <a:pt x="15113" y="278130"/>
                </a:lnTo>
                <a:lnTo>
                  <a:pt x="13855" y="279273"/>
                </a:lnTo>
                <a:lnTo>
                  <a:pt x="13855" y="13843"/>
                </a:lnTo>
                <a:lnTo>
                  <a:pt x="310857" y="13843"/>
                </a:lnTo>
                <a:lnTo>
                  <a:pt x="310857" y="230251"/>
                </a:lnTo>
                <a:lnTo>
                  <a:pt x="324612" y="230251"/>
                </a:lnTo>
                <a:lnTo>
                  <a:pt x="324612" y="13843"/>
                </a:lnTo>
                <a:lnTo>
                  <a:pt x="32461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1459991" y="3395471"/>
            <a:ext cx="2197735" cy="215265"/>
          </a:xfrm>
          <a:custGeom>
            <a:avLst/>
            <a:gdLst/>
            <a:ahLst/>
            <a:cxnLst/>
            <a:rect l="l" t="t" r="r" b="b"/>
            <a:pathLst>
              <a:path w="2197735" h="215264">
                <a:moveTo>
                  <a:pt x="2197608" y="0"/>
                </a:moveTo>
                <a:lnTo>
                  <a:pt x="0" y="0"/>
                </a:lnTo>
                <a:lnTo>
                  <a:pt x="0" y="214883"/>
                </a:lnTo>
                <a:lnTo>
                  <a:pt x="2197608" y="214883"/>
                </a:lnTo>
                <a:lnTo>
                  <a:pt x="2197608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65" name="object 65"/>
          <p:cNvGraphicFramePr>
            <a:graphicFrameLocks noGrp="1"/>
          </p:cNvGraphicFramePr>
          <p:nvPr/>
        </p:nvGraphicFramePr>
        <p:xfrm>
          <a:off x="3759708" y="3395471"/>
          <a:ext cx="8056245" cy="21659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17064"/>
                <a:gridCol w="92710"/>
                <a:gridCol w="1918335"/>
                <a:gridCol w="103504"/>
                <a:gridCol w="1920239"/>
                <a:gridCol w="103504"/>
                <a:gridCol w="1923415"/>
              </a:tblGrid>
              <a:tr h="245110">
                <a:tc>
                  <a:txBody>
                    <a:bodyPr/>
                    <a:lstStyle/>
                    <a:p>
                      <a:pPr algn="ctr">
                        <a:lnSpc>
                          <a:spcPts val="1625"/>
                        </a:lnSpc>
                      </a:pPr>
                      <a:r>
                        <a:rPr dirty="0" sz="1450" spc="-50">
                          <a:solidFill>
                            <a:srgbClr val="A21F1F"/>
                          </a:solidFill>
                          <a:latin typeface="Segoe UI Symbol"/>
                          <a:cs typeface="Segoe UI Symbol"/>
                        </a:rPr>
                        <a:t>🗶</a:t>
                      </a:r>
                      <a:endParaRPr sz="1450">
                        <a:latin typeface="Segoe UI Symbol"/>
                        <a:cs typeface="Segoe UI Symbol"/>
                      </a:endParaRPr>
                    </a:p>
                  </a:txBody>
                  <a:tcPr marL="0" marR="0" marB="0" marT="0"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>
                        <a:lnSpc>
                          <a:spcPts val="1625"/>
                        </a:lnSpc>
                      </a:pPr>
                      <a:r>
                        <a:rPr dirty="0" sz="1450" spc="-50">
                          <a:solidFill>
                            <a:srgbClr val="4A9F46"/>
                          </a:solidFill>
                          <a:latin typeface="Segoe UI Symbol"/>
                          <a:cs typeface="Segoe UI Symbol"/>
                        </a:rPr>
                        <a:t>✔</a:t>
                      </a:r>
                      <a:endParaRPr sz="1450">
                        <a:latin typeface="Segoe UI Symbol"/>
                        <a:cs typeface="Segoe UI Symbol"/>
                      </a:endParaRPr>
                    </a:p>
                  </a:txBody>
                  <a:tcPr marL="0" marR="0" marB="0" marT="0"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D7D7D7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787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450" spc="-50">
                          <a:solidFill>
                            <a:srgbClr val="A21F1F"/>
                          </a:solidFill>
                          <a:latin typeface="Segoe UI Symbol"/>
                          <a:cs typeface="Segoe UI Symbol"/>
                        </a:rPr>
                        <a:t>🗶</a:t>
                      </a:r>
                      <a:endParaRPr sz="1450">
                        <a:latin typeface="Segoe UI Symbol"/>
                        <a:cs typeface="Segoe UI Symbol"/>
                      </a:endParaRPr>
                    </a:p>
                  </a:txBody>
                  <a:tcPr marL="0" marR="0" marB="0" marT="19050"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450" spc="-50">
                          <a:solidFill>
                            <a:srgbClr val="4A9F46"/>
                          </a:solidFill>
                          <a:latin typeface="Segoe UI Symbol"/>
                          <a:cs typeface="Segoe UI Symbol"/>
                        </a:rPr>
                        <a:t>✔</a:t>
                      </a:r>
                      <a:endParaRPr sz="1450">
                        <a:latin typeface="Segoe UI Symbol"/>
                        <a:cs typeface="Segoe UI Symbol"/>
                      </a:endParaRPr>
                    </a:p>
                  </a:txBody>
                  <a:tcPr marL="0" marR="0" marB="0" marT="19050"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78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450" spc="-50" b="1">
                          <a:solidFill>
                            <a:srgbClr val="FFC000"/>
                          </a:solidFill>
                          <a:latin typeface="Arial"/>
                          <a:cs typeface="Arial"/>
                        </a:rPr>
                        <a:t>~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B="0" marT="25400"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450" spc="-50">
                          <a:solidFill>
                            <a:srgbClr val="4A9F46"/>
                          </a:solidFill>
                          <a:latin typeface="Segoe UI Symbol"/>
                          <a:cs typeface="Segoe UI Symbol"/>
                        </a:rPr>
                        <a:t>✔</a:t>
                      </a:r>
                      <a:endParaRPr sz="1450">
                        <a:latin typeface="Segoe UI Symbol"/>
                        <a:cs typeface="Segoe UI Symbol"/>
                      </a:endParaRPr>
                    </a:p>
                  </a:txBody>
                  <a:tcPr marL="0" marR="0" marB="0" marT="19050"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marR="63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450" spc="-50" b="1">
                          <a:solidFill>
                            <a:srgbClr val="FFC000"/>
                          </a:solidFill>
                          <a:latin typeface="Arial"/>
                          <a:cs typeface="Arial"/>
                        </a:rPr>
                        <a:t>~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B="0" marT="25400"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D7D7D7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787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450" spc="-50">
                          <a:solidFill>
                            <a:srgbClr val="A21F1F"/>
                          </a:solidFill>
                          <a:latin typeface="Segoe UI Symbol"/>
                          <a:cs typeface="Segoe UI Symbol"/>
                        </a:rPr>
                        <a:t>🗶</a:t>
                      </a:r>
                      <a:endParaRPr sz="1450">
                        <a:latin typeface="Segoe UI Symbol"/>
                        <a:cs typeface="Segoe UI Symbol"/>
                      </a:endParaRPr>
                    </a:p>
                  </a:txBody>
                  <a:tcPr marL="0" marR="0" marB="0" marT="19685"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1450" spc="-50" b="1">
                          <a:solidFill>
                            <a:srgbClr val="FFC000"/>
                          </a:solidFill>
                          <a:latin typeface="Arial"/>
                          <a:cs typeface="Arial"/>
                        </a:rPr>
                        <a:t>~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B="0" marT="26034"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450" spc="-50">
                          <a:solidFill>
                            <a:srgbClr val="4A9F46"/>
                          </a:solidFill>
                          <a:latin typeface="Segoe UI Symbol"/>
                          <a:cs typeface="Segoe UI Symbol"/>
                        </a:rPr>
                        <a:t>✔</a:t>
                      </a:r>
                      <a:endParaRPr sz="1450">
                        <a:latin typeface="Segoe UI Symbol"/>
                        <a:cs typeface="Segoe UI Symbol"/>
                      </a:endParaRPr>
                    </a:p>
                  </a:txBody>
                  <a:tcPr marL="0" marR="0" marB="0" marT="19685"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2787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1450" spc="-50">
                          <a:solidFill>
                            <a:srgbClr val="A21F1F"/>
                          </a:solidFill>
                          <a:latin typeface="Segoe UI Symbol"/>
                          <a:cs typeface="Segoe UI Symbol"/>
                        </a:rPr>
                        <a:t>🗶</a:t>
                      </a:r>
                      <a:endParaRPr sz="1450">
                        <a:latin typeface="Segoe UI Symbol"/>
                        <a:cs typeface="Segoe UI Symbol"/>
                      </a:endParaRPr>
                    </a:p>
                  </a:txBody>
                  <a:tcPr marL="0" marR="0" marB="0" marT="26034"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1450" spc="-50" b="1">
                          <a:solidFill>
                            <a:srgbClr val="FFC000"/>
                          </a:solidFill>
                          <a:latin typeface="Arial"/>
                          <a:cs typeface="Arial"/>
                        </a:rPr>
                        <a:t>~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B="0" marT="26034"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450" spc="-50">
                          <a:solidFill>
                            <a:srgbClr val="4A9F46"/>
                          </a:solidFill>
                          <a:latin typeface="Segoe UI Symbol"/>
                          <a:cs typeface="Segoe UI Symbol"/>
                        </a:rPr>
                        <a:t>✔</a:t>
                      </a:r>
                      <a:endParaRPr sz="1450">
                        <a:latin typeface="Segoe UI Symbol"/>
                        <a:cs typeface="Segoe UI Symbol"/>
                      </a:endParaRPr>
                    </a:p>
                  </a:txBody>
                  <a:tcPr marL="0" marR="0" marB="0" marT="19685"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D7D7D7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787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450" spc="-50">
                          <a:solidFill>
                            <a:srgbClr val="A21F1F"/>
                          </a:solidFill>
                          <a:latin typeface="Segoe UI Symbol"/>
                          <a:cs typeface="Segoe UI Symbol"/>
                        </a:rPr>
                        <a:t>🗶</a:t>
                      </a:r>
                      <a:endParaRPr sz="1450">
                        <a:latin typeface="Segoe UI Symbol"/>
                        <a:cs typeface="Segoe UI Symbol"/>
                      </a:endParaRPr>
                    </a:p>
                  </a:txBody>
                  <a:tcPr marL="0" marR="0" marB="0" marT="19685"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450" spc="-50">
                          <a:solidFill>
                            <a:srgbClr val="4A9F46"/>
                          </a:solidFill>
                          <a:latin typeface="Segoe UI Symbol"/>
                          <a:cs typeface="Segoe UI Symbol"/>
                        </a:rPr>
                        <a:t>✔</a:t>
                      </a:r>
                      <a:endParaRPr sz="1450">
                        <a:latin typeface="Segoe UI Symbol"/>
                        <a:cs typeface="Segoe UI Symbol"/>
                      </a:endParaRPr>
                    </a:p>
                  </a:txBody>
                  <a:tcPr marL="0" marR="0" marB="0" marT="19685"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1450" spc="-50" b="1">
                          <a:solidFill>
                            <a:srgbClr val="FFC000"/>
                          </a:solidFill>
                          <a:latin typeface="Arial"/>
                          <a:cs typeface="Arial"/>
                        </a:rPr>
                        <a:t>~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B="0" marT="26034"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450" spc="-50">
                          <a:solidFill>
                            <a:srgbClr val="4A9F46"/>
                          </a:solidFill>
                          <a:latin typeface="Segoe UI Symbol"/>
                          <a:cs typeface="Segoe UI Symbol"/>
                        </a:rPr>
                        <a:t>✔</a:t>
                      </a:r>
                      <a:endParaRPr sz="1450">
                        <a:latin typeface="Segoe UI Symbol"/>
                        <a:cs typeface="Segoe UI Symbol"/>
                      </a:endParaRPr>
                    </a:p>
                  </a:txBody>
                  <a:tcPr marL="0" marR="0" marB="0" marT="19685"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2787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450" spc="-50">
                          <a:solidFill>
                            <a:srgbClr val="A21F1F"/>
                          </a:solidFill>
                          <a:latin typeface="Segoe UI Symbol"/>
                          <a:cs typeface="Segoe UI Symbol"/>
                        </a:rPr>
                        <a:t>🗶</a:t>
                      </a:r>
                      <a:endParaRPr sz="1450">
                        <a:latin typeface="Segoe UI Symbol"/>
                        <a:cs typeface="Segoe UI Symbol"/>
                      </a:endParaRPr>
                    </a:p>
                  </a:txBody>
                  <a:tcPr marL="0" marR="0" marB="0" marT="19685"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450" spc="-50">
                          <a:solidFill>
                            <a:srgbClr val="4A9F46"/>
                          </a:solidFill>
                          <a:latin typeface="Segoe UI Symbol"/>
                          <a:cs typeface="Segoe UI Symbol"/>
                        </a:rPr>
                        <a:t>✔</a:t>
                      </a:r>
                      <a:endParaRPr sz="1450">
                        <a:latin typeface="Segoe UI Symbol"/>
                        <a:cs typeface="Segoe UI Symbol"/>
                      </a:endParaRPr>
                    </a:p>
                  </a:txBody>
                  <a:tcPr marL="0" marR="0" marB="0" marT="19685"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D7D7D7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48920">
                <a:tc>
                  <a:txBody>
                    <a:bodyPr/>
                    <a:lstStyle/>
                    <a:p>
                      <a:pPr algn="ctr">
                        <a:lnSpc>
                          <a:spcPts val="1689"/>
                        </a:lnSpc>
                        <a:spcBef>
                          <a:spcPts val="175"/>
                        </a:spcBef>
                      </a:pPr>
                      <a:r>
                        <a:rPr dirty="0" sz="1450" spc="-50">
                          <a:solidFill>
                            <a:srgbClr val="A21F1F"/>
                          </a:solidFill>
                          <a:latin typeface="Segoe UI Symbol"/>
                          <a:cs typeface="Segoe UI Symbol"/>
                        </a:rPr>
                        <a:t>🗶</a:t>
                      </a:r>
                      <a:endParaRPr sz="1450">
                        <a:latin typeface="Segoe UI Symbol"/>
                        <a:cs typeface="Segoe UI Symbol"/>
                      </a:endParaRPr>
                    </a:p>
                  </a:txBody>
                  <a:tcPr marL="0" marR="0" marB="0" marT="22225"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76200">
                      <a:solidFill>
                        <a:srgbClr val="FFFFFF"/>
                      </a:solidFill>
                      <a:prstDash val="solid"/>
                    </a:lnT>
                  </a:tcPr>
                </a:tc>
                <a:tc gridSpan="5">
                  <a:txBody>
                    <a:bodyPr/>
                    <a:lstStyle/>
                    <a:p>
                      <a:pPr algn="ctr">
                        <a:lnSpc>
                          <a:spcPts val="1689"/>
                        </a:lnSpc>
                        <a:spcBef>
                          <a:spcPts val="175"/>
                        </a:spcBef>
                      </a:pPr>
                      <a:r>
                        <a:rPr dirty="0" sz="1450" spc="-50">
                          <a:solidFill>
                            <a:srgbClr val="4A9F46"/>
                          </a:solidFill>
                          <a:latin typeface="Segoe UI Symbol"/>
                          <a:cs typeface="Segoe UI Symbol"/>
                        </a:rPr>
                        <a:t>✔</a:t>
                      </a:r>
                      <a:endParaRPr sz="1450">
                        <a:latin typeface="Segoe UI Symbol"/>
                        <a:cs typeface="Segoe UI Symbol"/>
                      </a:endParaRPr>
                    </a:p>
                  </a:txBody>
                  <a:tcPr marL="0" marR="0" marB="0" marT="22225"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66" name="object 66"/>
          <p:cNvSpPr/>
          <p:nvPr/>
        </p:nvSpPr>
        <p:spPr>
          <a:xfrm>
            <a:off x="1459991" y="4230623"/>
            <a:ext cx="2197735" cy="216535"/>
          </a:xfrm>
          <a:custGeom>
            <a:avLst/>
            <a:gdLst/>
            <a:ahLst/>
            <a:cxnLst/>
            <a:rect l="l" t="t" r="r" b="b"/>
            <a:pathLst>
              <a:path w="2197735" h="216535">
                <a:moveTo>
                  <a:pt x="2197608" y="0"/>
                </a:moveTo>
                <a:lnTo>
                  <a:pt x="0" y="0"/>
                </a:lnTo>
                <a:lnTo>
                  <a:pt x="0" y="216407"/>
                </a:lnTo>
                <a:lnTo>
                  <a:pt x="2197608" y="216407"/>
                </a:lnTo>
                <a:lnTo>
                  <a:pt x="2197608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1459991" y="4788408"/>
            <a:ext cx="2197735" cy="216535"/>
          </a:xfrm>
          <a:custGeom>
            <a:avLst/>
            <a:gdLst/>
            <a:ahLst/>
            <a:cxnLst/>
            <a:rect l="l" t="t" r="r" b="b"/>
            <a:pathLst>
              <a:path w="2197735" h="216535">
                <a:moveTo>
                  <a:pt x="2197608" y="0"/>
                </a:moveTo>
                <a:lnTo>
                  <a:pt x="0" y="0"/>
                </a:lnTo>
                <a:lnTo>
                  <a:pt x="0" y="216407"/>
                </a:lnTo>
                <a:lnTo>
                  <a:pt x="2197608" y="216407"/>
                </a:lnTo>
                <a:lnTo>
                  <a:pt x="2197608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1459991" y="4509515"/>
            <a:ext cx="2197735" cy="216535"/>
          </a:xfrm>
          <a:custGeom>
            <a:avLst/>
            <a:gdLst/>
            <a:ahLst/>
            <a:cxnLst/>
            <a:rect l="l" t="t" r="r" b="b"/>
            <a:pathLst>
              <a:path w="2197735" h="216535">
                <a:moveTo>
                  <a:pt x="2197608" y="0"/>
                </a:moveTo>
                <a:lnTo>
                  <a:pt x="0" y="0"/>
                </a:lnTo>
                <a:lnTo>
                  <a:pt x="0" y="216407"/>
                </a:lnTo>
                <a:lnTo>
                  <a:pt x="2197608" y="216407"/>
                </a:lnTo>
                <a:lnTo>
                  <a:pt x="2197608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1459991" y="5067300"/>
            <a:ext cx="2197735" cy="216535"/>
          </a:xfrm>
          <a:custGeom>
            <a:avLst/>
            <a:gdLst/>
            <a:ahLst/>
            <a:cxnLst/>
            <a:rect l="l" t="t" r="r" b="b"/>
            <a:pathLst>
              <a:path w="2197735" h="216535">
                <a:moveTo>
                  <a:pt x="2197608" y="0"/>
                </a:moveTo>
                <a:lnTo>
                  <a:pt x="0" y="0"/>
                </a:lnTo>
                <a:lnTo>
                  <a:pt x="0" y="216408"/>
                </a:lnTo>
                <a:lnTo>
                  <a:pt x="2197608" y="216408"/>
                </a:lnTo>
                <a:lnTo>
                  <a:pt x="2197608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1459991" y="3953255"/>
            <a:ext cx="2197735" cy="215265"/>
          </a:xfrm>
          <a:custGeom>
            <a:avLst/>
            <a:gdLst/>
            <a:ahLst/>
            <a:cxnLst/>
            <a:rect l="l" t="t" r="r" b="b"/>
            <a:pathLst>
              <a:path w="2197735" h="215264">
                <a:moveTo>
                  <a:pt x="2197608" y="0"/>
                </a:moveTo>
                <a:lnTo>
                  <a:pt x="0" y="0"/>
                </a:lnTo>
                <a:lnTo>
                  <a:pt x="0" y="214884"/>
                </a:lnTo>
                <a:lnTo>
                  <a:pt x="2197608" y="214884"/>
                </a:lnTo>
                <a:lnTo>
                  <a:pt x="2197608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 txBox="1"/>
          <p:nvPr/>
        </p:nvSpPr>
        <p:spPr>
          <a:xfrm>
            <a:off x="1496060" y="3977132"/>
            <a:ext cx="12623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FFFFFF"/>
                </a:solidFill>
                <a:latin typeface="Arial"/>
                <a:cs typeface="Arial"/>
              </a:rPr>
              <a:t>Additional</a:t>
            </a:r>
            <a:r>
              <a:rPr dirty="0" sz="9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FFFFFF"/>
                </a:solidFill>
                <a:latin typeface="Arial"/>
                <a:cs typeface="Arial"/>
              </a:rPr>
              <a:t>driver</a:t>
            </a:r>
            <a:r>
              <a:rPr dirty="0" sz="9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"/>
                <a:cs typeface="Arial"/>
              </a:rPr>
              <a:t>allowed</a:t>
            </a:r>
            <a:endParaRPr sz="900">
              <a:latin typeface="Arial"/>
              <a:cs typeface="Arial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1459991" y="3116579"/>
            <a:ext cx="2197735" cy="215265"/>
          </a:xfrm>
          <a:custGeom>
            <a:avLst/>
            <a:gdLst/>
            <a:ahLst/>
            <a:cxnLst/>
            <a:rect l="l" t="t" r="r" b="b"/>
            <a:pathLst>
              <a:path w="2197735" h="215264">
                <a:moveTo>
                  <a:pt x="2197608" y="0"/>
                </a:moveTo>
                <a:lnTo>
                  <a:pt x="0" y="0"/>
                </a:lnTo>
                <a:lnTo>
                  <a:pt x="0" y="214884"/>
                </a:lnTo>
                <a:lnTo>
                  <a:pt x="2197608" y="214884"/>
                </a:lnTo>
                <a:lnTo>
                  <a:pt x="2197608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1496060" y="3140202"/>
            <a:ext cx="17780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FFFFFF"/>
                </a:solidFill>
                <a:latin typeface="Arial"/>
                <a:cs typeface="Arial"/>
              </a:rPr>
              <a:t>Risk-</a:t>
            </a:r>
            <a:r>
              <a:rPr dirty="0" sz="900">
                <a:solidFill>
                  <a:srgbClr val="FFFFFF"/>
                </a:solidFill>
                <a:latin typeface="Arial"/>
                <a:cs typeface="Arial"/>
              </a:rPr>
              <a:t>dependent</a:t>
            </a:r>
            <a:r>
              <a:rPr dirty="0" sz="9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FFFFFF"/>
                </a:solidFill>
                <a:latin typeface="Arial"/>
                <a:cs typeface="Arial"/>
              </a:rPr>
              <a:t>fee</a:t>
            </a:r>
            <a:r>
              <a:rPr dirty="0" sz="9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FFFFFF"/>
                </a:solidFill>
                <a:latin typeface="Arial"/>
                <a:cs typeface="Arial"/>
              </a:rPr>
              <a:t>(driver</a:t>
            </a:r>
            <a:r>
              <a:rPr dirty="0" sz="900" spc="-10">
                <a:solidFill>
                  <a:srgbClr val="FFFFFF"/>
                </a:solidFill>
                <a:latin typeface="Arial"/>
                <a:cs typeface="Arial"/>
              </a:rPr>
              <a:t> history)</a:t>
            </a:r>
            <a:endParaRPr sz="900">
              <a:latin typeface="Arial"/>
              <a:cs typeface="Arial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5771388" y="3116579"/>
            <a:ext cx="1917700" cy="212090"/>
          </a:xfrm>
          <a:custGeom>
            <a:avLst/>
            <a:gdLst/>
            <a:ahLst/>
            <a:cxnLst/>
            <a:rect l="l" t="t" r="r" b="b"/>
            <a:pathLst>
              <a:path w="1917700" h="212089">
                <a:moveTo>
                  <a:pt x="1917191" y="0"/>
                </a:moveTo>
                <a:lnTo>
                  <a:pt x="0" y="0"/>
                </a:lnTo>
                <a:lnTo>
                  <a:pt x="0" y="211836"/>
                </a:lnTo>
                <a:lnTo>
                  <a:pt x="1917191" y="211836"/>
                </a:lnTo>
                <a:lnTo>
                  <a:pt x="1917191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 txBox="1"/>
          <p:nvPr/>
        </p:nvSpPr>
        <p:spPr>
          <a:xfrm>
            <a:off x="6657213" y="3087750"/>
            <a:ext cx="143510" cy="2489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50" spc="-50">
                <a:solidFill>
                  <a:srgbClr val="A21F1F"/>
                </a:solidFill>
                <a:latin typeface="Segoe UI Symbol"/>
                <a:cs typeface="Segoe UI Symbol"/>
              </a:rPr>
              <a:t>🗶</a:t>
            </a:r>
            <a:endParaRPr sz="1450">
              <a:latin typeface="Segoe UI Symbol"/>
              <a:cs typeface="Segoe UI Symbol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7790688" y="3116579"/>
            <a:ext cx="3942715" cy="212090"/>
          </a:xfrm>
          <a:custGeom>
            <a:avLst/>
            <a:gdLst/>
            <a:ahLst/>
            <a:cxnLst/>
            <a:rect l="l" t="t" r="r" b="b"/>
            <a:pathLst>
              <a:path w="3942715" h="212089">
                <a:moveTo>
                  <a:pt x="3942588" y="0"/>
                </a:moveTo>
                <a:lnTo>
                  <a:pt x="0" y="0"/>
                </a:lnTo>
                <a:lnTo>
                  <a:pt x="0" y="211836"/>
                </a:lnTo>
                <a:lnTo>
                  <a:pt x="3942588" y="211836"/>
                </a:lnTo>
                <a:lnTo>
                  <a:pt x="3942588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 txBox="1"/>
          <p:nvPr/>
        </p:nvSpPr>
        <p:spPr>
          <a:xfrm>
            <a:off x="9694544" y="3093847"/>
            <a:ext cx="133985" cy="2489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50" spc="-50" b="1">
                <a:solidFill>
                  <a:srgbClr val="FFC000"/>
                </a:solidFill>
                <a:latin typeface="Arial"/>
                <a:cs typeface="Arial"/>
              </a:rPr>
              <a:t>~</a:t>
            </a:r>
            <a:endParaRPr sz="1450">
              <a:latin typeface="Arial"/>
              <a:cs typeface="Arial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3756659" y="3116579"/>
            <a:ext cx="1917700" cy="212090"/>
          </a:xfrm>
          <a:custGeom>
            <a:avLst/>
            <a:gdLst/>
            <a:ahLst/>
            <a:cxnLst/>
            <a:rect l="l" t="t" r="r" b="b"/>
            <a:pathLst>
              <a:path w="1917700" h="212089">
                <a:moveTo>
                  <a:pt x="1917191" y="0"/>
                </a:moveTo>
                <a:lnTo>
                  <a:pt x="0" y="0"/>
                </a:lnTo>
                <a:lnTo>
                  <a:pt x="0" y="211836"/>
                </a:lnTo>
                <a:lnTo>
                  <a:pt x="1917191" y="211836"/>
                </a:lnTo>
                <a:lnTo>
                  <a:pt x="1917191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 txBox="1"/>
          <p:nvPr/>
        </p:nvSpPr>
        <p:spPr>
          <a:xfrm>
            <a:off x="4627626" y="3087750"/>
            <a:ext cx="174625" cy="2489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50" spc="-50">
                <a:solidFill>
                  <a:srgbClr val="4A9F46"/>
                </a:solidFill>
                <a:latin typeface="Segoe UI Symbol"/>
                <a:cs typeface="Segoe UI Symbol"/>
              </a:rPr>
              <a:t>✔</a:t>
            </a:r>
            <a:endParaRPr sz="1450">
              <a:latin typeface="Segoe UI Symbol"/>
              <a:cs typeface="Segoe UI Symbol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1459991" y="3674364"/>
            <a:ext cx="2197735" cy="215265"/>
          </a:xfrm>
          <a:custGeom>
            <a:avLst/>
            <a:gdLst/>
            <a:ahLst/>
            <a:cxnLst/>
            <a:rect l="l" t="t" r="r" b="b"/>
            <a:pathLst>
              <a:path w="2197735" h="215264">
                <a:moveTo>
                  <a:pt x="2197608" y="0"/>
                </a:moveTo>
                <a:lnTo>
                  <a:pt x="0" y="0"/>
                </a:lnTo>
                <a:lnTo>
                  <a:pt x="0" y="214884"/>
                </a:lnTo>
                <a:lnTo>
                  <a:pt x="2197608" y="214884"/>
                </a:lnTo>
                <a:lnTo>
                  <a:pt x="2197608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 txBox="1"/>
          <p:nvPr/>
        </p:nvSpPr>
        <p:spPr>
          <a:xfrm>
            <a:off x="1496060" y="3418789"/>
            <a:ext cx="2052955" cy="442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FFFFFF"/>
                </a:solidFill>
                <a:latin typeface="Arial"/>
                <a:cs typeface="Arial"/>
              </a:rPr>
              <a:t>Insurance,</a:t>
            </a:r>
            <a:r>
              <a:rPr dirty="0" sz="9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FFFFFF"/>
                </a:solidFill>
                <a:latin typeface="Arial"/>
                <a:cs typeface="Arial"/>
              </a:rPr>
              <a:t>tax</a:t>
            </a:r>
            <a:r>
              <a:rPr dirty="0" sz="9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9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"/>
                <a:cs typeface="Arial"/>
              </a:rPr>
              <a:t>registration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900" spc="-10">
                <a:solidFill>
                  <a:srgbClr val="FFFFFF"/>
                </a:solidFill>
                <a:latin typeface="Arial"/>
                <a:cs typeface="Arial"/>
              </a:rPr>
              <a:t>Scheduled</a:t>
            </a:r>
            <a:r>
              <a:rPr dirty="0" sz="9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"/>
                <a:cs typeface="Arial"/>
              </a:rPr>
              <a:t>service,</a:t>
            </a:r>
            <a:r>
              <a:rPr dirty="0" sz="9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"/>
                <a:cs typeface="Arial"/>
              </a:rPr>
              <a:t>repairs/wear</a:t>
            </a:r>
            <a:r>
              <a:rPr dirty="0" sz="9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9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FFFFFF"/>
                </a:solidFill>
                <a:latin typeface="Arial"/>
                <a:cs typeface="Arial"/>
              </a:rPr>
              <a:t>tear</a:t>
            </a:r>
            <a:endParaRPr sz="900">
              <a:latin typeface="Arial"/>
              <a:cs typeface="Arial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4683252" y="5770371"/>
            <a:ext cx="148590" cy="50800"/>
          </a:xfrm>
          <a:custGeom>
            <a:avLst/>
            <a:gdLst/>
            <a:ahLst/>
            <a:cxnLst/>
            <a:rect l="l" t="t" r="r" b="b"/>
            <a:pathLst>
              <a:path w="148589" h="50800">
                <a:moveTo>
                  <a:pt x="50800" y="0"/>
                </a:moveTo>
                <a:lnTo>
                  <a:pt x="0" y="25399"/>
                </a:lnTo>
                <a:lnTo>
                  <a:pt x="50800" y="50799"/>
                </a:lnTo>
                <a:lnTo>
                  <a:pt x="50800" y="31749"/>
                </a:lnTo>
                <a:lnTo>
                  <a:pt x="38100" y="31749"/>
                </a:lnTo>
                <a:lnTo>
                  <a:pt x="38100" y="19049"/>
                </a:lnTo>
                <a:lnTo>
                  <a:pt x="50800" y="19049"/>
                </a:lnTo>
                <a:lnTo>
                  <a:pt x="50800" y="0"/>
                </a:lnTo>
                <a:close/>
              </a:path>
              <a:path w="148589" h="50800">
                <a:moveTo>
                  <a:pt x="50800" y="19049"/>
                </a:moveTo>
                <a:lnTo>
                  <a:pt x="38100" y="19049"/>
                </a:lnTo>
                <a:lnTo>
                  <a:pt x="38100" y="31749"/>
                </a:lnTo>
                <a:lnTo>
                  <a:pt x="50800" y="31749"/>
                </a:lnTo>
                <a:lnTo>
                  <a:pt x="50800" y="19049"/>
                </a:lnTo>
                <a:close/>
              </a:path>
              <a:path w="148589" h="50800">
                <a:moveTo>
                  <a:pt x="148209" y="19049"/>
                </a:moveTo>
                <a:lnTo>
                  <a:pt x="50800" y="19049"/>
                </a:lnTo>
                <a:lnTo>
                  <a:pt x="50800" y="31749"/>
                </a:lnTo>
                <a:lnTo>
                  <a:pt x="148209" y="31749"/>
                </a:lnTo>
                <a:lnTo>
                  <a:pt x="148209" y="19049"/>
                </a:lnTo>
                <a:close/>
              </a:path>
            </a:pathLst>
          </a:custGeom>
          <a:solidFill>
            <a:srgbClr val="A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1459991" y="5346191"/>
            <a:ext cx="2197735" cy="216535"/>
          </a:xfrm>
          <a:custGeom>
            <a:avLst/>
            <a:gdLst/>
            <a:ahLst/>
            <a:cxnLst/>
            <a:rect l="l" t="t" r="r" b="b"/>
            <a:pathLst>
              <a:path w="2197735" h="216535">
                <a:moveTo>
                  <a:pt x="2197608" y="0"/>
                </a:moveTo>
                <a:lnTo>
                  <a:pt x="0" y="0"/>
                </a:lnTo>
                <a:lnTo>
                  <a:pt x="0" y="216407"/>
                </a:lnTo>
                <a:lnTo>
                  <a:pt x="2197608" y="216407"/>
                </a:lnTo>
                <a:lnTo>
                  <a:pt x="2197608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 txBox="1"/>
          <p:nvPr/>
        </p:nvSpPr>
        <p:spPr>
          <a:xfrm>
            <a:off x="1496060" y="4256023"/>
            <a:ext cx="1625600" cy="1278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FFFFFF"/>
                </a:solidFill>
                <a:latin typeface="Arial"/>
                <a:cs typeface="Arial"/>
              </a:rPr>
              <a:t>Flexible</a:t>
            </a:r>
            <a:r>
              <a:rPr dirty="0" sz="9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"/>
                <a:cs typeface="Arial"/>
              </a:rPr>
              <a:t>cancellation</a:t>
            </a:r>
            <a:endParaRPr sz="900">
              <a:latin typeface="Arial"/>
              <a:cs typeface="Arial"/>
            </a:endParaRPr>
          </a:p>
          <a:p>
            <a:pPr marL="12700" marR="354330">
              <a:lnSpc>
                <a:spcPct val="203300"/>
              </a:lnSpc>
            </a:pPr>
            <a:r>
              <a:rPr dirty="0" sz="900">
                <a:solidFill>
                  <a:srgbClr val="FFFFFF"/>
                </a:solidFill>
                <a:latin typeface="Arial"/>
                <a:cs typeface="Arial"/>
              </a:rPr>
              <a:t>Switching</a:t>
            </a:r>
            <a:r>
              <a:rPr dirty="0" sz="9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"/>
                <a:cs typeface="Arial"/>
              </a:rPr>
              <a:t>models </a:t>
            </a:r>
            <a:r>
              <a:rPr dirty="0" sz="900">
                <a:solidFill>
                  <a:srgbClr val="FFFFFF"/>
                </a:solidFill>
                <a:latin typeface="Arial"/>
                <a:cs typeface="Arial"/>
              </a:rPr>
              <a:t>Delivery</a:t>
            </a:r>
            <a:r>
              <a:rPr dirty="0" sz="9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9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"/>
                <a:cs typeface="Arial"/>
              </a:rPr>
              <a:t>collection </a:t>
            </a:r>
            <a:r>
              <a:rPr dirty="0" sz="900">
                <a:solidFill>
                  <a:srgbClr val="FFFFFF"/>
                </a:solidFill>
                <a:latin typeface="Arial"/>
                <a:cs typeface="Arial"/>
              </a:rPr>
              <a:t>Residual</a:t>
            </a:r>
            <a:r>
              <a:rPr dirty="0" sz="9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FFFFFF"/>
                </a:solidFill>
                <a:latin typeface="Arial"/>
                <a:cs typeface="Arial"/>
              </a:rPr>
              <a:t>value</a:t>
            </a:r>
            <a:r>
              <a:rPr dirty="0" sz="9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"/>
                <a:cs typeface="Arial"/>
              </a:rPr>
              <a:t>coverage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900">
                <a:solidFill>
                  <a:srgbClr val="FFFFFF"/>
                </a:solidFill>
                <a:latin typeface="Arial"/>
                <a:cs typeface="Arial"/>
              </a:rPr>
              <a:t>Fully</a:t>
            </a:r>
            <a:r>
              <a:rPr dirty="0" sz="9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FFFFFF"/>
                </a:solidFill>
                <a:latin typeface="Arial"/>
                <a:cs typeface="Arial"/>
              </a:rPr>
              <a:t>digitized</a:t>
            </a:r>
            <a:r>
              <a:rPr dirty="0" sz="9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FFFFFF"/>
                </a:solidFill>
                <a:latin typeface="Arial"/>
                <a:cs typeface="Arial"/>
              </a:rPr>
              <a:t>customer</a:t>
            </a:r>
            <a:r>
              <a:rPr dirty="0" sz="9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"/>
                <a:cs typeface="Arial"/>
              </a:rPr>
              <a:t>journey</a:t>
            </a:r>
            <a:endParaRPr sz="900">
              <a:latin typeface="Arial"/>
              <a:cs typeface="Arial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469798" y="6022644"/>
            <a:ext cx="3564890" cy="228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4A9F46"/>
                </a:solidFill>
                <a:latin typeface="Segoe UI Symbol"/>
                <a:cs typeface="Segoe UI Symbol"/>
              </a:rPr>
              <a:t>✔</a:t>
            </a:r>
            <a:r>
              <a:rPr dirty="0" sz="1050">
                <a:latin typeface="Arial"/>
                <a:cs typeface="Arial"/>
              </a:rPr>
              <a:t>/</a:t>
            </a:r>
            <a:r>
              <a:rPr dirty="0" sz="1050" spc="-5"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FFC000"/>
                </a:solidFill>
                <a:latin typeface="Arial"/>
                <a:cs typeface="Arial"/>
              </a:rPr>
              <a:t>~</a:t>
            </a:r>
            <a:r>
              <a:rPr dirty="0" sz="1300" spc="-85" b="1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/ </a:t>
            </a:r>
            <a:r>
              <a:rPr dirty="0" sz="1200">
                <a:solidFill>
                  <a:srgbClr val="A21F1F"/>
                </a:solidFill>
                <a:latin typeface="Segoe UI Symbol"/>
                <a:cs typeface="Segoe UI Symbol"/>
              </a:rPr>
              <a:t>🗶</a:t>
            </a:r>
            <a:r>
              <a:rPr dirty="0" sz="1200" spc="-35">
                <a:solidFill>
                  <a:srgbClr val="A21F1F"/>
                </a:solidFill>
                <a:latin typeface="Segoe UI Symbol"/>
                <a:cs typeface="Segoe UI Symbol"/>
              </a:rPr>
              <a:t> </a:t>
            </a:r>
            <a:r>
              <a:rPr dirty="0" sz="800">
                <a:latin typeface="Arial"/>
                <a:cs typeface="Arial"/>
              </a:rPr>
              <a:t>=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Usually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included</a:t>
            </a:r>
            <a:r>
              <a:rPr dirty="0" sz="800" spc="2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/</a:t>
            </a:r>
            <a:r>
              <a:rPr dirty="0" sz="900" spc="26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Depends</a:t>
            </a:r>
            <a:r>
              <a:rPr dirty="0" sz="800" spc="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on provider</a:t>
            </a:r>
            <a:r>
              <a:rPr dirty="0" sz="800" spc="23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/</a:t>
            </a:r>
            <a:r>
              <a:rPr dirty="0" sz="900" spc="26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Usually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not</a:t>
            </a:r>
            <a:r>
              <a:rPr dirty="0" sz="800" spc="1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included</a:t>
            </a:r>
            <a:endParaRPr sz="800">
              <a:latin typeface="Arial"/>
              <a:cs typeface="Arial"/>
            </a:endParaRPr>
          </a:p>
        </p:txBody>
      </p:sp>
      <p:sp>
        <p:nvSpPr>
          <p:cNvPr id="86" name="object 86" descr="$PPTXTitle"/>
          <p:cNvSpPr txBox="1">
            <a:spLocks noGrp="1"/>
          </p:cNvSpPr>
          <p:nvPr>
            <p:ph type="title"/>
          </p:nvPr>
        </p:nvSpPr>
        <p:spPr>
          <a:xfrm>
            <a:off x="430174" y="296926"/>
            <a:ext cx="11061065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Subscription</a:t>
            </a:r>
            <a:r>
              <a:rPr dirty="0" spc="-3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fills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 gap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between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leasing and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rental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offerings</a:t>
            </a:r>
          </a:p>
        </p:txBody>
      </p:sp>
      <p:sp>
        <p:nvSpPr>
          <p:cNvPr id="87" name="object 87"/>
          <p:cNvSpPr txBox="1"/>
          <p:nvPr/>
        </p:nvSpPr>
        <p:spPr>
          <a:xfrm>
            <a:off x="430174" y="608325"/>
            <a:ext cx="11154410" cy="1392555"/>
          </a:xfrm>
          <a:prstGeom prst="rect">
            <a:avLst/>
          </a:prstGeom>
        </p:spPr>
        <p:txBody>
          <a:bodyPr wrap="square" lIns="0" tIns="1162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dirty="0" sz="3200">
                <a:latin typeface="Georgia"/>
                <a:cs typeface="Georgia"/>
              </a:rPr>
              <a:t>–</a:t>
            </a:r>
            <a:r>
              <a:rPr dirty="0" sz="3200" spc="-10">
                <a:latin typeface="Georgia"/>
                <a:cs typeface="Georgia"/>
              </a:rPr>
              <a:t> </a:t>
            </a:r>
            <a:r>
              <a:rPr dirty="0" sz="3200">
                <a:latin typeface="Georgia"/>
                <a:cs typeface="Georgia"/>
              </a:rPr>
              <a:t>resulting</a:t>
            </a:r>
            <a:r>
              <a:rPr dirty="0" sz="3200" spc="5">
                <a:latin typeface="Georgia"/>
                <a:cs typeface="Georgia"/>
              </a:rPr>
              <a:t> </a:t>
            </a:r>
            <a:r>
              <a:rPr dirty="0" sz="3200">
                <a:latin typeface="Georgia"/>
                <a:cs typeface="Georgia"/>
              </a:rPr>
              <a:t>overall in four major vehicle</a:t>
            </a:r>
            <a:r>
              <a:rPr dirty="0" sz="3200" spc="10">
                <a:latin typeface="Georgia"/>
                <a:cs typeface="Georgia"/>
              </a:rPr>
              <a:t> </a:t>
            </a:r>
            <a:r>
              <a:rPr dirty="0" sz="3200">
                <a:latin typeface="Georgia"/>
                <a:cs typeface="Georgia"/>
              </a:rPr>
              <a:t>ownership</a:t>
            </a:r>
            <a:r>
              <a:rPr dirty="0" sz="3200" spc="-5">
                <a:latin typeface="Georgia"/>
                <a:cs typeface="Georgia"/>
              </a:rPr>
              <a:t> </a:t>
            </a:r>
            <a:r>
              <a:rPr dirty="0" sz="3200" spc="-10">
                <a:latin typeface="Georgia"/>
                <a:cs typeface="Georgia"/>
              </a:rPr>
              <a:t>archetypes</a:t>
            </a:r>
            <a:endParaRPr sz="32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dirty="0" sz="1800" spc="-10" b="1">
                <a:solidFill>
                  <a:srgbClr val="A21F1F"/>
                </a:solidFill>
                <a:latin typeface="Arial"/>
                <a:cs typeface="Arial"/>
              </a:rPr>
              <a:t>Vehicle</a:t>
            </a:r>
            <a:r>
              <a:rPr dirty="0" sz="1800" spc="-5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ownership</a:t>
            </a:r>
            <a:r>
              <a:rPr dirty="0" sz="1800" spc="-7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A21F1F"/>
                </a:solidFill>
                <a:latin typeface="Arial"/>
                <a:cs typeface="Arial"/>
              </a:rPr>
              <a:t>archetypes</a:t>
            </a:r>
            <a:endParaRPr sz="1800">
              <a:latin typeface="Arial"/>
              <a:cs typeface="Arial"/>
            </a:endParaRPr>
          </a:p>
          <a:p>
            <a:pPr marL="3679190">
              <a:lnSpc>
                <a:spcPct val="100000"/>
              </a:lnSpc>
              <a:spcBef>
                <a:spcPts val="1815"/>
              </a:spcBef>
              <a:tabLst>
                <a:tab pos="5695950" algn="l"/>
                <a:tab pos="7722234" algn="l"/>
                <a:tab pos="9739630" algn="l"/>
              </a:tabLst>
            </a:pPr>
            <a:r>
              <a:rPr dirty="0" sz="1400" spc="-10" b="1">
                <a:solidFill>
                  <a:srgbClr val="7C1A2B"/>
                </a:solidFill>
                <a:latin typeface="Arial"/>
                <a:cs typeface="Arial"/>
              </a:rPr>
              <a:t>Leasing</a:t>
            </a:r>
            <a:r>
              <a:rPr dirty="0" sz="1400" b="1">
                <a:solidFill>
                  <a:srgbClr val="7C1A2B"/>
                </a:solidFill>
                <a:latin typeface="Arial"/>
                <a:cs typeface="Arial"/>
              </a:rPr>
              <a:t>	</a:t>
            </a:r>
            <a:r>
              <a:rPr dirty="0" sz="1400" spc="-10" b="1">
                <a:solidFill>
                  <a:srgbClr val="A21F1F"/>
                </a:solidFill>
                <a:latin typeface="Arial"/>
                <a:cs typeface="Arial"/>
              </a:rPr>
              <a:t>Subscription</a:t>
            </a:r>
            <a:r>
              <a:rPr dirty="0" sz="1400" b="1">
                <a:solidFill>
                  <a:srgbClr val="A21F1F"/>
                </a:solidFill>
                <a:latin typeface="Arial"/>
                <a:cs typeface="Arial"/>
              </a:rPr>
              <a:t>	</a:t>
            </a:r>
            <a:r>
              <a:rPr dirty="0" sz="1400" spc="-10" b="1">
                <a:solidFill>
                  <a:srgbClr val="BA2740"/>
                </a:solidFill>
                <a:latin typeface="Arial"/>
                <a:cs typeface="Arial"/>
              </a:rPr>
              <a:t>Rental</a:t>
            </a:r>
            <a:r>
              <a:rPr dirty="0" sz="1400" b="1">
                <a:solidFill>
                  <a:srgbClr val="BA2740"/>
                </a:solidFill>
                <a:latin typeface="Arial"/>
                <a:cs typeface="Arial"/>
              </a:rPr>
              <a:t>	</a:t>
            </a:r>
            <a:r>
              <a:rPr dirty="0" sz="1400" spc="-10" b="1">
                <a:solidFill>
                  <a:srgbClr val="DB526A"/>
                </a:solidFill>
                <a:latin typeface="Arial"/>
                <a:cs typeface="Arial"/>
              </a:rPr>
              <a:t>Sharing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2578354" y="6340551"/>
            <a:ext cx="4441825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>
                <a:latin typeface="Arial"/>
                <a:cs typeface="Arial"/>
              </a:rPr>
              <a:t>1)</a:t>
            </a:r>
            <a:r>
              <a:rPr dirty="0" sz="750" spc="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Based</a:t>
            </a:r>
            <a:r>
              <a:rPr dirty="0" sz="750" spc="-1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Strategy&amp;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analysis;</a:t>
            </a:r>
            <a:r>
              <a:rPr dirty="0" sz="750" spc="-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2)</a:t>
            </a:r>
            <a:r>
              <a:rPr dirty="0" sz="750" spc="1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Depending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on</a:t>
            </a:r>
            <a:r>
              <a:rPr dirty="0" sz="750" spc="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specific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regulatory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environment</a:t>
            </a:r>
            <a:r>
              <a:rPr dirty="0" sz="750" spc="-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allowing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“prolonged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lease”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50">
                <a:latin typeface="Arial"/>
                <a:cs typeface="Arial"/>
              </a:rPr>
              <a:t>Source: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Strategy&amp;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analysis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3759708" y="1744979"/>
            <a:ext cx="281940" cy="281940"/>
            <a:chOff x="3759708" y="1744979"/>
            <a:chExt cx="281940" cy="281940"/>
          </a:xfrm>
        </p:grpSpPr>
        <p:sp>
          <p:nvSpPr>
            <p:cNvPr id="90" name="object 90"/>
            <p:cNvSpPr/>
            <p:nvPr/>
          </p:nvSpPr>
          <p:spPr>
            <a:xfrm>
              <a:off x="3759708" y="1744979"/>
              <a:ext cx="281940" cy="281940"/>
            </a:xfrm>
            <a:custGeom>
              <a:avLst/>
              <a:gdLst/>
              <a:ahLst/>
              <a:cxnLst/>
              <a:rect l="l" t="t" r="r" b="b"/>
              <a:pathLst>
                <a:path w="281939" h="281939">
                  <a:moveTo>
                    <a:pt x="281939" y="0"/>
                  </a:moveTo>
                  <a:lnTo>
                    <a:pt x="0" y="0"/>
                  </a:lnTo>
                  <a:lnTo>
                    <a:pt x="0" y="281939"/>
                  </a:lnTo>
                  <a:lnTo>
                    <a:pt x="281939" y="281939"/>
                  </a:lnTo>
                  <a:lnTo>
                    <a:pt x="281939" y="0"/>
                  </a:lnTo>
                  <a:close/>
                </a:path>
              </a:pathLst>
            </a:custGeom>
            <a:solidFill>
              <a:srgbClr val="7C1A2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1" name="object 9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87140" y="1772411"/>
              <a:ext cx="227075" cy="227075"/>
            </a:xfrm>
            <a:prstGeom prst="rect">
              <a:avLst/>
            </a:prstGeom>
          </p:spPr>
        </p:pic>
      </p:grpSp>
      <p:grpSp>
        <p:nvGrpSpPr>
          <p:cNvPr id="92" name="object 92"/>
          <p:cNvGrpSpPr/>
          <p:nvPr/>
        </p:nvGrpSpPr>
        <p:grpSpPr>
          <a:xfrm>
            <a:off x="5771388" y="1744979"/>
            <a:ext cx="291465" cy="281940"/>
            <a:chOff x="5771388" y="1744979"/>
            <a:chExt cx="291465" cy="281940"/>
          </a:xfrm>
        </p:grpSpPr>
        <p:sp>
          <p:nvSpPr>
            <p:cNvPr id="93" name="object 93"/>
            <p:cNvSpPr/>
            <p:nvPr/>
          </p:nvSpPr>
          <p:spPr>
            <a:xfrm>
              <a:off x="5771388" y="1744979"/>
              <a:ext cx="291465" cy="281940"/>
            </a:xfrm>
            <a:custGeom>
              <a:avLst/>
              <a:gdLst/>
              <a:ahLst/>
              <a:cxnLst/>
              <a:rect l="l" t="t" r="r" b="b"/>
              <a:pathLst>
                <a:path w="291464" h="281939">
                  <a:moveTo>
                    <a:pt x="291084" y="0"/>
                  </a:moveTo>
                  <a:lnTo>
                    <a:pt x="0" y="0"/>
                  </a:lnTo>
                  <a:lnTo>
                    <a:pt x="0" y="281939"/>
                  </a:lnTo>
                  <a:lnTo>
                    <a:pt x="291084" y="281939"/>
                  </a:lnTo>
                  <a:lnTo>
                    <a:pt x="291084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4" name="object 9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00344" y="1772411"/>
              <a:ext cx="233172" cy="227329"/>
            </a:xfrm>
            <a:prstGeom prst="rect">
              <a:avLst/>
            </a:prstGeom>
          </p:spPr>
        </p:pic>
      </p:grpSp>
      <p:grpSp>
        <p:nvGrpSpPr>
          <p:cNvPr id="95" name="object 95"/>
          <p:cNvGrpSpPr/>
          <p:nvPr/>
        </p:nvGrpSpPr>
        <p:grpSpPr>
          <a:xfrm>
            <a:off x="9814559" y="1744979"/>
            <a:ext cx="281940" cy="281940"/>
            <a:chOff x="9814559" y="1744979"/>
            <a:chExt cx="281940" cy="281940"/>
          </a:xfrm>
        </p:grpSpPr>
        <p:sp>
          <p:nvSpPr>
            <p:cNvPr id="96" name="object 96"/>
            <p:cNvSpPr/>
            <p:nvPr/>
          </p:nvSpPr>
          <p:spPr>
            <a:xfrm>
              <a:off x="9814559" y="1744979"/>
              <a:ext cx="281940" cy="281940"/>
            </a:xfrm>
            <a:custGeom>
              <a:avLst/>
              <a:gdLst/>
              <a:ahLst/>
              <a:cxnLst/>
              <a:rect l="l" t="t" r="r" b="b"/>
              <a:pathLst>
                <a:path w="281940" h="281939">
                  <a:moveTo>
                    <a:pt x="281940" y="0"/>
                  </a:moveTo>
                  <a:lnTo>
                    <a:pt x="0" y="0"/>
                  </a:lnTo>
                  <a:lnTo>
                    <a:pt x="0" y="281939"/>
                  </a:lnTo>
                  <a:lnTo>
                    <a:pt x="281940" y="281939"/>
                  </a:lnTo>
                  <a:lnTo>
                    <a:pt x="281940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7" name="object 9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41991" y="1772411"/>
              <a:ext cx="227075" cy="227329"/>
            </a:xfrm>
            <a:prstGeom prst="rect">
              <a:avLst/>
            </a:prstGeom>
          </p:spPr>
        </p:pic>
      </p:grpSp>
      <p:grpSp>
        <p:nvGrpSpPr>
          <p:cNvPr id="98" name="object 98"/>
          <p:cNvGrpSpPr/>
          <p:nvPr/>
        </p:nvGrpSpPr>
        <p:grpSpPr>
          <a:xfrm>
            <a:off x="7795259" y="1744979"/>
            <a:ext cx="283845" cy="281940"/>
            <a:chOff x="7795259" y="1744979"/>
            <a:chExt cx="283845" cy="281940"/>
          </a:xfrm>
        </p:grpSpPr>
        <p:sp>
          <p:nvSpPr>
            <p:cNvPr id="99" name="object 99"/>
            <p:cNvSpPr/>
            <p:nvPr/>
          </p:nvSpPr>
          <p:spPr>
            <a:xfrm>
              <a:off x="7795259" y="1744979"/>
              <a:ext cx="283845" cy="281940"/>
            </a:xfrm>
            <a:custGeom>
              <a:avLst/>
              <a:gdLst/>
              <a:ahLst/>
              <a:cxnLst/>
              <a:rect l="l" t="t" r="r" b="b"/>
              <a:pathLst>
                <a:path w="283845" h="281939">
                  <a:moveTo>
                    <a:pt x="283464" y="0"/>
                  </a:moveTo>
                  <a:lnTo>
                    <a:pt x="0" y="0"/>
                  </a:lnTo>
                  <a:lnTo>
                    <a:pt x="0" y="281939"/>
                  </a:lnTo>
                  <a:lnTo>
                    <a:pt x="283464" y="281939"/>
                  </a:lnTo>
                  <a:lnTo>
                    <a:pt x="283464" y="0"/>
                  </a:lnTo>
                  <a:close/>
                </a:path>
              </a:pathLst>
            </a:custGeom>
            <a:solidFill>
              <a:srgbClr val="BA274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0" name="object 10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24215" y="1772411"/>
              <a:ext cx="225551" cy="227329"/>
            </a:xfrm>
            <a:prstGeom prst="rect">
              <a:avLst/>
            </a:prstGeom>
          </p:spPr>
        </p:pic>
      </p:grpSp>
      <p:sp>
        <p:nvSpPr>
          <p:cNvPr id="101" name="object 101"/>
          <p:cNvSpPr txBox="1"/>
          <p:nvPr/>
        </p:nvSpPr>
        <p:spPr>
          <a:xfrm>
            <a:off x="11612626" y="6500876"/>
            <a:ext cx="132080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 spc="-25">
                <a:latin typeface="Arial"/>
                <a:cs typeface="Arial"/>
              </a:rPr>
              <a:t>29</a:t>
            </a:r>
            <a:endParaRPr sz="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6341160"/>
            <a:ext cx="1062355" cy="3003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300"/>
              </a:lnSpc>
              <a:spcBef>
                <a:spcPts val="95"/>
              </a:spcBef>
            </a:pPr>
            <a:r>
              <a:rPr dirty="0" sz="750">
                <a:latin typeface="Arial"/>
                <a:cs typeface="Arial"/>
              </a:rPr>
              <a:t>Digital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Auto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Report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-20">
                <a:latin typeface="Arial"/>
                <a:cs typeface="Arial"/>
              </a:rPr>
              <a:t>2023</a:t>
            </a:r>
            <a:r>
              <a:rPr dirty="0" sz="750" spc="-10">
                <a:latin typeface="Arial"/>
                <a:cs typeface="Arial"/>
              </a:rPr>
              <a:t> Strategy&amp;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896611" y="1961388"/>
            <a:ext cx="6786880" cy="4028440"/>
            <a:chOff x="4896611" y="1961388"/>
            <a:chExt cx="6786880" cy="4028440"/>
          </a:xfrm>
        </p:grpSpPr>
        <p:sp>
          <p:nvSpPr>
            <p:cNvPr id="4" name="object 4"/>
            <p:cNvSpPr/>
            <p:nvPr/>
          </p:nvSpPr>
          <p:spPr>
            <a:xfrm>
              <a:off x="9211055" y="1961388"/>
              <a:ext cx="2472055" cy="1879600"/>
            </a:xfrm>
            <a:custGeom>
              <a:avLst/>
              <a:gdLst/>
              <a:ahLst/>
              <a:cxnLst/>
              <a:rect l="l" t="t" r="r" b="b"/>
              <a:pathLst>
                <a:path w="2472054" h="1879600">
                  <a:moveTo>
                    <a:pt x="2471928" y="0"/>
                  </a:moveTo>
                  <a:lnTo>
                    <a:pt x="0" y="0"/>
                  </a:lnTo>
                  <a:lnTo>
                    <a:pt x="0" y="1879092"/>
                  </a:lnTo>
                  <a:lnTo>
                    <a:pt x="2471928" y="1879092"/>
                  </a:lnTo>
                  <a:lnTo>
                    <a:pt x="247192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9915144" y="2717291"/>
              <a:ext cx="1266825" cy="1000125"/>
            </a:xfrm>
            <a:custGeom>
              <a:avLst/>
              <a:gdLst/>
              <a:ahLst/>
              <a:cxnLst/>
              <a:rect l="l" t="t" r="r" b="b"/>
              <a:pathLst>
                <a:path w="1266825" h="1000125">
                  <a:moveTo>
                    <a:pt x="288036" y="288036"/>
                  </a:moveTo>
                  <a:lnTo>
                    <a:pt x="284200" y="241808"/>
                  </a:lnTo>
                  <a:lnTo>
                    <a:pt x="273151" y="197764"/>
                  </a:lnTo>
                  <a:lnTo>
                    <a:pt x="255511" y="156540"/>
                  </a:lnTo>
                  <a:lnTo>
                    <a:pt x="231889" y="118783"/>
                  </a:lnTo>
                  <a:lnTo>
                    <a:pt x="202920" y="85115"/>
                  </a:lnTo>
                  <a:lnTo>
                    <a:pt x="169252" y="56146"/>
                  </a:lnTo>
                  <a:lnTo>
                    <a:pt x="131495" y="32524"/>
                  </a:lnTo>
                  <a:lnTo>
                    <a:pt x="90271" y="14884"/>
                  </a:lnTo>
                  <a:lnTo>
                    <a:pt x="46228" y="3835"/>
                  </a:lnTo>
                  <a:lnTo>
                    <a:pt x="0" y="0"/>
                  </a:lnTo>
                  <a:lnTo>
                    <a:pt x="0" y="104775"/>
                  </a:lnTo>
                  <a:lnTo>
                    <a:pt x="47650" y="111315"/>
                  </a:lnTo>
                  <a:lnTo>
                    <a:pt x="91135" y="129743"/>
                  </a:lnTo>
                  <a:lnTo>
                    <a:pt x="128435" y="158356"/>
                  </a:lnTo>
                  <a:lnTo>
                    <a:pt x="157556" y="195427"/>
                  </a:lnTo>
                  <a:lnTo>
                    <a:pt x="176491" y="239229"/>
                  </a:lnTo>
                  <a:lnTo>
                    <a:pt x="183261" y="288036"/>
                  </a:lnTo>
                  <a:lnTo>
                    <a:pt x="176491" y="336854"/>
                  </a:lnTo>
                  <a:lnTo>
                    <a:pt x="157556" y="380657"/>
                  </a:lnTo>
                  <a:lnTo>
                    <a:pt x="128435" y="417728"/>
                  </a:lnTo>
                  <a:lnTo>
                    <a:pt x="91135" y="446341"/>
                  </a:lnTo>
                  <a:lnTo>
                    <a:pt x="47650" y="464769"/>
                  </a:lnTo>
                  <a:lnTo>
                    <a:pt x="0" y="471297"/>
                  </a:lnTo>
                  <a:lnTo>
                    <a:pt x="0" y="576072"/>
                  </a:lnTo>
                  <a:lnTo>
                    <a:pt x="46228" y="572338"/>
                  </a:lnTo>
                  <a:lnTo>
                    <a:pt x="90271" y="561517"/>
                  </a:lnTo>
                  <a:lnTo>
                    <a:pt x="131495" y="544182"/>
                  </a:lnTo>
                  <a:lnTo>
                    <a:pt x="169252" y="520890"/>
                  </a:lnTo>
                  <a:lnTo>
                    <a:pt x="202920" y="492213"/>
                  </a:lnTo>
                  <a:lnTo>
                    <a:pt x="231889" y="458724"/>
                  </a:lnTo>
                  <a:lnTo>
                    <a:pt x="255511" y="420992"/>
                  </a:lnTo>
                  <a:lnTo>
                    <a:pt x="273151" y="379590"/>
                  </a:lnTo>
                  <a:lnTo>
                    <a:pt x="284200" y="335089"/>
                  </a:lnTo>
                  <a:lnTo>
                    <a:pt x="288036" y="288036"/>
                  </a:lnTo>
                  <a:close/>
                </a:path>
                <a:path w="1266825" h="1000125">
                  <a:moveTo>
                    <a:pt x="1266444" y="498348"/>
                  </a:moveTo>
                  <a:lnTo>
                    <a:pt x="1219390" y="502018"/>
                  </a:lnTo>
                  <a:lnTo>
                    <a:pt x="1174889" y="512648"/>
                  </a:lnTo>
                  <a:lnTo>
                    <a:pt x="1133487" y="529678"/>
                  </a:lnTo>
                  <a:lnTo>
                    <a:pt x="1095756" y="552551"/>
                  </a:lnTo>
                  <a:lnTo>
                    <a:pt x="1062266" y="580707"/>
                  </a:lnTo>
                  <a:lnTo>
                    <a:pt x="1033589" y="613600"/>
                  </a:lnTo>
                  <a:lnTo>
                    <a:pt x="1010297" y="650646"/>
                  </a:lnTo>
                  <a:lnTo>
                    <a:pt x="992962" y="691299"/>
                  </a:lnTo>
                  <a:lnTo>
                    <a:pt x="982141" y="734999"/>
                  </a:lnTo>
                  <a:lnTo>
                    <a:pt x="978408" y="781177"/>
                  </a:lnTo>
                  <a:lnTo>
                    <a:pt x="983005" y="832281"/>
                  </a:lnTo>
                  <a:lnTo>
                    <a:pt x="996403" y="880783"/>
                  </a:lnTo>
                  <a:lnTo>
                    <a:pt x="1017981" y="925576"/>
                  </a:lnTo>
                  <a:lnTo>
                    <a:pt x="1047115" y="965593"/>
                  </a:lnTo>
                  <a:lnTo>
                    <a:pt x="1083183" y="999744"/>
                  </a:lnTo>
                  <a:lnTo>
                    <a:pt x="1158367" y="925830"/>
                  </a:lnTo>
                  <a:lnTo>
                    <a:pt x="1127328" y="897826"/>
                  </a:lnTo>
                  <a:lnTo>
                    <a:pt x="1103630" y="863180"/>
                  </a:lnTo>
                  <a:lnTo>
                    <a:pt x="1088491" y="823696"/>
                  </a:lnTo>
                  <a:lnTo>
                    <a:pt x="1083183" y="781177"/>
                  </a:lnTo>
                  <a:lnTo>
                    <a:pt x="1089710" y="733285"/>
                  </a:lnTo>
                  <a:lnTo>
                    <a:pt x="1108138" y="690270"/>
                  </a:lnTo>
                  <a:lnTo>
                    <a:pt x="1136751" y="653859"/>
                  </a:lnTo>
                  <a:lnTo>
                    <a:pt x="1173822" y="625754"/>
                  </a:lnTo>
                  <a:lnTo>
                    <a:pt x="1217625" y="607644"/>
                  </a:lnTo>
                  <a:lnTo>
                    <a:pt x="1266444" y="601218"/>
                  </a:lnTo>
                  <a:lnTo>
                    <a:pt x="1266444" y="498348"/>
                  </a:lnTo>
                  <a:close/>
                </a:path>
              </a:pathLst>
            </a:custGeom>
            <a:solidFill>
              <a:srgbClr val="7C7C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896612" y="3902976"/>
              <a:ext cx="3584575" cy="2086610"/>
            </a:xfrm>
            <a:custGeom>
              <a:avLst/>
              <a:gdLst/>
              <a:ahLst/>
              <a:cxnLst/>
              <a:rect l="l" t="t" r="r" b="b"/>
              <a:pathLst>
                <a:path w="3584575" h="2086610">
                  <a:moveTo>
                    <a:pt x="3584448" y="207251"/>
                  </a:moveTo>
                  <a:lnTo>
                    <a:pt x="0" y="207251"/>
                  </a:lnTo>
                  <a:lnTo>
                    <a:pt x="0" y="2086343"/>
                  </a:lnTo>
                  <a:lnTo>
                    <a:pt x="3584448" y="2086343"/>
                  </a:lnTo>
                  <a:lnTo>
                    <a:pt x="3584448" y="207251"/>
                  </a:lnTo>
                  <a:close/>
                </a:path>
                <a:path w="3584575" h="2086610">
                  <a:moveTo>
                    <a:pt x="3584448" y="0"/>
                  </a:moveTo>
                  <a:lnTo>
                    <a:pt x="0" y="0"/>
                  </a:lnTo>
                  <a:lnTo>
                    <a:pt x="0" y="187439"/>
                  </a:lnTo>
                  <a:lnTo>
                    <a:pt x="3584448" y="187439"/>
                  </a:lnTo>
                  <a:lnTo>
                    <a:pt x="3584448" y="0"/>
                  </a:lnTo>
                  <a:close/>
                </a:path>
              </a:pathLst>
            </a:custGeom>
            <a:solidFill>
              <a:srgbClr val="EFB8C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4901565" y="3906773"/>
            <a:ext cx="28714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latin typeface="Arial"/>
                <a:cs typeface="Arial"/>
              </a:rPr>
              <a:t>2.</a:t>
            </a:r>
            <a:r>
              <a:rPr dirty="0" sz="900" spc="-3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Lifecycle: Used</a:t>
            </a:r>
            <a:r>
              <a:rPr dirty="0" sz="900" spc="-3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car</a:t>
            </a:r>
            <a:r>
              <a:rPr dirty="0" sz="900" spc="-4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leasing</a:t>
            </a:r>
            <a:r>
              <a:rPr dirty="0" sz="900" spc="-3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(different</a:t>
            </a:r>
            <a:r>
              <a:rPr dirty="0" sz="900" spc="-30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customer(s))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33627" y="1760220"/>
            <a:ext cx="10918190" cy="4232275"/>
            <a:chOff x="833627" y="1760220"/>
            <a:chExt cx="10918190" cy="4232275"/>
          </a:xfrm>
        </p:grpSpPr>
        <p:sp>
          <p:nvSpPr>
            <p:cNvPr id="9" name="object 9"/>
            <p:cNvSpPr/>
            <p:nvPr/>
          </p:nvSpPr>
          <p:spPr>
            <a:xfrm>
              <a:off x="833628" y="4110227"/>
              <a:ext cx="10854055" cy="1882139"/>
            </a:xfrm>
            <a:custGeom>
              <a:avLst/>
              <a:gdLst/>
              <a:ahLst/>
              <a:cxnLst/>
              <a:rect l="l" t="t" r="r" b="b"/>
              <a:pathLst>
                <a:path w="10854055" h="1882139">
                  <a:moveTo>
                    <a:pt x="4066032" y="0"/>
                  </a:moveTo>
                  <a:lnTo>
                    <a:pt x="0" y="0"/>
                  </a:lnTo>
                  <a:lnTo>
                    <a:pt x="0" y="1879092"/>
                  </a:lnTo>
                  <a:lnTo>
                    <a:pt x="4066032" y="1879092"/>
                  </a:lnTo>
                  <a:lnTo>
                    <a:pt x="4066032" y="0"/>
                  </a:lnTo>
                  <a:close/>
                </a:path>
                <a:path w="10854055" h="1882139">
                  <a:moveTo>
                    <a:pt x="10853928" y="3048"/>
                  </a:moveTo>
                  <a:lnTo>
                    <a:pt x="7647432" y="3048"/>
                  </a:lnTo>
                  <a:lnTo>
                    <a:pt x="7647432" y="1882140"/>
                  </a:lnTo>
                  <a:lnTo>
                    <a:pt x="10853928" y="1882140"/>
                  </a:lnTo>
                  <a:lnTo>
                    <a:pt x="10853928" y="3048"/>
                  </a:lnTo>
                  <a:close/>
                </a:path>
              </a:pathLst>
            </a:custGeom>
            <a:solidFill>
              <a:srgbClr val="F7DB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838200" y="4239767"/>
              <a:ext cx="10913745" cy="1620520"/>
            </a:xfrm>
            <a:custGeom>
              <a:avLst/>
              <a:gdLst/>
              <a:ahLst/>
              <a:cxnLst/>
              <a:rect l="l" t="t" r="r" b="b"/>
              <a:pathLst>
                <a:path w="10913745" h="1620520">
                  <a:moveTo>
                    <a:pt x="3834371" y="53340"/>
                  </a:moveTo>
                  <a:lnTo>
                    <a:pt x="563880" y="53340"/>
                  </a:lnTo>
                  <a:lnTo>
                    <a:pt x="512864" y="57531"/>
                  </a:lnTo>
                  <a:lnTo>
                    <a:pt x="464985" y="69608"/>
                  </a:lnTo>
                  <a:lnTo>
                    <a:pt x="421005" y="88874"/>
                  </a:lnTo>
                  <a:lnTo>
                    <a:pt x="381698" y="114617"/>
                  </a:lnTo>
                  <a:lnTo>
                    <a:pt x="347827" y="146113"/>
                  </a:lnTo>
                  <a:lnTo>
                    <a:pt x="320141" y="182664"/>
                  </a:lnTo>
                  <a:lnTo>
                    <a:pt x="299427" y="223545"/>
                  </a:lnTo>
                  <a:lnTo>
                    <a:pt x="286435" y="268058"/>
                  </a:lnTo>
                  <a:lnTo>
                    <a:pt x="281940" y="315468"/>
                  </a:lnTo>
                  <a:lnTo>
                    <a:pt x="281940" y="976884"/>
                  </a:lnTo>
                  <a:lnTo>
                    <a:pt x="282079" y="976884"/>
                  </a:lnTo>
                  <a:lnTo>
                    <a:pt x="275717" y="1021295"/>
                  </a:lnTo>
                  <a:lnTo>
                    <a:pt x="257759" y="1061161"/>
                  </a:lnTo>
                  <a:lnTo>
                    <a:pt x="229895" y="1094892"/>
                  </a:lnTo>
                  <a:lnTo>
                    <a:pt x="193789" y="1120927"/>
                  </a:lnTo>
                  <a:lnTo>
                    <a:pt x="151142" y="1137704"/>
                  </a:lnTo>
                  <a:lnTo>
                    <a:pt x="103632" y="1143635"/>
                  </a:lnTo>
                  <a:lnTo>
                    <a:pt x="103632" y="1144536"/>
                  </a:lnTo>
                  <a:lnTo>
                    <a:pt x="0" y="1144536"/>
                  </a:lnTo>
                  <a:lnTo>
                    <a:pt x="0" y="1239012"/>
                  </a:lnTo>
                  <a:lnTo>
                    <a:pt x="103632" y="1239012"/>
                  </a:lnTo>
                  <a:lnTo>
                    <a:pt x="154305" y="1234833"/>
                  </a:lnTo>
                  <a:lnTo>
                    <a:pt x="202387" y="1222641"/>
                  </a:lnTo>
                  <a:lnTo>
                    <a:pt x="246786" y="1202994"/>
                  </a:lnTo>
                  <a:lnTo>
                    <a:pt x="286461" y="1176477"/>
                  </a:lnTo>
                  <a:lnTo>
                    <a:pt x="320319" y="1143635"/>
                  </a:lnTo>
                  <a:lnTo>
                    <a:pt x="346405" y="1107579"/>
                  </a:lnTo>
                  <a:lnTo>
                    <a:pt x="366522" y="1067028"/>
                  </a:lnTo>
                  <a:lnTo>
                    <a:pt x="379463" y="1023086"/>
                  </a:lnTo>
                  <a:lnTo>
                    <a:pt x="384048" y="976884"/>
                  </a:lnTo>
                  <a:lnTo>
                    <a:pt x="384048" y="315468"/>
                  </a:lnTo>
                  <a:lnTo>
                    <a:pt x="384467" y="315468"/>
                  </a:lnTo>
                  <a:lnTo>
                    <a:pt x="390855" y="271068"/>
                  </a:lnTo>
                  <a:lnTo>
                    <a:pt x="408901" y="231203"/>
                  </a:lnTo>
                  <a:lnTo>
                    <a:pt x="436930" y="197472"/>
                  </a:lnTo>
                  <a:lnTo>
                    <a:pt x="473214" y="171437"/>
                  </a:lnTo>
                  <a:lnTo>
                    <a:pt x="516102" y="154660"/>
                  </a:lnTo>
                  <a:lnTo>
                    <a:pt x="563880" y="148717"/>
                  </a:lnTo>
                  <a:lnTo>
                    <a:pt x="563880" y="149352"/>
                  </a:lnTo>
                  <a:lnTo>
                    <a:pt x="3834371" y="149352"/>
                  </a:lnTo>
                  <a:lnTo>
                    <a:pt x="3834371" y="53340"/>
                  </a:lnTo>
                  <a:close/>
                </a:path>
                <a:path w="10913745" h="1620520">
                  <a:moveTo>
                    <a:pt x="10913364" y="429768"/>
                  </a:moveTo>
                  <a:lnTo>
                    <a:pt x="10378440" y="429768"/>
                  </a:lnTo>
                  <a:lnTo>
                    <a:pt x="10378440" y="428879"/>
                  </a:lnTo>
                  <a:lnTo>
                    <a:pt x="10330904" y="422948"/>
                  </a:lnTo>
                  <a:lnTo>
                    <a:pt x="10288257" y="406171"/>
                  </a:lnTo>
                  <a:lnTo>
                    <a:pt x="10252164" y="380136"/>
                  </a:lnTo>
                  <a:lnTo>
                    <a:pt x="10224300" y="346405"/>
                  </a:lnTo>
                  <a:lnTo>
                    <a:pt x="10206355" y="306539"/>
                  </a:lnTo>
                  <a:lnTo>
                    <a:pt x="10200005" y="262128"/>
                  </a:lnTo>
                  <a:lnTo>
                    <a:pt x="10200132" y="262128"/>
                  </a:lnTo>
                  <a:lnTo>
                    <a:pt x="10195522" y="215480"/>
                  </a:lnTo>
                  <a:lnTo>
                    <a:pt x="10182263" y="171386"/>
                  </a:lnTo>
                  <a:lnTo>
                    <a:pt x="10161206" y="130619"/>
                  </a:lnTo>
                  <a:lnTo>
                    <a:pt x="10133190" y="93980"/>
                  </a:lnTo>
                  <a:lnTo>
                    <a:pt x="10099053" y="62242"/>
                  </a:lnTo>
                  <a:lnTo>
                    <a:pt x="10059632" y="36182"/>
                  </a:lnTo>
                  <a:lnTo>
                    <a:pt x="10015791" y="16611"/>
                  </a:lnTo>
                  <a:lnTo>
                    <a:pt x="9968357" y="4292"/>
                  </a:lnTo>
                  <a:lnTo>
                    <a:pt x="9918192" y="0"/>
                  </a:lnTo>
                  <a:lnTo>
                    <a:pt x="9482328" y="0"/>
                  </a:lnTo>
                  <a:lnTo>
                    <a:pt x="9432430" y="4292"/>
                  </a:lnTo>
                  <a:lnTo>
                    <a:pt x="9385262" y="16611"/>
                  </a:lnTo>
                  <a:lnTo>
                    <a:pt x="9341663" y="36182"/>
                  </a:lnTo>
                  <a:lnTo>
                    <a:pt x="9302458" y="62242"/>
                  </a:lnTo>
                  <a:lnTo>
                    <a:pt x="9268498" y="93980"/>
                  </a:lnTo>
                  <a:lnTo>
                    <a:pt x="9240622" y="130619"/>
                  </a:lnTo>
                  <a:lnTo>
                    <a:pt x="9219679" y="171386"/>
                  </a:lnTo>
                  <a:lnTo>
                    <a:pt x="9206484" y="215480"/>
                  </a:lnTo>
                  <a:lnTo>
                    <a:pt x="9201912" y="262128"/>
                  </a:lnTo>
                  <a:lnTo>
                    <a:pt x="9200515" y="262128"/>
                  </a:lnTo>
                  <a:lnTo>
                    <a:pt x="9194152" y="306539"/>
                  </a:lnTo>
                  <a:lnTo>
                    <a:pt x="9176207" y="346405"/>
                  </a:lnTo>
                  <a:lnTo>
                    <a:pt x="9148343" y="380136"/>
                  </a:lnTo>
                  <a:lnTo>
                    <a:pt x="9112250" y="406171"/>
                  </a:lnTo>
                  <a:lnTo>
                    <a:pt x="9069603" y="422948"/>
                  </a:lnTo>
                  <a:lnTo>
                    <a:pt x="9022080" y="428879"/>
                  </a:lnTo>
                  <a:lnTo>
                    <a:pt x="9022080" y="429768"/>
                  </a:lnTo>
                  <a:lnTo>
                    <a:pt x="7725156" y="429768"/>
                  </a:lnTo>
                  <a:lnTo>
                    <a:pt x="7673848" y="434035"/>
                  </a:lnTo>
                  <a:lnTo>
                    <a:pt x="7625715" y="446290"/>
                  </a:lnTo>
                  <a:lnTo>
                    <a:pt x="7581493" y="465759"/>
                  </a:lnTo>
                  <a:lnTo>
                    <a:pt x="7541984" y="491667"/>
                  </a:lnTo>
                  <a:lnTo>
                    <a:pt x="7507922" y="523227"/>
                  </a:lnTo>
                  <a:lnTo>
                    <a:pt x="7480097" y="559650"/>
                  </a:lnTo>
                  <a:lnTo>
                    <a:pt x="7459269" y="600176"/>
                  </a:lnTo>
                  <a:lnTo>
                    <a:pt x="7446213" y="644017"/>
                  </a:lnTo>
                  <a:lnTo>
                    <a:pt x="7441692" y="690372"/>
                  </a:lnTo>
                  <a:lnTo>
                    <a:pt x="7441692" y="1357884"/>
                  </a:lnTo>
                  <a:lnTo>
                    <a:pt x="7442835" y="1357884"/>
                  </a:lnTo>
                  <a:lnTo>
                    <a:pt x="7436434" y="1402308"/>
                  </a:lnTo>
                  <a:lnTo>
                    <a:pt x="7418375" y="1442173"/>
                  </a:lnTo>
                  <a:lnTo>
                    <a:pt x="7390346" y="1475930"/>
                  </a:lnTo>
                  <a:lnTo>
                    <a:pt x="7354036" y="1501978"/>
                  </a:lnTo>
                  <a:lnTo>
                    <a:pt x="7311149" y="1518754"/>
                  </a:lnTo>
                  <a:lnTo>
                    <a:pt x="7263384" y="1524698"/>
                  </a:lnTo>
                  <a:lnTo>
                    <a:pt x="7263384" y="1524000"/>
                  </a:lnTo>
                  <a:lnTo>
                    <a:pt x="5984748" y="1524000"/>
                  </a:lnTo>
                  <a:lnTo>
                    <a:pt x="5984748" y="1524698"/>
                  </a:lnTo>
                  <a:lnTo>
                    <a:pt x="5937212" y="1518754"/>
                  </a:lnTo>
                  <a:lnTo>
                    <a:pt x="5894565" y="1501978"/>
                  </a:lnTo>
                  <a:lnTo>
                    <a:pt x="5858472" y="1475930"/>
                  </a:lnTo>
                  <a:lnTo>
                    <a:pt x="5830608" y="1442173"/>
                  </a:lnTo>
                  <a:lnTo>
                    <a:pt x="5812663" y="1402308"/>
                  </a:lnTo>
                  <a:lnTo>
                    <a:pt x="5806313" y="1357884"/>
                  </a:lnTo>
                  <a:lnTo>
                    <a:pt x="5806427" y="1261872"/>
                  </a:lnTo>
                  <a:lnTo>
                    <a:pt x="5801931" y="1214704"/>
                  </a:lnTo>
                  <a:lnTo>
                    <a:pt x="5788939" y="1170444"/>
                  </a:lnTo>
                  <a:lnTo>
                    <a:pt x="5768225" y="1129792"/>
                  </a:lnTo>
                  <a:lnTo>
                    <a:pt x="5740539" y="1093470"/>
                  </a:lnTo>
                  <a:lnTo>
                    <a:pt x="5706669" y="1062164"/>
                  </a:lnTo>
                  <a:lnTo>
                    <a:pt x="5667349" y="1036574"/>
                  </a:lnTo>
                  <a:lnTo>
                    <a:pt x="5623382" y="1017435"/>
                  </a:lnTo>
                  <a:lnTo>
                    <a:pt x="5575503" y="1005433"/>
                  </a:lnTo>
                  <a:lnTo>
                    <a:pt x="5524500" y="1001268"/>
                  </a:lnTo>
                  <a:lnTo>
                    <a:pt x="4294632" y="1001268"/>
                  </a:lnTo>
                  <a:lnTo>
                    <a:pt x="4294632" y="1000379"/>
                  </a:lnTo>
                  <a:lnTo>
                    <a:pt x="4246854" y="994448"/>
                  </a:lnTo>
                  <a:lnTo>
                    <a:pt x="4203966" y="977671"/>
                  </a:lnTo>
                  <a:lnTo>
                    <a:pt x="4167657" y="951636"/>
                  </a:lnTo>
                  <a:lnTo>
                    <a:pt x="4139628" y="917905"/>
                  </a:lnTo>
                  <a:lnTo>
                    <a:pt x="4121569" y="878039"/>
                  </a:lnTo>
                  <a:lnTo>
                    <a:pt x="4115181" y="833628"/>
                  </a:lnTo>
                  <a:lnTo>
                    <a:pt x="4114800" y="833628"/>
                  </a:lnTo>
                  <a:lnTo>
                    <a:pt x="4114800" y="315468"/>
                  </a:lnTo>
                  <a:lnTo>
                    <a:pt x="4110317" y="268058"/>
                  </a:lnTo>
                  <a:lnTo>
                    <a:pt x="4097388" y="223545"/>
                  </a:lnTo>
                  <a:lnTo>
                    <a:pt x="4076776" y="182664"/>
                  </a:lnTo>
                  <a:lnTo>
                    <a:pt x="4049242" y="146113"/>
                  </a:lnTo>
                  <a:lnTo>
                    <a:pt x="4015549" y="114617"/>
                  </a:lnTo>
                  <a:lnTo>
                    <a:pt x="3976446" y="88874"/>
                  </a:lnTo>
                  <a:lnTo>
                    <a:pt x="3932707" y="69608"/>
                  </a:lnTo>
                  <a:lnTo>
                    <a:pt x="3885107" y="57531"/>
                  </a:lnTo>
                  <a:lnTo>
                    <a:pt x="3834384" y="53340"/>
                  </a:lnTo>
                  <a:lnTo>
                    <a:pt x="3834384" y="148717"/>
                  </a:lnTo>
                  <a:lnTo>
                    <a:pt x="3881907" y="154660"/>
                  </a:lnTo>
                  <a:lnTo>
                    <a:pt x="3924554" y="171437"/>
                  </a:lnTo>
                  <a:lnTo>
                    <a:pt x="3960647" y="197472"/>
                  </a:lnTo>
                  <a:lnTo>
                    <a:pt x="3988511" y="231203"/>
                  </a:lnTo>
                  <a:lnTo>
                    <a:pt x="4006456" y="271068"/>
                  </a:lnTo>
                  <a:lnTo>
                    <a:pt x="4012819" y="315468"/>
                  </a:lnTo>
                  <a:lnTo>
                    <a:pt x="4012692" y="315468"/>
                  </a:lnTo>
                  <a:lnTo>
                    <a:pt x="4012692" y="833628"/>
                  </a:lnTo>
                  <a:lnTo>
                    <a:pt x="4017187" y="881049"/>
                  </a:lnTo>
                  <a:lnTo>
                    <a:pt x="4030180" y="925563"/>
                  </a:lnTo>
                  <a:lnTo>
                    <a:pt x="4050893" y="966444"/>
                  </a:lnTo>
                  <a:lnTo>
                    <a:pt x="4078579" y="1002995"/>
                  </a:lnTo>
                  <a:lnTo>
                    <a:pt x="4112450" y="1034491"/>
                  </a:lnTo>
                  <a:lnTo>
                    <a:pt x="4151769" y="1060234"/>
                  </a:lnTo>
                  <a:lnTo>
                    <a:pt x="4195737" y="1079500"/>
                  </a:lnTo>
                  <a:lnTo>
                    <a:pt x="4243616" y="1091577"/>
                  </a:lnTo>
                  <a:lnTo>
                    <a:pt x="4294632" y="1095756"/>
                  </a:lnTo>
                  <a:lnTo>
                    <a:pt x="5524500" y="1095756"/>
                  </a:lnTo>
                  <a:lnTo>
                    <a:pt x="5524500" y="1096010"/>
                  </a:lnTo>
                  <a:lnTo>
                    <a:pt x="5572264" y="1101928"/>
                  </a:lnTo>
                  <a:lnTo>
                    <a:pt x="5615152" y="1118616"/>
                  </a:lnTo>
                  <a:lnTo>
                    <a:pt x="5651462" y="1144511"/>
                  </a:lnTo>
                  <a:lnTo>
                    <a:pt x="5679491" y="1178064"/>
                  </a:lnTo>
                  <a:lnTo>
                    <a:pt x="5697550" y="1217714"/>
                  </a:lnTo>
                  <a:lnTo>
                    <a:pt x="5703951" y="1261872"/>
                  </a:lnTo>
                  <a:lnTo>
                    <a:pt x="5704319" y="1261872"/>
                  </a:lnTo>
                  <a:lnTo>
                    <a:pt x="5704319" y="1357884"/>
                  </a:lnTo>
                  <a:lnTo>
                    <a:pt x="5708904" y="1405318"/>
                  </a:lnTo>
                  <a:lnTo>
                    <a:pt x="5722099" y="1449832"/>
                  </a:lnTo>
                  <a:lnTo>
                    <a:pt x="5743041" y="1490726"/>
                  </a:lnTo>
                  <a:lnTo>
                    <a:pt x="5770918" y="1527263"/>
                  </a:lnTo>
                  <a:lnTo>
                    <a:pt x="5804878" y="1558759"/>
                  </a:lnTo>
                  <a:lnTo>
                    <a:pt x="5844083" y="1584490"/>
                  </a:lnTo>
                  <a:lnTo>
                    <a:pt x="5887682" y="1603756"/>
                  </a:lnTo>
                  <a:lnTo>
                    <a:pt x="5934849" y="1615833"/>
                  </a:lnTo>
                  <a:lnTo>
                    <a:pt x="5984748" y="1620012"/>
                  </a:lnTo>
                  <a:lnTo>
                    <a:pt x="7263384" y="1620012"/>
                  </a:lnTo>
                  <a:lnTo>
                    <a:pt x="7314387" y="1615833"/>
                  </a:lnTo>
                  <a:lnTo>
                    <a:pt x="7362266" y="1603756"/>
                  </a:lnTo>
                  <a:lnTo>
                    <a:pt x="7406233" y="1584490"/>
                  </a:lnTo>
                  <a:lnTo>
                    <a:pt x="7445553" y="1558759"/>
                  </a:lnTo>
                  <a:lnTo>
                    <a:pt x="7479424" y="1527263"/>
                  </a:lnTo>
                  <a:lnTo>
                    <a:pt x="7507110" y="1490726"/>
                  </a:lnTo>
                  <a:lnTo>
                    <a:pt x="7527823" y="1449832"/>
                  </a:lnTo>
                  <a:lnTo>
                    <a:pt x="7540815" y="1405318"/>
                  </a:lnTo>
                  <a:lnTo>
                    <a:pt x="7545324" y="1357884"/>
                  </a:lnTo>
                  <a:lnTo>
                    <a:pt x="7545324" y="690372"/>
                  </a:lnTo>
                  <a:lnTo>
                    <a:pt x="7544816" y="690372"/>
                  </a:lnTo>
                  <a:lnTo>
                    <a:pt x="7551242" y="647230"/>
                  </a:lnTo>
                  <a:lnTo>
                    <a:pt x="7569378" y="607860"/>
                  </a:lnTo>
                  <a:lnTo>
                    <a:pt x="7597546" y="574103"/>
                  </a:lnTo>
                  <a:lnTo>
                    <a:pt x="7634033" y="547763"/>
                  </a:lnTo>
                  <a:lnTo>
                    <a:pt x="7677124" y="530631"/>
                  </a:lnTo>
                  <a:lnTo>
                    <a:pt x="7725156" y="524510"/>
                  </a:lnTo>
                  <a:lnTo>
                    <a:pt x="7725156" y="524256"/>
                  </a:lnTo>
                  <a:lnTo>
                    <a:pt x="9022080" y="524256"/>
                  </a:lnTo>
                  <a:lnTo>
                    <a:pt x="9072804" y="520077"/>
                  </a:lnTo>
                  <a:lnTo>
                    <a:pt x="9120403" y="508000"/>
                  </a:lnTo>
                  <a:lnTo>
                    <a:pt x="9164142" y="488734"/>
                  </a:lnTo>
                  <a:lnTo>
                    <a:pt x="9203245" y="462991"/>
                  </a:lnTo>
                  <a:lnTo>
                    <a:pt x="9236939" y="431495"/>
                  </a:lnTo>
                  <a:lnTo>
                    <a:pt x="9264472" y="394944"/>
                  </a:lnTo>
                  <a:lnTo>
                    <a:pt x="9285084" y="354063"/>
                  </a:lnTo>
                  <a:lnTo>
                    <a:pt x="9298013" y="309549"/>
                  </a:lnTo>
                  <a:lnTo>
                    <a:pt x="9302496" y="262128"/>
                  </a:lnTo>
                  <a:lnTo>
                    <a:pt x="9303893" y="262128"/>
                  </a:lnTo>
                  <a:lnTo>
                    <a:pt x="9310243" y="218732"/>
                  </a:lnTo>
                  <a:lnTo>
                    <a:pt x="9328188" y="179171"/>
                  </a:lnTo>
                  <a:lnTo>
                    <a:pt x="9356052" y="145224"/>
                  </a:lnTo>
                  <a:lnTo>
                    <a:pt x="9392145" y="118745"/>
                  </a:lnTo>
                  <a:lnTo>
                    <a:pt x="9434792" y="101523"/>
                  </a:lnTo>
                  <a:lnTo>
                    <a:pt x="9482328" y="95377"/>
                  </a:lnTo>
                  <a:lnTo>
                    <a:pt x="9482328" y="94488"/>
                  </a:lnTo>
                  <a:lnTo>
                    <a:pt x="9918192" y="94488"/>
                  </a:lnTo>
                  <a:lnTo>
                    <a:pt x="9918192" y="95377"/>
                  </a:lnTo>
                  <a:lnTo>
                    <a:pt x="9964864" y="101523"/>
                  </a:lnTo>
                  <a:lnTo>
                    <a:pt x="10007435" y="118745"/>
                  </a:lnTo>
                  <a:lnTo>
                    <a:pt x="10043960" y="145224"/>
                  </a:lnTo>
                  <a:lnTo>
                    <a:pt x="10072472" y="179171"/>
                  </a:lnTo>
                  <a:lnTo>
                    <a:pt x="10091026" y="218732"/>
                  </a:lnTo>
                  <a:lnTo>
                    <a:pt x="10097643" y="262128"/>
                  </a:lnTo>
                  <a:lnTo>
                    <a:pt x="10098024" y="262128"/>
                  </a:lnTo>
                  <a:lnTo>
                    <a:pt x="10102494" y="309549"/>
                  </a:lnTo>
                  <a:lnTo>
                    <a:pt x="10115423" y="354063"/>
                  </a:lnTo>
                  <a:lnTo>
                    <a:pt x="10136035" y="394944"/>
                  </a:lnTo>
                  <a:lnTo>
                    <a:pt x="10163569" y="431495"/>
                  </a:lnTo>
                  <a:lnTo>
                    <a:pt x="10197262" y="462991"/>
                  </a:lnTo>
                  <a:lnTo>
                    <a:pt x="10236365" y="488734"/>
                  </a:lnTo>
                  <a:lnTo>
                    <a:pt x="10280104" y="508000"/>
                  </a:lnTo>
                  <a:lnTo>
                    <a:pt x="10327703" y="520077"/>
                  </a:lnTo>
                  <a:lnTo>
                    <a:pt x="10378440" y="524256"/>
                  </a:lnTo>
                  <a:lnTo>
                    <a:pt x="10913364" y="524256"/>
                  </a:lnTo>
                  <a:lnTo>
                    <a:pt x="10913364" y="429768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7327392" y="1961388"/>
              <a:ext cx="1880870" cy="1879600"/>
            </a:xfrm>
            <a:custGeom>
              <a:avLst/>
              <a:gdLst/>
              <a:ahLst/>
              <a:cxnLst/>
              <a:rect l="l" t="t" r="r" b="b"/>
              <a:pathLst>
                <a:path w="1880870" h="1879600">
                  <a:moveTo>
                    <a:pt x="1880616" y="0"/>
                  </a:moveTo>
                  <a:lnTo>
                    <a:pt x="0" y="0"/>
                  </a:lnTo>
                  <a:lnTo>
                    <a:pt x="0" y="1879092"/>
                  </a:lnTo>
                  <a:lnTo>
                    <a:pt x="1880616" y="1879092"/>
                  </a:lnTo>
                  <a:lnTo>
                    <a:pt x="1880616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067043" y="1961388"/>
              <a:ext cx="1262380" cy="1879600"/>
            </a:xfrm>
            <a:custGeom>
              <a:avLst/>
              <a:gdLst/>
              <a:ahLst/>
              <a:cxnLst/>
              <a:rect l="l" t="t" r="r" b="b"/>
              <a:pathLst>
                <a:path w="1262379" h="1879600">
                  <a:moveTo>
                    <a:pt x="1261872" y="0"/>
                  </a:moveTo>
                  <a:lnTo>
                    <a:pt x="0" y="0"/>
                  </a:lnTo>
                  <a:lnTo>
                    <a:pt x="0" y="1879092"/>
                  </a:lnTo>
                  <a:lnTo>
                    <a:pt x="1261872" y="1879092"/>
                  </a:lnTo>
                  <a:lnTo>
                    <a:pt x="126187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899660" y="1961388"/>
              <a:ext cx="1167765" cy="1879600"/>
            </a:xfrm>
            <a:custGeom>
              <a:avLst/>
              <a:gdLst/>
              <a:ahLst/>
              <a:cxnLst/>
              <a:rect l="l" t="t" r="r" b="b"/>
              <a:pathLst>
                <a:path w="1167764" h="1879600">
                  <a:moveTo>
                    <a:pt x="1167384" y="0"/>
                  </a:moveTo>
                  <a:lnTo>
                    <a:pt x="0" y="0"/>
                  </a:lnTo>
                  <a:lnTo>
                    <a:pt x="0" y="1879092"/>
                  </a:lnTo>
                  <a:lnTo>
                    <a:pt x="1167384" y="1879092"/>
                  </a:lnTo>
                  <a:lnTo>
                    <a:pt x="1167384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833627" y="1961388"/>
              <a:ext cx="4067810" cy="1879600"/>
            </a:xfrm>
            <a:custGeom>
              <a:avLst/>
              <a:gdLst/>
              <a:ahLst/>
              <a:cxnLst/>
              <a:rect l="l" t="t" r="r" b="b"/>
              <a:pathLst>
                <a:path w="4067810" h="1879600">
                  <a:moveTo>
                    <a:pt x="4067555" y="0"/>
                  </a:moveTo>
                  <a:lnTo>
                    <a:pt x="0" y="0"/>
                  </a:lnTo>
                  <a:lnTo>
                    <a:pt x="0" y="1879092"/>
                  </a:lnTo>
                  <a:lnTo>
                    <a:pt x="4067555" y="1879092"/>
                  </a:lnTo>
                  <a:lnTo>
                    <a:pt x="406755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838200" y="2001011"/>
              <a:ext cx="10543540" cy="1800225"/>
            </a:xfrm>
            <a:custGeom>
              <a:avLst/>
              <a:gdLst/>
              <a:ahLst/>
              <a:cxnLst/>
              <a:rect l="l" t="t" r="r" b="b"/>
              <a:pathLst>
                <a:path w="10543540" h="1800225">
                  <a:moveTo>
                    <a:pt x="10543032" y="0"/>
                  </a:moveTo>
                  <a:lnTo>
                    <a:pt x="10492854" y="4089"/>
                  </a:lnTo>
                  <a:lnTo>
                    <a:pt x="10445420" y="15887"/>
                  </a:lnTo>
                  <a:lnTo>
                    <a:pt x="10401579" y="34696"/>
                  </a:lnTo>
                  <a:lnTo>
                    <a:pt x="10362159" y="59817"/>
                  </a:lnTo>
                  <a:lnTo>
                    <a:pt x="10328021" y="90576"/>
                  </a:lnTo>
                  <a:lnTo>
                    <a:pt x="10300005" y="126276"/>
                  </a:lnTo>
                  <a:lnTo>
                    <a:pt x="10278948" y="166204"/>
                  </a:lnTo>
                  <a:lnTo>
                    <a:pt x="10265689" y="209689"/>
                  </a:lnTo>
                  <a:lnTo>
                    <a:pt x="10261092" y="256032"/>
                  </a:lnTo>
                  <a:lnTo>
                    <a:pt x="10261092" y="1524000"/>
                  </a:lnTo>
                  <a:lnTo>
                    <a:pt x="10261219" y="1524000"/>
                  </a:lnTo>
                  <a:lnTo>
                    <a:pt x="10254856" y="1567383"/>
                  </a:lnTo>
                  <a:lnTo>
                    <a:pt x="10236911" y="1606321"/>
                  </a:lnTo>
                  <a:lnTo>
                    <a:pt x="10209047" y="1639290"/>
                  </a:lnTo>
                  <a:lnTo>
                    <a:pt x="10172954" y="1664741"/>
                  </a:lnTo>
                  <a:lnTo>
                    <a:pt x="10130307" y="1681137"/>
                  </a:lnTo>
                  <a:lnTo>
                    <a:pt x="10082784" y="1686941"/>
                  </a:lnTo>
                  <a:lnTo>
                    <a:pt x="10082784" y="1687068"/>
                  </a:lnTo>
                  <a:lnTo>
                    <a:pt x="9302496" y="1687068"/>
                  </a:lnTo>
                  <a:lnTo>
                    <a:pt x="9302496" y="1686941"/>
                  </a:lnTo>
                  <a:lnTo>
                    <a:pt x="9254960" y="1681137"/>
                  </a:lnTo>
                  <a:lnTo>
                    <a:pt x="9212313" y="1664741"/>
                  </a:lnTo>
                  <a:lnTo>
                    <a:pt x="9176220" y="1639290"/>
                  </a:lnTo>
                  <a:lnTo>
                    <a:pt x="9148356" y="1606321"/>
                  </a:lnTo>
                  <a:lnTo>
                    <a:pt x="9130411" y="1567383"/>
                  </a:lnTo>
                  <a:lnTo>
                    <a:pt x="9124061" y="1524000"/>
                  </a:lnTo>
                  <a:lnTo>
                    <a:pt x="9122651" y="1524000"/>
                  </a:lnTo>
                  <a:lnTo>
                    <a:pt x="9122651" y="781812"/>
                  </a:lnTo>
                  <a:lnTo>
                    <a:pt x="9118181" y="736244"/>
                  </a:lnTo>
                  <a:lnTo>
                    <a:pt x="9105252" y="693166"/>
                  </a:lnTo>
                  <a:lnTo>
                    <a:pt x="9084640" y="653351"/>
                  </a:lnTo>
                  <a:lnTo>
                    <a:pt x="9057107" y="617562"/>
                  </a:lnTo>
                  <a:lnTo>
                    <a:pt x="9023413" y="586562"/>
                  </a:lnTo>
                  <a:lnTo>
                    <a:pt x="8984310" y="561124"/>
                  </a:lnTo>
                  <a:lnTo>
                    <a:pt x="8940571" y="541997"/>
                  </a:lnTo>
                  <a:lnTo>
                    <a:pt x="8892972" y="529971"/>
                  </a:lnTo>
                  <a:lnTo>
                    <a:pt x="8842248" y="525792"/>
                  </a:lnTo>
                  <a:lnTo>
                    <a:pt x="8121396" y="525792"/>
                  </a:lnTo>
                  <a:lnTo>
                    <a:pt x="8070659" y="529971"/>
                  </a:lnTo>
                  <a:lnTo>
                    <a:pt x="8023060" y="541997"/>
                  </a:lnTo>
                  <a:lnTo>
                    <a:pt x="7979321" y="561124"/>
                  </a:lnTo>
                  <a:lnTo>
                    <a:pt x="7940218" y="586562"/>
                  </a:lnTo>
                  <a:lnTo>
                    <a:pt x="7906525" y="617562"/>
                  </a:lnTo>
                  <a:lnTo>
                    <a:pt x="7878991" y="653351"/>
                  </a:lnTo>
                  <a:lnTo>
                    <a:pt x="7858379" y="693166"/>
                  </a:lnTo>
                  <a:lnTo>
                    <a:pt x="7845450" y="736244"/>
                  </a:lnTo>
                  <a:lnTo>
                    <a:pt x="7840980" y="781812"/>
                  </a:lnTo>
                  <a:lnTo>
                    <a:pt x="7840980" y="1363980"/>
                  </a:lnTo>
                  <a:lnTo>
                    <a:pt x="7839583" y="1363980"/>
                  </a:lnTo>
                  <a:lnTo>
                    <a:pt x="7833220" y="1407363"/>
                  </a:lnTo>
                  <a:lnTo>
                    <a:pt x="7815275" y="1446301"/>
                  </a:lnTo>
                  <a:lnTo>
                    <a:pt x="7787411" y="1479270"/>
                  </a:lnTo>
                  <a:lnTo>
                    <a:pt x="7751318" y="1504721"/>
                  </a:lnTo>
                  <a:lnTo>
                    <a:pt x="7708671" y="1521117"/>
                  </a:lnTo>
                  <a:lnTo>
                    <a:pt x="7661148" y="1526921"/>
                  </a:lnTo>
                  <a:lnTo>
                    <a:pt x="7661148" y="1527048"/>
                  </a:lnTo>
                  <a:lnTo>
                    <a:pt x="6603492" y="1527048"/>
                  </a:lnTo>
                  <a:lnTo>
                    <a:pt x="6603492" y="1526921"/>
                  </a:lnTo>
                  <a:lnTo>
                    <a:pt x="6555714" y="1521117"/>
                  </a:lnTo>
                  <a:lnTo>
                    <a:pt x="6512827" y="1504721"/>
                  </a:lnTo>
                  <a:lnTo>
                    <a:pt x="6476517" y="1479270"/>
                  </a:lnTo>
                  <a:lnTo>
                    <a:pt x="6448488" y="1446301"/>
                  </a:lnTo>
                  <a:lnTo>
                    <a:pt x="6430429" y="1407363"/>
                  </a:lnTo>
                  <a:lnTo>
                    <a:pt x="6424041" y="1363980"/>
                  </a:lnTo>
                  <a:lnTo>
                    <a:pt x="6425184" y="1363980"/>
                  </a:lnTo>
                  <a:lnTo>
                    <a:pt x="6425184" y="899160"/>
                  </a:lnTo>
                  <a:lnTo>
                    <a:pt x="6420650" y="853884"/>
                  </a:lnTo>
                  <a:lnTo>
                    <a:pt x="6407594" y="811060"/>
                  </a:lnTo>
                  <a:lnTo>
                    <a:pt x="6386766" y="771486"/>
                  </a:lnTo>
                  <a:lnTo>
                    <a:pt x="6358941" y="735914"/>
                  </a:lnTo>
                  <a:lnTo>
                    <a:pt x="6324879" y="705091"/>
                  </a:lnTo>
                  <a:lnTo>
                    <a:pt x="6285369" y="679792"/>
                  </a:lnTo>
                  <a:lnTo>
                    <a:pt x="6241148" y="660781"/>
                  </a:lnTo>
                  <a:lnTo>
                    <a:pt x="6193015" y="648817"/>
                  </a:lnTo>
                  <a:lnTo>
                    <a:pt x="6141720" y="644652"/>
                  </a:lnTo>
                  <a:lnTo>
                    <a:pt x="4204716" y="644652"/>
                  </a:lnTo>
                  <a:lnTo>
                    <a:pt x="4153700" y="648817"/>
                  </a:lnTo>
                  <a:lnTo>
                    <a:pt x="4105821" y="660781"/>
                  </a:lnTo>
                  <a:lnTo>
                    <a:pt x="4061853" y="679792"/>
                  </a:lnTo>
                  <a:lnTo>
                    <a:pt x="4022534" y="705091"/>
                  </a:lnTo>
                  <a:lnTo>
                    <a:pt x="3988663" y="735914"/>
                  </a:lnTo>
                  <a:lnTo>
                    <a:pt x="3960977" y="771486"/>
                  </a:lnTo>
                  <a:lnTo>
                    <a:pt x="3940264" y="811060"/>
                  </a:lnTo>
                  <a:lnTo>
                    <a:pt x="3927271" y="853884"/>
                  </a:lnTo>
                  <a:lnTo>
                    <a:pt x="3922776" y="899160"/>
                  </a:lnTo>
                  <a:lnTo>
                    <a:pt x="3922776" y="1543812"/>
                  </a:lnTo>
                  <a:lnTo>
                    <a:pt x="3923284" y="1543812"/>
                  </a:lnTo>
                  <a:lnTo>
                    <a:pt x="3916845" y="1587195"/>
                  </a:lnTo>
                  <a:lnTo>
                    <a:pt x="3898709" y="1626133"/>
                  </a:lnTo>
                  <a:lnTo>
                    <a:pt x="3870541" y="1659102"/>
                  </a:lnTo>
                  <a:lnTo>
                    <a:pt x="3834053" y="1684553"/>
                  </a:lnTo>
                  <a:lnTo>
                    <a:pt x="3790962" y="1700949"/>
                  </a:lnTo>
                  <a:lnTo>
                    <a:pt x="3742944" y="1706753"/>
                  </a:lnTo>
                  <a:lnTo>
                    <a:pt x="3742944" y="1706880"/>
                  </a:lnTo>
                  <a:lnTo>
                    <a:pt x="563880" y="1706880"/>
                  </a:lnTo>
                  <a:lnTo>
                    <a:pt x="563880" y="1706753"/>
                  </a:lnTo>
                  <a:lnTo>
                    <a:pt x="516102" y="1700949"/>
                  </a:lnTo>
                  <a:lnTo>
                    <a:pt x="473214" y="1684553"/>
                  </a:lnTo>
                  <a:lnTo>
                    <a:pt x="436930" y="1659102"/>
                  </a:lnTo>
                  <a:lnTo>
                    <a:pt x="408901" y="1626133"/>
                  </a:lnTo>
                  <a:lnTo>
                    <a:pt x="390855" y="1587195"/>
                  </a:lnTo>
                  <a:lnTo>
                    <a:pt x="384467" y="1543812"/>
                  </a:lnTo>
                  <a:lnTo>
                    <a:pt x="384048" y="1543812"/>
                  </a:lnTo>
                  <a:lnTo>
                    <a:pt x="384048" y="1083564"/>
                  </a:lnTo>
                  <a:lnTo>
                    <a:pt x="379463" y="1038479"/>
                  </a:lnTo>
                  <a:lnTo>
                    <a:pt x="366522" y="995578"/>
                  </a:lnTo>
                  <a:lnTo>
                    <a:pt x="346405" y="955929"/>
                  </a:lnTo>
                  <a:lnTo>
                    <a:pt x="320319" y="920623"/>
                  </a:lnTo>
                  <a:lnTo>
                    <a:pt x="286461" y="888606"/>
                  </a:lnTo>
                  <a:lnTo>
                    <a:pt x="246786" y="862736"/>
                  </a:lnTo>
                  <a:lnTo>
                    <a:pt x="202387" y="843559"/>
                  </a:lnTo>
                  <a:lnTo>
                    <a:pt x="154305" y="831634"/>
                  </a:lnTo>
                  <a:lnTo>
                    <a:pt x="103632" y="827532"/>
                  </a:lnTo>
                  <a:lnTo>
                    <a:pt x="0" y="827532"/>
                  </a:lnTo>
                  <a:lnTo>
                    <a:pt x="0" y="920496"/>
                  </a:lnTo>
                  <a:lnTo>
                    <a:pt x="103632" y="920496"/>
                  </a:lnTo>
                  <a:lnTo>
                    <a:pt x="103632" y="920623"/>
                  </a:lnTo>
                  <a:lnTo>
                    <a:pt x="151142" y="926439"/>
                  </a:lnTo>
                  <a:lnTo>
                    <a:pt x="193789" y="942835"/>
                  </a:lnTo>
                  <a:lnTo>
                    <a:pt x="229895" y="968286"/>
                  </a:lnTo>
                  <a:lnTo>
                    <a:pt x="257759" y="1001255"/>
                  </a:lnTo>
                  <a:lnTo>
                    <a:pt x="275717" y="1040193"/>
                  </a:lnTo>
                  <a:lnTo>
                    <a:pt x="282079" y="1083564"/>
                  </a:lnTo>
                  <a:lnTo>
                    <a:pt x="281940" y="1083564"/>
                  </a:lnTo>
                  <a:lnTo>
                    <a:pt x="281940" y="1543812"/>
                  </a:lnTo>
                  <a:lnTo>
                    <a:pt x="286435" y="1590167"/>
                  </a:lnTo>
                  <a:lnTo>
                    <a:pt x="299427" y="1633651"/>
                  </a:lnTo>
                  <a:lnTo>
                    <a:pt x="320141" y="1673580"/>
                  </a:lnTo>
                  <a:lnTo>
                    <a:pt x="347827" y="1709280"/>
                  </a:lnTo>
                  <a:lnTo>
                    <a:pt x="381698" y="1740039"/>
                  </a:lnTo>
                  <a:lnTo>
                    <a:pt x="421005" y="1765160"/>
                  </a:lnTo>
                  <a:lnTo>
                    <a:pt x="464985" y="1783969"/>
                  </a:lnTo>
                  <a:lnTo>
                    <a:pt x="512864" y="1795767"/>
                  </a:lnTo>
                  <a:lnTo>
                    <a:pt x="563880" y="1799844"/>
                  </a:lnTo>
                  <a:lnTo>
                    <a:pt x="3742944" y="1799844"/>
                  </a:lnTo>
                  <a:lnTo>
                    <a:pt x="3794239" y="1795767"/>
                  </a:lnTo>
                  <a:lnTo>
                    <a:pt x="3842372" y="1783969"/>
                  </a:lnTo>
                  <a:lnTo>
                    <a:pt x="3886593" y="1765160"/>
                  </a:lnTo>
                  <a:lnTo>
                    <a:pt x="3926103" y="1740039"/>
                  </a:lnTo>
                  <a:lnTo>
                    <a:pt x="3960164" y="1709280"/>
                  </a:lnTo>
                  <a:lnTo>
                    <a:pt x="3987990" y="1673580"/>
                  </a:lnTo>
                  <a:lnTo>
                    <a:pt x="4008818" y="1633651"/>
                  </a:lnTo>
                  <a:lnTo>
                    <a:pt x="4021874" y="1590167"/>
                  </a:lnTo>
                  <a:lnTo>
                    <a:pt x="4026408" y="1543812"/>
                  </a:lnTo>
                  <a:lnTo>
                    <a:pt x="4026408" y="899160"/>
                  </a:lnTo>
                  <a:lnTo>
                    <a:pt x="4025265" y="899160"/>
                  </a:lnTo>
                  <a:lnTo>
                    <a:pt x="4031653" y="856043"/>
                  </a:lnTo>
                  <a:lnTo>
                    <a:pt x="4049712" y="817333"/>
                  </a:lnTo>
                  <a:lnTo>
                    <a:pt x="4077741" y="784580"/>
                  </a:lnTo>
                  <a:lnTo>
                    <a:pt x="4114050" y="759294"/>
                  </a:lnTo>
                  <a:lnTo>
                    <a:pt x="4156938" y="743013"/>
                  </a:lnTo>
                  <a:lnTo>
                    <a:pt x="4204716" y="737235"/>
                  </a:lnTo>
                  <a:lnTo>
                    <a:pt x="4204716" y="736092"/>
                  </a:lnTo>
                  <a:lnTo>
                    <a:pt x="6141720" y="736092"/>
                  </a:lnTo>
                  <a:lnTo>
                    <a:pt x="6141720" y="737235"/>
                  </a:lnTo>
                  <a:lnTo>
                    <a:pt x="6189738" y="743013"/>
                  </a:lnTo>
                  <a:lnTo>
                    <a:pt x="6232830" y="759294"/>
                  </a:lnTo>
                  <a:lnTo>
                    <a:pt x="6269317" y="784580"/>
                  </a:lnTo>
                  <a:lnTo>
                    <a:pt x="6297485" y="817333"/>
                  </a:lnTo>
                  <a:lnTo>
                    <a:pt x="6315621" y="856043"/>
                  </a:lnTo>
                  <a:lnTo>
                    <a:pt x="6322060" y="899160"/>
                  </a:lnTo>
                  <a:lnTo>
                    <a:pt x="6321552" y="899160"/>
                  </a:lnTo>
                  <a:lnTo>
                    <a:pt x="6321552" y="1363980"/>
                  </a:lnTo>
                  <a:lnTo>
                    <a:pt x="6326149" y="1409560"/>
                  </a:lnTo>
                  <a:lnTo>
                    <a:pt x="6339408" y="1452638"/>
                  </a:lnTo>
                  <a:lnTo>
                    <a:pt x="6360465" y="1492453"/>
                  </a:lnTo>
                  <a:lnTo>
                    <a:pt x="6388481" y="1528241"/>
                  </a:lnTo>
                  <a:lnTo>
                    <a:pt x="6422618" y="1559242"/>
                  </a:lnTo>
                  <a:lnTo>
                    <a:pt x="6462039" y="1584680"/>
                  </a:lnTo>
                  <a:lnTo>
                    <a:pt x="6505880" y="1603806"/>
                  </a:lnTo>
                  <a:lnTo>
                    <a:pt x="6553314" y="1615833"/>
                  </a:lnTo>
                  <a:lnTo>
                    <a:pt x="6603492" y="1620012"/>
                  </a:lnTo>
                  <a:lnTo>
                    <a:pt x="7661148" y="1620012"/>
                  </a:lnTo>
                  <a:lnTo>
                    <a:pt x="7711033" y="1615833"/>
                  </a:lnTo>
                  <a:lnTo>
                    <a:pt x="7758201" y="1603806"/>
                  </a:lnTo>
                  <a:lnTo>
                    <a:pt x="7801800" y="1584680"/>
                  </a:lnTo>
                  <a:lnTo>
                    <a:pt x="7841005" y="1559242"/>
                  </a:lnTo>
                  <a:lnTo>
                    <a:pt x="7874965" y="1528241"/>
                  </a:lnTo>
                  <a:lnTo>
                    <a:pt x="7902842" y="1492453"/>
                  </a:lnTo>
                  <a:lnTo>
                    <a:pt x="7923784" y="1452638"/>
                  </a:lnTo>
                  <a:lnTo>
                    <a:pt x="7936979" y="1409560"/>
                  </a:lnTo>
                  <a:lnTo>
                    <a:pt x="7941564" y="1363980"/>
                  </a:lnTo>
                  <a:lnTo>
                    <a:pt x="7941551" y="781812"/>
                  </a:lnTo>
                  <a:lnTo>
                    <a:pt x="7942961" y="781812"/>
                  </a:lnTo>
                  <a:lnTo>
                    <a:pt x="7949311" y="738441"/>
                  </a:lnTo>
                  <a:lnTo>
                    <a:pt x="7967256" y="699503"/>
                  </a:lnTo>
                  <a:lnTo>
                    <a:pt x="7995120" y="666534"/>
                  </a:lnTo>
                  <a:lnTo>
                    <a:pt x="8031213" y="641083"/>
                  </a:lnTo>
                  <a:lnTo>
                    <a:pt x="8073860" y="624687"/>
                  </a:lnTo>
                  <a:lnTo>
                    <a:pt x="8121396" y="618871"/>
                  </a:lnTo>
                  <a:lnTo>
                    <a:pt x="8121396" y="617220"/>
                  </a:lnTo>
                  <a:lnTo>
                    <a:pt x="8842248" y="617220"/>
                  </a:lnTo>
                  <a:lnTo>
                    <a:pt x="8842248" y="618871"/>
                  </a:lnTo>
                  <a:lnTo>
                    <a:pt x="8889771" y="624687"/>
                  </a:lnTo>
                  <a:lnTo>
                    <a:pt x="8932418" y="641083"/>
                  </a:lnTo>
                  <a:lnTo>
                    <a:pt x="8968511" y="666534"/>
                  </a:lnTo>
                  <a:lnTo>
                    <a:pt x="8996375" y="699503"/>
                  </a:lnTo>
                  <a:lnTo>
                    <a:pt x="9014320" y="738441"/>
                  </a:lnTo>
                  <a:lnTo>
                    <a:pt x="9020683" y="781812"/>
                  </a:lnTo>
                  <a:lnTo>
                    <a:pt x="9022080" y="781812"/>
                  </a:lnTo>
                  <a:lnTo>
                    <a:pt x="9022080" y="1524000"/>
                  </a:lnTo>
                  <a:lnTo>
                    <a:pt x="9022080" y="1527048"/>
                  </a:lnTo>
                  <a:lnTo>
                    <a:pt x="9022372" y="1527048"/>
                  </a:lnTo>
                  <a:lnTo>
                    <a:pt x="9026652" y="1570355"/>
                  </a:lnTo>
                  <a:lnTo>
                    <a:pt x="9039847" y="1613839"/>
                  </a:lnTo>
                  <a:lnTo>
                    <a:pt x="9060790" y="1653768"/>
                  </a:lnTo>
                  <a:lnTo>
                    <a:pt x="9088666" y="1689468"/>
                  </a:lnTo>
                  <a:lnTo>
                    <a:pt x="9122626" y="1720227"/>
                  </a:lnTo>
                  <a:lnTo>
                    <a:pt x="9161831" y="1745348"/>
                  </a:lnTo>
                  <a:lnTo>
                    <a:pt x="9205430" y="1764157"/>
                  </a:lnTo>
                  <a:lnTo>
                    <a:pt x="9252598" y="1775955"/>
                  </a:lnTo>
                  <a:lnTo>
                    <a:pt x="9302496" y="1780032"/>
                  </a:lnTo>
                  <a:lnTo>
                    <a:pt x="10082784" y="1780032"/>
                  </a:lnTo>
                  <a:lnTo>
                    <a:pt x="10133508" y="1775955"/>
                  </a:lnTo>
                  <a:lnTo>
                    <a:pt x="10181107" y="1764157"/>
                  </a:lnTo>
                  <a:lnTo>
                    <a:pt x="10224846" y="1745348"/>
                  </a:lnTo>
                  <a:lnTo>
                    <a:pt x="10263949" y="1720227"/>
                  </a:lnTo>
                  <a:lnTo>
                    <a:pt x="10297643" y="1689468"/>
                  </a:lnTo>
                  <a:lnTo>
                    <a:pt x="10325176" y="1653768"/>
                  </a:lnTo>
                  <a:lnTo>
                    <a:pt x="10345788" y="1613839"/>
                  </a:lnTo>
                  <a:lnTo>
                    <a:pt x="10358717" y="1570355"/>
                  </a:lnTo>
                  <a:lnTo>
                    <a:pt x="10363200" y="1524000"/>
                  </a:lnTo>
                  <a:lnTo>
                    <a:pt x="10363200" y="256032"/>
                  </a:lnTo>
                  <a:lnTo>
                    <a:pt x="10363581" y="256032"/>
                  </a:lnTo>
                  <a:lnTo>
                    <a:pt x="10369969" y="212661"/>
                  </a:lnTo>
                  <a:lnTo>
                    <a:pt x="10388028" y="173723"/>
                  </a:lnTo>
                  <a:lnTo>
                    <a:pt x="10416057" y="140754"/>
                  </a:lnTo>
                  <a:lnTo>
                    <a:pt x="10452367" y="115303"/>
                  </a:lnTo>
                  <a:lnTo>
                    <a:pt x="10495255" y="98907"/>
                  </a:lnTo>
                  <a:lnTo>
                    <a:pt x="10543032" y="93091"/>
                  </a:lnTo>
                  <a:lnTo>
                    <a:pt x="10543032" y="0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1381232" y="2001012"/>
              <a:ext cx="370840" cy="93345"/>
            </a:xfrm>
            <a:custGeom>
              <a:avLst/>
              <a:gdLst/>
              <a:ahLst/>
              <a:cxnLst/>
              <a:rect l="l" t="t" r="r" b="b"/>
              <a:pathLst>
                <a:path w="370840" h="93344">
                  <a:moveTo>
                    <a:pt x="370331" y="0"/>
                  </a:moveTo>
                  <a:lnTo>
                    <a:pt x="0" y="0"/>
                  </a:lnTo>
                  <a:lnTo>
                    <a:pt x="0" y="92963"/>
                  </a:lnTo>
                  <a:lnTo>
                    <a:pt x="370331" y="92963"/>
                  </a:lnTo>
                  <a:lnTo>
                    <a:pt x="37033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7327392" y="1760220"/>
              <a:ext cx="1880870" cy="187960"/>
            </a:xfrm>
            <a:custGeom>
              <a:avLst/>
              <a:gdLst/>
              <a:ahLst/>
              <a:cxnLst/>
              <a:rect l="l" t="t" r="r" b="b"/>
              <a:pathLst>
                <a:path w="1880870" h="187960">
                  <a:moveTo>
                    <a:pt x="1880616" y="0"/>
                  </a:moveTo>
                  <a:lnTo>
                    <a:pt x="0" y="0"/>
                  </a:lnTo>
                  <a:lnTo>
                    <a:pt x="0" y="187451"/>
                  </a:lnTo>
                  <a:lnTo>
                    <a:pt x="1880616" y="187451"/>
                  </a:lnTo>
                  <a:lnTo>
                    <a:pt x="1880616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8265" rIns="0" bIns="0" rtlCol="0" vert="horz">
            <a:spAutoFit/>
          </a:bodyPr>
          <a:lstStyle/>
          <a:p>
            <a:pPr marL="12700" marR="5080">
              <a:lnSpc>
                <a:spcPts val="3260"/>
              </a:lnSpc>
              <a:spcBef>
                <a:spcPts val="695"/>
              </a:spcBef>
            </a:pPr>
            <a:r>
              <a:rPr dirty="0">
                <a:solidFill>
                  <a:srgbClr val="000000"/>
                </a:solidFill>
              </a:rPr>
              <a:t>As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alternative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ownership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models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such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as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subscription</a:t>
            </a:r>
            <a:r>
              <a:rPr dirty="0" spc="-4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emerge, </a:t>
            </a:r>
            <a:r>
              <a:rPr dirty="0">
                <a:solidFill>
                  <a:srgbClr val="000000"/>
                </a:solidFill>
              </a:rPr>
              <a:t>OEMs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need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to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sharpen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their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vehicle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lifecycle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mgmt.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skills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30174" y="1257680"/>
            <a:ext cx="56629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Subscription</a:t>
            </a:r>
            <a:r>
              <a:rPr dirty="0" sz="1800" spc="-5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customer</a:t>
            </a:r>
            <a:r>
              <a:rPr dirty="0" sz="1800" spc="-2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and</a:t>
            </a:r>
            <a:r>
              <a:rPr dirty="0" sz="1800" spc="-3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asset</a:t>
            </a:r>
            <a:r>
              <a:rPr dirty="0" sz="1800" spc="-3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journey</a:t>
            </a:r>
            <a:r>
              <a:rPr dirty="0" sz="1800" spc="-2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A21F1F"/>
                </a:solidFill>
                <a:latin typeface="Arial"/>
                <a:cs typeface="Arial"/>
              </a:rPr>
              <a:t>–</a:t>
            </a:r>
            <a:r>
              <a:rPr dirty="0" sz="1800" spc="-40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A21F1F"/>
                </a:solidFill>
                <a:latin typeface="Arial"/>
                <a:cs typeface="Arial"/>
              </a:rPr>
              <a:t>Example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332980" y="1763014"/>
            <a:ext cx="10623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latin typeface="Arial"/>
                <a:cs typeface="Arial"/>
              </a:rPr>
              <a:t>4.</a:t>
            </a:r>
            <a:r>
              <a:rPr dirty="0" sz="900" spc="-2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Used</a:t>
            </a:r>
            <a:r>
              <a:rPr dirty="0" sz="900" spc="-1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car</a:t>
            </a:r>
            <a:r>
              <a:rPr dirty="0" sz="900" spc="-5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leasing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43483" y="1760220"/>
            <a:ext cx="11306175" cy="4326255"/>
            <a:chOff x="443483" y="1760220"/>
            <a:chExt cx="11306175" cy="4326255"/>
          </a:xfrm>
        </p:grpSpPr>
        <p:sp>
          <p:nvSpPr>
            <p:cNvPr id="22" name="object 22"/>
            <p:cNvSpPr/>
            <p:nvPr/>
          </p:nvSpPr>
          <p:spPr>
            <a:xfrm>
              <a:off x="855725" y="6009894"/>
              <a:ext cx="10894060" cy="76200"/>
            </a:xfrm>
            <a:custGeom>
              <a:avLst/>
              <a:gdLst/>
              <a:ahLst/>
              <a:cxnLst/>
              <a:rect l="l" t="t" r="r" b="b"/>
              <a:pathLst>
                <a:path w="10894060" h="76200">
                  <a:moveTo>
                    <a:pt x="10817352" y="0"/>
                  </a:moveTo>
                  <a:lnTo>
                    <a:pt x="10817352" y="76199"/>
                  </a:lnTo>
                  <a:lnTo>
                    <a:pt x="10874502" y="47624"/>
                  </a:lnTo>
                  <a:lnTo>
                    <a:pt x="10830179" y="47624"/>
                  </a:lnTo>
                  <a:lnTo>
                    <a:pt x="10830179" y="28574"/>
                  </a:lnTo>
                  <a:lnTo>
                    <a:pt x="10874502" y="28574"/>
                  </a:lnTo>
                  <a:lnTo>
                    <a:pt x="10817352" y="0"/>
                  </a:lnTo>
                  <a:close/>
                </a:path>
                <a:path w="10894060" h="76200">
                  <a:moveTo>
                    <a:pt x="10817352" y="28574"/>
                  </a:moveTo>
                  <a:lnTo>
                    <a:pt x="0" y="28574"/>
                  </a:lnTo>
                  <a:lnTo>
                    <a:pt x="0" y="47624"/>
                  </a:lnTo>
                  <a:lnTo>
                    <a:pt x="10817352" y="47624"/>
                  </a:lnTo>
                  <a:lnTo>
                    <a:pt x="10817352" y="28574"/>
                  </a:lnTo>
                  <a:close/>
                </a:path>
                <a:path w="10894060" h="76200">
                  <a:moveTo>
                    <a:pt x="10874502" y="28574"/>
                  </a:moveTo>
                  <a:lnTo>
                    <a:pt x="10830179" y="28574"/>
                  </a:lnTo>
                  <a:lnTo>
                    <a:pt x="10830179" y="47624"/>
                  </a:lnTo>
                  <a:lnTo>
                    <a:pt x="10874502" y="47624"/>
                  </a:lnTo>
                  <a:lnTo>
                    <a:pt x="10893552" y="38099"/>
                  </a:lnTo>
                  <a:lnTo>
                    <a:pt x="10874502" y="285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43483" y="1760220"/>
              <a:ext cx="277495" cy="2080260"/>
            </a:xfrm>
            <a:custGeom>
              <a:avLst/>
              <a:gdLst/>
              <a:ahLst/>
              <a:cxnLst/>
              <a:rect l="l" t="t" r="r" b="b"/>
              <a:pathLst>
                <a:path w="277495" h="2080260">
                  <a:moveTo>
                    <a:pt x="277368" y="0"/>
                  </a:moveTo>
                  <a:lnTo>
                    <a:pt x="0" y="0"/>
                  </a:lnTo>
                  <a:lnTo>
                    <a:pt x="0" y="2080259"/>
                  </a:lnTo>
                  <a:lnTo>
                    <a:pt x="277368" y="2080259"/>
                  </a:lnTo>
                  <a:lnTo>
                    <a:pt x="277368" y="0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501592" y="2246562"/>
            <a:ext cx="167005" cy="110934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Customer</a:t>
            </a:r>
            <a:r>
              <a:rPr dirty="0" sz="10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FFFFFF"/>
                </a:solidFill>
                <a:latin typeface="Arial"/>
                <a:cs typeface="Arial"/>
              </a:rPr>
              <a:t>journey</a:t>
            </a:r>
            <a:endParaRPr sz="10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43483" y="3902964"/>
            <a:ext cx="277495" cy="2086610"/>
          </a:xfrm>
          <a:custGeom>
            <a:avLst/>
            <a:gdLst/>
            <a:ahLst/>
            <a:cxnLst/>
            <a:rect l="l" t="t" r="r" b="b"/>
            <a:pathLst>
              <a:path w="277495" h="2086610">
                <a:moveTo>
                  <a:pt x="277368" y="0"/>
                </a:moveTo>
                <a:lnTo>
                  <a:pt x="0" y="0"/>
                </a:lnTo>
                <a:lnTo>
                  <a:pt x="0" y="2086356"/>
                </a:lnTo>
                <a:lnTo>
                  <a:pt x="277368" y="2086356"/>
                </a:lnTo>
                <a:lnTo>
                  <a:pt x="277368" y="0"/>
                </a:lnTo>
                <a:close/>
              </a:path>
            </a:pathLst>
          </a:custGeom>
          <a:solidFill>
            <a:srgbClr val="A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501592" y="4468044"/>
            <a:ext cx="167005" cy="95821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Vehicle</a:t>
            </a:r>
            <a:r>
              <a:rPr dirty="0" sz="10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FFFFFF"/>
                </a:solidFill>
                <a:latin typeface="Arial"/>
                <a:cs typeface="Arial"/>
              </a:rPr>
              <a:t>journey</a:t>
            </a:r>
            <a:endParaRPr sz="10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087626" y="6051296"/>
            <a:ext cx="958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 b="1"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288029" y="6051296"/>
            <a:ext cx="958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 b="1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488307" y="6051296"/>
            <a:ext cx="958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 b="1"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688584" y="6051296"/>
            <a:ext cx="958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 b="1">
                <a:latin typeface="Arial"/>
                <a:cs typeface="Arial"/>
              </a:rPr>
              <a:t>4</a:t>
            </a:r>
            <a:endParaRPr sz="10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888860" y="6051296"/>
            <a:ext cx="958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 b="1">
                <a:latin typeface="Arial"/>
                <a:cs typeface="Arial"/>
              </a:rPr>
              <a:t>5</a:t>
            </a:r>
            <a:endParaRPr sz="10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289542" y="6051296"/>
            <a:ext cx="958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 b="1">
                <a:latin typeface="Arial"/>
                <a:cs typeface="Arial"/>
              </a:rPr>
              <a:t>7</a:t>
            </a:r>
            <a:endParaRPr sz="10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489818" y="6051296"/>
            <a:ext cx="958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 b="1">
                <a:latin typeface="Arial"/>
                <a:cs typeface="Arial"/>
              </a:rPr>
              <a:t>8</a:t>
            </a:r>
            <a:endParaRPr sz="10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1530965" y="6051296"/>
            <a:ext cx="958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 b="1">
                <a:latin typeface="Arial"/>
                <a:cs typeface="Arial"/>
              </a:rPr>
              <a:t>9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858031" y="2491994"/>
            <a:ext cx="1665605" cy="1083945"/>
            <a:chOff x="858031" y="2491994"/>
            <a:chExt cx="1665605" cy="1083945"/>
          </a:xfrm>
        </p:grpSpPr>
        <p:sp>
          <p:nvSpPr>
            <p:cNvPr id="36" name="object 36"/>
            <p:cNvSpPr/>
            <p:nvPr/>
          </p:nvSpPr>
          <p:spPr>
            <a:xfrm>
              <a:off x="2314829" y="3564636"/>
              <a:ext cx="117475" cy="10160"/>
            </a:xfrm>
            <a:custGeom>
              <a:avLst/>
              <a:gdLst/>
              <a:ahLst/>
              <a:cxnLst/>
              <a:rect l="l" t="t" r="r" b="b"/>
              <a:pathLst>
                <a:path w="117475" h="10160">
                  <a:moveTo>
                    <a:pt x="117093" y="0"/>
                  </a:moveTo>
                  <a:lnTo>
                    <a:pt x="4825" y="0"/>
                  </a:lnTo>
                  <a:lnTo>
                    <a:pt x="888" y="5334"/>
                  </a:lnTo>
                  <a:lnTo>
                    <a:pt x="0" y="9906"/>
                  </a:lnTo>
                  <a:lnTo>
                    <a:pt x="116204" y="9906"/>
                  </a:lnTo>
                  <a:lnTo>
                    <a:pt x="116839" y="6477"/>
                  </a:lnTo>
                  <a:lnTo>
                    <a:pt x="117093" y="3175"/>
                  </a:lnTo>
                  <a:lnTo>
                    <a:pt x="117093" y="0"/>
                  </a:lnTo>
                  <a:close/>
                </a:path>
              </a:pathLst>
            </a:custGeom>
            <a:solidFill>
              <a:srgbClr val="5679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2423028" y="3045079"/>
              <a:ext cx="60960" cy="107950"/>
            </a:xfrm>
            <a:custGeom>
              <a:avLst/>
              <a:gdLst/>
              <a:ahLst/>
              <a:cxnLst/>
              <a:rect l="l" t="t" r="r" b="b"/>
              <a:pathLst>
                <a:path w="60960" h="107950">
                  <a:moveTo>
                    <a:pt x="58529" y="50292"/>
                  </a:moveTo>
                  <a:lnTo>
                    <a:pt x="15244" y="50292"/>
                  </a:lnTo>
                  <a:lnTo>
                    <a:pt x="22102" y="52324"/>
                  </a:lnTo>
                  <a:lnTo>
                    <a:pt x="25277" y="72485"/>
                  </a:lnTo>
                  <a:lnTo>
                    <a:pt x="27781" y="88114"/>
                  </a:lnTo>
                  <a:lnTo>
                    <a:pt x="29595" y="98933"/>
                  </a:lnTo>
                  <a:lnTo>
                    <a:pt x="31119" y="107442"/>
                  </a:lnTo>
                  <a:lnTo>
                    <a:pt x="40517" y="105156"/>
                  </a:lnTo>
                  <a:lnTo>
                    <a:pt x="53979" y="89789"/>
                  </a:lnTo>
                  <a:lnTo>
                    <a:pt x="60710" y="56769"/>
                  </a:lnTo>
                  <a:lnTo>
                    <a:pt x="58529" y="50292"/>
                  </a:lnTo>
                  <a:close/>
                </a:path>
                <a:path w="60960" h="107950">
                  <a:moveTo>
                    <a:pt x="7370" y="1016"/>
                  </a:moveTo>
                  <a:lnTo>
                    <a:pt x="9021" y="8382"/>
                  </a:lnTo>
                  <a:lnTo>
                    <a:pt x="1147" y="41148"/>
                  </a:lnTo>
                  <a:lnTo>
                    <a:pt x="121" y="72485"/>
                  </a:lnTo>
                  <a:lnTo>
                    <a:pt x="0" y="76200"/>
                  </a:lnTo>
                  <a:lnTo>
                    <a:pt x="10418" y="76200"/>
                  </a:lnTo>
                  <a:lnTo>
                    <a:pt x="13720" y="65024"/>
                  </a:lnTo>
                  <a:lnTo>
                    <a:pt x="15244" y="50292"/>
                  </a:lnTo>
                  <a:lnTo>
                    <a:pt x="58529" y="50292"/>
                  </a:lnTo>
                  <a:lnTo>
                    <a:pt x="43438" y="5461"/>
                  </a:lnTo>
                  <a:lnTo>
                    <a:pt x="43295" y="3413"/>
                  </a:lnTo>
                  <a:lnTo>
                    <a:pt x="25404" y="3413"/>
                  </a:lnTo>
                  <a:lnTo>
                    <a:pt x="16232" y="2946"/>
                  </a:lnTo>
                  <a:lnTo>
                    <a:pt x="7370" y="1016"/>
                  </a:lnTo>
                  <a:close/>
                </a:path>
                <a:path w="60960" h="107950">
                  <a:moveTo>
                    <a:pt x="43057" y="0"/>
                  </a:moveTo>
                  <a:lnTo>
                    <a:pt x="34480" y="2426"/>
                  </a:lnTo>
                  <a:lnTo>
                    <a:pt x="25404" y="3413"/>
                  </a:lnTo>
                  <a:lnTo>
                    <a:pt x="43295" y="3413"/>
                  </a:lnTo>
                  <a:lnTo>
                    <a:pt x="43226" y="2426"/>
                  </a:lnTo>
                  <a:lnTo>
                    <a:pt x="43128" y="1016"/>
                  </a:lnTo>
                  <a:lnTo>
                    <a:pt x="43057" y="0"/>
                  </a:lnTo>
                  <a:close/>
                </a:path>
              </a:pathLst>
            </a:custGeom>
            <a:solidFill>
              <a:srgbClr val="FDB7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2169794" y="3008502"/>
              <a:ext cx="233679" cy="520065"/>
            </a:xfrm>
            <a:custGeom>
              <a:avLst/>
              <a:gdLst/>
              <a:ahLst/>
              <a:cxnLst/>
              <a:rect l="l" t="t" r="r" b="b"/>
              <a:pathLst>
                <a:path w="233680" h="520064">
                  <a:moveTo>
                    <a:pt x="4191" y="0"/>
                  </a:moveTo>
                  <a:lnTo>
                    <a:pt x="0" y="93091"/>
                  </a:lnTo>
                  <a:lnTo>
                    <a:pt x="4826" y="270891"/>
                  </a:lnTo>
                  <a:lnTo>
                    <a:pt x="635" y="520065"/>
                  </a:lnTo>
                  <a:lnTo>
                    <a:pt x="47752" y="520065"/>
                  </a:lnTo>
                  <a:lnTo>
                    <a:pt x="90932" y="271780"/>
                  </a:lnTo>
                  <a:lnTo>
                    <a:pt x="113284" y="97536"/>
                  </a:lnTo>
                  <a:lnTo>
                    <a:pt x="124460" y="97917"/>
                  </a:lnTo>
                  <a:lnTo>
                    <a:pt x="139446" y="277876"/>
                  </a:lnTo>
                  <a:lnTo>
                    <a:pt x="148844" y="520065"/>
                  </a:lnTo>
                  <a:lnTo>
                    <a:pt x="197739" y="520065"/>
                  </a:lnTo>
                  <a:lnTo>
                    <a:pt x="223266" y="273558"/>
                  </a:lnTo>
                  <a:lnTo>
                    <a:pt x="233172" y="102107"/>
                  </a:lnTo>
                  <a:lnTo>
                    <a:pt x="230124" y="508"/>
                  </a:lnTo>
                  <a:lnTo>
                    <a:pt x="194464" y="767"/>
                  </a:lnTo>
                  <a:lnTo>
                    <a:pt x="117062" y="587"/>
                  </a:lnTo>
                  <a:lnTo>
                    <a:pt x="4191" y="0"/>
                  </a:lnTo>
                  <a:close/>
                </a:path>
              </a:pathLst>
            </a:custGeom>
            <a:solidFill>
              <a:srgbClr val="7C7C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2170049" y="3008502"/>
              <a:ext cx="231775" cy="520065"/>
            </a:xfrm>
            <a:custGeom>
              <a:avLst/>
              <a:gdLst/>
              <a:ahLst/>
              <a:cxnLst/>
              <a:rect l="l" t="t" r="r" b="b"/>
              <a:pathLst>
                <a:path w="231775" h="520064">
                  <a:moveTo>
                    <a:pt x="170434" y="519938"/>
                  </a:moveTo>
                  <a:lnTo>
                    <a:pt x="169570" y="499516"/>
                  </a:lnTo>
                  <a:lnTo>
                    <a:pt x="169176" y="479018"/>
                  </a:lnTo>
                  <a:lnTo>
                    <a:pt x="169164" y="437896"/>
                  </a:lnTo>
                  <a:lnTo>
                    <a:pt x="168694" y="393611"/>
                  </a:lnTo>
                  <a:lnTo>
                    <a:pt x="166941" y="349313"/>
                  </a:lnTo>
                  <a:lnTo>
                    <a:pt x="164223" y="305028"/>
                  </a:lnTo>
                  <a:lnTo>
                    <a:pt x="160909" y="260731"/>
                  </a:lnTo>
                  <a:lnTo>
                    <a:pt x="153708" y="216217"/>
                  </a:lnTo>
                  <a:lnTo>
                    <a:pt x="141351" y="162229"/>
                  </a:lnTo>
                  <a:lnTo>
                    <a:pt x="129654" y="116700"/>
                  </a:lnTo>
                  <a:lnTo>
                    <a:pt x="124460" y="97536"/>
                  </a:lnTo>
                  <a:lnTo>
                    <a:pt x="139446" y="277495"/>
                  </a:lnTo>
                  <a:lnTo>
                    <a:pt x="148844" y="519938"/>
                  </a:lnTo>
                  <a:lnTo>
                    <a:pt x="170434" y="519938"/>
                  </a:lnTo>
                  <a:close/>
                </a:path>
                <a:path w="231775" h="520064">
                  <a:moveTo>
                    <a:pt x="231267" y="40259"/>
                  </a:moveTo>
                  <a:lnTo>
                    <a:pt x="205879" y="34163"/>
                  </a:lnTo>
                  <a:lnTo>
                    <a:pt x="146342" y="21043"/>
                  </a:lnTo>
                  <a:lnTo>
                    <a:pt x="86398" y="7569"/>
                  </a:lnTo>
                  <a:lnTo>
                    <a:pt x="59817" y="381"/>
                  </a:lnTo>
                  <a:lnTo>
                    <a:pt x="4318" y="0"/>
                  </a:lnTo>
                  <a:lnTo>
                    <a:pt x="0" y="93091"/>
                  </a:lnTo>
                  <a:lnTo>
                    <a:pt x="4953" y="270891"/>
                  </a:lnTo>
                  <a:lnTo>
                    <a:pt x="635" y="520065"/>
                  </a:lnTo>
                  <a:lnTo>
                    <a:pt x="23241" y="520065"/>
                  </a:lnTo>
                  <a:lnTo>
                    <a:pt x="25184" y="488607"/>
                  </a:lnTo>
                  <a:lnTo>
                    <a:pt x="30238" y="367499"/>
                  </a:lnTo>
                  <a:lnTo>
                    <a:pt x="32766" y="316103"/>
                  </a:lnTo>
                  <a:lnTo>
                    <a:pt x="33464" y="274091"/>
                  </a:lnTo>
                  <a:lnTo>
                    <a:pt x="32562" y="216217"/>
                  </a:lnTo>
                  <a:lnTo>
                    <a:pt x="29667" y="101600"/>
                  </a:lnTo>
                  <a:lnTo>
                    <a:pt x="29591" y="69215"/>
                  </a:lnTo>
                  <a:lnTo>
                    <a:pt x="52057" y="56642"/>
                  </a:lnTo>
                  <a:lnTo>
                    <a:pt x="105562" y="49834"/>
                  </a:lnTo>
                  <a:lnTo>
                    <a:pt x="171500" y="45491"/>
                  </a:lnTo>
                  <a:lnTo>
                    <a:pt x="231267" y="40259"/>
                  </a:lnTo>
                  <a:close/>
                </a:path>
              </a:pathLst>
            </a:custGeom>
            <a:solidFill>
              <a:srgbClr val="000000">
                <a:alpha val="745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2174113" y="2773807"/>
              <a:ext cx="26034" cy="235585"/>
            </a:xfrm>
            <a:custGeom>
              <a:avLst/>
              <a:gdLst/>
              <a:ahLst/>
              <a:cxnLst/>
              <a:rect l="l" t="t" r="r" b="b"/>
              <a:pathLst>
                <a:path w="26035" h="235585">
                  <a:moveTo>
                    <a:pt x="13716" y="0"/>
                  </a:moveTo>
                  <a:lnTo>
                    <a:pt x="6223" y="27305"/>
                  </a:lnTo>
                  <a:lnTo>
                    <a:pt x="10541" y="141986"/>
                  </a:lnTo>
                  <a:lnTo>
                    <a:pt x="1270" y="213360"/>
                  </a:lnTo>
                  <a:lnTo>
                    <a:pt x="0" y="235077"/>
                  </a:lnTo>
                  <a:lnTo>
                    <a:pt x="16129" y="234696"/>
                  </a:lnTo>
                  <a:lnTo>
                    <a:pt x="26035" y="141351"/>
                  </a:lnTo>
                  <a:lnTo>
                    <a:pt x="13716" y="0"/>
                  </a:lnTo>
                  <a:close/>
                </a:path>
              </a:pathLst>
            </a:custGeom>
            <a:solidFill>
              <a:srgbClr val="000000">
                <a:alpha val="9411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2162552" y="3528186"/>
              <a:ext cx="117475" cy="47625"/>
            </a:xfrm>
            <a:custGeom>
              <a:avLst/>
              <a:gdLst/>
              <a:ahLst/>
              <a:cxnLst/>
              <a:rect l="l" t="t" r="r" b="b"/>
              <a:pathLst>
                <a:path w="117475" h="47625">
                  <a:moveTo>
                    <a:pt x="55883" y="0"/>
                  </a:moveTo>
                  <a:lnTo>
                    <a:pt x="8893" y="0"/>
                  </a:lnTo>
                  <a:lnTo>
                    <a:pt x="5881" y="7540"/>
                  </a:lnTo>
                  <a:lnTo>
                    <a:pt x="2416" y="17653"/>
                  </a:lnTo>
                  <a:lnTo>
                    <a:pt x="0" y="30718"/>
                  </a:lnTo>
                  <a:lnTo>
                    <a:pt x="130" y="47117"/>
                  </a:lnTo>
                  <a:lnTo>
                    <a:pt x="116970" y="47117"/>
                  </a:lnTo>
                  <a:lnTo>
                    <a:pt x="116232" y="42991"/>
                  </a:lnTo>
                  <a:lnTo>
                    <a:pt x="112494" y="33734"/>
                  </a:lnTo>
                  <a:lnTo>
                    <a:pt x="103469" y="24024"/>
                  </a:lnTo>
                  <a:lnTo>
                    <a:pt x="86871" y="18542"/>
                  </a:lnTo>
                  <a:lnTo>
                    <a:pt x="5588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2165350" y="3538855"/>
              <a:ext cx="83820" cy="36830"/>
            </a:xfrm>
            <a:custGeom>
              <a:avLst/>
              <a:gdLst/>
              <a:ahLst/>
              <a:cxnLst/>
              <a:rect l="l" t="t" r="r" b="b"/>
              <a:pathLst>
                <a:path w="83819" h="36829">
                  <a:moveTo>
                    <a:pt x="889" y="0"/>
                  </a:moveTo>
                  <a:lnTo>
                    <a:pt x="0" y="2666"/>
                  </a:lnTo>
                  <a:lnTo>
                    <a:pt x="15077" y="7719"/>
                  </a:lnTo>
                  <a:lnTo>
                    <a:pt x="29273" y="14033"/>
                  </a:lnTo>
                  <a:lnTo>
                    <a:pt x="57912" y="36829"/>
                  </a:lnTo>
                  <a:lnTo>
                    <a:pt x="83693" y="36829"/>
                  </a:lnTo>
                  <a:lnTo>
                    <a:pt x="66682" y="20788"/>
                  </a:lnTo>
                  <a:lnTo>
                    <a:pt x="46672" y="10413"/>
                  </a:lnTo>
                  <a:lnTo>
                    <a:pt x="24471" y="4040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B0B0B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2312658" y="3528186"/>
              <a:ext cx="142240" cy="47625"/>
            </a:xfrm>
            <a:custGeom>
              <a:avLst/>
              <a:gdLst/>
              <a:ahLst/>
              <a:cxnLst/>
              <a:rect l="l" t="t" r="r" b="b"/>
              <a:pathLst>
                <a:path w="142239" h="47625">
                  <a:moveTo>
                    <a:pt x="54748" y="0"/>
                  </a:moveTo>
                  <a:lnTo>
                    <a:pt x="6107" y="0"/>
                  </a:lnTo>
                  <a:lnTo>
                    <a:pt x="3595" y="7272"/>
                  </a:lnTo>
                  <a:lnTo>
                    <a:pt x="1250" y="17414"/>
                  </a:lnTo>
                  <a:lnTo>
                    <a:pt x="0" y="30628"/>
                  </a:lnTo>
                  <a:lnTo>
                    <a:pt x="773" y="47117"/>
                  </a:lnTo>
                  <a:lnTo>
                    <a:pt x="142124" y="47117"/>
                  </a:lnTo>
                  <a:lnTo>
                    <a:pt x="141384" y="42991"/>
                  </a:lnTo>
                  <a:lnTo>
                    <a:pt x="137632" y="33734"/>
                  </a:lnTo>
                  <a:lnTo>
                    <a:pt x="128569" y="24024"/>
                  </a:lnTo>
                  <a:lnTo>
                    <a:pt x="54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2316480" y="3541902"/>
              <a:ext cx="89535" cy="33655"/>
            </a:xfrm>
            <a:custGeom>
              <a:avLst/>
              <a:gdLst/>
              <a:ahLst/>
              <a:cxnLst/>
              <a:rect l="l" t="t" r="r" b="b"/>
              <a:pathLst>
                <a:path w="89535" h="33654">
                  <a:moveTo>
                    <a:pt x="0" y="0"/>
                  </a:moveTo>
                  <a:lnTo>
                    <a:pt x="43344" y="20020"/>
                  </a:lnTo>
                  <a:lnTo>
                    <a:pt x="59944" y="33654"/>
                  </a:lnTo>
                  <a:lnTo>
                    <a:pt x="89535" y="33654"/>
                  </a:lnTo>
                  <a:lnTo>
                    <a:pt x="71366" y="20770"/>
                  </a:lnTo>
                  <a:lnTo>
                    <a:pt x="49530" y="11350"/>
                  </a:lnTo>
                  <a:lnTo>
                    <a:pt x="25312" y="46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0B0B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2162302" y="3564635"/>
              <a:ext cx="292735" cy="10795"/>
            </a:xfrm>
            <a:custGeom>
              <a:avLst/>
              <a:gdLst/>
              <a:ahLst/>
              <a:cxnLst/>
              <a:rect l="l" t="t" r="r" b="b"/>
              <a:pathLst>
                <a:path w="292735" h="10795">
                  <a:moveTo>
                    <a:pt x="117068" y="6985"/>
                  </a:moveTo>
                  <a:lnTo>
                    <a:pt x="116865" y="6985"/>
                  </a:lnTo>
                  <a:lnTo>
                    <a:pt x="116865" y="5715"/>
                  </a:lnTo>
                  <a:lnTo>
                    <a:pt x="115620" y="5715"/>
                  </a:lnTo>
                  <a:lnTo>
                    <a:pt x="115620" y="635"/>
                  </a:lnTo>
                  <a:lnTo>
                    <a:pt x="0" y="635"/>
                  </a:lnTo>
                  <a:lnTo>
                    <a:pt x="0" y="5715"/>
                  </a:lnTo>
                  <a:lnTo>
                    <a:pt x="0" y="6985"/>
                  </a:lnTo>
                  <a:lnTo>
                    <a:pt x="177" y="6985"/>
                  </a:lnTo>
                  <a:lnTo>
                    <a:pt x="177" y="10795"/>
                  </a:lnTo>
                  <a:lnTo>
                    <a:pt x="117068" y="10795"/>
                  </a:lnTo>
                  <a:lnTo>
                    <a:pt x="117068" y="6985"/>
                  </a:lnTo>
                  <a:close/>
                </a:path>
                <a:path w="292735" h="10795">
                  <a:moveTo>
                    <a:pt x="292354" y="6350"/>
                  </a:moveTo>
                  <a:lnTo>
                    <a:pt x="292138" y="6350"/>
                  </a:lnTo>
                  <a:lnTo>
                    <a:pt x="292138" y="5080"/>
                  </a:lnTo>
                  <a:lnTo>
                    <a:pt x="291719" y="5080"/>
                  </a:lnTo>
                  <a:lnTo>
                    <a:pt x="291719" y="3810"/>
                  </a:lnTo>
                  <a:lnTo>
                    <a:pt x="290487" y="3810"/>
                  </a:lnTo>
                  <a:lnTo>
                    <a:pt x="290487" y="0"/>
                  </a:lnTo>
                  <a:lnTo>
                    <a:pt x="150558" y="0"/>
                  </a:lnTo>
                  <a:lnTo>
                    <a:pt x="150558" y="3810"/>
                  </a:lnTo>
                  <a:lnTo>
                    <a:pt x="150672" y="5080"/>
                  </a:lnTo>
                  <a:lnTo>
                    <a:pt x="150723" y="6350"/>
                  </a:lnTo>
                  <a:lnTo>
                    <a:pt x="150964" y="6350"/>
                  </a:lnTo>
                  <a:lnTo>
                    <a:pt x="150964" y="10160"/>
                  </a:lnTo>
                  <a:lnTo>
                    <a:pt x="292354" y="10160"/>
                  </a:lnTo>
                  <a:lnTo>
                    <a:pt x="292354" y="6350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2092071" y="2650363"/>
              <a:ext cx="378460" cy="410845"/>
            </a:xfrm>
            <a:custGeom>
              <a:avLst/>
              <a:gdLst/>
              <a:ahLst/>
              <a:cxnLst/>
              <a:rect l="l" t="t" r="r" b="b"/>
              <a:pathLst>
                <a:path w="378460" h="410844">
                  <a:moveTo>
                    <a:pt x="358114" y="207136"/>
                  </a:moveTo>
                  <a:lnTo>
                    <a:pt x="304497" y="207136"/>
                  </a:lnTo>
                  <a:lnTo>
                    <a:pt x="305212" y="221599"/>
                  </a:lnTo>
                  <a:lnTo>
                    <a:pt x="307064" y="254607"/>
                  </a:lnTo>
                  <a:lnTo>
                    <a:pt x="307492" y="261619"/>
                  </a:lnTo>
                  <a:lnTo>
                    <a:pt x="337693" y="410844"/>
                  </a:lnTo>
                  <a:lnTo>
                    <a:pt x="377952" y="403859"/>
                  </a:lnTo>
                  <a:lnTo>
                    <a:pt x="360426" y="241045"/>
                  </a:lnTo>
                  <a:lnTo>
                    <a:pt x="358114" y="207136"/>
                  </a:lnTo>
                  <a:close/>
                </a:path>
                <a:path w="378460" h="410844">
                  <a:moveTo>
                    <a:pt x="301066" y="261619"/>
                  </a:moveTo>
                  <a:lnTo>
                    <a:pt x="92329" y="261619"/>
                  </a:lnTo>
                  <a:lnTo>
                    <a:pt x="92359" y="262635"/>
                  </a:lnTo>
                  <a:lnTo>
                    <a:pt x="92456" y="265810"/>
                  </a:lnTo>
                  <a:lnTo>
                    <a:pt x="83693" y="335787"/>
                  </a:lnTo>
                  <a:lnTo>
                    <a:pt x="83439" y="335787"/>
                  </a:lnTo>
                  <a:lnTo>
                    <a:pt x="80259" y="398354"/>
                  </a:lnTo>
                  <a:lnTo>
                    <a:pt x="308991" y="398906"/>
                  </a:lnTo>
                  <a:lnTo>
                    <a:pt x="307274" y="337983"/>
                  </a:lnTo>
                  <a:lnTo>
                    <a:pt x="301066" y="265810"/>
                  </a:lnTo>
                  <a:lnTo>
                    <a:pt x="301066" y="261619"/>
                  </a:lnTo>
                  <a:close/>
                </a:path>
                <a:path w="378460" h="410844">
                  <a:moveTo>
                    <a:pt x="191262" y="0"/>
                  </a:moveTo>
                  <a:lnTo>
                    <a:pt x="190627" y="253"/>
                  </a:lnTo>
                  <a:lnTo>
                    <a:pt x="190500" y="1142"/>
                  </a:lnTo>
                  <a:lnTo>
                    <a:pt x="78613" y="35940"/>
                  </a:lnTo>
                  <a:lnTo>
                    <a:pt x="40679" y="59533"/>
                  </a:lnTo>
                  <a:lnTo>
                    <a:pt x="3175" y="228980"/>
                  </a:lnTo>
                  <a:lnTo>
                    <a:pt x="0" y="244601"/>
                  </a:lnTo>
                  <a:lnTo>
                    <a:pt x="1887" y="254607"/>
                  </a:lnTo>
                  <a:lnTo>
                    <a:pt x="8429" y="262635"/>
                  </a:lnTo>
                  <a:lnTo>
                    <a:pt x="18377" y="267712"/>
                  </a:lnTo>
                  <a:lnTo>
                    <a:pt x="30480" y="268858"/>
                  </a:lnTo>
                  <a:lnTo>
                    <a:pt x="92329" y="261619"/>
                  </a:lnTo>
                  <a:lnTo>
                    <a:pt x="301066" y="261619"/>
                  </a:lnTo>
                  <a:lnTo>
                    <a:pt x="302328" y="207136"/>
                  </a:lnTo>
                  <a:lnTo>
                    <a:pt x="90170" y="207136"/>
                  </a:lnTo>
                  <a:lnTo>
                    <a:pt x="78613" y="207009"/>
                  </a:lnTo>
                  <a:lnTo>
                    <a:pt x="88011" y="152145"/>
                  </a:lnTo>
                  <a:lnTo>
                    <a:pt x="354366" y="152145"/>
                  </a:lnTo>
                  <a:lnTo>
                    <a:pt x="348505" y="66168"/>
                  </a:lnTo>
                  <a:lnTo>
                    <a:pt x="306705" y="35940"/>
                  </a:lnTo>
                  <a:lnTo>
                    <a:pt x="194945" y="1142"/>
                  </a:lnTo>
                  <a:lnTo>
                    <a:pt x="194836" y="380"/>
                  </a:lnTo>
                  <a:lnTo>
                    <a:pt x="192659" y="380"/>
                  </a:lnTo>
                  <a:lnTo>
                    <a:pt x="191262" y="0"/>
                  </a:lnTo>
                  <a:close/>
                </a:path>
                <a:path w="378460" h="410844">
                  <a:moveTo>
                    <a:pt x="354366" y="152145"/>
                  </a:moveTo>
                  <a:lnTo>
                    <a:pt x="88011" y="152145"/>
                  </a:lnTo>
                  <a:lnTo>
                    <a:pt x="90165" y="207009"/>
                  </a:lnTo>
                  <a:lnTo>
                    <a:pt x="90170" y="207136"/>
                  </a:lnTo>
                  <a:lnTo>
                    <a:pt x="302328" y="207136"/>
                  </a:lnTo>
                  <a:lnTo>
                    <a:pt x="303149" y="171703"/>
                  </a:lnTo>
                  <a:lnTo>
                    <a:pt x="355699" y="171703"/>
                  </a:lnTo>
                  <a:lnTo>
                    <a:pt x="354366" y="152145"/>
                  </a:lnTo>
                  <a:close/>
                </a:path>
                <a:path w="378460" h="410844">
                  <a:moveTo>
                    <a:pt x="355699" y="171703"/>
                  </a:moveTo>
                  <a:lnTo>
                    <a:pt x="303149" y="171703"/>
                  </a:lnTo>
                  <a:lnTo>
                    <a:pt x="303716" y="191359"/>
                  </a:lnTo>
                  <a:lnTo>
                    <a:pt x="304490" y="207009"/>
                  </a:lnTo>
                  <a:lnTo>
                    <a:pt x="358105" y="207009"/>
                  </a:lnTo>
                  <a:lnTo>
                    <a:pt x="355699" y="171703"/>
                  </a:lnTo>
                  <a:close/>
                </a:path>
                <a:path w="378460" h="410844">
                  <a:moveTo>
                    <a:pt x="194183" y="0"/>
                  </a:moveTo>
                  <a:lnTo>
                    <a:pt x="192659" y="380"/>
                  </a:lnTo>
                  <a:lnTo>
                    <a:pt x="194836" y="380"/>
                  </a:lnTo>
                  <a:lnTo>
                    <a:pt x="194818" y="253"/>
                  </a:lnTo>
                  <a:lnTo>
                    <a:pt x="194183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2093086" y="2694559"/>
              <a:ext cx="304165" cy="243840"/>
            </a:xfrm>
            <a:custGeom>
              <a:avLst/>
              <a:gdLst/>
              <a:ahLst/>
              <a:cxnLst/>
              <a:rect l="l" t="t" r="r" b="b"/>
              <a:pathLst>
                <a:path w="304164" h="243839">
                  <a:moveTo>
                    <a:pt x="57785" y="0"/>
                  </a:moveTo>
                  <a:lnTo>
                    <a:pt x="3175" y="185292"/>
                  </a:lnTo>
                  <a:lnTo>
                    <a:pt x="0" y="200913"/>
                  </a:lnTo>
                  <a:lnTo>
                    <a:pt x="1865" y="210919"/>
                  </a:lnTo>
                  <a:lnTo>
                    <a:pt x="8350" y="218947"/>
                  </a:lnTo>
                  <a:lnTo>
                    <a:pt x="18216" y="224024"/>
                  </a:lnTo>
                  <a:lnTo>
                    <a:pt x="30226" y="225170"/>
                  </a:lnTo>
                  <a:lnTo>
                    <a:pt x="91694" y="217931"/>
                  </a:lnTo>
                  <a:lnTo>
                    <a:pt x="91948" y="222122"/>
                  </a:lnTo>
                  <a:lnTo>
                    <a:pt x="89154" y="243712"/>
                  </a:lnTo>
                  <a:lnTo>
                    <a:pt x="111505" y="233425"/>
                  </a:lnTo>
                  <a:lnTo>
                    <a:pt x="141007" y="222775"/>
                  </a:lnTo>
                  <a:lnTo>
                    <a:pt x="172640" y="213471"/>
                  </a:lnTo>
                  <a:lnTo>
                    <a:pt x="205106" y="207190"/>
                  </a:lnTo>
                  <a:lnTo>
                    <a:pt x="237109" y="205612"/>
                  </a:lnTo>
                  <a:lnTo>
                    <a:pt x="244347" y="205866"/>
                  </a:lnTo>
                  <a:lnTo>
                    <a:pt x="241935" y="210692"/>
                  </a:lnTo>
                  <a:lnTo>
                    <a:pt x="244475" y="219836"/>
                  </a:lnTo>
                  <a:lnTo>
                    <a:pt x="249428" y="222630"/>
                  </a:lnTo>
                  <a:lnTo>
                    <a:pt x="272119" y="221491"/>
                  </a:lnTo>
                  <a:lnTo>
                    <a:pt x="303784" y="219455"/>
                  </a:lnTo>
                  <a:lnTo>
                    <a:pt x="300482" y="162432"/>
                  </a:lnTo>
                  <a:lnTo>
                    <a:pt x="238553" y="158988"/>
                  </a:lnTo>
                  <a:lnTo>
                    <a:pt x="207559" y="157878"/>
                  </a:lnTo>
                  <a:lnTo>
                    <a:pt x="176530" y="158114"/>
                  </a:lnTo>
                  <a:lnTo>
                    <a:pt x="160349" y="158567"/>
                  </a:lnTo>
                  <a:lnTo>
                    <a:pt x="144049" y="157924"/>
                  </a:lnTo>
                  <a:lnTo>
                    <a:pt x="103719" y="141551"/>
                  </a:lnTo>
                  <a:lnTo>
                    <a:pt x="87503" y="108457"/>
                  </a:lnTo>
                  <a:lnTo>
                    <a:pt x="89662" y="163321"/>
                  </a:lnTo>
                  <a:lnTo>
                    <a:pt x="171704" y="168909"/>
                  </a:lnTo>
                  <a:lnTo>
                    <a:pt x="197993" y="169036"/>
                  </a:lnTo>
                  <a:lnTo>
                    <a:pt x="200642" y="173392"/>
                  </a:lnTo>
                  <a:lnTo>
                    <a:pt x="205184" y="183118"/>
                  </a:lnTo>
                  <a:lnTo>
                    <a:pt x="206511" y="193200"/>
                  </a:lnTo>
                  <a:lnTo>
                    <a:pt x="199517" y="198627"/>
                  </a:lnTo>
                  <a:lnTo>
                    <a:pt x="159670" y="202275"/>
                  </a:lnTo>
                  <a:lnTo>
                    <a:pt x="105060" y="205517"/>
                  </a:lnTo>
                  <a:lnTo>
                    <a:pt x="54498" y="205378"/>
                  </a:lnTo>
                  <a:lnTo>
                    <a:pt x="26797" y="198881"/>
                  </a:lnTo>
                  <a:lnTo>
                    <a:pt x="20766" y="188011"/>
                  </a:lnTo>
                  <a:lnTo>
                    <a:pt x="19605" y="175545"/>
                  </a:lnTo>
                  <a:lnTo>
                    <a:pt x="21278" y="162841"/>
                  </a:lnTo>
                  <a:lnTo>
                    <a:pt x="23749" y="151256"/>
                  </a:lnTo>
                  <a:lnTo>
                    <a:pt x="27811" y="129010"/>
                  </a:lnTo>
                  <a:lnTo>
                    <a:pt x="34125" y="84659"/>
                  </a:lnTo>
                  <a:lnTo>
                    <a:pt x="39407" y="54221"/>
                  </a:lnTo>
                  <a:lnTo>
                    <a:pt x="42878" y="38004"/>
                  </a:lnTo>
                  <a:lnTo>
                    <a:pt x="48849" y="18407"/>
                  </a:lnTo>
                  <a:lnTo>
                    <a:pt x="57785" y="0"/>
                  </a:lnTo>
                  <a:close/>
                </a:path>
              </a:pathLst>
            </a:custGeom>
            <a:solidFill>
              <a:srgbClr val="000000">
                <a:alpha val="13331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2346960" y="2821051"/>
              <a:ext cx="176530" cy="93345"/>
            </a:xfrm>
            <a:custGeom>
              <a:avLst/>
              <a:gdLst/>
              <a:ahLst/>
              <a:cxnLst/>
              <a:rect l="l" t="t" r="r" b="b"/>
              <a:pathLst>
                <a:path w="176530" h="93344">
                  <a:moveTo>
                    <a:pt x="174497" y="0"/>
                  </a:moveTo>
                  <a:lnTo>
                    <a:pt x="27939" y="253"/>
                  </a:lnTo>
                  <a:lnTo>
                    <a:pt x="22097" y="253"/>
                  </a:lnTo>
                  <a:lnTo>
                    <a:pt x="17398" y="3936"/>
                  </a:lnTo>
                  <a:lnTo>
                    <a:pt x="17398" y="8889"/>
                  </a:lnTo>
                  <a:lnTo>
                    <a:pt x="0" y="85724"/>
                  </a:lnTo>
                  <a:lnTo>
                    <a:pt x="0" y="90804"/>
                  </a:lnTo>
                  <a:lnTo>
                    <a:pt x="4698" y="92963"/>
                  </a:lnTo>
                  <a:lnTo>
                    <a:pt x="154304" y="92963"/>
                  </a:lnTo>
                  <a:lnTo>
                    <a:pt x="159003" y="90423"/>
                  </a:lnTo>
                  <a:lnTo>
                    <a:pt x="159003" y="85470"/>
                  </a:lnTo>
                  <a:lnTo>
                    <a:pt x="176402" y="7238"/>
                  </a:lnTo>
                  <a:lnTo>
                    <a:pt x="176402" y="2285"/>
                  </a:lnTo>
                  <a:lnTo>
                    <a:pt x="174497" y="0"/>
                  </a:lnTo>
                  <a:close/>
                </a:path>
              </a:pathLst>
            </a:custGeom>
            <a:solidFill>
              <a:srgbClr val="7C7C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2287397" y="2840862"/>
              <a:ext cx="120650" cy="54610"/>
            </a:xfrm>
            <a:custGeom>
              <a:avLst/>
              <a:gdLst/>
              <a:ahLst/>
              <a:cxnLst/>
              <a:rect l="l" t="t" r="r" b="b"/>
              <a:pathLst>
                <a:path w="120650" h="54610">
                  <a:moveTo>
                    <a:pt x="120142" y="14224"/>
                  </a:moveTo>
                  <a:lnTo>
                    <a:pt x="71945" y="11709"/>
                  </a:lnTo>
                  <a:lnTo>
                    <a:pt x="74422" y="0"/>
                  </a:lnTo>
                  <a:lnTo>
                    <a:pt x="63119" y="0"/>
                  </a:lnTo>
                  <a:lnTo>
                    <a:pt x="24892" y="12573"/>
                  </a:lnTo>
                  <a:lnTo>
                    <a:pt x="13093" y="19812"/>
                  </a:lnTo>
                  <a:lnTo>
                    <a:pt x="0" y="22860"/>
                  </a:lnTo>
                  <a:lnTo>
                    <a:pt x="4826" y="52705"/>
                  </a:lnTo>
                  <a:lnTo>
                    <a:pt x="23241" y="50546"/>
                  </a:lnTo>
                  <a:lnTo>
                    <a:pt x="23736" y="50711"/>
                  </a:lnTo>
                  <a:lnTo>
                    <a:pt x="27051" y="52451"/>
                  </a:lnTo>
                  <a:lnTo>
                    <a:pt x="30162" y="52451"/>
                  </a:lnTo>
                  <a:lnTo>
                    <a:pt x="31369" y="52705"/>
                  </a:lnTo>
                  <a:lnTo>
                    <a:pt x="59436" y="54229"/>
                  </a:lnTo>
                  <a:lnTo>
                    <a:pt x="75298" y="50546"/>
                  </a:lnTo>
                  <a:lnTo>
                    <a:pt x="105410" y="43561"/>
                  </a:lnTo>
                  <a:lnTo>
                    <a:pt x="110617" y="39370"/>
                  </a:lnTo>
                  <a:lnTo>
                    <a:pt x="112776" y="34036"/>
                  </a:lnTo>
                  <a:lnTo>
                    <a:pt x="120142" y="14224"/>
                  </a:lnTo>
                  <a:close/>
                </a:path>
              </a:pathLst>
            </a:custGeom>
            <a:solidFill>
              <a:srgbClr val="BC8A6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39772" y="2491994"/>
              <a:ext cx="147643" cy="224281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2356230" y="2849880"/>
              <a:ext cx="67310" cy="14604"/>
            </a:xfrm>
            <a:custGeom>
              <a:avLst/>
              <a:gdLst/>
              <a:ahLst/>
              <a:cxnLst/>
              <a:rect l="l" t="t" r="r" b="b"/>
              <a:pathLst>
                <a:path w="67310" h="14605">
                  <a:moveTo>
                    <a:pt x="1143" y="0"/>
                  </a:moveTo>
                  <a:lnTo>
                    <a:pt x="0" y="14096"/>
                  </a:lnTo>
                  <a:lnTo>
                    <a:pt x="61214" y="13207"/>
                  </a:lnTo>
                  <a:lnTo>
                    <a:pt x="63881" y="13080"/>
                  </a:lnTo>
                  <a:lnTo>
                    <a:pt x="66167" y="11429"/>
                  </a:lnTo>
                  <a:lnTo>
                    <a:pt x="66929" y="6730"/>
                  </a:lnTo>
                  <a:lnTo>
                    <a:pt x="64643" y="4444"/>
                  </a:lnTo>
                  <a:lnTo>
                    <a:pt x="61468" y="419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BC8A6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4381" y="2596896"/>
              <a:ext cx="229403" cy="252983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864381" y="2596896"/>
              <a:ext cx="229870" cy="253365"/>
            </a:xfrm>
            <a:custGeom>
              <a:avLst/>
              <a:gdLst/>
              <a:ahLst/>
              <a:cxnLst/>
              <a:rect l="l" t="t" r="r" b="b"/>
              <a:pathLst>
                <a:path w="229869" h="253364">
                  <a:moveTo>
                    <a:pt x="196056" y="31622"/>
                  </a:moveTo>
                  <a:lnTo>
                    <a:pt x="196056" y="30352"/>
                  </a:lnTo>
                  <a:lnTo>
                    <a:pt x="178171" y="17091"/>
                  </a:lnTo>
                  <a:lnTo>
                    <a:pt x="158202" y="7604"/>
                  </a:lnTo>
                  <a:lnTo>
                    <a:pt x="136668" y="1903"/>
                  </a:lnTo>
                  <a:lnTo>
                    <a:pt x="114090" y="0"/>
                  </a:lnTo>
                  <a:lnTo>
                    <a:pt x="92320" y="1903"/>
                  </a:lnTo>
                  <a:lnTo>
                    <a:pt x="71200" y="7604"/>
                  </a:lnTo>
                  <a:lnTo>
                    <a:pt x="51384" y="17091"/>
                  </a:lnTo>
                  <a:lnTo>
                    <a:pt x="33521" y="30352"/>
                  </a:lnTo>
                  <a:lnTo>
                    <a:pt x="32124" y="31622"/>
                  </a:lnTo>
                  <a:lnTo>
                    <a:pt x="7922" y="65974"/>
                  </a:lnTo>
                  <a:lnTo>
                    <a:pt x="0" y="105171"/>
                  </a:lnTo>
                  <a:lnTo>
                    <a:pt x="8489" y="144583"/>
                  </a:lnTo>
                  <a:lnTo>
                    <a:pt x="33521" y="179577"/>
                  </a:lnTo>
                  <a:lnTo>
                    <a:pt x="80100" y="222015"/>
                  </a:lnTo>
                  <a:lnTo>
                    <a:pt x="104019" y="243808"/>
                  </a:lnTo>
                  <a:lnTo>
                    <a:pt x="112831" y="251837"/>
                  </a:lnTo>
                  <a:lnTo>
                    <a:pt x="114090" y="252983"/>
                  </a:lnTo>
                  <a:lnTo>
                    <a:pt x="161476" y="210546"/>
                  </a:lnTo>
                  <a:lnTo>
                    <a:pt x="185810" y="188753"/>
                  </a:lnTo>
                  <a:lnTo>
                    <a:pt x="194775" y="180724"/>
                  </a:lnTo>
                  <a:lnTo>
                    <a:pt x="196056" y="179577"/>
                  </a:lnTo>
                  <a:lnTo>
                    <a:pt x="221066" y="144583"/>
                  </a:lnTo>
                  <a:lnTo>
                    <a:pt x="229403" y="105171"/>
                  </a:lnTo>
                  <a:lnTo>
                    <a:pt x="221066" y="65974"/>
                  </a:lnTo>
                  <a:lnTo>
                    <a:pt x="196056" y="31622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/>
          <p:cNvSpPr txBox="1"/>
          <p:nvPr/>
        </p:nvSpPr>
        <p:spPr>
          <a:xfrm>
            <a:off x="1288796" y="3136468"/>
            <a:ext cx="720090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Arial"/>
                <a:cs typeface="Arial"/>
              </a:rPr>
              <a:t>Car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handover</a:t>
            </a:r>
            <a:endParaRPr sz="900">
              <a:latin typeface="Arial"/>
              <a:cs typeface="Arial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1301496" y="3325367"/>
            <a:ext cx="705485" cy="0"/>
          </a:xfrm>
          <a:custGeom>
            <a:avLst/>
            <a:gdLst/>
            <a:ahLst/>
            <a:cxnLst/>
            <a:rect l="l" t="t" r="r" b="b"/>
            <a:pathLst>
              <a:path w="705485" h="0">
                <a:moveTo>
                  <a:pt x="0" y="0"/>
                </a:moveTo>
                <a:lnTo>
                  <a:pt x="705485" y="0"/>
                </a:lnTo>
              </a:path>
            </a:pathLst>
          </a:custGeom>
          <a:ln w="12700">
            <a:solidFill>
              <a:srgbClr val="A2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/>
          <p:nvPr/>
        </p:nvSpPr>
        <p:spPr>
          <a:xfrm>
            <a:off x="2817622" y="4740655"/>
            <a:ext cx="68326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Arial"/>
                <a:cs typeface="Arial"/>
              </a:rPr>
              <a:t>Scheduled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900" spc="-10">
                <a:latin typeface="Arial"/>
                <a:cs typeface="Arial"/>
              </a:rPr>
              <a:t>maintenance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2823717" y="2564638"/>
            <a:ext cx="2083435" cy="2161540"/>
            <a:chOff x="2823717" y="2564638"/>
            <a:chExt cx="2083435" cy="2161540"/>
          </a:xfrm>
        </p:grpSpPr>
        <p:sp>
          <p:nvSpPr>
            <p:cNvPr id="58" name="object 58"/>
            <p:cNvSpPr/>
            <p:nvPr/>
          </p:nvSpPr>
          <p:spPr>
            <a:xfrm>
              <a:off x="2830067" y="4719827"/>
              <a:ext cx="666115" cy="0"/>
            </a:xfrm>
            <a:custGeom>
              <a:avLst/>
              <a:gdLst/>
              <a:ahLst/>
              <a:cxnLst/>
              <a:rect l="l" t="t" r="r" b="b"/>
              <a:pathLst>
                <a:path w="666114" h="0">
                  <a:moveTo>
                    <a:pt x="0" y="0"/>
                  </a:moveTo>
                  <a:lnTo>
                    <a:pt x="665988" y="0"/>
                  </a:lnTo>
                </a:path>
              </a:pathLst>
            </a:custGeom>
            <a:ln w="12700">
              <a:solidFill>
                <a:srgbClr val="A21F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69869" y="2570988"/>
              <a:ext cx="230806" cy="251460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4669869" y="2570988"/>
              <a:ext cx="231140" cy="251460"/>
            </a:xfrm>
            <a:custGeom>
              <a:avLst/>
              <a:gdLst/>
              <a:ahLst/>
              <a:cxnLst/>
              <a:rect l="l" t="t" r="r" b="b"/>
              <a:pathLst>
                <a:path w="231139" h="251460">
                  <a:moveTo>
                    <a:pt x="197278" y="31368"/>
                  </a:moveTo>
                  <a:lnTo>
                    <a:pt x="197278" y="30225"/>
                  </a:lnTo>
                  <a:lnTo>
                    <a:pt x="179290" y="16984"/>
                  </a:lnTo>
                  <a:lnTo>
                    <a:pt x="159194" y="7540"/>
                  </a:lnTo>
                  <a:lnTo>
                    <a:pt x="137503" y="1883"/>
                  </a:lnTo>
                  <a:lnTo>
                    <a:pt x="114728" y="0"/>
                  </a:lnTo>
                  <a:lnTo>
                    <a:pt x="92835" y="1883"/>
                  </a:lnTo>
                  <a:lnTo>
                    <a:pt x="71596" y="7540"/>
                  </a:lnTo>
                  <a:lnTo>
                    <a:pt x="51667" y="16984"/>
                  </a:lnTo>
                  <a:lnTo>
                    <a:pt x="33702" y="30225"/>
                  </a:lnTo>
                  <a:lnTo>
                    <a:pt x="32305" y="31368"/>
                  </a:lnTo>
                  <a:lnTo>
                    <a:pt x="7967" y="65512"/>
                  </a:lnTo>
                  <a:lnTo>
                    <a:pt x="0" y="104489"/>
                  </a:lnTo>
                  <a:lnTo>
                    <a:pt x="8534" y="143704"/>
                  </a:lnTo>
                  <a:lnTo>
                    <a:pt x="33702" y="178561"/>
                  </a:lnTo>
                  <a:lnTo>
                    <a:pt x="80545" y="220706"/>
                  </a:lnTo>
                  <a:lnTo>
                    <a:pt x="104600" y="242347"/>
                  </a:lnTo>
                  <a:lnTo>
                    <a:pt x="113462" y="250320"/>
                  </a:lnTo>
                  <a:lnTo>
                    <a:pt x="114728" y="251459"/>
                  </a:lnTo>
                  <a:lnTo>
                    <a:pt x="162452" y="209315"/>
                  </a:lnTo>
                  <a:lnTo>
                    <a:pt x="186959" y="187674"/>
                  </a:lnTo>
                  <a:lnTo>
                    <a:pt x="195988" y="179701"/>
                  </a:lnTo>
                  <a:lnTo>
                    <a:pt x="197278" y="178561"/>
                  </a:lnTo>
                  <a:lnTo>
                    <a:pt x="222424" y="143704"/>
                  </a:lnTo>
                  <a:lnTo>
                    <a:pt x="230806" y="104489"/>
                  </a:lnTo>
                  <a:lnTo>
                    <a:pt x="222424" y="65512"/>
                  </a:lnTo>
                  <a:lnTo>
                    <a:pt x="197278" y="3136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/>
          <p:cNvSpPr txBox="1"/>
          <p:nvPr/>
        </p:nvSpPr>
        <p:spPr>
          <a:xfrm>
            <a:off x="5006085" y="2033778"/>
            <a:ext cx="89916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 spc="-10" i="1">
                <a:latin typeface="Arial"/>
                <a:cs typeface="Arial"/>
              </a:rPr>
              <a:t>Subscription</a:t>
            </a:r>
            <a:r>
              <a:rPr dirty="0" sz="900" spc="-10" i="1">
                <a:latin typeface="Arial"/>
                <a:cs typeface="Arial"/>
              </a:rPr>
              <a:t> </a:t>
            </a:r>
            <a:r>
              <a:rPr dirty="0" sz="900" i="1">
                <a:latin typeface="Arial"/>
                <a:cs typeface="Arial"/>
              </a:rPr>
              <a:t>model</a:t>
            </a:r>
            <a:r>
              <a:rPr dirty="0" sz="900" spc="-30" i="1">
                <a:latin typeface="Arial"/>
                <a:cs typeface="Arial"/>
              </a:rPr>
              <a:t> </a:t>
            </a:r>
            <a:r>
              <a:rPr dirty="0" sz="900" spc="-10" i="1">
                <a:latin typeface="Arial"/>
                <a:cs typeface="Arial"/>
              </a:rPr>
              <a:t>suggested </a:t>
            </a:r>
            <a:r>
              <a:rPr dirty="0" sz="900" i="1">
                <a:latin typeface="Arial"/>
                <a:cs typeface="Arial"/>
              </a:rPr>
              <a:t>to</a:t>
            </a:r>
            <a:r>
              <a:rPr dirty="0" sz="900" spc="-15" i="1">
                <a:latin typeface="Arial"/>
                <a:cs typeface="Arial"/>
              </a:rPr>
              <a:t> </a:t>
            </a:r>
            <a:r>
              <a:rPr dirty="0" sz="900" spc="-10" i="1">
                <a:latin typeface="Arial"/>
                <a:cs typeface="Arial"/>
              </a:rPr>
              <a:t>customer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1287780" y="4110228"/>
            <a:ext cx="2270760" cy="1089660"/>
            <a:chOff x="1287780" y="4110228"/>
            <a:chExt cx="2270760" cy="1089660"/>
          </a:xfrm>
        </p:grpSpPr>
        <p:pic>
          <p:nvPicPr>
            <p:cNvPr id="63" name="object 6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7780" y="4652772"/>
              <a:ext cx="740663" cy="547115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3198875" y="4110228"/>
              <a:ext cx="360045" cy="361315"/>
            </a:xfrm>
            <a:custGeom>
              <a:avLst/>
              <a:gdLst/>
              <a:ahLst/>
              <a:cxnLst/>
              <a:rect l="l" t="t" r="r" b="b"/>
              <a:pathLst>
                <a:path w="360045" h="361314">
                  <a:moveTo>
                    <a:pt x="359663" y="0"/>
                  </a:moveTo>
                  <a:lnTo>
                    <a:pt x="0" y="0"/>
                  </a:lnTo>
                  <a:lnTo>
                    <a:pt x="0" y="361188"/>
                  </a:lnTo>
                  <a:lnTo>
                    <a:pt x="359663" y="361188"/>
                  </a:lnTo>
                  <a:lnTo>
                    <a:pt x="359663" y="0"/>
                  </a:lnTo>
                  <a:close/>
                </a:path>
              </a:pathLst>
            </a:custGeom>
            <a:solidFill>
              <a:srgbClr val="F7DBDF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/>
          <p:cNvSpPr txBox="1"/>
          <p:nvPr/>
        </p:nvSpPr>
        <p:spPr>
          <a:xfrm>
            <a:off x="6135115" y="3031363"/>
            <a:ext cx="94170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Arial"/>
                <a:cs typeface="Arial"/>
              </a:rPr>
              <a:t>For</a:t>
            </a:r>
            <a:r>
              <a:rPr dirty="0" sz="900" spc="-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their</a:t>
            </a:r>
            <a:r>
              <a:rPr dirty="0" sz="900" spc="-2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vacation, </a:t>
            </a:r>
            <a:r>
              <a:rPr dirty="0" sz="900">
                <a:latin typeface="Arial"/>
                <a:cs typeface="Arial"/>
              </a:rPr>
              <a:t>the</a:t>
            </a:r>
            <a:r>
              <a:rPr dirty="0" sz="900" spc="-2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customer </a:t>
            </a:r>
            <a:r>
              <a:rPr dirty="0" sz="900">
                <a:latin typeface="Arial"/>
                <a:cs typeface="Arial"/>
              </a:rPr>
              <a:t>temporarily</a:t>
            </a:r>
            <a:r>
              <a:rPr dirty="0" sz="900" spc="-5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adds</a:t>
            </a:r>
            <a:r>
              <a:rPr dirty="0" sz="900" spc="50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</a:t>
            </a:r>
            <a:r>
              <a:rPr dirty="0" sz="900" spc="-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second</a:t>
            </a:r>
            <a:r>
              <a:rPr dirty="0" sz="900" spc="-2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driver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826027" y="3003550"/>
            <a:ext cx="6607809" cy="2461895"/>
            <a:chOff x="826027" y="3003550"/>
            <a:chExt cx="6607809" cy="2461895"/>
          </a:xfrm>
        </p:grpSpPr>
        <p:sp>
          <p:nvSpPr>
            <p:cNvPr id="67" name="object 67"/>
            <p:cNvSpPr/>
            <p:nvPr/>
          </p:nvSpPr>
          <p:spPr>
            <a:xfrm>
              <a:off x="6146291" y="3009900"/>
              <a:ext cx="922019" cy="0"/>
            </a:xfrm>
            <a:custGeom>
              <a:avLst/>
              <a:gdLst/>
              <a:ahLst/>
              <a:cxnLst/>
              <a:rect l="l" t="t" r="r" b="b"/>
              <a:pathLst>
                <a:path w="922020" h="0">
                  <a:moveTo>
                    <a:pt x="921638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A21F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8" name="object 6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2377" y="5207507"/>
              <a:ext cx="229403" cy="251459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832377" y="5207507"/>
              <a:ext cx="229870" cy="251460"/>
            </a:xfrm>
            <a:custGeom>
              <a:avLst/>
              <a:gdLst/>
              <a:ahLst/>
              <a:cxnLst/>
              <a:rect l="l" t="t" r="r" b="b"/>
              <a:pathLst>
                <a:path w="229869" h="251460">
                  <a:moveTo>
                    <a:pt x="196056" y="31368"/>
                  </a:moveTo>
                  <a:lnTo>
                    <a:pt x="196056" y="30225"/>
                  </a:lnTo>
                  <a:lnTo>
                    <a:pt x="178171" y="16984"/>
                  </a:lnTo>
                  <a:lnTo>
                    <a:pt x="158202" y="7540"/>
                  </a:lnTo>
                  <a:lnTo>
                    <a:pt x="136668" y="1883"/>
                  </a:lnTo>
                  <a:lnTo>
                    <a:pt x="114090" y="0"/>
                  </a:lnTo>
                  <a:lnTo>
                    <a:pt x="92320" y="1883"/>
                  </a:lnTo>
                  <a:lnTo>
                    <a:pt x="71200" y="7540"/>
                  </a:lnTo>
                  <a:lnTo>
                    <a:pt x="51384" y="16984"/>
                  </a:lnTo>
                  <a:lnTo>
                    <a:pt x="33521" y="30225"/>
                  </a:lnTo>
                  <a:lnTo>
                    <a:pt x="32124" y="31368"/>
                  </a:lnTo>
                  <a:lnTo>
                    <a:pt x="7922" y="65512"/>
                  </a:lnTo>
                  <a:lnTo>
                    <a:pt x="0" y="104489"/>
                  </a:lnTo>
                  <a:lnTo>
                    <a:pt x="8489" y="143704"/>
                  </a:lnTo>
                  <a:lnTo>
                    <a:pt x="33521" y="178561"/>
                  </a:lnTo>
                  <a:lnTo>
                    <a:pt x="80100" y="220706"/>
                  </a:lnTo>
                  <a:lnTo>
                    <a:pt x="104019" y="242347"/>
                  </a:lnTo>
                  <a:lnTo>
                    <a:pt x="112831" y="250320"/>
                  </a:lnTo>
                  <a:lnTo>
                    <a:pt x="114090" y="251459"/>
                  </a:lnTo>
                  <a:lnTo>
                    <a:pt x="161476" y="209315"/>
                  </a:lnTo>
                  <a:lnTo>
                    <a:pt x="185810" y="187674"/>
                  </a:lnTo>
                  <a:lnTo>
                    <a:pt x="194775" y="179701"/>
                  </a:lnTo>
                  <a:lnTo>
                    <a:pt x="196056" y="178561"/>
                  </a:lnTo>
                  <a:lnTo>
                    <a:pt x="221066" y="143704"/>
                  </a:lnTo>
                  <a:lnTo>
                    <a:pt x="229403" y="104489"/>
                  </a:lnTo>
                  <a:lnTo>
                    <a:pt x="221066" y="65512"/>
                  </a:lnTo>
                  <a:lnTo>
                    <a:pt x="196056" y="3136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0" name="object 7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96661" y="3354324"/>
              <a:ext cx="230806" cy="252983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7196661" y="3354324"/>
              <a:ext cx="231140" cy="253365"/>
            </a:xfrm>
            <a:custGeom>
              <a:avLst/>
              <a:gdLst/>
              <a:ahLst/>
              <a:cxnLst/>
              <a:rect l="l" t="t" r="r" b="b"/>
              <a:pathLst>
                <a:path w="231140" h="253364">
                  <a:moveTo>
                    <a:pt x="197278" y="31622"/>
                  </a:moveTo>
                  <a:lnTo>
                    <a:pt x="197278" y="30352"/>
                  </a:lnTo>
                  <a:lnTo>
                    <a:pt x="179290" y="17091"/>
                  </a:lnTo>
                  <a:lnTo>
                    <a:pt x="159194" y="7604"/>
                  </a:lnTo>
                  <a:lnTo>
                    <a:pt x="137503" y="1903"/>
                  </a:lnTo>
                  <a:lnTo>
                    <a:pt x="114728" y="0"/>
                  </a:lnTo>
                  <a:lnTo>
                    <a:pt x="92835" y="1903"/>
                  </a:lnTo>
                  <a:lnTo>
                    <a:pt x="71596" y="7604"/>
                  </a:lnTo>
                  <a:lnTo>
                    <a:pt x="51667" y="17091"/>
                  </a:lnTo>
                  <a:lnTo>
                    <a:pt x="33702" y="30352"/>
                  </a:lnTo>
                  <a:lnTo>
                    <a:pt x="32305" y="31622"/>
                  </a:lnTo>
                  <a:lnTo>
                    <a:pt x="7967" y="65974"/>
                  </a:lnTo>
                  <a:lnTo>
                    <a:pt x="0" y="105171"/>
                  </a:lnTo>
                  <a:lnTo>
                    <a:pt x="8534" y="144583"/>
                  </a:lnTo>
                  <a:lnTo>
                    <a:pt x="33702" y="179577"/>
                  </a:lnTo>
                  <a:lnTo>
                    <a:pt x="80545" y="222015"/>
                  </a:lnTo>
                  <a:lnTo>
                    <a:pt x="104600" y="243808"/>
                  </a:lnTo>
                  <a:lnTo>
                    <a:pt x="113462" y="251837"/>
                  </a:lnTo>
                  <a:lnTo>
                    <a:pt x="114728" y="252983"/>
                  </a:lnTo>
                  <a:lnTo>
                    <a:pt x="162452" y="210546"/>
                  </a:lnTo>
                  <a:lnTo>
                    <a:pt x="186959" y="188753"/>
                  </a:lnTo>
                  <a:lnTo>
                    <a:pt x="195988" y="180724"/>
                  </a:lnTo>
                  <a:lnTo>
                    <a:pt x="197278" y="179577"/>
                  </a:lnTo>
                  <a:lnTo>
                    <a:pt x="222424" y="144583"/>
                  </a:lnTo>
                  <a:lnTo>
                    <a:pt x="230806" y="105171"/>
                  </a:lnTo>
                  <a:lnTo>
                    <a:pt x="222424" y="65974"/>
                  </a:lnTo>
                  <a:lnTo>
                    <a:pt x="197278" y="31622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2" name="object 72"/>
          <p:cNvSpPr txBox="1"/>
          <p:nvPr/>
        </p:nvSpPr>
        <p:spPr>
          <a:xfrm>
            <a:off x="7495158" y="2762758"/>
            <a:ext cx="86550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Arial"/>
                <a:cs typeface="Arial"/>
              </a:rPr>
              <a:t>Customer occasionally </a:t>
            </a:r>
            <a:r>
              <a:rPr dirty="0" sz="900">
                <a:latin typeface="Arial"/>
                <a:cs typeface="Arial"/>
              </a:rPr>
              <a:t>uses</a:t>
            </a:r>
            <a:r>
              <a:rPr dirty="0" sz="900" spc="-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car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sharing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4738131" y="2332989"/>
            <a:ext cx="4578350" cy="2727325"/>
            <a:chOff x="4738131" y="2332989"/>
            <a:chExt cx="4578350" cy="2727325"/>
          </a:xfrm>
        </p:grpSpPr>
        <p:sp>
          <p:nvSpPr>
            <p:cNvPr id="74" name="object 74"/>
            <p:cNvSpPr/>
            <p:nvPr/>
          </p:nvSpPr>
          <p:spPr>
            <a:xfrm>
              <a:off x="7507223" y="3232403"/>
              <a:ext cx="842644" cy="0"/>
            </a:xfrm>
            <a:custGeom>
              <a:avLst/>
              <a:gdLst/>
              <a:ahLst/>
              <a:cxnLst/>
              <a:rect l="l" t="t" r="r" b="b"/>
              <a:pathLst>
                <a:path w="842645" h="0">
                  <a:moveTo>
                    <a:pt x="842391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A21F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5" name="object 7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078801" y="2339339"/>
              <a:ext cx="230806" cy="251460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9078801" y="2339339"/>
              <a:ext cx="231140" cy="251460"/>
            </a:xfrm>
            <a:custGeom>
              <a:avLst/>
              <a:gdLst/>
              <a:ahLst/>
              <a:cxnLst/>
              <a:rect l="l" t="t" r="r" b="b"/>
              <a:pathLst>
                <a:path w="231140" h="251460">
                  <a:moveTo>
                    <a:pt x="197278" y="31368"/>
                  </a:moveTo>
                  <a:lnTo>
                    <a:pt x="197278" y="30225"/>
                  </a:lnTo>
                  <a:lnTo>
                    <a:pt x="179290" y="16984"/>
                  </a:lnTo>
                  <a:lnTo>
                    <a:pt x="159194" y="7540"/>
                  </a:lnTo>
                  <a:lnTo>
                    <a:pt x="137503" y="1883"/>
                  </a:lnTo>
                  <a:lnTo>
                    <a:pt x="114728" y="0"/>
                  </a:lnTo>
                  <a:lnTo>
                    <a:pt x="92835" y="1883"/>
                  </a:lnTo>
                  <a:lnTo>
                    <a:pt x="71596" y="7540"/>
                  </a:lnTo>
                  <a:lnTo>
                    <a:pt x="51667" y="16984"/>
                  </a:lnTo>
                  <a:lnTo>
                    <a:pt x="33702" y="30225"/>
                  </a:lnTo>
                  <a:lnTo>
                    <a:pt x="32305" y="31368"/>
                  </a:lnTo>
                  <a:lnTo>
                    <a:pt x="7967" y="65512"/>
                  </a:lnTo>
                  <a:lnTo>
                    <a:pt x="0" y="104489"/>
                  </a:lnTo>
                  <a:lnTo>
                    <a:pt x="8534" y="143704"/>
                  </a:lnTo>
                  <a:lnTo>
                    <a:pt x="33702" y="178561"/>
                  </a:lnTo>
                  <a:lnTo>
                    <a:pt x="80545" y="220706"/>
                  </a:lnTo>
                  <a:lnTo>
                    <a:pt x="104600" y="242347"/>
                  </a:lnTo>
                  <a:lnTo>
                    <a:pt x="113462" y="250320"/>
                  </a:lnTo>
                  <a:lnTo>
                    <a:pt x="114728" y="251459"/>
                  </a:lnTo>
                  <a:lnTo>
                    <a:pt x="162452" y="209315"/>
                  </a:lnTo>
                  <a:lnTo>
                    <a:pt x="186959" y="187674"/>
                  </a:lnTo>
                  <a:lnTo>
                    <a:pt x="195988" y="179701"/>
                  </a:lnTo>
                  <a:lnTo>
                    <a:pt x="197278" y="178561"/>
                  </a:lnTo>
                  <a:lnTo>
                    <a:pt x="222424" y="143704"/>
                  </a:lnTo>
                  <a:lnTo>
                    <a:pt x="230806" y="104489"/>
                  </a:lnTo>
                  <a:lnTo>
                    <a:pt x="222424" y="65512"/>
                  </a:lnTo>
                  <a:lnTo>
                    <a:pt x="197278" y="3136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44481" y="4802123"/>
              <a:ext cx="229409" cy="251459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4744481" y="4802123"/>
              <a:ext cx="229870" cy="251460"/>
            </a:xfrm>
            <a:custGeom>
              <a:avLst/>
              <a:gdLst/>
              <a:ahLst/>
              <a:cxnLst/>
              <a:rect l="l" t="t" r="r" b="b"/>
              <a:pathLst>
                <a:path w="229870" h="251460">
                  <a:moveTo>
                    <a:pt x="196072" y="31368"/>
                  </a:moveTo>
                  <a:lnTo>
                    <a:pt x="196072" y="30225"/>
                  </a:lnTo>
                  <a:lnTo>
                    <a:pt x="178182" y="16984"/>
                  </a:lnTo>
                  <a:lnTo>
                    <a:pt x="158210" y="7540"/>
                  </a:lnTo>
                  <a:lnTo>
                    <a:pt x="136689" y="1883"/>
                  </a:lnTo>
                  <a:lnTo>
                    <a:pt x="114157" y="0"/>
                  </a:lnTo>
                  <a:lnTo>
                    <a:pt x="92358" y="1883"/>
                  </a:lnTo>
                  <a:lnTo>
                    <a:pt x="71215" y="7540"/>
                  </a:lnTo>
                  <a:lnTo>
                    <a:pt x="51381" y="16984"/>
                  </a:lnTo>
                  <a:lnTo>
                    <a:pt x="33512" y="30225"/>
                  </a:lnTo>
                  <a:lnTo>
                    <a:pt x="32115" y="31368"/>
                  </a:lnTo>
                  <a:lnTo>
                    <a:pt x="7919" y="65512"/>
                  </a:lnTo>
                  <a:lnTo>
                    <a:pt x="0" y="104489"/>
                  </a:lnTo>
                  <a:lnTo>
                    <a:pt x="8487" y="143704"/>
                  </a:lnTo>
                  <a:lnTo>
                    <a:pt x="33512" y="178561"/>
                  </a:lnTo>
                  <a:lnTo>
                    <a:pt x="80135" y="220706"/>
                  </a:lnTo>
                  <a:lnTo>
                    <a:pt x="104076" y="242347"/>
                  </a:lnTo>
                  <a:lnTo>
                    <a:pt x="112897" y="250320"/>
                  </a:lnTo>
                  <a:lnTo>
                    <a:pt x="114157" y="251459"/>
                  </a:lnTo>
                  <a:lnTo>
                    <a:pt x="161514" y="209315"/>
                  </a:lnTo>
                  <a:lnTo>
                    <a:pt x="185832" y="187674"/>
                  </a:lnTo>
                  <a:lnTo>
                    <a:pt x="194792" y="179701"/>
                  </a:lnTo>
                  <a:lnTo>
                    <a:pt x="196072" y="178561"/>
                  </a:lnTo>
                  <a:lnTo>
                    <a:pt x="221075" y="143704"/>
                  </a:lnTo>
                  <a:lnTo>
                    <a:pt x="229409" y="104489"/>
                  </a:lnTo>
                  <a:lnTo>
                    <a:pt x="221075" y="65512"/>
                  </a:lnTo>
                  <a:lnTo>
                    <a:pt x="196072" y="3136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9" name="object 79"/>
          <p:cNvSpPr txBox="1"/>
          <p:nvPr/>
        </p:nvSpPr>
        <p:spPr>
          <a:xfrm>
            <a:off x="5098160" y="5563920"/>
            <a:ext cx="106045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latin typeface="Arial"/>
                <a:cs typeface="Arial"/>
              </a:rPr>
              <a:t>Car</a:t>
            </a:r>
            <a:r>
              <a:rPr dirty="0" sz="900" spc="-10" i="1">
                <a:latin typeface="Arial"/>
                <a:cs typeface="Arial"/>
              </a:rPr>
              <a:t> </a:t>
            </a:r>
            <a:r>
              <a:rPr dirty="0" sz="900" i="1">
                <a:latin typeface="Arial"/>
                <a:cs typeface="Arial"/>
              </a:rPr>
              <a:t>enters</a:t>
            </a:r>
            <a:r>
              <a:rPr dirty="0" sz="900" spc="-25" i="1">
                <a:latin typeface="Arial"/>
                <a:cs typeface="Arial"/>
              </a:rPr>
              <a:t> </a:t>
            </a:r>
            <a:r>
              <a:rPr dirty="0" sz="900" spc="-20" i="1">
                <a:latin typeface="Arial"/>
                <a:cs typeface="Arial"/>
              </a:rPr>
              <a:t>used</a:t>
            </a:r>
            <a:r>
              <a:rPr dirty="0" sz="900" spc="-20" i="1">
                <a:latin typeface="Arial"/>
                <a:cs typeface="Arial"/>
              </a:rPr>
              <a:t> </a:t>
            </a:r>
            <a:r>
              <a:rPr dirty="0" sz="900" i="1">
                <a:latin typeface="Arial"/>
                <a:cs typeface="Arial"/>
              </a:rPr>
              <a:t>leasing</a:t>
            </a:r>
            <a:r>
              <a:rPr dirty="0" sz="900" spc="-35" i="1">
                <a:latin typeface="Arial"/>
                <a:cs typeface="Arial"/>
              </a:rPr>
              <a:t> </a:t>
            </a:r>
            <a:r>
              <a:rPr dirty="0" sz="900" i="1">
                <a:latin typeface="Arial"/>
                <a:cs typeface="Arial"/>
              </a:rPr>
              <a:t>contract</a:t>
            </a:r>
            <a:r>
              <a:rPr dirty="0" sz="900" spc="-25" i="1">
                <a:latin typeface="Arial"/>
                <a:cs typeface="Arial"/>
              </a:rPr>
              <a:t> </a:t>
            </a:r>
            <a:r>
              <a:rPr dirty="0" sz="900" spc="-20" i="1">
                <a:latin typeface="Arial"/>
                <a:cs typeface="Arial"/>
              </a:rPr>
              <a:t>with </a:t>
            </a:r>
            <a:r>
              <a:rPr dirty="0" sz="900" i="1">
                <a:latin typeface="Arial"/>
                <a:cs typeface="Arial"/>
              </a:rPr>
              <a:t>a</a:t>
            </a:r>
            <a:r>
              <a:rPr dirty="0" sz="900" spc="-15" i="1">
                <a:latin typeface="Arial"/>
                <a:cs typeface="Arial"/>
              </a:rPr>
              <a:t> </a:t>
            </a:r>
            <a:r>
              <a:rPr dirty="0" sz="900" i="1">
                <a:latin typeface="Arial"/>
                <a:cs typeface="Arial"/>
              </a:rPr>
              <a:t>new</a:t>
            </a:r>
            <a:r>
              <a:rPr dirty="0" sz="900" spc="-5" i="1">
                <a:latin typeface="Arial"/>
                <a:cs typeface="Arial"/>
              </a:rPr>
              <a:t> </a:t>
            </a:r>
            <a:r>
              <a:rPr dirty="0" sz="900" spc="-10" i="1">
                <a:latin typeface="Arial"/>
                <a:cs typeface="Arial"/>
              </a:rPr>
              <a:t>customer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4719828" y="5629655"/>
            <a:ext cx="360045" cy="360045"/>
            <a:chOff x="4719828" y="5629655"/>
            <a:chExt cx="360045" cy="360045"/>
          </a:xfrm>
        </p:grpSpPr>
        <p:sp>
          <p:nvSpPr>
            <p:cNvPr id="81" name="object 81"/>
            <p:cNvSpPr/>
            <p:nvPr/>
          </p:nvSpPr>
          <p:spPr>
            <a:xfrm>
              <a:off x="4719828" y="5629655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5">
                  <a:moveTo>
                    <a:pt x="359663" y="0"/>
                  </a:moveTo>
                  <a:lnTo>
                    <a:pt x="0" y="0"/>
                  </a:lnTo>
                  <a:lnTo>
                    <a:pt x="0" y="359664"/>
                  </a:lnTo>
                  <a:lnTo>
                    <a:pt x="359663" y="359664"/>
                  </a:lnTo>
                  <a:lnTo>
                    <a:pt x="359663" y="0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4754880" y="566623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288035" y="0"/>
                  </a:moveTo>
                  <a:lnTo>
                    <a:pt x="216788" y="0"/>
                  </a:lnTo>
                  <a:lnTo>
                    <a:pt x="216788" y="250088"/>
                  </a:lnTo>
                  <a:lnTo>
                    <a:pt x="241045" y="288036"/>
                  </a:lnTo>
                  <a:lnTo>
                    <a:pt x="255540" y="265595"/>
                  </a:lnTo>
                  <a:lnTo>
                    <a:pt x="241045" y="265595"/>
                  </a:lnTo>
                  <a:lnTo>
                    <a:pt x="229488" y="246824"/>
                  </a:lnTo>
                  <a:lnTo>
                    <a:pt x="229488" y="109753"/>
                  </a:lnTo>
                  <a:lnTo>
                    <a:pt x="265556" y="109753"/>
                  </a:lnTo>
                  <a:lnTo>
                    <a:pt x="265556" y="97104"/>
                  </a:lnTo>
                  <a:lnTo>
                    <a:pt x="229488" y="97104"/>
                  </a:lnTo>
                  <a:lnTo>
                    <a:pt x="229488" y="12649"/>
                  </a:lnTo>
                  <a:lnTo>
                    <a:pt x="288035" y="12649"/>
                  </a:lnTo>
                  <a:lnTo>
                    <a:pt x="288035" y="0"/>
                  </a:lnTo>
                  <a:close/>
                </a:path>
                <a:path w="288289" h="288289">
                  <a:moveTo>
                    <a:pt x="265556" y="109753"/>
                  </a:moveTo>
                  <a:lnTo>
                    <a:pt x="252856" y="109753"/>
                  </a:lnTo>
                  <a:lnTo>
                    <a:pt x="252856" y="246824"/>
                  </a:lnTo>
                  <a:lnTo>
                    <a:pt x="241045" y="265595"/>
                  </a:lnTo>
                  <a:lnTo>
                    <a:pt x="255540" y="265595"/>
                  </a:lnTo>
                  <a:lnTo>
                    <a:pt x="265556" y="250088"/>
                  </a:lnTo>
                  <a:lnTo>
                    <a:pt x="265556" y="109753"/>
                  </a:lnTo>
                  <a:close/>
                </a:path>
                <a:path w="288289" h="288289">
                  <a:moveTo>
                    <a:pt x="288035" y="12649"/>
                  </a:moveTo>
                  <a:lnTo>
                    <a:pt x="275335" y="12649"/>
                  </a:lnTo>
                  <a:lnTo>
                    <a:pt x="275335" y="103225"/>
                  </a:lnTo>
                  <a:lnTo>
                    <a:pt x="288035" y="103225"/>
                  </a:lnTo>
                  <a:lnTo>
                    <a:pt x="288035" y="12649"/>
                  </a:lnTo>
                  <a:close/>
                </a:path>
                <a:path w="288289" h="288289">
                  <a:moveTo>
                    <a:pt x="265556" y="12649"/>
                  </a:moveTo>
                  <a:lnTo>
                    <a:pt x="252856" y="12649"/>
                  </a:lnTo>
                  <a:lnTo>
                    <a:pt x="252856" y="97104"/>
                  </a:lnTo>
                  <a:lnTo>
                    <a:pt x="265556" y="97104"/>
                  </a:lnTo>
                  <a:lnTo>
                    <a:pt x="265556" y="12649"/>
                  </a:lnTo>
                  <a:close/>
                </a:path>
                <a:path w="288289" h="288289">
                  <a:moveTo>
                    <a:pt x="191896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191896" y="288036"/>
                  </a:lnTo>
                  <a:lnTo>
                    <a:pt x="191896" y="276199"/>
                  </a:lnTo>
                  <a:lnTo>
                    <a:pt x="11810" y="276199"/>
                  </a:lnTo>
                  <a:lnTo>
                    <a:pt x="11810" y="12649"/>
                  </a:lnTo>
                  <a:lnTo>
                    <a:pt x="191896" y="12649"/>
                  </a:lnTo>
                  <a:lnTo>
                    <a:pt x="191896" y="0"/>
                  </a:lnTo>
                  <a:close/>
                </a:path>
                <a:path w="288289" h="288289">
                  <a:moveTo>
                    <a:pt x="191896" y="12649"/>
                  </a:moveTo>
                  <a:lnTo>
                    <a:pt x="179577" y="12649"/>
                  </a:lnTo>
                  <a:lnTo>
                    <a:pt x="179577" y="276199"/>
                  </a:lnTo>
                  <a:lnTo>
                    <a:pt x="191896" y="276199"/>
                  </a:lnTo>
                  <a:lnTo>
                    <a:pt x="191896" y="12649"/>
                  </a:lnTo>
                  <a:close/>
                </a:path>
                <a:path w="288289" h="288289">
                  <a:moveTo>
                    <a:pt x="144017" y="216230"/>
                  </a:moveTo>
                  <a:lnTo>
                    <a:pt x="47878" y="216230"/>
                  </a:lnTo>
                  <a:lnTo>
                    <a:pt x="47878" y="228066"/>
                  </a:lnTo>
                  <a:lnTo>
                    <a:pt x="144017" y="228066"/>
                  </a:lnTo>
                  <a:lnTo>
                    <a:pt x="144017" y="216230"/>
                  </a:lnTo>
                  <a:close/>
                </a:path>
                <a:path w="288289" h="288289">
                  <a:moveTo>
                    <a:pt x="144017" y="164007"/>
                  </a:moveTo>
                  <a:lnTo>
                    <a:pt x="47878" y="164007"/>
                  </a:lnTo>
                  <a:lnTo>
                    <a:pt x="47878" y="176657"/>
                  </a:lnTo>
                  <a:lnTo>
                    <a:pt x="144017" y="176657"/>
                  </a:lnTo>
                  <a:lnTo>
                    <a:pt x="144017" y="164007"/>
                  </a:lnTo>
                  <a:close/>
                </a:path>
                <a:path w="288289" h="288289">
                  <a:moveTo>
                    <a:pt x="144017" y="112191"/>
                  </a:moveTo>
                  <a:lnTo>
                    <a:pt x="47878" y="112191"/>
                  </a:lnTo>
                  <a:lnTo>
                    <a:pt x="47878" y="124434"/>
                  </a:lnTo>
                  <a:lnTo>
                    <a:pt x="144017" y="124434"/>
                  </a:lnTo>
                  <a:lnTo>
                    <a:pt x="144017" y="112191"/>
                  </a:lnTo>
                  <a:close/>
                </a:path>
                <a:path w="288289" h="288289">
                  <a:moveTo>
                    <a:pt x="144017" y="60794"/>
                  </a:moveTo>
                  <a:lnTo>
                    <a:pt x="47878" y="60794"/>
                  </a:lnTo>
                  <a:lnTo>
                    <a:pt x="47878" y="72618"/>
                  </a:lnTo>
                  <a:lnTo>
                    <a:pt x="144017" y="72618"/>
                  </a:lnTo>
                  <a:lnTo>
                    <a:pt x="144017" y="607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3" name="object 83"/>
          <p:cNvSpPr txBox="1"/>
          <p:nvPr/>
        </p:nvSpPr>
        <p:spPr>
          <a:xfrm>
            <a:off x="5199379" y="4565142"/>
            <a:ext cx="68326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Arial"/>
                <a:cs typeface="Arial"/>
              </a:rPr>
              <a:t>Scheduled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900" spc="-10">
                <a:latin typeface="Arial"/>
                <a:cs typeface="Arial"/>
              </a:rPr>
              <a:t>maintenance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4" name="object 84"/>
          <p:cNvGrpSpPr/>
          <p:nvPr/>
        </p:nvGrpSpPr>
        <p:grpSpPr>
          <a:xfrm>
            <a:off x="5205729" y="2028253"/>
            <a:ext cx="6099810" cy="2868930"/>
            <a:chOff x="5205729" y="2028253"/>
            <a:chExt cx="6099810" cy="2868930"/>
          </a:xfrm>
        </p:grpSpPr>
        <p:sp>
          <p:nvSpPr>
            <p:cNvPr id="85" name="object 85"/>
            <p:cNvSpPr/>
            <p:nvPr/>
          </p:nvSpPr>
          <p:spPr>
            <a:xfrm>
              <a:off x="5212079" y="4890516"/>
              <a:ext cx="666115" cy="0"/>
            </a:xfrm>
            <a:custGeom>
              <a:avLst/>
              <a:gdLst/>
              <a:ahLst/>
              <a:cxnLst/>
              <a:rect l="l" t="t" r="r" b="b"/>
              <a:pathLst>
                <a:path w="666114" h="0">
                  <a:moveTo>
                    <a:pt x="0" y="0"/>
                  </a:moveTo>
                  <a:lnTo>
                    <a:pt x="665988" y="0"/>
                  </a:lnTo>
                </a:path>
              </a:pathLst>
            </a:custGeom>
            <a:ln w="12700">
              <a:solidFill>
                <a:srgbClr val="A21F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6" name="object 8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832401" y="3683317"/>
              <a:ext cx="99441" cy="99440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860089" y="3319081"/>
              <a:ext cx="99441" cy="99441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099101" y="3096577"/>
              <a:ext cx="99441" cy="99441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099101" y="2791777"/>
              <a:ext cx="99441" cy="99441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099101" y="2451925"/>
              <a:ext cx="99441" cy="99441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860089" y="3575113"/>
              <a:ext cx="99441" cy="99440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039921" y="3678745"/>
              <a:ext cx="99441" cy="99440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099101" y="2235517"/>
              <a:ext cx="99441" cy="99441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678477" y="3683317"/>
              <a:ext cx="99441" cy="99440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205781" y="2028253"/>
              <a:ext cx="99441" cy="99441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081581" y="3526345"/>
              <a:ext cx="99441" cy="97917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741473" y="2587561"/>
              <a:ext cx="99441" cy="99441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418129" y="2520505"/>
              <a:ext cx="99441" cy="100965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793033" y="2587561"/>
              <a:ext cx="99441" cy="99441"/>
            </a:xfrm>
            <a:prstGeom prst="rect">
              <a:avLst/>
            </a:prstGeom>
          </p:spPr>
        </p:pic>
      </p:grpSp>
      <p:sp>
        <p:nvSpPr>
          <p:cNvPr id="100" name="object 100"/>
          <p:cNvSpPr txBox="1"/>
          <p:nvPr/>
        </p:nvSpPr>
        <p:spPr>
          <a:xfrm>
            <a:off x="5989446" y="4413884"/>
            <a:ext cx="47117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Arial"/>
                <a:cs typeface="Arial"/>
              </a:rPr>
              <a:t>Repairs following accident</a:t>
            </a:r>
            <a:endParaRPr sz="900">
              <a:latin typeface="Arial"/>
              <a:cs typeface="Arial"/>
            </a:endParaRPr>
          </a:p>
        </p:txBody>
      </p:sp>
      <p:sp>
        <p:nvSpPr>
          <p:cNvPr id="101" name="object 101"/>
          <p:cNvSpPr/>
          <p:nvPr/>
        </p:nvSpPr>
        <p:spPr>
          <a:xfrm>
            <a:off x="6001511" y="4884420"/>
            <a:ext cx="450215" cy="0"/>
          </a:xfrm>
          <a:custGeom>
            <a:avLst/>
            <a:gdLst/>
            <a:ahLst/>
            <a:cxnLst/>
            <a:rect l="l" t="t" r="r" b="b"/>
            <a:pathLst>
              <a:path w="450214" h="0">
                <a:moveTo>
                  <a:pt x="0" y="0"/>
                </a:moveTo>
                <a:lnTo>
                  <a:pt x="449961" y="0"/>
                </a:lnTo>
              </a:path>
            </a:pathLst>
          </a:custGeom>
          <a:ln w="12700">
            <a:solidFill>
              <a:srgbClr val="A2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 txBox="1"/>
          <p:nvPr/>
        </p:nvSpPr>
        <p:spPr>
          <a:xfrm>
            <a:off x="6635242" y="4565142"/>
            <a:ext cx="68326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Arial"/>
                <a:cs typeface="Arial"/>
              </a:rPr>
              <a:t>Scheduled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900" spc="-10">
                <a:latin typeface="Arial"/>
                <a:cs typeface="Arial"/>
              </a:rPr>
              <a:t>maintenance</a:t>
            </a:r>
            <a:endParaRPr sz="900">
              <a:latin typeface="Arial"/>
              <a:cs typeface="Arial"/>
            </a:endParaRPr>
          </a:p>
        </p:txBody>
      </p:sp>
      <p:sp>
        <p:nvSpPr>
          <p:cNvPr id="103" name="object 103"/>
          <p:cNvSpPr/>
          <p:nvPr/>
        </p:nvSpPr>
        <p:spPr>
          <a:xfrm>
            <a:off x="6647688" y="4890515"/>
            <a:ext cx="666115" cy="0"/>
          </a:xfrm>
          <a:custGeom>
            <a:avLst/>
            <a:gdLst/>
            <a:ahLst/>
            <a:cxnLst/>
            <a:rect l="l" t="t" r="r" b="b"/>
            <a:pathLst>
              <a:path w="666115" h="0">
                <a:moveTo>
                  <a:pt x="0" y="0"/>
                </a:moveTo>
                <a:lnTo>
                  <a:pt x="665988" y="0"/>
                </a:lnTo>
              </a:path>
            </a:pathLst>
          </a:custGeom>
          <a:ln w="12700">
            <a:solidFill>
              <a:srgbClr val="A2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 txBox="1"/>
          <p:nvPr/>
        </p:nvSpPr>
        <p:spPr>
          <a:xfrm>
            <a:off x="7298817" y="5069204"/>
            <a:ext cx="71183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Arial"/>
                <a:cs typeface="Arial"/>
              </a:rPr>
              <a:t>After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the </a:t>
            </a:r>
            <a:r>
              <a:rPr dirty="0" sz="900">
                <a:latin typeface="Arial"/>
                <a:cs typeface="Arial"/>
              </a:rPr>
              <a:t>lease,</a:t>
            </a:r>
            <a:r>
              <a:rPr dirty="0" sz="900" spc="-3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the</a:t>
            </a:r>
            <a:r>
              <a:rPr dirty="0" sz="900" spc="-10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car </a:t>
            </a:r>
            <a:r>
              <a:rPr dirty="0" sz="900">
                <a:latin typeface="Arial"/>
                <a:cs typeface="Arial"/>
              </a:rPr>
              <a:t>is</a:t>
            </a:r>
            <a:r>
              <a:rPr dirty="0" sz="900" spc="-10">
                <a:latin typeface="Arial"/>
                <a:cs typeface="Arial"/>
              </a:rPr>
              <a:t> returned</a:t>
            </a:r>
            <a:endParaRPr sz="900">
              <a:latin typeface="Arial"/>
              <a:cs typeface="Arial"/>
            </a:endParaRPr>
          </a:p>
        </p:txBody>
      </p:sp>
      <p:sp>
        <p:nvSpPr>
          <p:cNvPr id="105" name="object 105"/>
          <p:cNvSpPr/>
          <p:nvPr/>
        </p:nvSpPr>
        <p:spPr>
          <a:xfrm>
            <a:off x="7310628" y="5530596"/>
            <a:ext cx="706120" cy="0"/>
          </a:xfrm>
          <a:custGeom>
            <a:avLst/>
            <a:gdLst/>
            <a:ahLst/>
            <a:cxnLst/>
            <a:rect l="l" t="t" r="r" b="b"/>
            <a:pathLst>
              <a:path w="706120" h="0">
                <a:moveTo>
                  <a:pt x="705611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A2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 txBox="1"/>
          <p:nvPr/>
        </p:nvSpPr>
        <p:spPr>
          <a:xfrm>
            <a:off x="430174" y="6051296"/>
            <a:ext cx="4794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latin typeface="Arial"/>
                <a:cs typeface="Arial"/>
              </a:rPr>
              <a:t>Year</a:t>
            </a:r>
            <a:r>
              <a:rPr dirty="0" sz="1000" spc="145" b="1">
                <a:latin typeface="Arial"/>
                <a:cs typeface="Arial"/>
              </a:rPr>
              <a:t>  </a:t>
            </a:r>
            <a:r>
              <a:rPr dirty="0" sz="1000" spc="-50" b="1">
                <a:latin typeface="Arial"/>
                <a:cs typeface="Arial"/>
              </a:rPr>
              <a:t>0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8671306" y="4972253"/>
            <a:ext cx="1118870" cy="438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Arial"/>
                <a:cs typeface="Arial"/>
              </a:rPr>
              <a:t>Refurbish</a:t>
            </a:r>
            <a:r>
              <a:rPr dirty="0" sz="900" spc="-4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battery</a:t>
            </a:r>
            <a:r>
              <a:rPr dirty="0" sz="900" spc="-3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and </a:t>
            </a:r>
            <a:r>
              <a:rPr dirty="0" sz="900">
                <a:latin typeface="Arial"/>
                <a:cs typeface="Arial"/>
              </a:rPr>
              <a:t>ADAS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in</a:t>
            </a:r>
            <a:r>
              <a:rPr dirty="0" sz="900" spc="-10">
                <a:latin typeface="Arial"/>
                <a:cs typeface="Arial"/>
              </a:rPr>
              <a:t> preparation </a:t>
            </a:r>
            <a:r>
              <a:rPr dirty="0" sz="900">
                <a:latin typeface="Arial"/>
                <a:cs typeface="Arial"/>
              </a:rPr>
              <a:t>for</a:t>
            </a:r>
            <a:r>
              <a:rPr dirty="0" sz="900" spc="-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next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lifecycle</a:t>
            </a:r>
            <a:endParaRPr sz="900">
              <a:latin typeface="Arial"/>
              <a:cs typeface="Arial"/>
            </a:endParaRPr>
          </a:p>
        </p:txBody>
      </p:sp>
      <p:sp>
        <p:nvSpPr>
          <p:cNvPr id="108" name="object 108"/>
          <p:cNvSpPr/>
          <p:nvPr/>
        </p:nvSpPr>
        <p:spPr>
          <a:xfrm>
            <a:off x="8647176" y="4986528"/>
            <a:ext cx="0" cy="414020"/>
          </a:xfrm>
          <a:custGeom>
            <a:avLst/>
            <a:gdLst/>
            <a:ahLst/>
            <a:cxnLst/>
            <a:rect l="l" t="t" r="r" b="b"/>
            <a:pathLst>
              <a:path w="0" h="414020">
                <a:moveTo>
                  <a:pt x="0" y="414020"/>
                </a:moveTo>
                <a:lnTo>
                  <a:pt x="0" y="0"/>
                </a:lnTo>
              </a:path>
            </a:pathLst>
          </a:custGeom>
          <a:ln w="12700">
            <a:solidFill>
              <a:srgbClr val="A2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 txBox="1"/>
          <p:nvPr/>
        </p:nvSpPr>
        <p:spPr>
          <a:xfrm>
            <a:off x="7590535" y="4294123"/>
            <a:ext cx="4724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Arial"/>
                <a:cs typeface="Arial"/>
              </a:rPr>
              <a:t>Interior refurbish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10" name="object 110"/>
          <p:cNvGrpSpPr/>
          <p:nvPr/>
        </p:nvGrpSpPr>
        <p:grpSpPr>
          <a:xfrm>
            <a:off x="833627" y="1760220"/>
            <a:ext cx="7225030" cy="2871470"/>
            <a:chOff x="833627" y="1760220"/>
            <a:chExt cx="7225030" cy="2871470"/>
          </a:xfrm>
        </p:grpSpPr>
        <p:sp>
          <p:nvSpPr>
            <p:cNvPr id="111" name="object 111"/>
            <p:cNvSpPr/>
            <p:nvPr/>
          </p:nvSpPr>
          <p:spPr>
            <a:xfrm>
              <a:off x="7601711" y="4625340"/>
              <a:ext cx="450850" cy="0"/>
            </a:xfrm>
            <a:custGeom>
              <a:avLst/>
              <a:gdLst/>
              <a:ahLst/>
              <a:cxnLst/>
              <a:rect l="l" t="t" r="r" b="b"/>
              <a:pathLst>
                <a:path w="450850" h="0">
                  <a:moveTo>
                    <a:pt x="450342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A2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833627" y="1760220"/>
              <a:ext cx="4067810" cy="187960"/>
            </a:xfrm>
            <a:custGeom>
              <a:avLst/>
              <a:gdLst/>
              <a:ahLst/>
              <a:cxnLst/>
              <a:rect l="l" t="t" r="r" b="b"/>
              <a:pathLst>
                <a:path w="4067810" h="187960">
                  <a:moveTo>
                    <a:pt x="4067555" y="0"/>
                  </a:moveTo>
                  <a:lnTo>
                    <a:pt x="0" y="0"/>
                  </a:lnTo>
                  <a:lnTo>
                    <a:pt x="0" y="187451"/>
                  </a:lnTo>
                  <a:lnTo>
                    <a:pt x="4067555" y="187451"/>
                  </a:lnTo>
                  <a:lnTo>
                    <a:pt x="406755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3" name="object 113"/>
          <p:cNvSpPr txBox="1"/>
          <p:nvPr/>
        </p:nvSpPr>
        <p:spPr>
          <a:xfrm>
            <a:off x="839520" y="1763013"/>
            <a:ext cx="11195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latin typeface="Arial"/>
                <a:cs typeface="Arial"/>
              </a:rPr>
              <a:t>1.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New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car</a:t>
            </a:r>
            <a:r>
              <a:rPr dirty="0" sz="1000" spc="-10" b="1">
                <a:latin typeface="Arial"/>
                <a:cs typeface="Arial"/>
              </a:rPr>
              <a:t> leasing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14" name="object 114"/>
          <p:cNvGrpSpPr/>
          <p:nvPr/>
        </p:nvGrpSpPr>
        <p:grpSpPr>
          <a:xfrm>
            <a:off x="4894897" y="1755457"/>
            <a:ext cx="1177290" cy="197485"/>
            <a:chOff x="4894897" y="1755457"/>
            <a:chExt cx="1177290" cy="197485"/>
          </a:xfrm>
        </p:grpSpPr>
        <p:sp>
          <p:nvSpPr>
            <p:cNvPr id="115" name="object 115"/>
            <p:cNvSpPr/>
            <p:nvPr/>
          </p:nvSpPr>
          <p:spPr>
            <a:xfrm>
              <a:off x="4899659" y="1760220"/>
              <a:ext cx="1167765" cy="187960"/>
            </a:xfrm>
            <a:custGeom>
              <a:avLst/>
              <a:gdLst/>
              <a:ahLst/>
              <a:cxnLst/>
              <a:rect l="l" t="t" r="r" b="b"/>
              <a:pathLst>
                <a:path w="1167764" h="187960">
                  <a:moveTo>
                    <a:pt x="1167384" y="0"/>
                  </a:moveTo>
                  <a:lnTo>
                    <a:pt x="0" y="0"/>
                  </a:lnTo>
                  <a:lnTo>
                    <a:pt x="0" y="187451"/>
                  </a:lnTo>
                  <a:lnTo>
                    <a:pt x="1167384" y="187451"/>
                  </a:lnTo>
                  <a:lnTo>
                    <a:pt x="1167384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4899659" y="1760220"/>
              <a:ext cx="1167765" cy="187960"/>
            </a:xfrm>
            <a:custGeom>
              <a:avLst/>
              <a:gdLst/>
              <a:ahLst/>
              <a:cxnLst/>
              <a:rect l="l" t="t" r="r" b="b"/>
              <a:pathLst>
                <a:path w="1167764" h="187960">
                  <a:moveTo>
                    <a:pt x="0" y="187451"/>
                  </a:moveTo>
                  <a:lnTo>
                    <a:pt x="1167384" y="187451"/>
                  </a:lnTo>
                  <a:lnTo>
                    <a:pt x="1167384" y="0"/>
                  </a:lnTo>
                  <a:lnTo>
                    <a:pt x="0" y="0"/>
                  </a:lnTo>
                  <a:lnTo>
                    <a:pt x="0" y="187451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7" name="object 117"/>
          <p:cNvSpPr txBox="1"/>
          <p:nvPr/>
        </p:nvSpPr>
        <p:spPr>
          <a:xfrm>
            <a:off x="4904994" y="1763014"/>
            <a:ext cx="852169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latin typeface="Arial"/>
                <a:cs typeface="Arial"/>
              </a:rPr>
              <a:t>2.</a:t>
            </a:r>
            <a:r>
              <a:rPr dirty="0" sz="900" spc="-10" b="1">
                <a:latin typeface="Arial"/>
                <a:cs typeface="Arial"/>
              </a:rPr>
              <a:t> Subscription</a:t>
            </a:r>
            <a:endParaRPr sz="900">
              <a:latin typeface="Arial"/>
              <a:cs typeface="Arial"/>
            </a:endParaRPr>
          </a:p>
        </p:txBody>
      </p:sp>
      <p:sp>
        <p:nvSpPr>
          <p:cNvPr id="118" name="object 118"/>
          <p:cNvSpPr/>
          <p:nvPr/>
        </p:nvSpPr>
        <p:spPr>
          <a:xfrm>
            <a:off x="6076188" y="1760220"/>
            <a:ext cx="1252855" cy="187960"/>
          </a:xfrm>
          <a:custGeom>
            <a:avLst/>
            <a:gdLst/>
            <a:ahLst/>
            <a:cxnLst/>
            <a:rect l="l" t="t" r="r" b="b"/>
            <a:pathLst>
              <a:path w="1252854" h="187960">
                <a:moveTo>
                  <a:pt x="0" y="187451"/>
                </a:moveTo>
                <a:lnTo>
                  <a:pt x="1252728" y="187451"/>
                </a:lnTo>
                <a:lnTo>
                  <a:pt x="1252728" y="0"/>
                </a:lnTo>
                <a:lnTo>
                  <a:pt x="0" y="0"/>
                </a:lnTo>
                <a:lnTo>
                  <a:pt x="0" y="187451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 txBox="1"/>
          <p:nvPr/>
        </p:nvSpPr>
        <p:spPr>
          <a:xfrm>
            <a:off x="6076188" y="1760220"/>
            <a:ext cx="1187450" cy="20129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1524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20"/>
              </a:spcBef>
            </a:pPr>
            <a:r>
              <a:rPr dirty="0" sz="900" b="1">
                <a:latin typeface="Arial"/>
                <a:cs typeface="Arial"/>
              </a:rPr>
              <a:t>3.</a:t>
            </a:r>
            <a:r>
              <a:rPr dirty="0" sz="900" spc="23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New</a:t>
            </a:r>
            <a:r>
              <a:rPr dirty="0" sz="900" spc="-5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subscription</a:t>
            </a:r>
            <a:endParaRPr sz="900">
              <a:latin typeface="Arial"/>
              <a:cs typeface="Arial"/>
            </a:endParaRPr>
          </a:p>
        </p:txBody>
      </p:sp>
      <p:sp>
        <p:nvSpPr>
          <p:cNvPr id="120" name="object 120"/>
          <p:cNvSpPr/>
          <p:nvPr/>
        </p:nvSpPr>
        <p:spPr>
          <a:xfrm>
            <a:off x="9211056" y="1760220"/>
            <a:ext cx="2472055" cy="187960"/>
          </a:xfrm>
          <a:custGeom>
            <a:avLst/>
            <a:gdLst/>
            <a:ahLst/>
            <a:cxnLst/>
            <a:rect l="l" t="t" r="r" b="b"/>
            <a:pathLst>
              <a:path w="2472054" h="187960">
                <a:moveTo>
                  <a:pt x="2471928" y="0"/>
                </a:moveTo>
                <a:lnTo>
                  <a:pt x="0" y="0"/>
                </a:lnTo>
                <a:lnTo>
                  <a:pt x="0" y="187451"/>
                </a:lnTo>
                <a:lnTo>
                  <a:pt x="2471928" y="187451"/>
                </a:lnTo>
                <a:lnTo>
                  <a:pt x="2471928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 txBox="1"/>
          <p:nvPr/>
        </p:nvSpPr>
        <p:spPr>
          <a:xfrm>
            <a:off x="9217532" y="1763014"/>
            <a:ext cx="13658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latin typeface="Arial"/>
                <a:cs typeface="Arial"/>
              </a:rPr>
              <a:t>5.</a:t>
            </a:r>
            <a:r>
              <a:rPr dirty="0" sz="900" spc="-2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Car</a:t>
            </a:r>
            <a:r>
              <a:rPr dirty="0" sz="900" spc="-1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sharing</a:t>
            </a:r>
            <a:r>
              <a:rPr dirty="0" sz="900" spc="-2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and</a:t>
            </a:r>
            <a:r>
              <a:rPr dirty="0" sz="900" spc="-20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rental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22" name="object 122"/>
          <p:cNvGrpSpPr/>
          <p:nvPr/>
        </p:nvGrpSpPr>
        <p:grpSpPr>
          <a:xfrm>
            <a:off x="3155950" y="4430014"/>
            <a:ext cx="8478520" cy="290195"/>
            <a:chOff x="3155950" y="4430014"/>
            <a:chExt cx="8478520" cy="290195"/>
          </a:xfrm>
        </p:grpSpPr>
        <p:sp>
          <p:nvSpPr>
            <p:cNvPr id="123" name="object 123"/>
            <p:cNvSpPr/>
            <p:nvPr/>
          </p:nvSpPr>
          <p:spPr>
            <a:xfrm>
              <a:off x="3155950" y="4433316"/>
              <a:ext cx="260985" cy="287020"/>
            </a:xfrm>
            <a:custGeom>
              <a:avLst/>
              <a:gdLst/>
              <a:ahLst/>
              <a:cxnLst/>
              <a:rect l="l" t="t" r="r" b="b"/>
              <a:pathLst>
                <a:path w="260985" h="287020">
                  <a:moveTo>
                    <a:pt x="216281" y="156083"/>
                  </a:moveTo>
                  <a:lnTo>
                    <a:pt x="2794" y="156083"/>
                  </a:lnTo>
                  <a:lnTo>
                    <a:pt x="0" y="158877"/>
                  </a:lnTo>
                  <a:lnTo>
                    <a:pt x="0" y="286766"/>
                  </a:lnTo>
                  <a:lnTo>
                    <a:pt x="12700" y="286766"/>
                  </a:lnTo>
                  <a:lnTo>
                    <a:pt x="12700" y="168783"/>
                  </a:lnTo>
                  <a:lnTo>
                    <a:pt x="6350" y="168783"/>
                  </a:lnTo>
                  <a:lnTo>
                    <a:pt x="12700" y="162433"/>
                  </a:lnTo>
                  <a:lnTo>
                    <a:pt x="216281" y="162433"/>
                  </a:lnTo>
                  <a:lnTo>
                    <a:pt x="216281" y="156083"/>
                  </a:lnTo>
                  <a:close/>
                </a:path>
                <a:path w="260985" h="287020">
                  <a:moveTo>
                    <a:pt x="12700" y="162433"/>
                  </a:moveTo>
                  <a:lnTo>
                    <a:pt x="6350" y="168783"/>
                  </a:lnTo>
                  <a:lnTo>
                    <a:pt x="12700" y="168783"/>
                  </a:lnTo>
                  <a:lnTo>
                    <a:pt x="12700" y="162433"/>
                  </a:lnTo>
                  <a:close/>
                </a:path>
                <a:path w="260985" h="287020">
                  <a:moveTo>
                    <a:pt x="228981" y="156083"/>
                  </a:moveTo>
                  <a:lnTo>
                    <a:pt x="222631" y="156083"/>
                  </a:lnTo>
                  <a:lnTo>
                    <a:pt x="216281" y="162433"/>
                  </a:lnTo>
                  <a:lnTo>
                    <a:pt x="12700" y="162433"/>
                  </a:lnTo>
                  <a:lnTo>
                    <a:pt x="12700" y="168783"/>
                  </a:lnTo>
                  <a:lnTo>
                    <a:pt x="226186" y="168783"/>
                  </a:lnTo>
                  <a:lnTo>
                    <a:pt x="228981" y="165989"/>
                  </a:lnTo>
                  <a:lnTo>
                    <a:pt x="228981" y="156083"/>
                  </a:lnTo>
                  <a:close/>
                </a:path>
                <a:path w="260985" h="287020">
                  <a:moveTo>
                    <a:pt x="216281" y="74921"/>
                  </a:moveTo>
                  <a:lnTo>
                    <a:pt x="216281" y="162433"/>
                  </a:lnTo>
                  <a:lnTo>
                    <a:pt x="222631" y="156083"/>
                  </a:lnTo>
                  <a:lnTo>
                    <a:pt x="228981" y="156083"/>
                  </a:lnTo>
                  <a:lnTo>
                    <a:pt x="228981" y="76200"/>
                  </a:lnTo>
                  <a:lnTo>
                    <a:pt x="222631" y="76200"/>
                  </a:lnTo>
                  <a:lnTo>
                    <a:pt x="216281" y="74921"/>
                  </a:lnTo>
                  <a:close/>
                </a:path>
                <a:path w="260985" h="287020">
                  <a:moveTo>
                    <a:pt x="228981" y="38100"/>
                  </a:moveTo>
                  <a:lnTo>
                    <a:pt x="216281" y="38100"/>
                  </a:lnTo>
                  <a:lnTo>
                    <a:pt x="216281" y="74921"/>
                  </a:lnTo>
                  <a:lnTo>
                    <a:pt x="222631" y="76200"/>
                  </a:lnTo>
                  <a:lnTo>
                    <a:pt x="228981" y="74921"/>
                  </a:lnTo>
                  <a:lnTo>
                    <a:pt x="228981" y="38100"/>
                  </a:lnTo>
                  <a:close/>
                </a:path>
                <a:path w="260985" h="287020">
                  <a:moveTo>
                    <a:pt x="228981" y="74921"/>
                  </a:moveTo>
                  <a:lnTo>
                    <a:pt x="222631" y="76200"/>
                  </a:lnTo>
                  <a:lnTo>
                    <a:pt x="228981" y="76200"/>
                  </a:lnTo>
                  <a:lnTo>
                    <a:pt x="228981" y="74921"/>
                  </a:lnTo>
                  <a:close/>
                </a:path>
                <a:path w="260985" h="287020">
                  <a:moveTo>
                    <a:pt x="222631" y="0"/>
                  </a:moveTo>
                  <a:lnTo>
                    <a:pt x="207783" y="2988"/>
                  </a:lnTo>
                  <a:lnTo>
                    <a:pt x="195675" y="11144"/>
                  </a:lnTo>
                  <a:lnTo>
                    <a:pt x="187519" y="23252"/>
                  </a:lnTo>
                  <a:lnTo>
                    <a:pt x="184531" y="38100"/>
                  </a:lnTo>
                  <a:lnTo>
                    <a:pt x="187519" y="52947"/>
                  </a:lnTo>
                  <a:lnTo>
                    <a:pt x="195675" y="65055"/>
                  </a:lnTo>
                  <a:lnTo>
                    <a:pt x="207783" y="73211"/>
                  </a:lnTo>
                  <a:lnTo>
                    <a:pt x="216281" y="74921"/>
                  </a:lnTo>
                  <a:lnTo>
                    <a:pt x="216281" y="38100"/>
                  </a:lnTo>
                  <a:lnTo>
                    <a:pt x="260731" y="38100"/>
                  </a:lnTo>
                  <a:lnTo>
                    <a:pt x="257742" y="23252"/>
                  </a:lnTo>
                  <a:lnTo>
                    <a:pt x="249586" y="11144"/>
                  </a:lnTo>
                  <a:lnTo>
                    <a:pt x="237478" y="2988"/>
                  </a:lnTo>
                  <a:lnTo>
                    <a:pt x="222631" y="0"/>
                  </a:lnTo>
                  <a:close/>
                </a:path>
                <a:path w="260985" h="287020">
                  <a:moveTo>
                    <a:pt x="260731" y="38100"/>
                  </a:moveTo>
                  <a:lnTo>
                    <a:pt x="228981" y="38100"/>
                  </a:lnTo>
                  <a:lnTo>
                    <a:pt x="228981" y="74921"/>
                  </a:lnTo>
                  <a:lnTo>
                    <a:pt x="237478" y="73211"/>
                  </a:lnTo>
                  <a:lnTo>
                    <a:pt x="249586" y="65055"/>
                  </a:lnTo>
                  <a:lnTo>
                    <a:pt x="257742" y="52947"/>
                  </a:lnTo>
                  <a:lnTo>
                    <a:pt x="260731" y="3810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4" name="object 1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396805" y="4436364"/>
              <a:ext cx="230806" cy="252984"/>
            </a:xfrm>
            <a:prstGeom prst="rect">
              <a:avLst/>
            </a:prstGeom>
          </p:spPr>
        </p:pic>
        <p:sp>
          <p:nvSpPr>
            <p:cNvPr id="125" name="object 125"/>
            <p:cNvSpPr/>
            <p:nvPr/>
          </p:nvSpPr>
          <p:spPr>
            <a:xfrm>
              <a:off x="11396805" y="4436364"/>
              <a:ext cx="231140" cy="253365"/>
            </a:xfrm>
            <a:custGeom>
              <a:avLst/>
              <a:gdLst/>
              <a:ahLst/>
              <a:cxnLst/>
              <a:rect l="l" t="t" r="r" b="b"/>
              <a:pathLst>
                <a:path w="231140" h="253364">
                  <a:moveTo>
                    <a:pt x="197278" y="31623"/>
                  </a:moveTo>
                  <a:lnTo>
                    <a:pt x="197278" y="30353"/>
                  </a:lnTo>
                  <a:lnTo>
                    <a:pt x="179290" y="17091"/>
                  </a:lnTo>
                  <a:lnTo>
                    <a:pt x="159194" y="7604"/>
                  </a:lnTo>
                  <a:lnTo>
                    <a:pt x="137503" y="1903"/>
                  </a:lnTo>
                  <a:lnTo>
                    <a:pt x="114728" y="0"/>
                  </a:lnTo>
                  <a:lnTo>
                    <a:pt x="92835" y="1903"/>
                  </a:lnTo>
                  <a:lnTo>
                    <a:pt x="71596" y="7604"/>
                  </a:lnTo>
                  <a:lnTo>
                    <a:pt x="51667" y="17091"/>
                  </a:lnTo>
                  <a:lnTo>
                    <a:pt x="33702" y="30353"/>
                  </a:lnTo>
                  <a:lnTo>
                    <a:pt x="32305" y="31623"/>
                  </a:lnTo>
                  <a:lnTo>
                    <a:pt x="7967" y="65974"/>
                  </a:lnTo>
                  <a:lnTo>
                    <a:pt x="0" y="105171"/>
                  </a:lnTo>
                  <a:lnTo>
                    <a:pt x="8534" y="144583"/>
                  </a:lnTo>
                  <a:lnTo>
                    <a:pt x="33702" y="179578"/>
                  </a:lnTo>
                  <a:lnTo>
                    <a:pt x="80545" y="222015"/>
                  </a:lnTo>
                  <a:lnTo>
                    <a:pt x="104600" y="243808"/>
                  </a:lnTo>
                  <a:lnTo>
                    <a:pt x="113462" y="251837"/>
                  </a:lnTo>
                  <a:lnTo>
                    <a:pt x="114728" y="252984"/>
                  </a:lnTo>
                  <a:lnTo>
                    <a:pt x="162452" y="210546"/>
                  </a:lnTo>
                  <a:lnTo>
                    <a:pt x="186959" y="188753"/>
                  </a:lnTo>
                  <a:lnTo>
                    <a:pt x="195988" y="180724"/>
                  </a:lnTo>
                  <a:lnTo>
                    <a:pt x="197278" y="179578"/>
                  </a:lnTo>
                  <a:lnTo>
                    <a:pt x="222424" y="144583"/>
                  </a:lnTo>
                  <a:lnTo>
                    <a:pt x="230806" y="105171"/>
                  </a:lnTo>
                  <a:lnTo>
                    <a:pt x="222424" y="65974"/>
                  </a:lnTo>
                  <a:lnTo>
                    <a:pt x="197278" y="31623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6" name="object 126"/>
          <p:cNvSpPr txBox="1"/>
          <p:nvPr/>
        </p:nvSpPr>
        <p:spPr>
          <a:xfrm>
            <a:off x="3785361" y="4740655"/>
            <a:ext cx="79819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Arial"/>
                <a:cs typeface="Arial"/>
              </a:rPr>
              <a:t>Maintenance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900">
                <a:latin typeface="Arial"/>
                <a:cs typeface="Arial"/>
              </a:rPr>
              <a:t>and</a:t>
            </a:r>
            <a:r>
              <a:rPr dirty="0" sz="900" spc="-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minor</a:t>
            </a:r>
            <a:r>
              <a:rPr dirty="0" sz="900" spc="-2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fixes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27" name="object 127"/>
          <p:cNvGrpSpPr/>
          <p:nvPr/>
        </p:nvGrpSpPr>
        <p:grpSpPr>
          <a:xfrm>
            <a:off x="833627" y="1961388"/>
            <a:ext cx="5492750" cy="2764790"/>
            <a:chOff x="833627" y="1961388"/>
            <a:chExt cx="5492750" cy="2764790"/>
          </a:xfrm>
        </p:grpSpPr>
        <p:sp>
          <p:nvSpPr>
            <p:cNvPr id="128" name="object 128"/>
            <p:cNvSpPr/>
            <p:nvPr/>
          </p:nvSpPr>
          <p:spPr>
            <a:xfrm>
              <a:off x="3797807" y="4719827"/>
              <a:ext cx="821055" cy="0"/>
            </a:xfrm>
            <a:custGeom>
              <a:avLst/>
              <a:gdLst/>
              <a:ahLst/>
              <a:cxnLst/>
              <a:rect l="l" t="t" r="r" b="b"/>
              <a:pathLst>
                <a:path w="821054" h="0">
                  <a:moveTo>
                    <a:pt x="0" y="0"/>
                  </a:moveTo>
                  <a:lnTo>
                    <a:pt x="820801" y="0"/>
                  </a:lnTo>
                </a:path>
              </a:pathLst>
            </a:custGeom>
            <a:ln w="12700">
              <a:solidFill>
                <a:srgbClr val="A2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833627" y="1961388"/>
              <a:ext cx="361315" cy="360045"/>
            </a:xfrm>
            <a:custGeom>
              <a:avLst/>
              <a:gdLst/>
              <a:ahLst/>
              <a:cxnLst/>
              <a:rect l="l" t="t" r="r" b="b"/>
              <a:pathLst>
                <a:path w="361315" h="360044">
                  <a:moveTo>
                    <a:pt x="361188" y="0"/>
                  </a:moveTo>
                  <a:lnTo>
                    <a:pt x="0" y="0"/>
                  </a:lnTo>
                  <a:lnTo>
                    <a:pt x="0" y="359663"/>
                  </a:lnTo>
                  <a:lnTo>
                    <a:pt x="361188" y="359663"/>
                  </a:lnTo>
                  <a:lnTo>
                    <a:pt x="361188" y="0"/>
                  </a:lnTo>
                  <a:close/>
                </a:path>
              </a:pathLst>
            </a:custGeom>
            <a:solidFill>
              <a:srgbClr val="52101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870203" y="199796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288036" y="0"/>
                  </a:moveTo>
                  <a:lnTo>
                    <a:pt x="216839" y="0"/>
                  </a:lnTo>
                  <a:lnTo>
                    <a:pt x="216839" y="250063"/>
                  </a:lnTo>
                  <a:lnTo>
                    <a:pt x="240982" y="288036"/>
                  </a:lnTo>
                  <a:lnTo>
                    <a:pt x="255514" y="265557"/>
                  </a:lnTo>
                  <a:lnTo>
                    <a:pt x="240982" y="265557"/>
                  </a:lnTo>
                  <a:lnTo>
                    <a:pt x="229527" y="246888"/>
                  </a:lnTo>
                  <a:lnTo>
                    <a:pt x="229527" y="109728"/>
                  </a:lnTo>
                  <a:lnTo>
                    <a:pt x="265531" y="109728"/>
                  </a:lnTo>
                  <a:lnTo>
                    <a:pt x="265531" y="97155"/>
                  </a:lnTo>
                  <a:lnTo>
                    <a:pt x="229527" y="97155"/>
                  </a:lnTo>
                  <a:lnTo>
                    <a:pt x="229527" y="12700"/>
                  </a:lnTo>
                  <a:lnTo>
                    <a:pt x="288036" y="12699"/>
                  </a:lnTo>
                  <a:lnTo>
                    <a:pt x="288036" y="0"/>
                  </a:lnTo>
                  <a:close/>
                </a:path>
                <a:path w="288290" h="288289">
                  <a:moveTo>
                    <a:pt x="265531" y="109728"/>
                  </a:moveTo>
                  <a:lnTo>
                    <a:pt x="252844" y="109728"/>
                  </a:lnTo>
                  <a:lnTo>
                    <a:pt x="252844" y="246888"/>
                  </a:lnTo>
                  <a:lnTo>
                    <a:pt x="240982" y="265557"/>
                  </a:lnTo>
                  <a:lnTo>
                    <a:pt x="255514" y="265557"/>
                  </a:lnTo>
                  <a:lnTo>
                    <a:pt x="265531" y="250063"/>
                  </a:lnTo>
                  <a:lnTo>
                    <a:pt x="265531" y="109728"/>
                  </a:lnTo>
                  <a:close/>
                </a:path>
                <a:path w="288290" h="288289">
                  <a:moveTo>
                    <a:pt x="288036" y="12699"/>
                  </a:moveTo>
                  <a:lnTo>
                    <a:pt x="275348" y="12700"/>
                  </a:lnTo>
                  <a:lnTo>
                    <a:pt x="275348" y="103251"/>
                  </a:lnTo>
                  <a:lnTo>
                    <a:pt x="288036" y="103251"/>
                  </a:lnTo>
                  <a:lnTo>
                    <a:pt x="288036" y="12699"/>
                  </a:lnTo>
                  <a:close/>
                </a:path>
                <a:path w="288290" h="288289">
                  <a:moveTo>
                    <a:pt x="265531" y="12700"/>
                  </a:moveTo>
                  <a:lnTo>
                    <a:pt x="252844" y="12700"/>
                  </a:lnTo>
                  <a:lnTo>
                    <a:pt x="252844" y="97155"/>
                  </a:lnTo>
                  <a:lnTo>
                    <a:pt x="265531" y="97155"/>
                  </a:lnTo>
                  <a:lnTo>
                    <a:pt x="265531" y="12700"/>
                  </a:lnTo>
                  <a:close/>
                </a:path>
                <a:path w="288290" h="288289">
                  <a:moveTo>
                    <a:pt x="191884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191884" y="288036"/>
                  </a:lnTo>
                  <a:lnTo>
                    <a:pt x="191884" y="276225"/>
                  </a:lnTo>
                  <a:lnTo>
                    <a:pt x="11861" y="276225"/>
                  </a:lnTo>
                  <a:lnTo>
                    <a:pt x="11861" y="12700"/>
                  </a:lnTo>
                  <a:lnTo>
                    <a:pt x="191884" y="12700"/>
                  </a:lnTo>
                  <a:lnTo>
                    <a:pt x="191884" y="0"/>
                  </a:lnTo>
                  <a:close/>
                </a:path>
                <a:path w="288290" h="288289">
                  <a:moveTo>
                    <a:pt x="191884" y="12700"/>
                  </a:moveTo>
                  <a:lnTo>
                    <a:pt x="179616" y="12700"/>
                  </a:lnTo>
                  <a:lnTo>
                    <a:pt x="179616" y="276225"/>
                  </a:lnTo>
                  <a:lnTo>
                    <a:pt x="191884" y="276225"/>
                  </a:lnTo>
                  <a:lnTo>
                    <a:pt x="191884" y="12700"/>
                  </a:lnTo>
                  <a:close/>
                </a:path>
                <a:path w="288290" h="288289">
                  <a:moveTo>
                    <a:pt x="144017" y="216281"/>
                  </a:moveTo>
                  <a:lnTo>
                    <a:pt x="47866" y="216281"/>
                  </a:lnTo>
                  <a:lnTo>
                    <a:pt x="47866" y="228092"/>
                  </a:lnTo>
                  <a:lnTo>
                    <a:pt x="144017" y="228092"/>
                  </a:lnTo>
                  <a:lnTo>
                    <a:pt x="144017" y="216281"/>
                  </a:lnTo>
                  <a:close/>
                </a:path>
                <a:path w="288290" h="288289">
                  <a:moveTo>
                    <a:pt x="144017" y="163957"/>
                  </a:moveTo>
                  <a:lnTo>
                    <a:pt x="47866" y="163957"/>
                  </a:lnTo>
                  <a:lnTo>
                    <a:pt x="47866" y="176657"/>
                  </a:lnTo>
                  <a:lnTo>
                    <a:pt x="144017" y="176657"/>
                  </a:lnTo>
                  <a:lnTo>
                    <a:pt x="144017" y="163957"/>
                  </a:lnTo>
                  <a:close/>
                </a:path>
                <a:path w="288290" h="288289">
                  <a:moveTo>
                    <a:pt x="144017" y="112141"/>
                  </a:moveTo>
                  <a:lnTo>
                    <a:pt x="47866" y="112141"/>
                  </a:lnTo>
                  <a:lnTo>
                    <a:pt x="47866" y="124460"/>
                  </a:lnTo>
                  <a:lnTo>
                    <a:pt x="144017" y="124460"/>
                  </a:lnTo>
                  <a:lnTo>
                    <a:pt x="144017" y="112141"/>
                  </a:lnTo>
                  <a:close/>
                </a:path>
                <a:path w="288290" h="288289">
                  <a:moveTo>
                    <a:pt x="144017" y="60833"/>
                  </a:moveTo>
                  <a:lnTo>
                    <a:pt x="47866" y="60833"/>
                  </a:lnTo>
                  <a:lnTo>
                    <a:pt x="47866" y="72644"/>
                  </a:lnTo>
                  <a:lnTo>
                    <a:pt x="144017" y="72644"/>
                  </a:lnTo>
                  <a:lnTo>
                    <a:pt x="144017" y="608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4600956" y="2045208"/>
              <a:ext cx="370840" cy="360045"/>
            </a:xfrm>
            <a:custGeom>
              <a:avLst/>
              <a:gdLst/>
              <a:ahLst/>
              <a:cxnLst/>
              <a:rect l="l" t="t" r="r" b="b"/>
              <a:pathLst>
                <a:path w="370839" h="360044">
                  <a:moveTo>
                    <a:pt x="370332" y="0"/>
                  </a:moveTo>
                  <a:lnTo>
                    <a:pt x="0" y="0"/>
                  </a:lnTo>
                  <a:lnTo>
                    <a:pt x="0" y="359663"/>
                  </a:lnTo>
                  <a:lnTo>
                    <a:pt x="370332" y="359663"/>
                  </a:lnTo>
                  <a:lnTo>
                    <a:pt x="370332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4637532" y="2081783"/>
              <a:ext cx="295910" cy="288290"/>
            </a:xfrm>
            <a:custGeom>
              <a:avLst/>
              <a:gdLst/>
              <a:ahLst/>
              <a:cxnLst/>
              <a:rect l="l" t="t" r="r" b="b"/>
              <a:pathLst>
                <a:path w="295910" h="288289">
                  <a:moveTo>
                    <a:pt x="91440" y="226060"/>
                  </a:moveTo>
                  <a:lnTo>
                    <a:pt x="89458" y="216954"/>
                  </a:lnTo>
                  <a:lnTo>
                    <a:pt x="88163" y="215138"/>
                  </a:lnTo>
                  <a:lnTo>
                    <a:pt x="84112" y="209524"/>
                  </a:lnTo>
                  <a:lnTo>
                    <a:pt x="78105" y="205701"/>
                  </a:lnTo>
                  <a:lnTo>
                    <a:pt x="78105" y="220345"/>
                  </a:lnTo>
                  <a:lnTo>
                    <a:pt x="78105" y="232283"/>
                  </a:lnTo>
                  <a:lnTo>
                    <a:pt x="73279" y="236982"/>
                  </a:lnTo>
                  <a:lnTo>
                    <a:pt x="60833" y="236982"/>
                  </a:lnTo>
                  <a:lnTo>
                    <a:pt x="55499" y="232283"/>
                  </a:lnTo>
                  <a:lnTo>
                    <a:pt x="55499" y="220345"/>
                  </a:lnTo>
                  <a:lnTo>
                    <a:pt x="60833" y="215138"/>
                  </a:lnTo>
                  <a:lnTo>
                    <a:pt x="73279" y="215138"/>
                  </a:lnTo>
                  <a:lnTo>
                    <a:pt x="78105" y="220345"/>
                  </a:lnTo>
                  <a:lnTo>
                    <a:pt x="78105" y="205701"/>
                  </a:lnTo>
                  <a:lnTo>
                    <a:pt x="76276" y="204533"/>
                  </a:lnTo>
                  <a:lnTo>
                    <a:pt x="66802" y="202692"/>
                  </a:lnTo>
                  <a:lnTo>
                    <a:pt x="57340" y="204533"/>
                  </a:lnTo>
                  <a:lnTo>
                    <a:pt x="49682" y="209524"/>
                  </a:lnTo>
                  <a:lnTo>
                    <a:pt x="44538" y="216954"/>
                  </a:lnTo>
                  <a:lnTo>
                    <a:pt x="42672" y="226060"/>
                  </a:lnTo>
                  <a:lnTo>
                    <a:pt x="44538" y="235267"/>
                  </a:lnTo>
                  <a:lnTo>
                    <a:pt x="49682" y="242862"/>
                  </a:lnTo>
                  <a:lnTo>
                    <a:pt x="57340" y="248031"/>
                  </a:lnTo>
                  <a:lnTo>
                    <a:pt x="66802" y="249936"/>
                  </a:lnTo>
                  <a:lnTo>
                    <a:pt x="76276" y="248031"/>
                  </a:lnTo>
                  <a:lnTo>
                    <a:pt x="84112" y="242862"/>
                  </a:lnTo>
                  <a:lnTo>
                    <a:pt x="88239" y="236982"/>
                  </a:lnTo>
                  <a:lnTo>
                    <a:pt x="89458" y="235267"/>
                  </a:lnTo>
                  <a:lnTo>
                    <a:pt x="91440" y="226060"/>
                  </a:lnTo>
                  <a:close/>
                </a:path>
                <a:path w="295910" h="288289">
                  <a:moveTo>
                    <a:pt x="91440" y="154432"/>
                  </a:moveTo>
                  <a:lnTo>
                    <a:pt x="89458" y="145884"/>
                  </a:lnTo>
                  <a:lnTo>
                    <a:pt x="88226" y="144272"/>
                  </a:lnTo>
                  <a:lnTo>
                    <a:pt x="84112" y="138938"/>
                  </a:lnTo>
                  <a:lnTo>
                    <a:pt x="78105" y="135382"/>
                  </a:lnTo>
                  <a:lnTo>
                    <a:pt x="78105" y="149098"/>
                  </a:lnTo>
                  <a:lnTo>
                    <a:pt x="78105" y="160274"/>
                  </a:lnTo>
                  <a:lnTo>
                    <a:pt x="73279" y="164592"/>
                  </a:lnTo>
                  <a:lnTo>
                    <a:pt x="60833" y="164592"/>
                  </a:lnTo>
                  <a:lnTo>
                    <a:pt x="55499" y="160274"/>
                  </a:lnTo>
                  <a:lnTo>
                    <a:pt x="55499" y="149098"/>
                  </a:lnTo>
                  <a:lnTo>
                    <a:pt x="60833" y="144272"/>
                  </a:lnTo>
                  <a:lnTo>
                    <a:pt x="73279" y="144272"/>
                  </a:lnTo>
                  <a:lnTo>
                    <a:pt x="78105" y="149098"/>
                  </a:lnTo>
                  <a:lnTo>
                    <a:pt x="78105" y="135382"/>
                  </a:lnTo>
                  <a:lnTo>
                    <a:pt x="76276" y="134289"/>
                  </a:lnTo>
                  <a:lnTo>
                    <a:pt x="66802" y="132588"/>
                  </a:lnTo>
                  <a:lnTo>
                    <a:pt x="57340" y="134289"/>
                  </a:lnTo>
                  <a:lnTo>
                    <a:pt x="49682" y="138938"/>
                  </a:lnTo>
                  <a:lnTo>
                    <a:pt x="44538" y="145884"/>
                  </a:lnTo>
                  <a:lnTo>
                    <a:pt x="42672" y="154432"/>
                  </a:lnTo>
                  <a:lnTo>
                    <a:pt x="44538" y="163068"/>
                  </a:lnTo>
                  <a:lnTo>
                    <a:pt x="49682" y="170180"/>
                  </a:lnTo>
                  <a:lnTo>
                    <a:pt x="57340" y="175006"/>
                  </a:lnTo>
                  <a:lnTo>
                    <a:pt x="66802" y="176784"/>
                  </a:lnTo>
                  <a:lnTo>
                    <a:pt x="76276" y="175006"/>
                  </a:lnTo>
                  <a:lnTo>
                    <a:pt x="84112" y="170180"/>
                  </a:lnTo>
                  <a:lnTo>
                    <a:pt x="88315" y="164592"/>
                  </a:lnTo>
                  <a:lnTo>
                    <a:pt x="89458" y="163068"/>
                  </a:lnTo>
                  <a:lnTo>
                    <a:pt x="91440" y="154432"/>
                  </a:lnTo>
                  <a:close/>
                </a:path>
                <a:path w="295910" h="288289">
                  <a:moveTo>
                    <a:pt x="91440" y="84328"/>
                  </a:moveTo>
                  <a:lnTo>
                    <a:pt x="89458" y="75780"/>
                  </a:lnTo>
                  <a:lnTo>
                    <a:pt x="88226" y="74168"/>
                  </a:lnTo>
                  <a:lnTo>
                    <a:pt x="84112" y="68834"/>
                  </a:lnTo>
                  <a:lnTo>
                    <a:pt x="78105" y="65278"/>
                  </a:lnTo>
                  <a:lnTo>
                    <a:pt x="78105" y="78994"/>
                  </a:lnTo>
                  <a:lnTo>
                    <a:pt x="78105" y="90170"/>
                  </a:lnTo>
                  <a:lnTo>
                    <a:pt x="73279" y="94488"/>
                  </a:lnTo>
                  <a:lnTo>
                    <a:pt x="60833" y="94488"/>
                  </a:lnTo>
                  <a:lnTo>
                    <a:pt x="55499" y="90170"/>
                  </a:lnTo>
                  <a:lnTo>
                    <a:pt x="55499" y="78994"/>
                  </a:lnTo>
                  <a:lnTo>
                    <a:pt x="60833" y="74168"/>
                  </a:lnTo>
                  <a:lnTo>
                    <a:pt x="73279" y="74168"/>
                  </a:lnTo>
                  <a:lnTo>
                    <a:pt x="78105" y="78994"/>
                  </a:lnTo>
                  <a:lnTo>
                    <a:pt x="78105" y="65278"/>
                  </a:lnTo>
                  <a:lnTo>
                    <a:pt x="76276" y="64185"/>
                  </a:lnTo>
                  <a:lnTo>
                    <a:pt x="66802" y="62484"/>
                  </a:lnTo>
                  <a:lnTo>
                    <a:pt x="57340" y="64185"/>
                  </a:lnTo>
                  <a:lnTo>
                    <a:pt x="49682" y="68834"/>
                  </a:lnTo>
                  <a:lnTo>
                    <a:pt x="44538" y="75780"/>
                  </a:lnTo>
                  <a:lnTo>
                    <a:pt x="42672" y="84328"/>
                  </a:lnTo>
                  <a:lnTo>
                    <a:pt x="44538" y="92964"/>
                  </a:lnTo>
                  <a:lnTo>
                    <a:pt x="49682" y="100076"/>
                  </a:lnTo>
                  <a:lnTo>
                    <a:pt x="57340" y="104902"/>
                  </a:lnTo>
                  <a:lnTo>
                    <a:pt x="66802" y="106680"/>
                  </a:lnTo>
                  <a:lnTo>
                    <a:pt x="76276" y="104902"/>
                  </a:lnTo>
                  <a:lnTo>
                    <a:pt x="84112" y="100076"/>
                  </a:lnTo>
                  <a:lnTo>
                    <a:pt x="88315" y="94488"/>
                  </a:lnTo>
                  <a:lnTo>
                    <a:pt x="89458" y="92964"/>
                  </a:lnTo>
                  <a:lnTo>
                    <a:pt x="91440" y="84328"/>
                  </a:lnTo>
                  <a:close/>
                </a:path>
                <a:path w="295910" h="288289">
                  <a:moveTo>
                    <a:pt x="251460" y="220992"/>
                  </a:moveTo>
                  <a:lnTo>
                    <a:pt x="111252" y="220992"/>
                  </a:lnTo>
                  <a:lnTo>
                    <a:pt x="111252" y="231648"/>
                  </a:lnTo>
                  <a:lnTo>
                    <a:pt x="251460" y="231648"/>
                  </a:lnTo>
                  <a:lnTo>
                    <a:pt x="251460" y="220992"/>
                  </a:lnTo>
                  <a:close/>
                </a:path>
                <a:path w="295910" h="288289">
                  <a:moveTo>
                    <a:pt x="251460" y="147828"/>
                  </a:moveTo>
                  <a:lnTo>
                    <a:pt x="111252" y="147828"/>
                  </a:lnTo>
                  <a:lnTo>
                    <a:pt x="111252" y="161544"/>
                  </a:lnTo>
                  <a:lnTo>
                    <a:pt x="251460" y="161544"/>
                  </a:lnTo>
                  <a:lnTo>
                    <a:pt x="251460" y="147828"/>
                  </a:lnTo>
                  <a:close/>
                </a:path>
                <a:path w="295910" h="288289">
                  <a:moveTo>
                    <a:pt x="251460" y="77724"/>
                  </a:moveTo>
                  <a:lnTo>
                    <a:pt x="111252" y="77724"/>
                  </a:lnTo>
                  <a:lnTo>
                    <a:pt x="111252" y="91440"/>
                  </a:lnTo>
                  <a:lnTo>
                    <a:pt x="251460" y="91440"/>
                  </a:lnTo>
                  <a:lnTo>
                    <a:pt x="251460" y="77724"/>
                  </a:lnTo>
                  <a:close/>
                </a:path>
                <a:path w="295910" h="288289">
                  <a:moveTo>
                    <a:pt x="295656" y="0"/>
                  </a:moveTo>
                  <a:lnTo>
                    <a:pt x="280543" y="0"/>
                  </a:lnTo>
                  <a:lnTo>
                    <a:pt x="280543" y="11430"/>
                  </a:lnTo>
                  <a:lnTo>
                    <a:pt x="280543" y="273050"/>
                  </a:lnTo>
                  <a:lnTo>
                    <a:pt x="11430" y="273050"/>
                  </a:lnTo>
                  <a:lnTo>
                    <a:pt x="11430" y="11430"/>
                  </a:lnTo>
                  <a:lnTo>
                    <a:pt x="280543" y="11430"/>
                  </a:lnTo>
                  <a:lnTo>
                    <a:pt x="280543" y="0"/>
                  </a:lnTo>
                  <a:lnTo>
                    <a:pt x="0" y="0"/>
                  </a:lnTo>
                  <a:lnTo>
                    <a:pt x="0" y="11430"/>
                  </a:lnTo>
                  <a:lnTo>
                    <a:pt x="0" y="273050"/>
                  </a:lnTo>
                  <a:lnTo>
                    <a:pt x="0" y="288290"/>
                  </a:lnTo>
                  <a:lnTo>
                    <a:pt x="295656" y="288290"/>
                  </a:lnTo>
                  <a:lnTo>
                    <a:pt x="295656" y="273304"/>
                  </a:lnTo>
                  <a:lnTo>
                    <a:pt x="295656" y="273050"/>
                  </a:lnTo>
                  <a:lnTo>
                    <a:pt x="295656" y="11430"/>
                  </a:lnTo>
                  <a:lnTo>
                    <a:pt x="295656" y="11049"/>
                  </a:lnTo>
                  <a:lnTo>
                    <a:pt x="2956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5964936" y="1961388"/>
              <a:ext cx="361315" cy="360045"/>
            </a:xfrm>
            <a:custGeom>
              <a:avLst/>
              <a:gdLst/>
              <a:ahLst/>
              <a:cxnLst/>
              <a:rect l="l" t="t" r="r" b="b"/>
              <a:pathLst>
                <a:path w="361314" h="360044">
                  <a:moveTo>
                    <a:pt x="361188" y="0"/>
                  </a:moveTo>
                  <a:lnTo>
                    <a:pt x="0" y="0"/>
                  </a:lnTo>
                  <a:lnTo>
                    <a:pt x="0" y="359663"/>
                  </a:lnTo>
                  <a:lnTo>
                    <a:pt x="361188" y="359663"/>
                  </a:lnTo>
                  <a:lnTo>
                    <a:pt x="361188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6001512" y="1997963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288036" y="0"/>
                  </a:moveTo>
                  <a:lnTo>
                    <a:pt x="276987" y="0"/>
                  </a:lnTo>
                  <a:lnTo>
                    <a:pt x="276987" y="11430"/>
                  </a:lnTo>
                  <a:lnTo>
                    <a:pt x="276987" y="276860"/>
                  </a:lnTo>
                  <a:lnTo>
                    <a:pt x="14732" y="276860"/>
                  </a:lnTo>
                  <a:lnTo>
                    <a:pt x="14732" y="11430"/>
                  </a:lnTo>
                  <a:lnTo>
                    <a:pt x="276987" y="11430"/>
                  </a:lnTo>
                  <a:lnTo>
                    <a:pt x="276987" y="0"/>
                  </a:lnTo>
                  <a:lnTo>
                    <a:pt x="0" y="0"/>
                  </a:lnTo>
                  <a:lnTo>
                    <a:pt x="0" y="11430"/>
                  </a:lnTo>
                  <a:lnTo>
                    <a:pt x="0" y="276860"/>
                  </a:lnTo>
                  <a:lnTo>
                    <a:pt x="0" y="288290"/>
                  </a:lnTo>
                  <a:lnTo>
                    <a:pt x="288036" y="288290"/>
                  </a:lnTo>
                  <a:lnTo>
                    <a:pt x="288036" y="276860"/>
                  </a:lnTo>
                  <a:lnTo>
                    <a:pt x="288036" y="11430"/>
                  </a:lnTo>
                  <a:lnTo>
                    <a:pt x="288036" y="11176"/>
                  </a:lnTo>
                  <a:lnTo>
                    <a:pt x="2880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5" name="object 13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048756" y="2031492"/>
              <a:ext cx="192024" cy="205739"/>
            </a:xfrm>
            <a:prstGeom prst="rect">
              <a:avLst/>
            </a:prstGeom>
          </p:spPr>
        </p:pic>
      </p:grpSp>
      <p:sp>
        <p:nvSpPr>
          <p:cNvPr id="136" name="object 136"/>
          <p:cNvSpPr txBox="1"/>
          <p:nvPr/>
        </p:nvSpPr>
        <p:spPr>
          <a:xfrm>
            <a:off x="6357620" y="1949272"/>
            <a:ext cx="701040" cy="438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latin typeface="Arial"/>
                <a:cs typeface="Arial"/>
              </a:rPr>
              <a:t>Family</a:t>
            </a:r>
            <a:r>
              <a:rPr dirty="0" sz="900" spc="-35" i="1">
                <a:latin typeface="Arial"/>
                <a:cs typeface="Arial"/>
              </a:rPr>
              <a:t> </a:t>
            </a:r>
            <a:r>
              <a:rPr dirty="0" sz="900" spc="-10" i="1">
                <a:latin typeface="Arial"/>
                <a:cs typeface="Arial"/>
              </a:rPr>
              <a:t>plans:</a:t>
            </a:r>
            <a:r>
              <a:rPr dirty="0" sz="900" spc="-10" i="1">
                <a:latin typeface="Arial"/>
                <a:cs typeface="Arial"/>
              </a:rPr>
              <a:t> subscription </a:t>
            </a:r>
            <a:r>
              <a:rPr dirty="0" sz="900" i="1">
                <a:latin typeface="Arial"/>
                <a:cs typeface="Arial"/>
              </a:rPr>
              <a:t>renewal</a:t>
            </a:r>
            <a:r>
              <a:rPr dirty="0" sz="900" spc="-35" i="1">
                <a:latin typeface="Arial"/>
                <a:cs typeface="Arial"/>
              </a:rPr>
              <a:t> </a:t>
            </a:r>
            <a:r>
              <a:rPr dirty="0" sz="900" spc="-20" i="1">
                <a:latin typeface="Arial"/>
                <a:cs typeface="Arial"/>
              </a:rPr>
              <a:t>with</a:t>
            </a:r>
            <a:endParaRPr sz="900">
              <a:latin typeface="Arial"/>
              <a:cs typeface="Arial"/>
            </a:endParaRPr>
          </a:p>
        </p:txBody>
      </p:sp>
      <p:sp>
        <p:nvSpPr>
          <p:cNvPr id="137" name="object 137"/>
          <p:cNvSpPr txBox="1"/>
          <p:nvPr/>
        </p:nvSpPr>
        <p:spPr>
          <a:xfrm>
            <a:off x="6357620" y="2361438"/>
            <a:ext cx="5340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latin typeface="Arial"/>
                <a:cs typeface="Arial"/>
              </a:rPr>
              <a:t>bigger</a:t>
            </a:r>
            <a:r>
              <a:rPr dirty="0" sz="900" spc="-30" i="1">
                <a:latin typeface="Arial"/>
                <a:cs typeface="Arial"/>
              </a:rPr>
              <a:t> </a:t>
            </a:r>
            <a:r>
              <a:rPr dirty="0" sz="900" spc="-25" i="1">
                <a:latin typeface="Arial"/>
                <a:cs typeface="Arial"/>
              </a:rPr>
              <a:t>car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38" name="object 138"/>
          <p:cNvGrpSpPr/>
          <p:nvPr/>
        </p:nvGrpSpPr>
        <p:grpSpPr>
          <a:xfrm>
            <a:off x="7165847" y="1961388"/>
            <a:ext cx="360045" cy="360045"/>
            <a:chOff x="7165847" y="1961388"/>
            <a:chExt cx="360045" cy="360045"/>
          </a:xfrm>
        </p:grpSpPr>
        <p:sp>
          <p:nvSpPr>
            <p:cNvPr id="139" name="object 139"/>
            <p:cNvSpPr/>
            <p:nvPr/>
          </p:nvSpPr>
          <p:spPr>
            <a:xfrm>
              <a:off x="7165847" y="1961388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4">
                  <a:moveTo>
                    <a:pt x="359664" y="0"/>
                  </a:moveTo>
                  <a:lnTo>
                    <a:pt x="0" y="0"/>
                  </a:lnTo>
                  <a:lnTo>
                    <a:pt x="0" y="359663"/>
                  </a:lnTo>
                  <a:lnTo>
                    <a:pt x="359664" y="359663"/>
                  </a:lnTo>
                  <a:lnTo>
                    <a:pt x="359664" y="0"/>
                  </a:lnTo>
                  <a:close/>
                </a:path>
              </a:pathLst>
            </a:custGeom>
            <a:solidFill>
              <a:srgbClr val="52101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7200900" y="1997963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288036" y="14224"/>
                  </a:moveTo>
                  <a:lnTo>
                    <a:pt x="273812" y="14224"/>
                  </a:lnTo>
                  <a:lnTo>
                    <a:pt x="273812" y="273812"/>
                  </a:lnTo>
                  <a:lnTo>
                    <a:pt x="288036" y="273812"/>
                  </a:lnTo>
                  <a:lnTo>
                    <a:pt x="288036" y="14224"/>
                  </a:lnTo>
                  <a:close/>
                </a:path>
                <a:path w="288290" h="288289">
                  <a:moveTo>
                    <a:pt x="288036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0" y="274320"/>
                  </a:lnTo>
                  <a:lnTo>
                    <a:pt x="0" y="288290"/>
                  </a:lnTo>
                  <a:lnTo>
                    <a:pt x="288036" y="288290"/>
                  </a:lnTo>
                  <a:lnTo>
                    <a:pt x="288036" y="274320"/>
                  </a:lnTo>
                  <a:lnTo>
                    <a:pt x="14224" y="274320"/>
                  </a:lnTo>
                  <a:lnTo>
                    <a:pt x="14224" y="13970"/>
                  </a:lnTo>
                  <a:lnTo>
                    <a:pt x="288036" y="13970"/>
                  </a:lnTo>
                  <a:lnTo>
                    <a:pt x="2880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1" name="object 14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234427" y="2092452"/>
              <a:ext cx="227075" cy="108203"/>
            </a:xfrm>
            <a:prstGeom prst="rect">
              <a:avLst/>
            </a:prstGeom>
          </p:spPr>
        </p:pic>
      </p:grpSp>
      <p:sp>
        <p:nvSpPr>
          <p:cNvPr id="142" name="object 142"/>
          <p:cNvSpPr txBox="1"/>
          <p:nvPr/>
        </p:nvSpPr>
        <p:spPr>
          <a:xfrm>
            <a:off x="7552435" y="1949272"/>
            <a:ext cx="1414780" cy="438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latin typeface="Arial"/>
                <a:cs typeface="Arial"/>
              </a:rPr>
              <a:t>Due</a:t>
            </a:r>
            <a:r>
              <a:rPr dirty="0" sz="900" spc="-30" i="1">
                <a:latin typeface="Arial"/>
                <a:cs typeface="Arial"/>
              </a:rPr>
              <a:t> </a:t>
            </a:r>
            <a:r>
              <a:rPr dirty="0" sz="900" i="1">
                <a:latin typeface="Arial"/>
                <a:cs typeface="Arial"/>
              </a:rPr>
              <a:t>to</a:t>
            </a:r>
            <a:r>
              <a:rPr dirty="0" sz="900" spc="-10" i="1">
                <a:latin typeface="Arial"/>
                <a:cs typeface="Arial"/>
              </a:rPr>
              <a:t> </a:t>
            </a:r>
            <a:r>
              <a:rPr dirty="0" sz="900" i="1">
                <a:latin typeface="Arial"/>
                <a:cs typeface="Arial"/>
              </a:rPr>
              <a:t>increased</a:t>
            </a:r>
            <a:r>
              <a:rPr dirty="0" sz="900" spc="-50" i="1">
                <a:latin typeface="Arial"/>
                <a:cs typeface="Arial"/>
              </a:rPr>
              <a:t> </a:t>
            </a:r>
            <a:r>
              <a:rPr dirty="0" sz="900" spc="-20" i="1">
                <a:latin typeface="Arial"/>
                <a:cs typeface="Arial"/>
              </a:rPr>
              <a:t>price</a:t>
            </a:r>
            <a:r>
              <a:rPr dirty="0" sz="900" spc="-20" i="1">
                <a:latin typeface="Arial"/>
                <a:cs typeface="Arial"/>
              </a:rPr>
              <a:t> </a:t>
            </a:r>
            <a:r>
              <a:rPr dirty="0" sz="900" i="1">
                <a:latin typeface="Arial"/>
                <a:cs typeface="Arial"/>
              </a:rPr>
              <a:t>consciousness,</a:t>
            </a:r>
            <a:r>
              <a:rPr dirty="0" sz="900" spc="-50" i="1">
                <a:latin typeface="Arial"/>
                <a:cs typeface="Arial"/>
              </a:rPr>
              <a:t> </a:t>
            </a:r>
            <a:r>
              <a:rPr dirty="0" sz="900" spc="-10" i="1">
                <a:latin typeface="Arial"/>
                <a:cs typeface="Arial"/>
              </a:rPr>
              <a:t>customer </a:t>
            </a:r>
            <a:r>
              <a:rPr dirty="0" sz="900" i="1">
                <a:latin typeface="Arial"/>
                <a:cs typeface="Arial"/>
              </a:rPr>
              <a:t>decides</a:t>
            </a:r>
            <a:r>
              <a:rPr dirty="0" sz="900" spc="-30" i="1">
                <a:latin typeface="Arial"/>
                <a:cs typeface="Arial"/>
              </a:rPr>
              <a:t> </a:t>
            </a:r>
            <a:r>
              <a:rPr dirty="0" sz="900" i="1">
                <a:latin typeface="Arial"/>
                <a:cs typeface="Arial"/>
              </a:rPr>
              <a:t>to</a:t>
            </a:r>
            <a:r>
              <a:rPr dirty="0" sz="900" spc="-10" i="1">
                <a:latin typeface="Arial"/>
                <a:cs typeface="Arial"/>
              </a:rPr>
              <a:t> </a:t>
            </a:r>
            <a:r>
              <a:rPr dirty="0" sz="900" i="1">
                <a:latin typeface="Arial"/>
                <a:cs typeface="Arial"/>
              </a:rPr>
              <a:t>lease</a:t>
            </a:r>
            <a:r>
              <a:rPr dirty="0" sz="900" spc="-20" i="1">
                <a:latin typeface="Arial"/>
                <a:cs typeface="Arial"/>
              </a:rPr>
              <a:t> </a:t>
            </a:r>
            <a:r>
              <a:rPr dirty="0" sz="900" i="1">
                <a:latin typeface="Arial"/>
                <a:cs typeface="Arial"/>
              </a:rPr>
              <a:t>a used</a:t>
            </a:r>
            <a:r>
              <a:rPr dirty="0" sz="900" spc="-15" i="1">
                <a:latin typeface="Arial"/>
                <a:cs typeface="Arial"/>
              </a:rPr>
              <a:t> </a:t>
            </a:r>
            <a:r>
              <a:rPr dirty="0" sz="900" spc="-25" i="1">
                <a:latin typeface="Arial"/>
                <a:cs typeface="Arial"/>
              </a:rPr>
              <a:t>car</a:t>
            </a:r>
            <a:endParaRPr sz="900">
              <a:latin typeface="Arial"/>
              <a:cs typeface="Arial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9420606" y="1949272"/>
            <a:ext cx="1410970" cy="438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latin typeface="Arial"/>
                <a:cs typeface="Arial"/>
              </a:rPr>
              <a:t>Move</a:t>
            </a:r>
            <a:r>
              <a:rPr dirty="0" sz="900" spc="-15" i="1">
                <a:latin typeface="Arial"/>
                <a:cs typeface="Arial"/>
              </a:rPr>
              <a:t> </a:t>
            </a:r>
            <a:r>
              <a:rPr dirty="0" sz="900" i="1">
                <a:latin typeface="Arial"/>
                <a:cs typeface="Arial"/>
              </a:rPr>
              <a:t>into</a:t>
            </a:r>
            <a:r>
              <a:rPr dirty="0" sz="900" spc="-15" i="1">
                <a:latin typeface="Arial"/>
                <a:cs typeface="Arial"/>
              </a:rPr>
              <a:t> </a:t>
            </a:r>
            <a:r>
              <a:rPr dirty="0" sz="900" i="1">
                <a:latin typeface="Arial"/>
                <a:cs typeface="Arial"/>
              </a:rPr>
              <a:t>city:</a:t>
            </a:r>
            <a:r>
              <a:rPr dirty="0" sz="900" spc="-25" i="1">
                <a:latin typeface="Arial"/>
                <a:cs typeface="Arial"/>
              </a:rPr>
              <a:t> </a:t>
            </a:r>
            <a:r>
              <a:rPr dirty="0" sz="900" i="1">
                <a:latin typeface="Arial"/>
                <a:cs typeface="Arial"/>
              </a:rPr>
              <a:t>end</a:t>
            </a:r>
            <a:r>
              <a:rPr dirty="0" sz="900" spc="-15" i="1">
                <a:latin typeface="Arial"/>
                <a:cs typeface="Arial"/>
              </a:rPr>
              <a:t> </a:t>
            </a:r>
            <a:r>
              <a:rPr dirty="0" sz="900" i="1">
                <a:latin typeface="Arial"/>
                <a:cs typeface="Arial"/>
              </a:rPr>
              <a:t>of</a:t>
            </a:r>
            <a:r>
              <a:rPr dirty="0" sz="900" spc="-10" i="1">
                <a:latin typeface="Arial"/>
                <a:cs typeface="Arial"/>
              </a:rPr>
              <a:t> </a:t>
            </a:r>
            <a:r>
              <a:rPr dirty="0" sz="900" spc="-20" i="1">
                <a:latin typeface="Arial"/>
                <a:cs typeface="Arial"/>
              </a:rPr>
              <a:t>lease</a:t>
            </a:r>
            <a:r>
              <a:rPr dirty="0" sz="900" spc="-20" i="1">
                <a:latin typeface="Arial"/>
                <a:cs typeface="Arial"/>
              </a:rPr>
              <a:t> </a:t>
            </a:r>
            <a:r>
              <a:rPr dirty="0" sz="900" i="1">
                <a:latin typeface="Arial"/>
                <a:cs typeface="Arial"/>
              </a:rPr>
              <a:t>and</a:t>
            </a:r>
            <a:r>
              <a:rPr dirty="0" sz="900" spc="-10" i="1">
                <a:latin typeface="Arial"/>
                <a:cs typeface="Arial"/>
              </a:rPr>
              <a:t> </a:t>
            </a:r>
            <a:r>
              <a:rPr dirty="0" sz="900" i="1">
                <a:latin typeface="Arial"/>
                <a:cs typeface="Arial"/>
              </a:rPr>
              <a:t>switch</a:t>
            </a:r>
            <a:r>
              <a:rPr dirty="0" sz="900" spc="-20" i="1">
                <a:latin typeface="Arial"/>
                <a:cs typeface="Arial"/>
              </a:rPr>
              <a:t> </a:t>
            </a:r>
            <a:r>
              <a:rPr dirty="0" sz="900" i="1">
                <a:latin typeface="Arial"/>
                <a:cs typeface="Arial"/>
              </a:rPr>
              <a:t>to</a:t>
            </a:r>
            <a:r>
              <a:rPr dirty="0" sz="900" spc="-5" i="1">
                <a:latin typeface="Arial"/>
                <a:cs typeface="Arial"/>
              </a:rPr>
              <a:t> </a:t>
            </a:r>
            <a:r>
              <a:rPr dirty="0" sz="900" spc="-10" i="1">
                <a:latin typeface="Arial"/>
                <a:cs typeface="Arial"/>
              </a:rPr>
              <a:t>sporadic </a:t>
            </a:r>
            <a:r>
              <a:rPr dirty="0" sz="900" i="1">
                <a:latin typeface="Arial"/>
                <a:cs typeface="Arial"/>
              </a:rPr>
              <a:t>sharing</a:t>
            </a:r>
            <a:r>
              <a:rPr dirty="0" sz="900" spc="-30" i="1">
                <a:latin typeface="Arial"/>
                <a:cs typeface="Arial"/>
              </a:rPr>
              <a:t> </a:t>
            </a:r>
            <a:r>
              <a:rPr dirty="0" sz="900" i="1">
                <a:latin typeface="Arial"/>
                <a:cs typeface="Arial"/>
              </a:rPr>
              <a:t>and</a:t>
            </a:r>
            <a:r>
              <a:rPr dirty="0" sz="900" spc="-25" i="1">
                <a:latin typeface="Arial"/>
                <a:cs typeface="Arial"/>
              </a:rPr>
              <a:t> </a:t>
            </a:r>
            <a:r>
              <a:rPr dirty="0" sz="900" i="1">
                <a:latin typeface="Arial"/>
                <a:cs typeface="Arial"/>
              </a:rPr>
              <a:t>rental</a:t>
            </a:r>
            <a:r>
              <a:rPr dirty="0" sz="900" spc="-15" i="1">
                <a:latin typeface="Arial"/>
                <a:cs typeface="Arial"/>
              </a:rPr>
              <a:t> </a:t>
            </a:r>
            <a:r>
              <a:rPr dirty="0" sz="900" spc="-20" i="1">
                <a:latin typeface="Arial"/>
                <a:cs typeface="Arial"/>
              </a:rPr>
              <a:t>cars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44" name="object 144"/>
          <p:cNvGrpSpPr/>
          <p:nvPr/>
        </p:nvGrpSpPr>
        <p:grpSpPr>
          <a:xfrm>
            <a:off x="833627" y="1961388"/>
            <a:ext cx="8562340" cy="4028440"/>
            <a:chOff x="833627" y="1961388"/>
            <a:chExt cx="8562340" cy="4028440"/>
          </a:xfrm>
        </p:grpSpPr>
        <p:sp>
          <p:nvSpPr>
            <p:cNvPr id="145" name="object 145"/>
            <p:cNvSpPr/>
            <p:nvPr/>
          </p:nvSpPr>
          <p:spPr>
            <a:xfrm>
              <a:off x="9034271" y="1961388"/>
              <a:ext cx="361315" cy="360045"/>
            </a:xfrm>
            <a:custGeom>
              <a:avLst/>
              <a:gdLst/>
              <a:ahLst/>
              <a:cxnLst/>
              <a:rect l="l" t="t" r="r" b="b"/>
              <a:pathLst>
                <a:path w="361315" h="360044">
                  <a:moveTo>
                    <a:pt x="361188" y="0"/>
                  </a:moveTo>
                  <a:lnTo>
                    <a:pt x="0" y="0"/>
                  </a:lnTo>
                  <a:lnTo>
                    <a:pt x="0" y="359663"/>
                  </a:lnTo>
                  <a:lnTo>
                    <a:pt x="361188" y="359663"/>
                  </a:lnTo>
                  <a:lnTo>
                    <a:pt x="361188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9070848" y="1997963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288036" y="0"/>
                  </a:moveTo>
                  <a:lnTo>
                    <a:pt x="275717" y="0"/>
                  </a:lnTo>
                  <a:lnTo>
                    <a:pt x="275717" y="12700"/>
                  </a:lnTo>
                  <a:lnTo>
                    <a:pt x="275717" y="275590"/>
                  </a:lnTo>
                  <a:lnTo>
                    <a:pt x="12319" y="275590"/>
                  </a:lnTo>
                  <a:lnTo>
                    <a:pt x="12319" y="12700"/>
                  </a:lnTo>
                  <a:lnTo>
                    <a:pt x="275717" y="12700"/>
                  </a:lnTo>
                  <a:lnTo>
                    <a:pt x="275717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0" y="275590"/>
                  </a:lnTo>
                  <a:lnTo>
                    <a:pt x="0" y="288290"/>
                  </a:lnTo>
                  <a:lnTo>
                    <a:pt x="288036" y="288290"/>
                  </a:lnTo>
                  <a:lnTo>
                    <a:pt x="288036" y="275717"/>
                  </a:lnTo>
                  <a:lnTo>
                    <a:pt x="288036" y="275590"/>
                  </a:lnTo>
                  <a:lnTo>
                    <a:pt x="288036" y="12700"/>
                  </a:lnTo>
                  <a:lnTo>
                    <a:pt x="288036" y="12319"/>
                  </a:lnTo>
                  <a:lnTo>
                    <a:pt x="2880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7" name="object 14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110471" y="2049780"/>
              <a:ext cx="196596" cy="185928"/>
            </a:xfrm>
            <a:prstGeom prst="rect">
              <a:avLst/>
            </a:prstGeom>
          </p:spPr>
        </p:pic>
        <p:sp>
          <p:nvSpPr>
            <p:cNvPr id="148" name="object 148"/>
            <p:cNvSpPr/>
            <p:nvPr/>
          </p:nvSpPr>
          <p:spPr>
            <a:xfrm>
              <a:off x="833627" y="5629655"/>
              <a:ext cx="361315" cy="360045"/>
            </a:xfrm>
            <a:custGeom>
              <a:avLst/>
              <a:gdLst/>
              <a:ahLst/>
              <a:cxnLst/>
              <a:rect l="l" t="t" r="r" b="b"/>
              <a:pathLst>
                <a:path w="361315" h="360045">
                  <a:moveTo>
                    <a:pt x="361188" y="0"/>
                  </a:moveTo>
                  <a:lnTo>
                    <a:pt x="0" y="0"/>
                  </a:lnTo>
                  <a:lnTo>
                    <a:pt x="0" y="359664"/>
                  </a:lnTo>
                  <a:lnTo>
                    <a:pt x="361188" y="359664"/>
                  </a:lnTo>
                  <a:lnTo>
                    <a:pt x="361188" y="0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9" name="object 149"/>
          <p:cNvSpPr txBox="1"/>
          <p:nvPr/>
        </p:nvSpPr>
        <p:spPr>
          <a:xfrm>
            <a:off x="1221435" y="1949272"/>
            <a:ext cx="126047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latin typeface="Arial"/>
                <a:cs typeface="Arial"/>
              </a:rPr>
              <a:t>Customer</a:t>
            </a:r>
            <a:r>
              <a:rPr dirty="0" sz="900" spc="-25" i="1">
                <a:latin typeface="Arial"/>
                <a:cs typeface="Arial"/>
              </a:rPr>
              <a:t> </a:t>
            </a:r>
            <a:r>
              <a:rPr dirty="0" sz="900" i="1">
                <a:latin typeface="Arial"/>
                <a:cs typeface="Arial"/>
              </a:rPr>
              <a:t>signs</a:t>
            </a:r>
            <a:r>
              <a:rPr dirty="0" sz="900" spc="-25" i="1">
                <a:latin typeface="Arial"/>
                <a:cs typeface="Arial"/>
              </a:rPr>
              <a:t> </a:t>
            </a:r>
            <a:r>
              <a:rPr dirty="0" sz="900" spc="-10" i="1">
                <a:latin typeface="Arial"/>
                <a:cs typeface="Arial"/>
              </a:rPr>
              <a:t>contract</a:t>
            </a:r>
            <a:endParaRPr sz="900">
              <a:latin typeface="Arial"/>
              <a:cs typeface="Arial"/>
            </a:endParaRPr>
          </a:p>
        </p:txBody>
      </p:sp>
      <p:sp>
        <p:nvSpPr>
          <p:cNvPr id="150" name="object 150"/>
          <p:cNvSpPr txBox="1"/>
          <p:nvPr/>
        </p:nvSpPr>
        <p:spPr>
          <a:xfrm>
            <a:off x="1221435" y="2087117"/>
            <a:ext cx="858519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latin typeface="Arial"/>
                <a:cs typeface="Arial"/>
              </a:rPr>
              <a:t>to</a:t>
            </a:r>
            <a:r>
              <a:rPr dirty="0" sz="900" spc="-15" i="1">
                <a:latin typeface="Arial"/>
                <a:cs typeface="Arial"/>
              </a:rPr>
              <a:t> </a:t>
            </a:r>
            <a:r>
              <a:rPr dirty="0" sz="900" i="1">
                <a:latin typeface="Arial"/>
                <a:cs typeface="Arial"/>
              </a:rPr>
              <a:t>lease</a:t>
            </a:r>
            <a:r>
              <a:rPr dirty="0" sz="900" spc="-20" i="1">
                <a:latin typeface="Arial"/>
                <a:cs typeface="Arial"/>
              </a:rPr>
              <a:t> </a:t>
            </a:r>
            <a:r>
              <a:rPr dirty="0" sz="900" i="1">
                <a:latin typeface="Arial"/>
                <a:cs typeface="Arial"/>
              </a:rPr>
              <a:t>new</a:t>
            </a:r>
            <a:r>
              <a:rPr dirty="0" sz="900" spc="-10" i="1">
                <a:latin typeface="Arial"/>
                <a:cs typeface="Arial"/>
              </a:rPr>
              <a:t> </a:t>
            </a:r>
            <a:r>
              <a:rPr dirty="0" sz="900" spc="-25" i="1">
                <a:latin typeface="Arial"/>
                <a:cs typeface="Arial"/>
              </a:rPr>
              <a:t>car</a:t>
            </a:r>
            <a:endParaRPr sz="900">
              <a:latin typeface="Arial"/>
              <a:cs typeface="Arial"/>
            </a:endParaRPr>
          </a:p>
        </p:txBody>
      </p:sp>
      <p:sp>
        <p:nvSpPr>
          <p:cNvPr id="151" name="object 151"/>
          <p:cNvSpPr txBox="1"/>
          <p:nvPr/>
        </p:nvSpPr>
        <p:spPr>
          <a:xfrm>
            <a:off x="1221435" y="5701080"/>
            <a:ext cx="559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latin typeface="Arial"/>
                <a:cs typeface="Arial"/>
              </a:rPr>
              <a:t>New</a:t>
            </a:r>
            <a:r>
              <a:rPr dirty="0" sz="900" spc="-5" i="1">
                <a:latin typeface="Arial"/>
                <a:cs typeface="Arial"/>
              </a:rPr>
              <a:t> </a:t>
            </a:r>
            <a:r>
              <a:rPr dirty="0" sz="900" i="1">
                <a:latin typeface="Arial"/>
                <a:cs typeface="Arial"/>
              </a:rPr>
              <a:t>car</a:t>
            </a:r>
            <a:r>
              <a:rPr dirty="0" sz="900" spc="-15" i="1">
                <a:latin typeface="Arial"/>
                <a:cs typeface="Arial"/>
              </a:rPr>
              <a:t> </a:t>
            </a:r>
            <a:r>
              <a:rPr dirty="0" sz="900" spc="-25" i="1">
                <a:latin typeface="Arial"/>
                <a:cs typeface="Arial"/>
              </a:rPr>
              <a:t>is</a:t>
            </a:r>
            <a:r>
              <a:rPr dirty="0" sz="900" spc="-25" i="1">
                <a:latin typeface="Arial"/>
                <a:cs typeface="Arial"/>
              </a:rPr>
              <a:t> </a:t>
            </a:r>
            <a:r>
              <a:rPr dirty="0" sz="900" spc="-10" i="1">
                <a:latin typeface="Arial"/>
                <a:cs typeface="Arial"/>
              </a:rPr>
              <a:t>in-fleeted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52" name="object 152"/>
          <p:cNvGrpSpPr/>
          <p:nvPr/>
        </p:nvGrpSpPr>
        <p:grpSpPr>
          <a:xfrm>
            <a:off x="870203" y="5629655"/>
            <a:ext cx="7966075" cy="360045"/>
            <a:chOff x="870203" y="5629655"/>
            <a:chExt cx="7966075" cy="360045"/>
          </a:xfrm>
        </p:grpSpPr>
        <p:sp>
          <p:nvSpPr>
            <p:cNvPr id="153" name="object 153"/>
            <p:cNvSpPr/>
            <p:nvPr/>
          </p:nvSpPr>
          <p:spPr>
            <a:xfrm>
              <a:off x="870203" y="566623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288036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288036" y="288036"/>
                  </a:lnTo>
                  <a:lnTo>
                    <a:pt x="288036" y="275539"/>
                  </a:lnTo>
                  <a:lnTo>
                    <a:pt x="12001" y="275539"/>
                  </a:lnTo>
                  <a:lnTo>
                    <a:pt x="12001" y="12496"/>
                  </a:lnTo>
                  <a:lnTo>
                    <a:pt x="288036" y="12496"/>
                  </a:lnTo>
                  <a:lnTo>
                    <a:pt x="288036" y="0"/>
                  </a:lnTo>
                  <a:close/>
                </a:path>
                <a:path w="288290" h="288289">
                  <a:moveTo>
                    <a:pt x="288036" y="12496"/>
                  </a:moveTo>
                  <a:lnTo>
                    <a:pt x="275539" y="12496"/>
                  </a:lnTo>
                  <a:lnTo>
                    <a:pt x="275539" y="275539"/>
                  </a:lnTo>
                  <a:lnTo>
                    <a:pt x="288036" y="275539"/>
                  </a:lnTo>
                  <a:lnTo>
                    <a:pt x="288036" y="12496"/>
                  </a:lnTo>
                  <a:close/>
                </a:path>
                <a:path w="288290" h="288289">
                  <a:moveTo>
                    <a:pt x="191528" y="137515"/>
                  </a:moveTo>
                  <a:lnTo>
                    <a:pt x="180517" y="231533"/>
                  </a:lnTo>
                  <a:lnTo>
                    <a:pt x="260527" y="231533"/>
                  </a:lnTo>
                  <a:lnTo>
                    <a:pt x="259600" y="221526"/>
                  </a:lnTo>
                  <a:lnTo>
                    <a:pt x="259554" y="221030"/>
                  </a:lnTo>
                  <a:lnTo>
                    <a:pt x="192024" y="221030"/>
                  </a:lnTo>
                  <a:lnTo>
                    <a:pt x="200520" y="146011"/>
                  </a:lnTo>
                  <a:lnTo>
                    <a:pt x="197027" y="144018"/>
                  </a:lnTo>
                  <a:lnTo>
                    <a:pt x="194017" y="141020"/>
                  </a:lnTo>
                  <a:lnTo>
                    <a:pt x="191528" y="137515"/>
                  </a:lnTo>
                  <a:close/>
                </a:path>
                <a:path w="288290" h="288289">
                  <a:moveTo>
                    <a:pt x="136017" y="132016"/>
                  </a:moveTo>
                  <a:lnTo>
                    <a:pt x="50012" y="132016"/>
                  </a:lnTo>
                  <a:lnTo>
                    <a:pt x="45999" y="135013"/>
                  </a:lnTo>
                  <a:lnTo>
                    <a:pt x="44500" y="139014"/>
                  </a:lnTo>
                  <a:lnTo>
                    <a:pt x="39509" y="150012"/>
                  </a:lnTo>
                  <a:lnTo>
                    <a:pt x="25501" y="167017"/>
                  </a:lnTo>
                  <a:lnTo>
                    <a:pt x="25304" y="168608"/>
                  </a:lnTo>
                  <a:lnTo>
                    <a:pt x="25252" y="169030"/>
                  </a:lnTo>
                  <a:lnTo>
                    <a:pt x="25130" y="170014"/>
                  </a:lnTo>
                  <a:lnTo>
                    <a:pt x="25006" y="171018"/>
                  </a:lnTo>
                  <a:lnTo>
                    <a:pt x="27508" y="174523"/>
                  </a:lnTo>
                  <a:lnTo>
                    <a:pt x="31508" y="175018"/>
                  </a:lnTo>
                  <a:lnTo>
                    <a:pt x="33007" y="175526"/>
                  </a:lnTo>
                  <a:lnTo>
                    <a:pt x="33007" y="211531"/>
                  </a:lnTo>
                  <a:lnTo>
                    <a:pt x="35001" y="212026"/>
                  </a:lnTo>
                  <a:lnTo>
                    <a:pt x="35001" y="225031"/>
                  </a:lnTo>
                  <a:lnTo>
                    <a:pt x="38011" y="228028"/>
                  </a:lnTo>
                  <a:lnTo>
                    <a:pt x="66509" y="228028"/>
                  </a:lnTo>
                  <a:lnTo>
                    <a:pt x="69507" y="225031"/>
                  </a:lnTo>
                  <a:lnTo>
                    <a:pt x="69507" y="221526"/>
                  </a:lnTo>
                  <a:lnTo>
                    <a:pt x="57505" y="221526"/>
                  </a:lnTo>
                  <a:lnTo>
                    <a:pt x="57505" y="221030"/>
                  </a:lnTo>
                  <a:lnTo>
                    <a:pt x="69507" y="221030"/>
                  </a:lnTo>
                  <a:lnTo>
                    <a:pt x="69507" y="217525"/>
                  </a:lnTo>
                  <a:lnTo>
                    <a:pt x="151015" y="217525"/>
                  </a:lnTo>
                  <a:lnTo>
                    <a:pt x="151015" y="217030"/>
                  </a:lnTo>
                  <a:lnTo>
                    <a:pt x="47002" y="217030"/>
                  </a:lnTo>
                  <a:lnTo>
                    <a:pt x="47002" y="204025"/>
                  </a:lnTo>
                  <a:lnTo>
                    <a:pt x="44500" y="203530"/>
                  </a:lnTo>
                  <a:lnTo>
                    <a:pt x="44500" y="176517"/>
                  </a:lnTo>
                  <a:lnTo>
                    <a:pt x="46878" y="167017"/>
                  </a:lnTo>
                  <a:lnTo>
                    <a:pt x="47002" y="166522"/>
                  </a:lnTo>
                  <a:lnTo>
                    <a:pt x="37503" y="165023"/>
                  </a:lnTo>
                  <a:lnTo>
                    <a:pt x="37503" y="161518"/>
                  </a:lnTo>
                  <a:lnTo>
                    <a:pt x="48006" y="161023"/>
                  </a:lnTo>
                  <a:lnTo>
                    <a:pt x="55511" y="143014"/>
                  </a:lnTo>
                  <a:lnTo>
                    <a:pt x="73769" y="141328"/>
                  </a:lnTo>
                  <a:lnTo>
                    <a:pt x="92076" y="140766"/>
                  </a:lnTo>
                  <a:lnTo>
                    <a:pt x="142313" y="140766"/>
                  </a:lnTo>
                  <a:lnTo>
                    <a:pt x="141516" y="139014"/>
                  </a:lnTo>
                  <a:lnTo>
                    <a:pt x="140017" y="135013"/>
                  </a:lnTo>
                  <a:lnTo>
                    <a:pt x="136017" y="132016"/>
                  </a:lnTo>
                  <a:close/>
                </a:path>
                <a:path w="288290" h="288289">
                  <a:moveTo>
                    <a:pt x="151015" y="217525"/>
                  </a:moveTo>
                  <a:lnTo>
                    <a:pt x="116509" y="217525"/>
                  </a:lnTo>
                  <a:lnTo>
                    <a:pt x="116509" y="225031"/>
                  </a:lnTo>
                  <a:lnTo>
                    <a:pt x="119519" y="228028"/>
                  </a:lnTo>
                  <a:lnTo>
                    <a:pt x="148018" y="228028"/>
                  </a:lnTo>
                  <a:lnTo>
                    <a:pt x="151015" y="225031"/>
                  </a:lnTo>
                  <a:lnTo>
                    <a:pt x="151015" y="217525"/>
                  </a:lnTo>
                  <a:close/>
                </a:path>
                <a:path w="288290" h="288289">
                  <a:moveTo>
                    <a:pt x="69507" y="221030"/>
                  </a:moveTo>
                  <a:lnTo>
                    <a:pt x="57505" y="221030"/>
                  </a:lnTo>
                  <a:lnTo>
                    <a:pt x="57505" y="221526"/>
                  </a:lnTo>
                  <a:lnTo>
                    <a:pt x="69507" y="221526"/>
                  </a:lnTo>
                  <a:lnTo>
                    <a:pt x="69507" y="221030"/>
                  </a:lnTo>
                  <a:close/>
                </a:path>
                <a:path w="288290" h="288289">
                  <a:moveTo>
                    <a:pt x="251536" y="134518"/>
                  </a:moveTo>
                  <a:lnTo>
                    <a:pt x="250037" y="134518"/>
                  </a:lnTo>
                  <a:lnTo>
                    <a:pt x="248031" y="138518"/>
                  </a:lnTo>
                  <a:lnTo>
                    <a:pt x="245033" y="141516"/>
                  </a:lnTo>
                  <a:lnTo>
                    <a:pt x="241033" y="144513"/>
                  </a:lnTo>
                  <a:lnTo>
                    <a:pt x="242036" y="144513"/>
                  </a:lnTo>
                  <a:lnTo>
                    <a:pt x="249412" y="219835"/>
                  </a:lnTo>
                  <a:lnTo>
                    <a:pt x="249529" y="221030"/>
                  </a:lnTo>
                  <a:lnTo>
                    <a:pt x="259554" y="221030"/>
                  </a:lnTo>
                  <a:lnTo>
                    <a:pt x="251582" y="135013"/>
                  </a:lnTo>
                  <a:lnTo>
                    <a:pt x="251536" y="134518"/>
                  </a:lnTo>
                  <a:close/>
                </a:path>
                <a:path w="288290" h="288289">
                  <a:moveTo>
                    <a:pt x="116509" y="217525"/>
                  </a:moveTo>
                  <a:lnTo>
                    <a:pt x="69507" y="217525"/>
                  </a:lnTo>
                  <a:lnTo>
                    <a:pt x="81705" y="218089"/>
                  </a:lnTo>
                  <a:lnTo>
                    <a:pt x="93198" y="218278"/>
                  </a:lnTo>
                  <a:lnTo>
                    <a:pt x="104597" y="218089"/>
                  </a:lnTo>
                  <a:lnTo>
                    <a:pt x="116509" y="217525"/>
                  </a:lnTo>
                  <a:close/>
                </a:path>
                <a:path w="288290" h="288289">
                  <a:moveTo>
                    <a:pt x="64008" y="206019"/>
                  </a:moveTo>
                  <a:lnTo>
                    <a:pt x="57505" y="206019"/>
                  </a:lnTo>
                  <a:lnTo>
                    <a:pt x="57505" y="217030"/>
                  </a:lnTo>
                  <a:lnTo>
                    <a:pt x="128511" y="217030"/>
                  </a:lnTo>
                  <a:lnTo>
                    <a:pt x="128511" y="207152"/>
                  </a:lnTo>
                  <a:lnTo>
                    <a:pt x="93198" y="207152"/>
                  </a:lnTo>
                  <a:lnTo>
                    <a:pt x="79189" y="206869"/>
                  </a:lnTo>
                  <a:lnTo>
                    <a:pt x="64008" y="206019"/>
                  </a:lnTo>
                  <a:close/>
                </a:path>
                <a:path w="288290" h="288289">
                  <a:moveTo>
                    <a:pt x="142313" y="140766"/>
                  </a:moveTo>
                  <a:lnTo>
                    <a:pt x="92076" y="140766"/>
                  </a:lnTo>
                  <a:lnTo>
                    <a:pt x="110852" y="141328"/>
                  </a:lnTo>
                  <a:lnTo>
                    <a:pt x="130517" y="143014"/>
                  </a:lnTo>
                  <a:lnTo>
                    <a:pt x="138023" y="161023"/>
                  </a:lnTo>
                  <a:lnTo>
                    <a:pt x="148513" y="161518"/>
                  </a:lnTo>
                  <a:lnTo>
                    <a:pt x="149021" y="165023"/>
                  </a:lnTo>
                  <a:lnTo>
                    <a:pt x="139014" y="166522"/>
                  </a:lnTo>
                  <a:lnTo>
                    <a:pt x="141516" y="176517"/>
                  </a:lnTo>
                  <a:lnTo>
                    <a:pt x="141516" y="203530"/>
                  </a:lnTo>
                  <a:lnTo>
                    <a:pt x="139522" y="204025"/>
                  </a:lnTo>
                  <a:lnTo>
                    <a:pt x="139522" y="217030"/>
                  </a:lnTo>
                  <a:lnTo>
                    <a:pt x="151015" y="217030"/>
                  </a:lnTo>
                  <a:lnTo>
                    <a:pt x="151015" y="212026"/>
                  </a:lnTo>
                  <a:lnTo>
                    <a:pt x="153517" y="211531"/>
                  </a:lnTo>
                  <a:lnTo>
                    <a:pt x="153517" y="175526"/>
                  </a:lnTo>
                  <a:lnTo>
                    <a:pt x="154520" y="175018"/>
                  </a:lnTo>
                  <a:lnTo>
                    <a:pt x="158521" y="174523"/>
                  </a:lnTo>
                  <a:lnTo>
                    <a:pt x="161518" y="171018"/>
                  </a:lnTo>
                  <a:lnTo>
                    <a:pt x="161023" y="167017"/>
                  </a:lnTo>
                  <a:lnTo>
                    <a:pt x="160020" y="157518"/>
                  </a:lnTo>
                  <a:lnTo>
                    <a:pt x="160020" y="157022"/>
                  </a:lnTo>
                  <a:lnTo>
                    <a:pt x="159524" y="154012"/>
                  </a:lnTo>
                  <a:lnTo>
                    <a:pt x="157022" y="151015"/>
                  </a:lnTo>
                  <a:lnTo>
                    <a:pt x="146519" y="150012"/>
                  </a:lnTo>
                  <a:lnTo>
                    <a:pt x="142429" y="141020"/>
                  </a:lnTo>
                  <a:lnTo>
                    <a:pt x="142313" y="140766"/>
                  </a:lnTo>
                  <a:close/>
                </a:path>
                <a:path w="288290" h="288289">
                  <a:moveTo>
                    <a:pt x="128511" y="206019"/>
                  </a:moveTo>
                  <a:lnTo>
                    <a:pt x="122008" y="206019"/>
                  </a:lnTo>
                  <a:lnTo>
                    <a:pt x="107113" y="206869"/>
                  </a:lnTo>
                  <a:lnTo>
                    <a:pt x="93198" y="207152"/>
                  </a:lnTo>
                  <a:lnTo>
                    <a:pt x="128511" y="207152"/>
                  </a:lnTo>
                  <a:lnTo>
                    <a:pt x="128511" y="206019"/>
                  </a:lnTo>
                  <a:close/>
                </a:path>
                <a:path w="288290" h="288289">
                  <a:moveTo>
                    <a:pt x="62509" y="177520"/>
                  </a:moveTo>
                  <a:lnTo>
                    <a:pt x="53505" y="177520"/>
                  </a:lnTo>
                  <a:lnTo>
                    <a:pt x="50012" y="181025"/>
                  </a:lnTo>
                  <a:lnTo>
                    <a:pt x="50012" y="189522"/>
                  </a:lnTo>
                  <a:lnTo>
                    <a:pt x="53505" y="193027"/>
                  </a:lnTo>
                  <a:lnTo>
                    <a:pt x="62509" y="193027"/>
                  </a:lnTo>
                  <a:lnTo>
                    <a:pt x="66014" y="189522"/>
                  </a:lnTo>
                  <a:lnTo>
                    <a:pt x="66014" y="181025"/>
                  </a:lnTo>
                  <a:lnTo>
                    <a:pt x="62509" y="177520"/>
                  </a:lnTo>
                  <a:close/>
                </a:path>
                <a:path w="288290" h="288289">
                  <a:moveTo>
                    <a:pt x="132511" y="177520"/>
                  </a:moveTo>
                  <a:lnTo>
                    <a:pt x="123520" y="177520"/>
                  </a:lnTo>
                  <a:lnTo>
                    <a:pt x="120015" y="181025"/>
                  </a:lnTo>
                  <a:lnTo>
                    <a:pt x="120015" y="189522"/>
                  </a:lnTo>
                  <a:lnTo>
                    <a:pt x="123520" y="193027"/>
                  </a:lnTo>
                  <a:lnTo>
                    <a:pt x="132511" y="193027"/>
                  </a:lnTo>
                  <a:lnTo>
                    <a:pt x="136512" y="189522"/>
                  </a:lnTo>
                  <a:lnTo>
                    <a:pt x="136512" y="181025"/>
                  </a:lnTo>
                  <a:lnTo>
                    <a:pt x="132511" y="177520"/>
                  </a:lnTo>
                  <a:close/>
                </a:path>
                <a:path w="288290" h="288289">
                  <a:moveTo>
                    <a:pt x="128210" y="168608"/>
                  </a:moveTo>
                  <a:lnTo>
                    <a:pt x="96593" y="168608"/>
                  </a:lnTo>
                  <a:lnTo>
                    <a:pt x="119519" y="169519"/>
                  </a:lnTo>
                  <a:lnTo>
                    <a:pt x="128511" y="170014"/>
                  </a:lnTo>
                  <a:lnTo>
                    <a:pt x="128405" y="169519"/>
                  </a:lnTo>
                  <a:lnTo>
                    <a:pt x="128300" y="169030"/>
                  </a:lnTo>
                  <a:lnTo>
                    <a:pt x="128210" y="168608"/>
                  </a:lnTo>
                  <a:close/>
                </a:path>
                <a:path w="288290" h="288289">
                  <a:moveTo>
                    <a:pt x="85074" y="147394"/>
                  </a:moveTo>
                  <a:lnTo>
                    <a:pt x="74282" y="147815"/>
                  </a:lnTo>
                  <a:lnTo>
                    <a:pt x="67005" y="148513"/>
                  </a:lnTo>
                  <a:lnTo>
                    <a:pt x="60007" y="149021"/>
                  </a:lnTo>
                  <a:lnTo>
                    <a:pt x="55226" y="168608"/>
                  </a:lnTo>
                  <a:lnTo>
                    <a:pt x="55123" y="169030"/>
                  </a:lnTo>
                  <a:lnTo>
                    <a:pt x="55003" y="169519"/>
                  </a:lnTo>
                  <a:lnTo>
                    <a:pt x="70002" y="169519"/>
                  </a:lnTo>
                  <a:lnTo>
                    <a:pt x="73805" y="169030"/>
                  </a:lnTo>
                  <a:lnTo>
                    <a:pt x="81593" y="168608"/>
                  </a:lnTo>
                  <a:lnTo>
                    <a:pt x="128210" y="168608"/>
                  </a:lnTo>
                  <a:lnTo>
                    <a:pt x="124015" y="149021"/>
                  </a:lnTo>
                  <a:lnTo>
                    <a:pt x="118516" y="148513"/>
                  </a:lnTo>
                  <a:lnTo>
                    <a:pt x="99709" y="147533"/>
                  </a:lnTo>
                  <a:lnTo>
                    <a:pt x="85074" y="147394"/>
                  </a:lnTo>
                  <a:close/>
                </a:path>
                <a:path w="288290" h="288289">
                  <a:moveTo>
                    <a:pt x="220522" y="86512"/>
                  </a:moveTo>
                  <a:lnTo>
                    <a:pt x="215023" y="86512"/>
                  </a:lnTo>
                  <a:lnTo>
                    <a:pt x="213029" y="87515"/>
                  </a:lnTo>
                  <a:lnTo>
                    <a:pt x="205668" y="90361"/>
                  </a:lnTo>
                  <a:lnTo>
                    <a:pt x="191020" y="113017"/>
                  </a:lnTo>
                  <a:lnTo>
                    <a:pt x="191020" y="122516"/>
                  </a:lnTo>
                  <a:lnTo>
                    <a:pt x="194017" y="129514"/>
                  </a:lnTo>
                  <a:lnTo>
                    <a:pt x="198526" y="134518"/>
                  </a:lnTo>
                  <a:lnTo>
                    <a:pt x="203530" y="140512"/>
                  </a:lnTo>
                  <a:lnTo>
                    <a:pt x="211531" y="144513"/>
                  </a:lnTo>
                  <a:lnTo>
                    <a:pt x="229031" y="144513"/>
                  </a:lnTo>
                  <a:lnTo>
                    <a:pt x="237032" y="140512"/>
                  </a:lnTo>
                  <a:lnTo>
                    <a:pt x="242531" y="134518"/>
                  </a:lnTo>
                  <a:lnTo>
                    <a:pt x="244136" y="132511"/>
                  </a:lnTo>
                  <a:lnTo>
                    <a:pt x="211023" y="132511"/>
                  </a:lnTo>
                  <a:lnTo>
                    <a:pt x="203530" y="125018"/>
                  </a:lnTo>
                  <a:lnTo>
                    <a:pt x="203530" y="106006"/>
                  </a:lnTo>
                  <a:lnTo>
                    <a:pt x="211023" y="98513"/>
                  </a:lnTo>
                  <a:lnTo>
                    <a:pt x="243387" y="98513"/>
                  </a:lnTo>
                  <a:lnTo>
                    <a:pt x="241026" y="95015"/>
                  </a:lnTo>
                  <a:lnTo>
                    <a:pt x="231805" y="88794"/>
                  </a:lnTo>
                  <a:lnTo>
                    <a:pt x="220522" y="86512"/>
                  </a:lnTo>
                  <a:close/>
                </a:path>
                <a:path w="288290" h="288289">
                  <a:moveTo>
                    <a:pt x="243387" y="98513"/>
                  </a:moveTo>
                  <a:lnTo>
                    <a:pt x="229527" y="98513"/>
                  </a:lnTo>
                  <a:lnTo>
                    <a:pt x="237528" y="106006"/>
                  </a:lnTo>
                  <a:lnTo>
                    <a:pt x="237528" y="125018"/>
                  </a:lnTo>
                  <a:lnTo>
                    <a:pt x="229527" y="132511"/>
                  </a:lnTo>
                  <a:lnTo>
                    <a:pt x="244136" y="132511"/>
                  </a:lnTo>
                  <a:lnTo>
                    <a:pt x="246532" y="129514"/>
                  </a:lnTo>
                  <a:lnTo>
                    <a:pt x="249529" y="122516"/>
                  </a:lnTo>
                  <a:lnTo>
                    <a:pt x="249529" y="115519"/>
                  </a:lnTo>
                  <a:lnTo>
                    <a:pt x="247247" y="104236"/>
                  </a:lnTo>
                  <a:lnTo>
                    <a:pt x="243387" y="98513"/>
                  </a:lnTo>
                  <a:close/>
                </a:path>
                <a:path w="288290" h="288289">
                  <a:moveTo>
                    <a:pt x="92076" y="129768"/>
                  </a:moveTo>
                  <a:lnTo>
                    <a:pt x="73222" y="130330"/>
                  </a:lnTo>
                  <a:lnTo>
                    <a:pt x="54508" y="132016"/>
                  </a:lnTo>
                  <a:lnTo>
                    <a:pt x="131521" y="132016"/>
                  </a:lnTo>
                  <a:lnTo>
                    <a:pt x="111399" y="130330"/>
                  </a:lnTo>
                  <a:lnTo>
                    <a:pt x="92076" y="129768"/>
                  </a:lnTo>
                  <a:close/>
                </a:path>
                <a:path w="288290" h="288289">
                  <a:moveTo>
                    <a:pt x="110007" y="98513"/>
                  </a:moveTo>
                  <a:lnTo>
                    <a:pt x="98005" y="106514"/>
                  </a:lnTo>
                  <a:lnTo>
                    <a:pt x="100507" y="110515"/>
                  </a:lnTo>
                  <a:lnTo>
                    <a:pt x="112509" y="103009"/>
                  </a:lnTo>
                  <a:lnTo>
                    <a:pt x="110007" y="98513"/>
                  </a:lnTo>
                  <a:close/>
                </a:path>
                <a:path w="288290" h="288289">
                  <a:moveTo>
                    <a:pt x="175018" y="85509"/>
                  </a:moveTo>
                  <a:lnTo>
                    <a:pt x="172516" y="89509"/>
                  </a:lnTo>
                  <a:lnTo>
                    <a:pt x="169519" y="92506"/>
                  </a:lnTo>
                  <a:lnTo>
                    <a:pt x="165519" y="94513"/>
                  </a:lnTo>
                  <a:lnTo>
                    <a:pt x="186016" y="105016"/>
                  </a:lnTo>
                  <a:lnTo>
                    <a:pt x="187528" y="101015"/>
                  </a:lnTo>
                  <a:lnTo>
                    <a:pt x="189522" y="97510"/>
                  </a:lnTo>
                  <a:lnTo>
                    <a:pt x="192024" y="94513"/>
                  </a:lnTo>
                  <a:lnTo>
                    <a:pt x="175018" y="85509"/>
                  </a:lnTo>
                  <a:close/>
                </a:path>
                <a:path w="288290" h="288289">
                  <a:moveTo>
                    <a:pt x="133019" y="79006"/>
                  </a:moveTo>
                  <a:lnTo>
                    <a:pt x="117513" y="87515"/>
                  </a:lnTo>
                  <a:lnTo>
                    <a:pt x="117513" y="91008"/>
                  </a:lnTo>
                  <a:lnTo>
                    <a:pt x="112017" y="95015"/>
                  </a:lnTo>
                  <a:lnTo>
                    <a:pt x="116509" y="102514"/>
                  </a:lnTo>
                  <a:lnTo>
                    <a:pt x="123012" y="99009"/>
                  </a:lnTo>
                  <a:lnTo>
                    <a:pt x="129075" y="99009"/>
                  </a:lnTo>
                  <a:lnTo>
                    <a:pt x="141020" y="92011"/>
                  </a:lnTo>
                  <a:lnTo>
                    <a:pt x="140512" y="92011"/>
                  </a:lnTo>
                  <a:lnTo>
                    <a:pt x="140017" y="91516"/>
                  </a:lnTo>
                  <a:lnTo>
                    <a:pt x="139014" y="91008"/>
                  </a:lnTo>
                  <a:lnTo>
                    <a:pt x="134010" y="87007"/>
                  </a:lnTo>
                  <a:lnTo>
                    <a:pt x="133515" y="83515"/>
                  </a:lnTo>
                  <a:lnTo>
                    <a:pt x="133019" y="79006"/>
                  </a:lnTo>
                  <a:close/>
                </a:path>
                <a:path w="288290" h="288289">
                  <a:moveTo>
                    <a:pt x="129075" y="99009"/>
                  </a:moveTo>
                  <a:lnTo>
                    <a:pt x="123012" y="99009"/>
                  </a:lnTo>
                  <a:lnTo>
                    <a:pt x="126517" y="100507"/>
                  </a:lnTo>
                  <a:lnTo>
                    <a:pt x="129075" y="99009"/>
                  </a:lnTo>
                  <a:close/>
                </a:path>
                <a:path w="288290" h="288289">
                  <a:moveTo>
                    <a:pt x="160515" y="56007"/>
                  </a:moveTo>
                  <a:lnTo>
                    <a:pt x="146011" y="56007"/>
                  </a:lnTo>
                  <a:lnTo>
                    <a:pt x="138023" y="63512"/>
                  </a:lnTo>
                  <a:lnTo>
                    <a:pt x="138023" y="82511"/>
                  </a:lnTo>
                  <a:lnTo>
                    <a:pt x="146011" y="90512"/>
                  </a:lnTo>
                  <a:lnTo>
                    <a:pt x="157518" y="90512"/>
                  </a:lnTo>
                  <a:lnTo>
                    <a:pt x="166027" y="89014"/>
                  </a:lnTo>
                  <a:lnTo>
                    <a:pt x="172516" y="82003"/>
                  </a:lnTo>
                  <a:lnTo>
                    <a:pt x="172516" y="78511"/>
                  </a:lnTo>
                  <a:lnTo>
                    <a:pt x="152514" y="78511"/>
                  </a:lnTo>
                  <a:lnTo>
                    <a:pt x="150025" y="76009"/>
                  </a:lnTo>
                  <a:lnTo>
                    <a:pt x="150025" y="70510"/>
                  </a:lnTo>
                  <a:lnTo>
                    <a:pt x="152514" y="68008"/>
                  </a:lnTo>
                  <a:lnTo>
                    <a:pt x="172140" y="68008"/>
                  </a:lnTo>
                  <a:lnTo>
                    <a:pt x="171018" y="65011"/>
                  </a:lnTo>
                  <a:lnTo>
                    <a:pt x="168516" y="62001"/>
                  </a:lnTo>
                  <a:lnTo>
                    <a:pt x="165519" y="58508"/>
                  </a:lnTo>
                  <a:lnTo>
                    <a:pt x="160515" y="56007"/>
                  </a:lnTo>
                  <a:close/>
                </a:path>
                <a:path w="288290" h="288289">
                  <a:moveTo>
                    <a:pt x="176022" y="62509"/>
                  </a:moveTo>
                  <a:lnTo>
                    <a:pt x="177520" y="66001"/>
                  </a:lnTo>
                  <a:lnTo>
                    <a:pt x="178523" y="69507"/>
                  </a:lnTo>
                  <a:lnTo>
                    <a:pt x="178523" y="77508"/>
                  </a:lnTo>
                  <a:lnTo>
                    <a:pt x="198526" y="88011"/>
                  </a:lnTo>
                  <a:lnTo>
                    <a:pt x="202526" y="85013"/>
                  </a:lnTo>
                  <a:lnTo>
                    <a:pt x="207022" y="82511"/>
                  </a:lnTo>
                  <a:lnTo>
                    <a:pt x="212521" y="81508"/>
                  </a:lnTo>
                  <a:lnTo>
                    <a:pt x="176022" y="62509"/>
                  </a:lnTo>
                  <a:close/>
                </a:path>
                <a:path w="288290" h="288289">
                  <a:moveTo>
                    <a:pt x="172140" y="68008"/>
                  </a:moveTo>
                  <a:lnTo>
                    <a:pt x="158521" y="68008"/>
                  </a:lnTo>
                  <a:lnTo>
                    <a:pt x="160515" y="70510"/>
                  </a:lnTo>
                  <a:lnTo>
                    <a:pt x="160515" y="76009"/>
                  </a:lnTo>
                  <a:lnTo>
                    <a:pt x="158521" y="78511"/>
                  </a:lnTo>
                  <a:lnTo>
                    <a:pt x="172516" y="78511"/>
                  </a:lnTo>
                  <a:lnTo>
                    <a:pt x="172516" y="69011"/>
                  </a:lnTo>
                  <a:lnTo>
                    <a:pt x="172140" y="680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8474963" y="5629655"/>
              <a:ext cx="361315" cy="360045"/>
            </a:xfrm>
            <a:custGeom>
              <a:avLst/>
              <a:gdLst/>
              <a:ahLst/>
              <a:cxnLst/>
              <a:rect l="l" t="t" r="r" b="b"/>
              <a:pathLst>
                <a:path w="361315" h="360045">
                  <a:moveTo>
                    <a:pt x="361188" y="0"/>
                  </a:moveTo>
                  <a:lnTo>
                    <a:pt x="0" y="0"/>
                  </a:lnTo>
                  <a:lnTo>
                    <a:pt x="0" y="359664"/>
                  </a:lnTo>
                  <a:lnTo>
                    <a:pt x="361188" y="359664"/>
                  </a:lnTo>
                  <a:lnTo>
                    <a:pt x="361188" y="0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5" name="object 155"/>
          <p:cNvSpPr txBox="1"/>
          <p:nvPr/>
        </p:nvSpPr>
        <p:spPr>
          <a:xfrm>
            <a:off x="8859773" y="5563920"/>
            <a:ext cx="9937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latin typeface="Arial"/>
                <a:cs typeface="Arial"/>
              </a:rPr>
              <a:t>In</a:t>
            </a:r>
            <a:r>
              <a:rPr dirty="0" sz="900" spc="-15" i="1">
                <a:latin typeface="Arial"/>
                <a:cs typeface="Arial"/>
              </a:rPr>
              <a:t> </a:t>
            </a:r>
            <a:r>
              <a:rPr dirty="0" sz="900" i="1">
                <a:latin typeface="Arial"/>
                <a:cs typeface="Arial"/>
              </a:rPr>
              <a:t>the</a:t>
            </a:r>
            <a:r>
              <a:rPr dirty="0" sz="900" spc="-10" i="1">
                <a:latin typeface="Arial"/>
                <a:cs typeface="Arial"/>
              </a:rPr>
              <a:t> </a:t>
            </a:r>
            <a:r>
              <a:rPr dirty="0" sz="900" i="1">
                <a:latin typeface="Arial"/>
                <a:cs typeface="Arial"/>
              </a:rPr>
              <a:t>last</a:t>
            </a:r>
            <a:r>
              <a:rPr dirty="0" sz="900" spc="-15" i="1">
                <a:latin typeface="Arial"/>
                <a:cs typeface="Arial"/>
              </a:rPr>
              <a:t> </a:t>
            </a:r>
            <a:r>
              <a:rPr dirty="0" sz="900" spc="-10" i="1">
                <a:latin typeface="Arial"/>
                <a:cs typeface="Arial"/>
              </a:rPr>
              <a:t>lifecycle,</a:t>
            </a:r>
            <a:endParaRPr sz="900">
              <a:latin typeface="Arial"/>
              <a:cs typeface="Arial"/>
            </a:endParaRPr>
          </a:p>
        </p:txBody>
      </p:sp>
      <p:sp>
        <p:nvSpPr>
          <p:cNvPr id="156" name="object 156"/>
          <p:cNvSpPr txBox="1"/>
          <p:nvPr/>
        </p:nvSpPr>
        <p:spPr>
          <a:xfrm>
            <a:off x="8859773" y="5701080"/>
            <a:ext cx="96011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latin typeface="Arial"/>
                <a:cs typeface="Arial"/>
              </a:rPr>
              <a:t>the</a:t>
            </a:r>
            <a:r>
              <a:rPr dirty="0" sz="900" spc="-20" i="1">
                <a:latin typeface="Arial"/>
                <a:cs typeface="Arial"/>
              </a:rPr>
              <a:t> </a:t>
            </a:r>
            <a:r>
              <a:rPr dirty="0" sz="900" i="1">
                <a:latin typeface="Arial"/>
                <a:cs typeface="Arial"/>
              </a:rPr>
              <a:t>car</a:t>
            </a:r>
            <a:r>
              <a:rPr dirty="0" sz="900" spc="-15" i="1">
                <a:latin typeface="Arial"/>
                <a:cs typeface="Arial"/>
              </a:rPr>
              <a:t> </a:t>
            </a:r>
            <a:r>
              <a:rPr dirty="0" sz="900" i="1">
                <a:latin typeface="Arial"/>
                <a:cs typeface="Arial"/>
              </a:rPr>
              <a:t>moves</a:t>
            </a:r>
            <a:r>
              <a:rPr dirty="0" sz="900" spc="-10" i="1">
                <a:latin typeface="Arial"/>
                <a:cs typeface="Arial"/>
              </a:rPr>
              <a:t> </a:t>
            </a:r>
            <a:r>
              <a:rPr dirty="0" sz="900" spc="-20" i="1">
                <a:latin typeface="Arial"/>
                <a:cs typeface="Arial"/>
              </a:rPr>
              <a:t>into</a:t>
            </a:r>
            <a:r>
              <a:rPr dirty="0" sz="900" spc="-20" i="1">
                <a:latin typeface="Arial"/>
                <a:cs typeface="Arial"/>
              </a:rPr>
              <a:t> </a:t>
            </a:r>
            <a:r>
              <a:rPr dirty="0" sz="900" i="1">
                <a:latin typeface="Arial"/>
                <a:cs typeface="Arial"/>
              </a:rPr>
              <a:t>the</a:t>
            </a:r>
            <a:r>
              <a:rPr dirty="0" sz="900" spc="-30" i="1">
                <a:latin typeface="Arial"/>
                <a:cs typeface="Arial"/>
              </a:rPr>
              <a:t> </a:t>
            </a:r>
            <a:r>
              <a:rPr dirty="0" sz="900" i="1">
                <a:latin typeface="Arial"/>
                <a:cs typeface="Arial"/>
              </a:rPr>
              <a:t>sharing</a:t>
            </a:r>
            <a:r>
              <a:rPr dirty="0" sz="900" spc="-20" i="1">
                <a:latin typeface="Arial"/>
                <a:cs typeface="Arial"/>
              </a:rPr>
              <a:t> fleet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57" name="object 157"/>
          <p:cNvGrpSpPr/>
          <p:nvPr/>
        </p:nvGrpSpPr>
        <p:grpSpPr>
          <a:xfrm>
            <a:off x="8511540" y="5629655"/>
            <a:ext cx="3142615" cy="360045"/>
            <a:chOff x="8511540" y="5629655"/>
            <a:chExt cx="3142615" cy="360045"/>
          </a:xfrm>
        </p:grpSpPr>
        <p:sp>
          <p:nvSpPr>
            <p:cNvPr id="158" name="object 158"/>
            <p:cNvSpPr/>
            <p:nvPr/>
          </p:nvSpPr>
          <p:spPr>
            <a:xfrm>
              <a:off x="8511540" y="566623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288036" y="0"/>
                  </a:moveTo>
                  <a:lnTo>
                    <a:pt x="275717" y="0"/>
                  </a:lnTo>
                  <a:lnTo>
                    <a:pt x="275717" y="12700"/>
                  </a:lnTo>
                  <a:lnTo>
                    <a:pt x="275717" y="275590"/>
                  </a:lnTo>
                  <a:lnTo>
                    <a:pt x="12319" y="275590"/>
                  </a:lnTo>
                  <a:lnTo>
                    <a:pt x="12319" y="12700"/>
                  </a:lnTo>
                  <a:lnTo>
                    <a:pt x="275717" y="12700"/>
                  </a:lnTo>
                  <a:lnTo>
                    <a:pt x="275717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0" y="275590"/>
                  </a:lnTo>
                  <a:lnTo>
                    <a:pt x="0" y="288290"/>
                  </a:lnTo>
                  <a:lnTo>
                    <a:pt x="288036" y="288290"/>
                  </a:lnTo>
                  <a:lnTo>
                    <a:pt x="288036" y="275780"/>
                  </a:lnTo>
                  <a:lnTo>
                    <a:pt x="288036" y="275590"/>
                  </a:lnTo>
                  <a:lnTo>
                    <a:pt x="288036" y="12700"/>
                  </a:lnTo>
                  <a:lnTo>
                    <a:pt x="288036" y="12255"/>
                  </a:lnTo>
                  <a:lnTo>
                    <a:pt x="2880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9" name="object 15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551164" y="5718047"/>
              <a:ext cx="196596" cy="187452"/>
            </a:xfrm>
            <a:prstGeom prst="rect">
              <a:avLst/>
            </a:prstGeom>
          </p:spPr>
        </p:pic>
        <p:sp>
          <p:nvSpPr>
            <p:cNvPr id="160" name="object 160"/>
            <p:cNvSpPr/>
            <p:nvPr/>
          </p:nvSpPr>
          <p:spPr>
            <a:xfrm>
              <a:off x="11294364" y="5629655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5">
                  <a:moveTo>
                    <a:pt x="359664" y="0"/>
                  </a:moveTo>
                  <a:lnTo>
                    <a:pt x="0" y="0"/>
                  </a:lnTo>
                  <a:lnTo>
                    <a:pt x="0" y="359664"/>
                  </a:lnTo>
                  <a:lnTo>
                    <a:pt x="359664" y="359664"/>
                  </a:lnTo>
                  <a:lnTo>
                    <a:pt x="359664" y="0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11329416" y="566623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288036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288036" y="288036"/>
                  </a:lnTo>
                  <a:lnTo>
                    <a:pt x="288036" y="275653"/>
                  </a:lnTo>
                  <a:lnTo>
                    <a:pt x="12319" y="275653"/>
                  </a:lnTo>
                  <a:lnTo>
                    <a:pt x="12319" y="12204"/>
                  </a:lnTo>
                  <a:lnTo>
                    <a:pt x="288036" y="12204"/>
                  </a:lnTo>
                  <a:lnTo>
                    <a:pt x="288036" y="0"/>
                  </a:lnTo>
                  <a:close/>
                </a:path>
                <a:path w="288290" h="288289">
                  <a:moveTo>
                    <a:pt x="288036" y="12204"/>
                  </a:moveTo>
                  <a:lnTo>
                    <a:pt x="275717" y="12204"/>
                  </a:lnTo>
                  <a:lnTo>
                    <a:pt x="275717" y="275653"/>
                  </a:lnTo>
                  <a:lnTo>
                    <a:pt x="288036" y="275653"/>
                  </a:lnTo>
                  <a:lnTo>
                    <a:pt x="288036" y="12204"/>
                  </a:lnTo>
                  <a:close/>
                </a:path>
                <a:path w="288290" h="288289">
                  <a:moveTo>
                    <a:pt x="177673" y="157759"/>
                  </a:moveTo>
                  <a:lnTo>
                    <a:pt x="139573" y="209765"/>
                  </a:lnTo>
                  <a:lnTo>
                    <a:pt x="179070" y="261327"/>
                  </a:lnTo>
                  <a:lnTo>
                    <a:pt x="179299" y="242354"/>
                  </a:lnTo>
                  <a:lnTo>
                    <a:pt x="179322" y="240525"/>
                  </a:lnTo>
                  <a:lnTo>
                    <a:pt x="204851" y="240525"/>
                  </a:lnTo>
                  <a:lnTo>
                    <a:pt x="209804" y="238810"/>
                  </a:lnTo>
                  <a:lnTo>
                    <a:pt x="213868" y="235648"/>
                  </a:lnTo>
                  <a:lnTo>
                    <a:pt x="215772" y="234200"/>
                  </a:lnTo>
                  <a:lnTo>
                    <a:pt x="217352" y="232524"/>
                  </a:lnTo>
                  <a:lnTo>
                    <a:pt x="219836" y="228625"/>
                  </a:lnTo>
                  <a:lnTo>
                    <a:pt x="199898" y="228625"/>
                  </a:lnTo>
                  <a:lnTo>
                    <a:pt x="168783" y="228231"/>
                  </a:lnTo>
                  <a:lnTo>
                    <a:pt x="154432" y="209588"/>
                  </a:lnTo>
                  <a:lnTo>
                    <a:pt x="168148" y="190881"/>
                  </a:lnTo>
                  <a:lnTo>
                    <a:pt x="243653" y="190881"/>
                  </a:lnTo>
                  <a:lnTo>
                    <a:pt x="249936" y="180924"/>
                  </a:lnTo>
                  <a:lnTo>
                    <a:pt x="251079" y="179692"/>
                  </a:lnTo>
                  <a:lnTo>
                    <a:pt x="251196" y="179514"/>
                  </a:lnTo>
                  <a:lnTo>
                    <a:pt x="231647" y="179514"/>
                  </a:lnTo>
                  <a:lnTo>
                    <a:pt x="227584" y="179362"/>
                  </a:lnTo>
                  <a:lnTo>
                    <a:pt x="212662" y="179362"/>
                  </a:lnTo>
                  <a:lnTo>
                    <a:pt x="212461" y="179006"/>
                  </a:lnTo>
                  <a:lnTo>
                    <a:pt x="178435" y="179006"/>
                  </a:lnTo>
                  <a:lnTo>
                    <a:pt x="178360" y="176923"/>
                  </a:lnTo>
                  <a:lnTo>
                    <a:pt x="178237" y="173507"/>
                  </a:lnTo>
                  <a:lnTo>
                    <a:pt x="178126" y="170395"/>
                  </a:lnTo>
                  <a:lnTo>
                    <a:pt x="177999" y="166865"/>
                  </a:lnTo>
                  <a:lnTo>
                    <a:pt x="177881" y="163576"/>
                  </a:lnTo>
                  <a:lnTo>
                    <a:pt x="177771" y="160515"/>
                  </a:lnTo>
                  <a:lnTo>
                    <a:pt x="177673" y="157759"/>
                  </a:lnTo>
                  <a:close/>
                </a:path>
                <a:path w="288290" h="288289">
                  <a:moveTo>
                    <a:pt x="89789" y="110769"/>
                  </a:moveTo>
                  <a:lnTo>
                    <a:pt x="25400" y="120116"/>
                  </a:lnTo>
                  <a:lnTo>
                    <a:pt x="43434" y="130111"/>
                  </a:lnTo>
                  <a:lnTo>
                    <a:pt x="33020" y="147561"/>
                  </a:lnTo>
                  <a:lnTo>
                    <a:pt x="30350" y="151955"/>
                  </a:lnTo>
                  <a:lnTo>
                    <a:pt x="29404" y="156794"/>
                  </a:lnTo>
                  <a:lnTo>
                    <a:pt x="29521" y="158191"/>
                  </a:lnTo>
                  <a:lnTo>
                    <a:pt x="30116" y="161582"/>
                  </a:lnTo>
                  <a:lnTo>
                    <a:pt x="30235" y="162293"/>
                  </a:lnTo>
                  <a:lnTo>
                    <a:pt x="30373" y="163576"/>
                  </a:lnTo>
                  <a:lnTo>
                    <a:pt x="30480" y="164566"/>
                  </a:lnTo>
                  <a:lnTo>
                    <a:pt x="31119" y="166497"/>
                  </a:lnTo>
                  <a:lnTo>
                    <a:pt x="31242" y="166865"/>
                  </a:lnTo>
                  <a:lnTo>
                    <a:pt x="32258" y="169024"/>
                  </a:lnTo>
                  <a:lnTo>
                    <a:pt x="59817" y="221030"/>
                  </a:lnTo>
                  <a:lnTo>
                    <a:pt x="60325" y="222529"/>
                  </a:lnTo>
                  <a:lnTo>
                    <a:pt x="61136" y="224066"/>
                  </a:lnTo>
                  <a:lnTo>
                    <a:pt x="61849" y="225348"/>
                  </a:lnTo>
                  <a:lnTo>
                    <a:pt x="65151" y="232524"/>
                  </a:lnTo>
                  <a:lnTo>
                    <a:pt x="71374" y="237998"/>
                  </a:lnTo>
                  <a:lnTo>
                    <a:pt x="78965" y="240525"/>
                  </a:lnTo>
                  <a:lnTo>
                    <a:pt x="81915" y="241668"/>
                  </a:lnTo>
                  <a:lnTo>
                    <a:pt x="85618" y="242354"/>
                  </a:lnTo>
                  <a:lnTo>
                    <a:pt x="132080" y="242354"/>
                  </a:lnTo>
                  <a:lnTo>
                    <a:pt x="132080" y="230378"/>
                  </a:lnTo>
                  <a:lnTo>
                    <a:pt x="87122" y="230378"/>
                  </a:lnTo>
                  <a:lnTo>
                    <a:pt x="84963" y="229984"/>
                  </a:lnTo>
                  <a:lnTo>
                    <a:pt x="82931" y="229184"/>
                  </a:lnTo>
                  <a:lnTo>
                    <a:pt x="78668" y="227787"/>
                  </a:lnTo>
                  <a:lnTo>
                    <a:pt x="78471" y="227787"/>
                  </a:lnTo>
                  <a:lnTo>
                    <a:pt x="74676" y="224345"/>
                  </a:lnTo>
                  <a:lnTo>
                    <a:pt x="72644" y="219964"/>
                  </a:lnTo>
                  <a:lnTo>
                    <a:pt x="71882" y="218668"/>
                  </a:lnTo>
                  <a:lnTo>
                    <a:pt x="71501" y="217766"/>
                  </a:lnTo>
                  <a:lnTo>
                    <a:pt x="71247" y="216827"/>
                  </a:lnTo>
                  <a:lnTo>
                    <a:pt x="70485" y="214210"/>
                  </a:lnTo>
                  <a:lnTo>
                    <a:pt x="69596" y="210185"/>
                  </a:lnTo>
                  <a:lnTo>
                    <a:pt x="70358" y="205968"/>
                  </a:lnTo>
                  <a:lnTo>
                    <a:pt x="72517" y="202463"/>
                  </a:lnTo>
                  <a:lnTo>
                    <a:pt x="75111" y="198018"/>
                  </a:lnTo>
                  <a:lnTo>
                    <a:pt x="61214" y="198018"/>
                  </a:lnTo>
                  <a:lnTo>
                    <a:pt x="43053" y="163576"/>
                  </a:lnTo>
                  <a:lnTo>
                    <a:pt x="42291" y="161582"/>
                  </a:lnTo>
                  <a:lnTo>
                    <a:pt x="42164" y="160515"/>
                  </a:lnTo>
                  <a:lnTo>
                    <a:pt x="41783" y="158191"/>
                  </a:lnTo>
                  <a:lnTo>
                    <a:pt x="42291" y="155790"/>
                  </a:lnTo>
                  <a:lnTo>
                    <a:pt x="43434" y="153784"/>
                  </a:lnTo>
                  <a:lnTo>
                    <a:pt x="59182" y="127419"/>
                  </a:lnTo>
                  <a:lnTo>
                    <a:pt x="82550" y="124015"/>
                  </a:lnTo>
                  <a:lnTo>
                    <a:pt x="95513" y="124015"/>
                  </a:lnTo>
                  <a:lnTo>
                    <a:pt x="89789" y="110769"/>
                  </a:lnTo>
                  <a:close/>
                </a:path>
                <a:path w="288290" h="288289">
                  <a:moveTo>
                    <a:pt x="132080" y="189407"/>
                  </a:moveTo>
                  <a:lnTo>
                    <a:pt x="120396" y="189407"/>
                  </a:lnTo>
                  <a:lnTo>
                    <a:pt x="120396" y="230378"/>
                  </a:lnTo>
                  <a:lnTo>
                    <a:pt x="132080" y="230378"/>
                  </a:lnTo>
                  <a:lnTo>
                    <a:pt x="132080" y="189407"/>
                  </a:lnTo>
                  <a:close/>
                </a:path>
                <a:path w="288290" h="288289">
                  <a:moveTo>
                    <a:pt x="243653" y="190881"/>
                  </a:moveTo>
                  <a:lnTo>
                    <a:pt x="168148" y="190881"/>
                  </a:lnTo>
                  <a:lnTo>
                    <a:pt x="227329" y="191338"/>
                  </a:lnTo>
                  <a:lnTo>
                    <a:pt x="229235" y="191338"/>
                  </a:lnTo>
                  <a:lnTo>
                    <a:pt x="208661" y="224066"/>
                  </a:lnTo>
                  <a:lnTo>
                    <a:pt x="202275" y="228625"/>
                  </a:lnTo>
                  <a:lnTo>
                    <a:pt x="219836" y="228625"/>
                  </a:lnTo>
                  <a:lnTo>
                    <a:pt x="243653" y="190881"/>
                  </a:lnTo>
                  <a:close/>
                </a:path>
                <a:path w="288290" h="288289">
                  <a:moveTo>
                    <a:pt x="95513" y="124015"/>
                  </a:moveTo>
                  <a:lnTo>
                    <a:pt x="82550" y="124015"/>
                  </a:lnTo>
                  <a:lnTo>
                    <a:pt x="91694" y="145440"/>
                  </a:lnTo>
                  <a:lnTo>
                    <a:pt x="62230" y="196405"/>
                  </a:lnTo>
                  <a:lnTo>
                    <a:pt x="61468" y="197485"/>
                  </a:lnTo>
                  <a:lnTo>
                    <a:pt x="61214" y="198018"/>
                  </a:lnTo>
                  <a:lnTo>
                    <a:pt x="75111" y="198018"/>
                  </a:lnTo>
                  <a:lnTo>
                    <a:pt x="80137" y="189407"/>
                  </a:lnTo>
                  <a:lnTo>
                    <a:pt x="132080" y="189407"/>
                  </a:lnTo>
                  <a:lnTo>
                    <a:pt x="132080" y="177304"/>
                  </a:lnTo>
                  <a:lnTo>
                    <a:pt x="86868" y="177304"/>
                  </a:lnTo>
                  <a:lnTo>
                    <a:pt x="97028" y="159842"/>
                  </a:lnTo>
                  <a:lnTo>
                    <a:pt x="110996" y="159842"/>
                  </a:lnTo>
                  <a:lnTo>
                    <a:pt x="95513" y="124015"/>
                  </a:lnTo>
                  <a:close/>
                </a:path>
                <a:path w="288290" h="288289">
                  <a:moveTo>
                    <a:pt x="243291" y="126009"/>
                  </a:moveTo>
                  <a:lnTo>
                    <a:pt x="229489" y="126009"/>
                  </a:lnTo>
                  <a:lnTo>
                    <a:pt x="244347" y="152438"/>
                  </a:lnTo>
                  <a:lnTo>
                    <a:pt x="245364" y="155295"/>
                  </a:lnTo>
                  <a:lnTo>
                    <a:pt x="245618" y="156794"/>
                  </a:lnTo>
                  <a:lnTo>
                    <a:pt x="246626" y="161582"/>
                  </a:lnTo>
                  <a:lnTo>
                    <a:pt x="245618" y="166497"/>
                  </a:lnTo>
                  <a:lnTo>
                    <a:pt x="242443" y="170980"/>
                  </a:lnTo>
                  <a:lnTo>
                    <a:pt x="241935" y="171792"/>
                  </a:lnTo>
                  <a:lnTo>
                    <a:pt x="241427" y="172554"/>
                  </a:lnTo>
                  <a:lnTo>
                    <a:pt x="240665" y="173380"/>
                  </a:lnTo>
                  <a:lnTo>
                    <a:pt x="240538" y="173507"/>
                  </a:lnTo>
                  <a:lnTo>
                    <a:pt x="240029" y="174142"/>
                  </a:lnTo>
                  <a:lnTo>
                    <a:pt x="239395" y="174637"/>
                  </a:lnTo>
                  <a:lnTo>
                    <a:pt x="238760" y="175196"/>
                  </a:lnTo>
                  <a:lnTo>
                    <a:pt x="235711" y="178015"/>
                  </a:lnTo>
                  <a:lnTo>
                    <a:pt x="231647" y="179514"/>
                  </a:lnTo>
                  <a:lnTo>
                    <a:pt x="251196" y="179514"/>
                  </a:lnTo>
                  <a:lnTo>
                    <a:pt x="251968" y="178346"/>
                  </a:lnTo>
                  <a:lnTo>
                    <a:pt x="252857" y="176923"/>
                  </a:lnTo>
                  <a:lnTo>
                    <a:pt x="257429" y="170395"/>
                  </a:lnTo>
                  <a:lnTo>
                    <a:pt x="259079" y="162293"/>
                  </a:lnTo>
                  <a:lnTo>
                    <a:pt x="257429" y="154495"/>
                  </a:lnTo>
                  <a:lnTo>
                    <a:pt x="257017" y="152438"/>
                  </a:lnTo>
                  <a:lnTo>
                    <a:pt x="256921" y="151955"/>
                  </a:lnTo>
                  <a:lnTo>
                    <a:pt x="256159" y="149479"/>
                  </a:lnTo>
                  <a:lnTo>
                    <a:pt x="255143" y="147142"/>
                  </a:lnTo>
                  <a:lnTo>
                    <a:pt x="243291" y="126009"/>
                  </a:lnTo>
                  <a:close/>
                </a:path>
                <a:path w="288290" h="288289">
                  <a:moveTo>
                    <a:pt x="234061" y="109550"/>
                  </a:moveTo>
                  <a:lnTo>
                    <a:pt x="177800" y="142011"/>
                  </a:lnTo>
                  <a:lnTo>
                    <a:pt x="198669" y="179006"/>
                  </a:lnTo>
                  <a:lnTo>
                    <a:pt x="212461" y="179006"/>
                  </a:lnTo>
                  <a:lnTo>
                    <a:pt x="194056" y="146443"/>
                  </a:lnTo>
                  <a:lnTo>
                    <a:pt x="229489" y="126009"/>
                  </a:lnTo>
                  <a:lnTo>
                    <a:pt x="243291" y="126009"/>
                  </a:lnTo>
                  <a:lnTo>
                    <a:pt x="234061" y="109550"/>
                  </a:lnTo>
                  <a:close/>
                </a:path>
                <a:path w="288290" h="288289">
                  <a:moveTo>
                    <a:pt x="110996" y="159842"/>
                  </a:moveTo>
                  <a:lnTo>
                    <a:pt x="97028" y="159842"/>
                  </a:lnTo>
                  <a:lnTo>
                    <a:pt x="115316" y="169837"/>
                  </a:lnTo>
                  <a:lnTo>
                    <a:pt x="110996" y="159842"/>
                  </a:lnTo>
                  <a:close/>
                </a:path>
                <a:path w="288290" h="288289">
                  <a:moveTo>
                    <a:pt x="107442" y="37376"/>
                  </a:moveTo>
                  <a:lnTo>
                    <a:pt x="99568" y="40157"/>
                  </a:lnTo>
                  <a:lnTo>
                    <a:pt x="93599" y="45669"/>
                  </a:lnTo>
                  <a:lnTo>
                    <a:pt x="91694" y="47358"/>
                  </a:lnTo>
                  <a:lnTo>
                    <a:pt x="90043" y="49263"/>
                  </a:lnTo>
                  <a:lnTo>
                    <a:pt x="88584" y="51460"/>
                  </a:lnTo>
                  <a:lnTo>
                    <a:pt x="67818" y="90106"/>
                  </a:lnTo>
                  <a:lnTo>
                    <a:pt x="124714" y="121412"/>
                  </a:lnTo>
                  <a:lnTo>
                    <a:pt x="133457" y="105194"/>
                  </a:lnTo>
                  <a:lnTo>
                    <a:pt x="120118" y="105194"/>
                  </a:lnTo>
                  <a:lnTo>
                    <a:pt x="84074" y="85331"/>
                  </a:lnTo>
                  <a:lnTo>
                    <a:pt x="105016" y="51460"/>
                  </a:lnTo>
                  <a:lnTo>
                    <a:pt x="104804" y="51460"/>
                  </a:lnTo>
                  <a:lnTo>
                    <a:pt x="109728" y="49682"/>
                  </a:lnTo>
                  <a:lnTo>
                    <a:pt x="196725" y="49682"/>
                  </a:lnTo>
                  <a:lnTo>
                    <a:pt x="194564" y="45910"/>
                  </a:lnTo>
                  <a:lnTo>
                    <a:pt x="190500" y="42519"/>
                  </a:lnTo>
                  <a:lnTo>
                    <a:pt x="185801" y="40779"/>
                  </a:lnTo>
                  <a:lnTo>
                    <a:pt x="179324" y="39281"/>
                  </a:lnTo>
                  <a:lnTo>
                    <a:pt x="119761" y="38646"/>
                  </a:lnTo>
                  <a:lnTo>
                    <a:pt x="116205" y="37998"/>
                  </a:lnTo>
                  <a:lnTo>
                    <a:pt x="115570" y="37998"/>
                  </a:lnTo>
                  <a:lnTo>
                    <a:pt x="107442" y="37376"/>
                  </a:lnTo>
                  <a:close/>
                </a:path>
                <a:path w="288290" h="288289">
                  <a:moveTo>
                    <a:pt x="159232" y="83248"/>
                  </a:moveTo>
                  <a:lnTo>
                    <a:pt x="145288" y="83248"/>
                  </a:lnTo>
                  <a:lnTo>
                    <a:pt x="155448" y="100431"/>
                  </a:lnTo>
                  <a:lnTo>
                    <a:pt x="135509" y="113030"/>
                  </a:lnTo>
                  <a:lnTo>
                    <a:pt x="201803" y="117652"/>
                  </a:lnTo>
                  <a:lnTo>
                    <a:pt x="207001" y="105194"/>
                  </a:lnTo>
                  <a:lnTo>
                    <a:pt x="194183" y="105194"/>
                  </a:lnTo>
                  <a:lnTo>
                    <a:pt x="171323" y="103593"/>
                  </a:lnTo>
                  <a:lnTo>
                    <a:pt x="159232" y="83248"/>
                  </a:lnTo>
                  <a:close/>
                </a:path>
                <a:path w="288290" h="288289">
                  <a:moveTo>
                    <a:pt x="196725" y="49682"/>
                  </a:moveTo>
                  <a:lnTo>
                    <a:pt x="109728" y="49682"/>
                  </a:lnTo>
                  <a:lnTo>
                    <a:pt x="114427" y="49999"/>
                  </a:lnTo>
                  <a:lnTo>
                    <a:pt x="121285" y="51130"/>
                  </a:lnTo>
                  <a:lnTo>
                    <a:pt x="125191" y="52463"/>
                  </a:lnTo>
                  <a:lnTo>
                    <a:pt x="125060" y="52463"/>
                  </a:lnTo>
                  <a:lnTo>
                    <a:pt x="128143" y="55003"/>
                  </a:lnTo>
                  <a:lnTo>
                    <a:pt x="130048" y="58445"/>
                  </a:lnTo>
                  <a:lnTo>
                    <a:pt x="138176" y="71285"/>
                  </a:lnTo>
                  <a:lnTo>
                    <a:pt x="119819" y="105194"/>
                  </a:lnTo>
                  <a:lnTo>
                    <a:pt x="133457" y="105194"/>
                  </a:lnTo>
                  <a:lnTo>
                    <a:pt x="145288" y="83248"/>
                  </a:lnTo>
                  <a:lnTo>
                    <a:pt x="159232" y="83248"/>
                  </a:lnTo>
                  <a:lnTo>
                    <a:pt x="144991" y="59283"/>
                  </a:lnTo>
                  <a:lnTo>
                    <a:pt x="144653" y="59283"/>
                  </a:lnTo>
                  <a:lnTo>
                    <a:pt x="140335" y="52463"/>
                  </a:lnTo>
                  <a:lnTo>
                    <a:pt x="139954" y="51981"/>
                  </a:lnTo>
                  <a:lnTo>
                    <a:pt x="139494" y="51130"/>
                  </a:lnTo>
                  <a:lnTo>
                    <a:pt x="197571" y="51130"/>
                  </a:lnTo>
                  <a:lnTo>
                    <a:pt x="196725" y="49682"/>
                  </a:lnTo>
                  <a:close/>
                </a:path>
                <a:path w="288290" h="288289">
                  <a:moveTo>
                    <a:pt x="197571" y="51130"/>
                  </a:moveTo>
                  <a:lnTo>
                    <a:pt x="147581" y="51130"/>
                  </a:lnTo>
                  <a:lnTo>
                    <a:pt x="177800" y="51460"/>
                  </a:lnTo>
                  <a:lnTo>
                    <a:pt x="182386" y="52463"/>
                  </a:lnTo>
                  <a:lnTo>
                    <a:pt x="182158" y="52463"/>
                  </a:lnTo>
                  <a:lnTo>
                    <a:pt x="183896" y="53136"/>
                  </a:lnTo>
                  <a:lnTo>
                    <a:pt x="185674" y="54635"/>
                  </a:lnTo>
                  <a:lnTo>
                    <a:pt x="202946" y="84010"/>
                  </a:lnTo>
                  <a:lnTo>
                    <a:pt x="194183" y="105194"/>
                  </a:lnTo>
                  <a:lnTo>
                    <a:pt x="207001" y="105194"/>
                  </a:lnTo>
                  <a:lnTo>
                    <a:pt x="222486" y="68084"/>
                  </a:lnTo>
                  <a:lnTo>
                    <a:pt x="207645" y="68084"/>
                  </a:lnTo>
                  <a:lnTo>
                    <a:pt x="197571" y="51130"/>
                  </a:lnTo>
                  <a:close/>
                </a:path>
                <a:path w="288290" h="288289">
                  <a:moveTo>
                    <a:pt x="226949" y="57391"/>
                  </a:moveTo>
                  <a:lnTo>
                    <a:pt x="207645" y="68084"/>
                  </a:lnTo>
                  <a:lnTo>
                    <a:pt x="222486" y="68084"/>
                  </a:lnTo>
                  <a:lnTo>
                    <a:pt x="226949" y="57391"/>
                  </a:lnTo>
                  <a:close/>
                </a:path>
                <a:path w="288290" h="288289">
                  <a:moveTo>
                    <a:pt x="144780" y="58928"/>
                  </a:moveTo>
                  <a:lnTo>
                    <a:pt x="144653" y="59283"/>
                  </a:lnTo>
                  <a:lnTo>
                    <a:pt x="144991" y="59283"/>
                  </a:lnTo>
                  <a:lnTo>
                    <a:pt x="144780" y="5892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2" name="object 162"/>
          <p:cNvSpPr txBox="1"/>
          <p:nvPr/>
        </p:nvSpPr>
        <p:spPr>
          <a:xfrm>
            <a:off x="10446766" y="5563920"/>
            <a:ext cx="8191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latin typeface="Arial"/>
                <a:cs typeface="Arial"/>
              </a:rPr>
              <a:t>At</a:t>
            </a:r>
            <a:r>
              <a:rPr dirty="0" sz="900" spc="-5" i="1">
                <a:latin typeface="Arial"/>
                <a:cs typeface="Arial"/>
              </a:rPr>
              <a:t> </a:t>
            </a:r>
            <a:r>
              <a:rPr dirty="0" sz="900" i="1">
                <a:latin typeface="Arial"/>
                <a:cs typeface="Arial"/>
              </a:rPr>
              <a:t>the</a:t>
            </a:r>
            <a:r>
              <a:rPr dirty="0" sz="900" spc="-10" i="1">
                <a:latin typeface="Arial"/>
                <a:cs typeface="Arial"/>
              </a:rPr>
              <a:t> </a:t>
            </a:r>
            <a:r>
              <a:rPr dirty="0" sz="900" i="1">
                <a:latin typeface="Arial"/>
                <a:cs typeface="Arial"/>
              </a:rPr>
              <a:t>end</a:t>
            </a:r>
            <a:r>
              <a:rPr dirty="0" sz="900" spc="-20" i="1">
                <a:latin typeface="Arial"/>
                <a:cs typeface="Arial"/>
              </a:rPr>
              <a:t> </a:t>
            </a:r>
            <a:r>
              <a:rPr dirty="0" sz="900" i="1">
                <a:latin typeface="Arial"/>
                <a:cs typeface="Arial"/>
              </a:rPr>
              <a:t>of </a:t>
            </a:r>
            <a:r>
              <a:rPr dirty="0" sz="900" spc="-25" i="1">
                <a:latin typeface="Arial"/>
                <a:cs typeface="Arial"/>
              </a:rPr>
              <a:t>its</a:t>
            </a:r>
            <a:endParaRPr sz="900">
              <a:latin typeface="Arial"/>
              <a:cs typeface="Arial"/>
            </a:endParaRPr>
          </a:p>
        </p:txBody>
      </p:sp>
      <p:sp>
        <p:nvSpPr>
          <p:cNvPr id="163" name="object 163"/>
          <p:cNvSpPr txBox="1"/>
          <p:nvPr/>
        </p:nvSpPr>
        <p:spPr>
          <a:xfrm>
            <a:off x="10231881" y="5701080"/>
            <a:ext cx="10337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latin typeface="Arial"/>
                <a:cs typeface="Arial"/>
              </a:rPr>
              <a:t>useful</a:t>
            </a:r>
            <a:r>
              <a:rPr dirty="0" sz="900" spc="-25" i="1">
                <a:latin typeface="Arial"/>
                <a:cs typeface="Arial"/>
              </a:rPr>
              <a:t> </a:t>
            </a:r>
            <a:r>
              <a:rPr dirty="0" sz="900" i="1">
                <a:latin typeface="Arial"/>
                <a:cs typeface="Arial"/>
              </a:rPr>
              <a:t>life,</a:t>
            </a:r>
            <a:r>
              <a:rPr dirty="0" sz="900" spc="-30" i="1">
                <a:latin typeface="Arial"/>
                <a:cs typeface="Arial"/>
              </a:rPr>
              <a:t> </a:t>
            </a:r>
            <a:r>
              <a:rPr dirty="0" sz="900" i="1">
                <a:latin typeface="Arial"/>
                <a:cs typeface="Arial"/>
              </a:rPr>
              <a:t>the</a:t>
            </a:r>
            <a:r>
              <a:rPr dirty="0" sz="900" spc="-15" i="1">
                <a:latin typeface="Arial"/>
                <a:cs typeface="Arial"/>
              </a:rPr>
              <a:t> </a:t>
            </a:r>
            <a:r>
              <a:rPr dirty="0" sz="900" i="1">
                <a:latin typeface="Arial"/>
                <a:cs typeface="Arial"/>
              </a:rPr>
              <a:t>car</a:t>
            </a:r>
            <a:r>
              <a:rPr dirty="0" sz="900" spc="-10" i="1">
                <a:latin typeface="Arial"/>
                <a:cs typeface="Arial"/>
              </a:rPr>
              <a:t> </a:t>
            </a:r>
            <a:r>
              <a:rPr dirty="0" sz="900" spc="-25" i="1">
                <a:latin typeface="Arial"/>
                <a:cs typeface="Arial"/>
              </a:rPr>
              <a:t>is</a:t>
            </a:r>
            <a:endParaRPr sz="900">
              <a:latin typeface="Arial"/>
              <a:cs typeface="Arial"/>
            </a:endParaRPr>
          </a:p>
        </p:txBody>
      </p:sp>
      <p:sp>
        <p:nvSpPr>
          <p:cNvPr id="164" name="object 164"/>
          <p:cNvSpPr txBox="1"/>
          <p:nvPr/>
        </p:nvSpPr>
        <p:spPr>
          <a:xfrm>
            <a:off x="10193781" y="5838240"/>
            <a:ext cx="10731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latin typeface="Arial"/>
                <a:cs typeface="Arial"/>
              </a:rPr>
              <a:t>recycled</a:t>
            </a:r>
            <a:r>
              <a:rPr dirty="0" sz="900" spc="-35" i="1">
                <a:latin typeface="Arial"/>
                <a:cs typeface="Arial"/>
              </a:rPr>
              <a:t> </a:t>
            </a:r>
            <a:r>
              <a:rPr dirty="0" sz="900" i="1">
                <a:latin typeface="Arial"/>
                <a:cs typeface="Arial"/>
              </a:rPr>
              <a:t>or</a:t>
            </a:r>
            <a:r>
              <a:rPr dirty="0" sz="900" spc="-5" i="1">
                <a:latin typeface="Arial"/>
                <a:cs typeface="Arial"/>
              </a:rPr>
              <a:t> </a:t>
            </a:r>
            <a:r>
              <a:rPr dirty="0" sz="900" i="1">
                <a:latin typeface="Arial"/>
                <a:cs typeface="Arial"/>
              </a:rPr>
              <a:t>sold</a:t>
            </a:r>
            <a:r>
              <a:rPr dirty="0" sz="900" spc="-10" i="1">
                <a:latin typeface="Arial"/>
                <a:cs typeface="Arial"/>
              </a:rPr>
              <a:t> </a:t>
            </a:r>
            <a:r>
              <a:rPr dirty="0" sz="900" spc="-25" i="1">
                <a:latin typeface="Arial"/>
                <a:cs typeface="Arial"/>
              </a:rPr>
              <a:t>B2B</a:t>
            </a:r>
            <a:endParaRPr sz="900">
              <a:latin typeface="Arial"/>
              <a:cs typeface="Arial"/>
            </a:endParaRPr>
          </a:p>
        </p:txBody>
      </p:sp>
      <p:sp>
        <p:nvSpPr>
          <p:cNvPr id="165" name="object 165"/>
          <p:cNvSpPr txBox="1"/>
          <p:nvPr/>
        </p:nvSpPr>
        <p:spPr>
          <a:xfrm>
            <a:off x="3689096" y="3000502"/>
            <a:ext cx="94741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Arial"/>
                <a:cs typeface="Arial"/>
              </a:rPr>
              <a:t>After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the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lease,</a:t>
            </a:r>
            <a:r>
              <a:rPr dirty="0" sz="900" spc="50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the</a:t>
            </a:r>
            <a:r>
              <a:rPr dirty="0" sz="900" spc="-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car</a:t>
            </a:r>
            <a:r>
              <a:rPr dirty="0" sz="900" spc="-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is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returned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66" name="object 166"/>
          <p:cNvGrpSpPr/>
          <p:nvPr/>
        </p:nvGrpSpPr>
        <p:grpSpPr>
          <a:xfrm>
            <a:off x="3695446" y="3319017"/>
            <a:ext cx="1205865" cy="521970"/>
            <a:chOff x="3695446" y="3319017"/>
            <a:chExt cx="1205865" cy="521970"/>
          </a:xfrm>
        </p:grpSpPr>
        <p:sp>
          <p:nvSpPr>
            <p:cNvPr id="167" name="object 167"/>
            <p:cNvSpPr/>
            <p:nvPr/>
          </p:nvSpPr>
          <p:spPr>
            <a:xfrm>
              <a:off x="3701796" y="3325367"/>
              <a:ext cx="957580" cy="0"/>
            </a:xfrm>
            <a:custGeom>
              <a:avLst/>
              <a:gdLst/>
              <a:ahLst/>
              <a:cxnLst/>
              <a:rect l="l" t="t" r="r" b="b"/>
              <a:pathLst>
                <a:path w="957579" h="0">
                  <a:moveTo>
                    <a:pt x="0" y="0"/>
                  </a:moveTo>
                  <a:lnTo>
                    <a:pt x="957580" y="0"/>
                  </a:lnTo>
                </a:path>
              </a:pathLst>
            </a:custGeom>
            <a:ln w="12700">
              <a:solidFill>
                <a:srgbClr val="A2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4539996" y="3480815"/>
              <a:ext cx="361315" cy="360045"/>
            </a:xfrm>
            <a:custGeom>
              <a:avLst/>
              <a:gdLst/>
              <a:ahLst/>
              <a:cxnLst/>
              <a:rect l="l" t="t" r="r" b="b"/>
              <a:pathLst>
                <a:path w="361314" h="360045">
                  <a:moveTo>
                    <a:pt x="361188" y="0"/>
                  </a:moveTo>
                  <a:lnTo>
                    <a:pt x="0" y="0"/>
                  </a:lnTo>
                  <a:lnTo>
                    <a:pt x="0" y="359664"/>
                  </a:lnTo>
                  <a:lnTo>
                    <a:pt x="361188" y="359664"/>
                  </a:lnTo>
                  <a:lnTo>
                    <a:pt x="361188" y="0"/>
                  </a:lnTo>
                  <a:close/>
                </a:path>
              </a:pathLst>
            </a:custGeom>
            <a:solidFill>
              <a:srgbClr val="F1F1F1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4178554" y="3319271"/>
              <a:ext cx="686435" cy="485140"/>
            </a:xfrm>
            <a:custGeom>
              <a:avLst/>
              <a:gdLst/>
              <a:ahLst/>
              <a:cxnLst/>
              <a:rect l="l" t="t" r="r" b="b"/>
              <a:pathLst>
                <a:path w="686435" h="485139">
                  <a:moveTo>
                    <a:pt x="686054" y="224548"/>
                  </a:moveTo>
                  <a:lnTo>
                    <a:pt x="673608" y="224548"/>
                  </a:lnTo>
                  <a:lnTo>
                    <a:pt x="673608" y="237121"/>
                  </a:lnTo>
                  <a:lnTo>
                    <a:pt x="673608" y="274078"/>
                  </a:lnTo>
                  <a:lnTo>
                    <a:pt x="673608" y="472198"/>
                  </a:lnTo>
                  <a:lnTo>
                    <a:pt x="617093" y="472198"/>
                  </a:lnTo>
                  <a:lnTo>
                    <a:pt x="617093" y="435114"/>
                  </a:lnTo>
                  <a:lnTo>
                    <a:pt x="673608" y="435114"/>
                  </a:lnTo>
                  <a:lnTo>
                    <a:pt x="673608" y="422668"/>
                  </a:lnTo>
                  <a:lnTo>
                    <a:pt x="617093" y="422668"/>
                  </a:lnTo>
                  <a:lnTo>
                    <a:pt x="617093" y="385584"/>
                  </a:lnTo>
                  <a:lnTo>
                    <a:pt x="673608" y="385584"/>
                  </a:lnTo>
                  <a:lnTo>
                    <a:pt x="673608" y="373138"/>
                  </a:lnTo>
                  <a:lnTo>
                    <a:pt x="617093" y="373138"/>
                  </a:lnTo>
                  <a:lnTo>
                    <a:pt x="617093" y="336181"/>
                  </a:lnTo>
                  <a:lnTo>
                    <a:pt x="673608" y="336181"/>
                  </a:lnTo>
                  <a:lnTo>
                    <a:pt x="673608" y="323608"/>
                  </a:lnTo>
                  <a:lnTo>
                    <a:pt x="617093" y="323608"/>
                  </a:lnTo>
                  <a:lnTo>
                    <a:pt x="617093" y="286651"/>
                  </a:lnTo>
                  <a:lnTo>
                    <a:pt x="673608" y="286651"/>
                  </a:lnTo>
                  <a:lnTo>
                    <a:pt x="673608" y="274078"/>
                  </a:lnTo>
                  <a:lnTo>
                    <a:pt x="605028" y="274078"/>
                  </a:lnTo>
                  <a:lnTo>
                    <a:pt x="605028" y="286651"/>
                  </a:lnTo>
                  <a:lnTo>
                    <a:pt x="605028" y="323608"/>
                  </a:lnTo>
                  <a:lnTo>
                    <a:pt x="605028" y="472198"/>
                  </a:lnTo>
                  <a:lnTo>
                    <a:pt x="548005" y="472198"/>
                  </a:lnTo>
                  <a:lnTo>
                    <a:pt x="548005" y="435114"/>
                  </a:lnTo>
                  <a:lnTo>
                    <a:pt x="605028" y="435114"/>
                  </a:lnTo>
                  <a:lnTo>
                    <a:pt x="605028" y="422668"/>
                  </a:lnTo>
                  <a:lnTo>
                    <a:pt x="548005" y="422668"/>
                  </a:lnTo>
                  <a:lnTo>
                    <a:pt x="548005" y="385584"/>
                  </a:lnTo>
                  <a:lnTo>
                    <a:pt x="605028" y="385584"/>
                  </a:lnTo>
                  <a:lnTo>
                    <a:pt x="605028" y="373138"/>
                  </a:lnTo>
                  <a:lnTo>
                    <a:pt x="548005" y="373138"/>
                  </a:lnTo>
                  <a:lnTo>
                    <a:pt x="548005" y="336181"/>
                  </a:lnTo>
                  <a:lnTo>
                    <a:pt x="605028" y="336181"/>
                  </a:lnTo>
                  <a:lnTo>
                    <a:pt x="605028" y="323608"/>
                  </a:lnTo>
                  <a:lnTo>
                    <a:pt x="548005" y="323608"/>
                  </a:lnTo>
                  <a:lnTo>
                    <a:pt x="548005" y="286651"/>
                  </a:lnTo>
                  <a:lnTo>
                    <a:pt x="605028" y="286651"/>
                  </a:lnTo>
                  <a:lnTo>
                    <a:pt x="605028" y="274078"/>
                  </a:lnTo>
                  <a:lnTo>
                    <a:pt x="536067" y="274078"/>
                  </a:lnTo>
                  <a:lnTo>
                    <a:pt x="536067" y="286651"/>
                  </a:lnTo>
                  <a:lnTo>
                    <a:pt x="536067" y="323608"/>
                  </a:lnTo>
                  <a:lnTo>
                    <a:pt x="536067" y="472198"/>
                  </a:lnTo>
                  <a:lnTo>
                    <a:pt x="479552" y="472198"/>
                  </a:lnTo>
                  <a:lnTo>
                    <a:pt x="479552" y="435114"/>
                  </a:lnTo>
                  <a:lnTo>
                    <a:pt x="536067" y="435114"/>
                  </a:lnTo>
                  <a:lnTo>
                    <a:pt x="536067" y="422668"/>
                  </a:lnTo>
                  <a:lnTo>
                    <a:pt x="479552" y="422668"/>
                  </a:lnTo>
                  <a:lnTo>
                    <a:pt x="479552" y="385584"/>
                  </a:lnTo>
                  <a:lnTo>
                    <a:pt x="536067" y="385584"/>
                  </a:lnTo>
                  <a:lnTo>
                    <a:pt x="536067" y="373138"/>
                  </a:lnTo>
                  <a:lnTo>
                    <a:pt x="479552" y="373138"/>
                  </a:lnTo>
                  <a:lnTo>
                    <a:pt x="479552" y="336181"/>
                  </a:lnTo>
                  <a:lnTo>
                    <a:pt x="536067" y="336181"/>
                  </a:lnTo>
                  <a:lnTo>
                    <a:pt x="536067" y="323608"/>
                  </a:lnTo>
                  <a:lnTo>
                    <a:pt x="479552" y="323608"/>
                  </a:lnTo>
                  <a:lnTo>
                    <a:pt x="479552" y="286651"/>
                  </a:lnTo>
                  <a:lnTo>
                    <a:pt x="536067" y="286651"/>
                  </a:lnTo>
                  <a:lnTo>
                    <a:pt x="536067" y="274078"/>
                  </a:lnTo>
                  <a:lnTo>
                    <a:pt x="466979" y="274078"/>
                  </a:lnTo>
                  <a:lnTo>
                    <a:pt x="466979" y="286651"/>
                  </a:lnTo>
                  <a:lnTo>
                    <a:pt x="466979" y="323608"/>
                  </a:lnTo>
                  <a:lnTo>
                    <a:pt x="466979" y="472198"/>
                  </a:lnTo>
                  <a:lnTo>
                    <a:pt x="410464" y="472198"/>
                  </a:lnTo>
                  <a:lnTo>
                    <a:pt x="410464" y="435114"/>
                  </a:lnTo>
                  <a:lnTo>
                    <a:pt x="466979" y="435114"/>
                  </a:lnTo>
                  <a:lnTo>
                    <a:pt x="466979" y="422668"/>
                  </a:lnTo>
                  <a:lnTo>
                    <a:pt x="410464" y="422668"/>
                  </a:lnTo>
                  <a:lnTo>
                    <a:pt x="410464" y="385584"/>
                  </a:lnTo>
                  <a:lnTo>
                    <a:pt x="466979" y="385584"/>
                  </a:lnTo>
                  <a:lnTo>
                    <a:pt x="466979" y="373138"/>
                  </a:lnTo>
                  <a:lnTo>
                    <a:pt x="410464" y="373138"/>
                  </a:lnTo>
                  <a:lnTo>
                    <a:pt x="410464" y="336181"/>
                  </a:lnTo>
                  <a:lnTo>
                    <a:pt x="466979" y="336181"/>
                  </a:lnTo>
                  <a:lnTo>
                    <a:pt x="466979" y="323608"/>
                  </a:lnTo>
                  <a:lnTo>
                    <a:pt x="410464" y="323608"/>
                  </a:lnTo>
                  <a:lnTo>
                    <a:pt x="410464" y="286651"/>
                  </a:lnTo>
                  <a:lnTo>
                    <a:pt x="466979" y="286651"/>
                  </a:lnTo>
                  <a:lnTo>
                    <a:pt x="466979" y="274078"/>
                  </a:lnTo>
                  <a:lnTo>
                    <a:pt x="410464" y="274078"/>
                  </a:lnTo>
                  <a:lnTo>
                    <a:pt x="410464" y="237121"/>
                  </a:lnTo>
                  <a:lnTo>
                    <a:pt x="673608" y="237121"/>
                  </a:lnTo>
                  <a:lnTo>
                    <a:pt x="673608" y="224548"/>
                  </a:lnTo>
                  <a:lnTo>
                    <a:pt x="661543" y="224548"/>
                  </a:lnTo>
                  <a:lnTo>
                    <a:pt x="658291" y="213639"/>
                  </a:lnTo>
                  <a:lnTo>
                    <a:pt x="654735" y="209042"/>
                  </a:lnTo>
                  <a:lnTo>
                    <a:pt x="651408" y="204762"/>
                  </a:lnTo>
                  <a:lnTo>
                    <a:pt x="649097" y="203339"/>
                  </a:lnTo>
                  <a:lnTo>
                    <a:pt x="649097" y="224548"/>
                  </a:lnTo>
                  <a:lnTo>
                    <a:pt x="610997" y="224548"/>
                  </a:lnTo>
                  <a:lnTo>
                    <a:pt x="612521" y="215658"/>
                  </a:lnTo>
                  <a:lnTo>
                    <a:pt x="620522" y="209042"/>
                  </a:lnTo>
                  <a:lnTo>
                    <a:pt x="639572" y="209042"/>
                  </a:lnTo>
                  <a:lnTo>
                    <a:pt x="647573" y="215658"/>
                  </a:lnTo>
                  <a:lnTo>
                    <a:pt x="649097" y="224548"/>
                  </a:lnTo>
                  <a:lnTo>
                    <a:pt x="649097" y="203339"/>
                  </a:lnTo>
                  <a:lnTo>
                    <a:pt x="641718" y="198793"/>
                  </a:lnTo>
                  <a:lnTo>
                    <a:pt x="630047" y="196596"/>
                  </a:lnTo>
                  <a:lnTo>
                    <a:pt x="618655" y="198793"/>
                  </a:lnTo>
                  <a:lnTo>
                    <a:pt x="609053" y="204762"/>
                  </a:lnTo>
                  <a:lnTo>
                    <a:pt x="602068" y="213639"/>
                  </a:lnTo>
                  <a:lnTo>
                    <a:pt x="598551" y="224548"/>
                  </a:lnTo>
                  <a:lnTo>
                    <a:pt x="573024" y="224548"/>
                  </a:lnTo>
                  <a:lnTo>
                    <a:pt x="569772" y="213639"/>
                  </a:lnTo>
                  <a:lnTo>
                    <a:pt x="566216" y="209042"/>
                  </a:lnTo>
                  <a:lnTo>
                    <a:pt x="562889" y="204762"/>
                  </a:lnTo>
                  <a:lnTo>
                    <a:pt x="561086" y="203657"/>
                  </a:lnTo>
                  <a:lnTo>
                    <a:pt x="561086" y="224548"/>
                  </a:lnTo>
                  <a:lnTo>
                    <a:pt x="522478" y="224548"/>
                  </a:lnTo>
                  <a:lnTo>
                    <a:pt x="524510" y="215658"/>
                  </a:lnTo>
                  <a:lnTo>
                    <a:pt x="532003" y="209042"/>
                  </a:lnTo>
                  <a:lnTo>
                    <a:pt x="551053" y="209042"/>
                  </a:lnTo>
                  <a:lnTo>
                    <a:pt x="559054" y="215658"/>
                  </a:lnTo>
                  <a:lnTo>
                    <a:pt x="561086" y="224548"/>
                  </a:lnTo>
                  <a:lnTo>
                    <a:pt x="561086" y="203657"/>
                  </a:lnTo>
                  <a:lnTo>
                    <a:pt x="553199" y="198793"/>
                  </a:lnTo>
                  <a:lnTo>
                    <a:pt x="548195" y="197853"/>
                  </a:lnTo>
                  <a:lnTo>
                    <a:pt x="560273" y="193916"/>
                  </a:lnTo>
                  <a:lnTo>
                    <a:pt x="571436" y="184505"/>
                  </a:lnTo>
                  <a:lnTo>
                    <a:pt x="578358" y="171069"/>
                  </a:lnTo>
                  <a:lnTo>
                    <a:pt x="578700" y="166751"/>
                  </a:lnTo>
                  <a:lnTo>
                    <a:pt x="579539" y="156641"/>
                  </a:lnTo>
                  <a:lnTo>
                    <a:pt x="552196" y="123952"/>
                  </a:lnTo>
                  <a:lnTo>
                    <a:pt x="537133" y="122796"/>
                  </a:lnTo>
                  <a:lnTo>
                    <a:pt x="523265" y="127317"/>
                  </a:lnTo>
                  <a:lnTo>
                    <a:pt x="512114" y="136715"/>
                  </a:lnTo>
                  <a:lnTo>
                    <a:pt x="508190" y="144322"/>
                  </a:lnTo>
                  <a:lnTo>
                    <a:pt x="3556" y="0"/>
                  </a:lnTo>
                  <a:lnTo>
                    <a:pt x="0" y="12192"/>
                  </a:lnTo>
                  <a:lnTo>
                    <a:pt x="504659" y="156641"/>
                  </a:lnTo>
                  <a:lnTo>
                    <a:pt x="503961" y="165176"/>
                  </a:lnTo>
                  <a:lnTo>
                    <a:pt x="508457" y="179057"/>
                  </a:lnTo>
                  <a:lnTo>
                    <a:pt x="517829" y="190246"/>
                  </a:lnTo>
                  <a:lnTo>
                    <a:pt x="531241" y="197231"/>
                  </a:lnTo>
                  <a:lnTo>
                    <a:pt x="536168" y="197637"/>
                  </a:lnTo>
                  <a:lnTo>
                    <a:pt x="530148" y="198793"/>
                  </a:lnTo>
                  <a:lnTo>
                    <a:pt x="520598" y="204762"/>
                  </a:lnTo>
                  <a:lnTo>
                    <a:pt x="513765" y="213639"/>
                  </a:lnTo>
                  <a:lnTo>
                    <a:pt x="510540" y="224548"/>
                  </a:lnTo>
                  <a:lnTo>
                    <a:pt x="484505" y="224548"/>
                  </a:lnTo>
                  <a:lnTo>
                    <a:pt x="481266" y="213639"/>
                  </a:lnTo>
                  <a:lnTo>
                    <a:pt x="477735" y="209042"/>
                  </a:lnTo>
                  <a:lnTo>
                    <a:pt x="474433" y="204762"/>
                  </a:lnTo>
                  <a:lnTo>
                    <a:pt x="472567" y="203606"/>
                  </a:lnTo>
                  <a:lnTo>
                    <a:pt x="472567" y="224548"/>
                  </a:lnTo>
                  <a:lnTo>
                    <a:pt x="433959" y="224548"/>
                  </a:lnTo>
                  <a:lnTo>
                    <a:pt x="435991" y="215658"/>
                  </a:lnTo>
                  <a:lnTo>
                    <a:pt x="443992" y="209042"/>
                  </a:lnTo>
                  <a:lnTo>
                    <a:pt x="463042" y="209042"/>
                  </a:lnTo>
                  <a:lnTo>
                    <a:pt x="470535" y="215658"/>
                  </a:lnTo>
                  <a:lnTo>
                    <a:pt x="472567" y="224548"/>
                  </a:lnTo>
                  <a:lnTo>
                    <a:pt x="472567" y="203606"/>
                  </a:lnTo>
                  <a:lnTo>
                    <a:pt x="464883" y="198793"/>
                  </a:lnTo>
                  <a:lnTo>
                    <a:pt x="453517" y="196596"/>
                  </a:lnTo>
                  <a:lnTo>
                    <a:pt x="441833" y="198793"/>
                  </a:lnTo>
                  <a:lnTo>
                    <a:pt x="432142" y="204762"/>
                  </a:lnTo>
                  <a:lnTo>
                    <a:pt x="425259" y="213639"/>
                  </a:lnTo>
                  <a:lnTo>
                    <a:pt x="422021" y="224548"/>
                  </a:lnTo>
                  <a:lnTo>
                    <a:pt x="398018" y="224548"/>
                  </a:lnTo>
                  <a:lnTo>
                    <a:pt x="398018" y="484644"/>
                  </a:lnTo>
                  <a:lnTo>
                    <a:pt x="686054" y="484644"/>
                  </a:lnTo>
                  <a:lnTo>
                    <a:pt x="686054" y="472198"/>
                  </a:lnTo>
                  <a:lnTo>
                    <a:pt x="686054" y="435114"/>
                  </a:lnTo>
                  <a:lnTo>
                    <a:pt x="686054" y="237121"/>
                  </a:lnTo>
                  <a:lnTo>
                    <a:pt x="686054" y="224548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0" name="object 170"/>
          <p:cNvSpPr txBox="1"/>
          <p:nvPr/>
        </p:nvSpPr>
        <p:spPr>
          <a:xfrm>
            <a:off x="10235945" y="2535173"/>
            <a:ext cx="5289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Arial"/>
                <a:cs typeface="Arial"/>
              </a:rPr>
              <a:t>Car</a:t>
            </a:r>
            <a:r>
              <a:rPr dirty="0" sz="900" spc="-10">
                <a:latin typeface="Arial"/>
                <a:cs typeface="Arial"/>
              </a:rPr>
              <a:t> rental</a:t>
            </a:r>
            <a:endParaRPr sz="900">
              <a:latin typeface="Arial"/>
              <a:cs typeface="Arial"/>
            </a:endParaRPr>
          </a:p>
        </p:txBody>
      </p:sp>
      <p:sp>
        <p:nvSpPr>
          <p:cNvPr id="171" name="object 171"/>
          <p:cNvSpPr txBox="1"/>
          <p:nvPr/>
        </p:nvSpPr>
        <p:spPr>
          <a:xfrm>
            <a:off x="10235945" y="2672334"/>
            <a:ext cx="8013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Arial"/>
                <a:cs typeface="Arial"/>
              </a:rPr>
              <a:t>during</a:t>
            </a:r>
            <a:r>
              <a:rPr dirty="0" sz="900" spc="-4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vacation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72" name="object 172"/>
          <p:cNvGrpSpPr/>
          <p:nvPr/>
        </p:nvGrpSpPr>
        <p:grpSpPr>
          <a:xfrm>
            <a:off x="6598919" y="2546604"/>
            <a:ext cx="4438015" cy="990600"/>
            <a:chOff x="6598919" y="2546604"/>
            <a:chExt cx="4438015" cy="990600"/>
          </a:xfrm>
        </p:grpSpPr>
        <p:sp>
          <p:nvSpPr>
            <p:cNvPr id="173" name="object 173"/>
            <p:cNvSpPr/>
            <p:nvPr/>
          </p:nvSpPr>
          <p:spPr>
            <a:xfrm>
              <a:off x="10248899" y="2860548"/>
              <a:ext cx="781685" cy="0"/>
            </a:xfrm>
            <a:custGeom>
              <a:avLst/>
              <a:gdLst/>
              <a:ahLst/>
              <a:cxnLst/>
              <a:rect l="l" t="t" r="r" b="b"/>
              <a:pathLst>
                <a:path w="781684" h="0">
                  <a:moveTo>
                    <a:pt x="0" y="0"/>
                  </a:moveTo>
                  <a:lnTo>
                    <a:pt x="781177" y="0"/>
                  </a:lnTo>
                </a:path>
              </a:pathLst>
            </a:custGeom>
            <a:ln w="12700">
              <a:solidFill>
                <a:srgbClr val="A2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10165080" y="2854197"/>
              <a:ext cx="767080" cy="682625"/>
            </a:xfrm>
            <a:custGeom>
              <a:avLst/>
              <a:gdLst/>
              <a:ahLst/>
              <a:cxnLst/>
              <a:rect l="l" t="t" r="r" b="b"/>
              <a:pathLst>
                <a:path w="767079" h="682625">
                  <a:moveTo>
                    <a:pt x="766699" y="644525"/>
                  </a:moveTo>
                  <a:lnTo>
                    <a:pt x="763765" y="629678"/>
                  </a:lnTo>
                  <a:lnTo>
                    <a:pt x="755611" y="617562"/>
                  </a:lnTo>
                  <a:lnTo>
                    <a:pt x="743508" y="609371"/>
                  </a:lnTo>
                  <a:lnTo>
                    <a:pt x="735012" y="607606"/>
                  </a:lnTo>
                  <a:lnTo>
                    <a:pt x="734936" y="644525"/>
                  </a:lnTo>
                  <a:lnTo>
                    <a:pt x="734949" y="607606"/>
                  </a:lnTo>
                  <a:lnTo>
                    <a:pt x="734949" y="606298"/>
                  </a:lnTo>
                  <a:lnTo>
                    <a:pt x="735063" y="12700"/>
                  </a:lnTo>
                  <a:lnTo>
                    <a:pt x="735063" y="6350"/>
                  </a:lnTo>
                  <a:lnTo>
                    <a:pt x="735076" y="2794"/>
                  </a:lnTo>
                  <a:lnTo>
                    <a:pt x="732155" y="0"/>
                  </a:lnTo>
                  <a:lnTo>
                    <a:pt x="473964" y="0"/>
                  </a:lnTo>
                  <a:lnTo>
                    <a:pt x="473964" y="6350"/>
                  </a:lnTo>
                  <a:lnTo>
                    <a:pt x="467360" y="6350"/>
                  </a:lnTo>
                  <a:lnTo>
                    <a:pt x="467360" y="144272"/>
                  </a:lnTo>
                  <a:lnTo>
                    <a:pt x="74904" y="144272"/>
                  </a:lnTo>
                  <a:lnTo>
                    <a:pt x="73202" y="135839"/>
                  </a:lnTo>
                  <a:lnTo>
                    <a:pt x="65049" y="123723"/>
                  </a:lnTo>
                  <a:lnTo>
                    <a:pt x="52946" y="115531"/>
                  </a:lnTo>
                  <a:lnTo>
                    <a:pt x="38100" y="112522"/>
                  </a:lnTo>
                  <a:lnTo>
                    <a:pt x="23241" y="115531"/>
                  </a:lnTo>
                  <a:lnTo>
                    <a:pt x="11137" y="123723"/>
                  </a:lnTo>
                  <a:lnTo>
                    <a:pt x="2984" y="135839"/>
                  </a:lnTo>
                  <a:lnTo>
                    <a:pt x="0" y="150622"/>
                  </a:lnTo>
                  <a:lnTo>
                    <a:pt x="2984" y="165481"/>
                  </a:lnTo>
                  <a:lnTo>
                    <a:pt x="11137" y="177584"/>
                  </a:lnTo>
                  <a:lnTo>
                    <a:pt x="23241" y="185737"/>
                  </a:lnTo>
                  <a:lnTo>
                    <a:pt x="38100" y="188722"/>
                  </a:lnTo>
                  <a:lnTo>
                    <a:pt x="52946" y="185737"/>
                  </a:lnTo>
                  <a:lnTo>
                    <a:pt x="65049" y="177584"/>
                  </a:lnTo>
                  <a:lnTo>
                    <a:pt x="73202" y="165481"/>
                  </a:lnTo>
                  <a:lnTo>
                    <a:pt x="74917" y="156972"/>
                  </a:lnTo>
                  <a:lnTo>
                    <a:pt x="477266" y="156972"/>
                  </a:lnTo>
                  <a:lnTo>
                    <a:pt x="480060" y="154178"/>
                  </a:lnTo>
                  <a:lnTo>
                    <a:pt x="480060" y="150622"/>
                  </a:lnTo>
                  <a:lnTo>
                    <a:pt x="480060" y="144272"/>
                  </a:lnTo>
                  <a:lnTo>
                    <a:pt x="480060" y="12700"/>
                  </a:lnTo>
                  <a:lnTo>
                    <a:pt x="722363" y="12700"/>
                  </a:lnTo>
                  <a:lnTo>
                    <a:pt x="722249" y="607606"/>
                  </a:lnTo>
                  <a:lnTo>
                    <a:pt x="713511" y="609371"/>
                  </a:lnTo>
                  <a:lnTo>
                    <a:pt x="713765" y="609371"/>
                  </a:lnTo>
                  <a:lnTo>
                    <a:pt x="701675" y="617562"/>
                  </a:lnTo>
                  <a:lnTo>
                    <a:pt x="693534" y="629678"/>
                  </a:lnTo>
                  <a:lnTo>
                    <a:pt x="690524" y="644525"/>
                  </a:lnTo>
                  <a:lnTo>
                    <a:pt x="693547" y="659320"/>
                  </a:lnTo>
                  <a:lnTo>
                    <a:pt x="701776" y="671423"/>
                  </a:lnTo>
                  <a:lnTo>
                    <a:pt x="713879" y="679577"/>
                  </a:lnTo>
                  <a:lnTo>
                    <a:pt x="714070" y="679577"/>
                  </a:lnTo>
                  <a:lnTo>
                    <a:pt x="728599" y="682498"/>
                  </a:lnTo>
                  <a:lnTo>
                    <a:pt x="743445" y="679577"/>
                  </a:lnTo>
                  <a:lnTo>
                    <a:pt x="755548" y="671423"/>
                  </a:lnTo>
                  <a:lnTo>
                    <a:pt x="763701" y="659320"/>
                  </a:lnTo>
                  <a:lnTo>
                    <a:pt x="766699" y="644525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6598919" y="2546604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4">
                  <a:moveTo>
                    <a:pt x="359664" y="0"/>
                  </a:moveTo>
                  <a:lnTo>
                    <a:pt x="0" y="0"/>
                  </a:lnTo>
                  <a:lnTo>
                    <a:pt x="0" y="359663"/>
                  </a:lnTo>
                  <a:lnTo>
                    <a:pt x="359664" y="359663"/>
                  </a:lnTo>
                  <a:lnTo>
                    <a:pt x="359664" y="0"/>
                  </a:lnTo>
                  <a:close/>
                </a:path>
              </a:pathLst>
            </a:custGeom>
            <a:solidFill>
              <a:srgbClr val="F1F1F1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/>
            <p:cNvSpPr/>
            <p:nvPr/>
          </p:nvSpPr>
          <p:spPr>
            <a:xfrm>
              <a:off x="6635496" y="2583179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106680" y="60960"/>
                  </a:moveTo>
                  <a:lnTo>
                    <a:pt x="104648" y="51371"/>
                  </a:lnTo>
                  <a:lnTo>
                    <a:pt x="102844" y="48768"/>
                  </a:lnTo>
                  <a:lnTo>
                    <a:pt x="99288" y="43624"/>
                  </a:lnTo>
                  <a:lnTo>
                    <a:pt x="94869" y="40614"/>
                  </a:lnTo>
                  <a:lnTo>
                    <a:pt x="94869" y="54864"/>
                  </a:lnTo>
                  <a:lnTo>
                    <a:pt x="94869" y="68580"/>
                  </a:lnTo>
                  <a:lnTo>
                    <a:pt x="88900" y="74676"/>
                  </a:lnTo>
                  <a:lnTo>
                    <a:pt x="75692" y="74676"/>
                  </a:lnTo>
                  <a:lnTo>
                    <a:pt x="71247" y="68580"/>
                  </a:lnTo>
                  <a:lnTo>
                    <a:pt x="71247" y="54864"/>
                  </a:lnTo>
                  <a:lnTo>
                    <a:pt x="75692" y="48768"/>
                  </a:lnTo>
                  <a:lnTo>
                    <a:pt x="88900" y="48768"/>
                  </a:lnTo>
                  <a:lnTo>
                    <a:pt x="94869" y="54864"/>
                  </a:lnTo>
                  <a:lnTo>
                    <a:pt x="94869" y="40614"/>
                  </a:lnTo>
                  <a:lnTo>
                    <a:pt x="91719" y="38468"/>
                  </a:lnTo>
                  <a:lnTo>
                    <a:pt x="83058" y="36576"/>
                  </a:lnTo>
                  <a:lnTo>
                    <a:pt x="73736" y="38468"/>
                  </a:lnTo>
                  <a:lnTo>
                    <a:pt x="66243" y="43624"/>
                  </a:lnTo>
                  <a:lnTo>
                    <a:pt x="61239" y="51371"/>
                  </a:lnTo>
                  <a:lnTo>
                    <a:pt x="59436" y="60960"/>
                  </a:lnTo>
                  <a:lnTo>
                    <a:pt x="61239" y="70802"/>
                  </a:lnTo>
                  <a:lnTo>
                    <a:pt x="66243" y="79057"/>
                  </a:lnTo>
                  <a:lnTo>
                    <a:pt x="73736" y="84759"/>
                  </a:lnTo>
                  <a:lnTo>
                    <a:pt x="83058" y="86868"/>
                  </a:lnTo>
                  <a:lnTo>
                    <a:pt x="91719" y="84759"/>
                  </a:lnTo>
                  <a:lnTo>
                    <a:pt x="99288" y="79057"/>
                  </a:lnTo>
                  <a:lnTo>
                    <a:pt x="102133" y="74676"/>
                  </a:lnTo>
                  <a:lnTo>
                    <a:pt x="104648" y="70802"/>
                  </a:lnTo>
                  <a:lnTo>
                    <a:pt x="106680" y="60960"/>
                  </a:lnTo>
                  <a:close/>
                </a:path>
                <a:path w="288290" h="288289">
                  <a:moveTo>
                    <a:pt x="230124" y="60960"/>
                  </a:moveTo>
                  <a:lnTo>
                    <a:pt x="228257" y="51371"/>
                  </a:lnTo>
                  <a:lnTo>
                    <a:pt x="226580" y="48768"/>
                  </a:lnTo>
                  <a:lnTo>
                    <a:pt x="223266" y="43624"/>
                  </a:lnTo>
                  <a:lnTo>
                    <a:pt x="219456" y="40932"/>
                  </a:lnTo>
                  <a:lnTo>
                    <a:pt x="219456" y="54864"/>
                  </a:lnTo>
                  <a:lnTo>
                    <a:pt x="219456" y="68580"/>
                  </a:lnTo>
                  <a:lnTo>
                    <a:pt x="213360" y="74676"/>
                  </a:lnTo>
                  <a:lnTo>
                    <a:pt x="199644" y="74676"/>
                  </a:lnTo>
                  <a:lnTo>
                    <a:pt x="193548" y="68580"/>
                  </a:lnTo>
                  <a:lnTo>
                    <a:pt x="193548" y="54864"/>
                  </a:lnTo>
                  <a:lnTo>
                    <a:pt x="199644" y="48768"/>
                  </a:lnTo>
                  <a:lnTo>
                    <a:pt x="213360" y="48768"/>
                  </a:lnTo>
                  <a:lnTo>
                    <a:pt x="219456" y="54864"/>
                  </a:lnTo>
                  <a:lnTo>
                    <a:pt x="219456" y="40932"/>
                  </a:lnTo>
                  <a:lnTo>
                    <a:pt x="215976" y="38468"/>
                  </a:lnTo>
                  <a:lnTo>
                    <a:pt x="207264" y="36576"/>
                  </a:lnTo>
                  <a:lnTo>
                    <a:pt x="197421" y="38468"/>
                  </a:lnTo>
                  <a:lnTo>
                    <a:pt x="189166" y="43624"/>
                  </a:lnTo>
                  <a:lnTo>
                    <a:pt x="183464" y="51371"/>
                  </a:lnTo>
                  <a:lnTo>
                    <a:pt x="181356" y="60960"/>
                  </a:lnTo>
                  <a:lnTo>
                    <a:pt x="183464" y="70802"/>
                  </a:lnTo>
                  <a:lnTo>
                    <a:pt x="189166" y="79057"/>
                  </a:lnTo>
                  <a:lnTo>
                    <a:pt x="197421" y="84759"/>
                  </a:lnTo>
                  <a:lnTo>
                    <a:pt x="207264" y="86868"/>
                  </a:lnTo>
                  <a:lnTo>
                    <a:pt x="215976" y="84759"/>
                  </a:lnTo>
                  <a:lnTo>
                    <a:pt x="223266" y="79057"/>
                  </a:lnTo>
                  <a:lnTo>
                    <a:pt x="225907" y="74676"/>
                  </a:lnTo>
                  <a:lnTo>
                    <a:pt x="228257" y="70802"/>
                  </a:lnTo>
                  <a:lnTo>
                    <a:pt x="230124" y="60960"/>
                  </a:lnTo>
                  <a:close/>
                </a:path>
                <a:path w="288290" h="288289">
                  <a:moveTo>
                    <a:pt x="288036" y="0"/>
                  </a:moveTo>
                  <a:lnTo>
                    <a:pt x="275971" y="0"/>
                  </a:lnTo>
                  <a:lnTo>
                    <a:pt x="275971" y="11938"/>
                  </a:lnTo>
                  <a:lnTo>
                    <a:pt x="275971" y="276098"/>
                  </a:lnTo>
                  <a:lnTo>
                    <a:pt x="229489" y="276098"/>
                  </a:lnTo>
                  <a:lnTo>
                    <a:pt x="229489" y="199517"/>
                  </a:lnTo>
                  <a:lnTo>
                    <a:pt x="249047" y="199517"/>
                  </a:lnTo>
                  <a:lnTo>
                    <a:pt x="249047" y="123063"/>
                  </a:lnTo>
                  <a:lnTo>
                    <a:pt x="246951" y="113347"/>
                  </a:lnTo>
                  <a:lnTo>
                    <a:pt x="244271" y="109474"/>
                  </a:lnTo>
                  <a:lnTo>
                    <a:pt x="241325" y="105206"/>
                  </a:lnTo>
                  <a:lnTo>
                    <a:pt x="233184" y="99618"/>
                  </a:lnTo>
                  <a:lnTo>
                    <a:pt x="223520" y="97536"/>
                  </a:lnTo>
                  <a:lnTo>
                    <a:pt x="181483" y="97536"/>
                  </a:lnTo>
                  <a:lnTo>
                    <a:pt x="173990" y="100457"/>
                  </a:lnTo>
                  <a:lnTo>
                    <a:pt x="169545" y="106553"/>
                  </a:lnTo>
                  <a:lnTo>
                    <a:pt x="178562" y="114046"/>
                  </a:lnTo>
                  <a:lnTo>
                    <a:pt x="181483" y="110998"/>
                  </a:lnTo>
                  <a:lnTo>
                    <a:pt x="184531" y="109474"/>
                  </a:lnTo>
                  <a:lnTo>
                    <a:pt x="231013" y="109474"/>
                  </a:lnTo>
                  <a:lnTo>
                    <a:pt x="236982" y="115570"/>
                  </a:lnTo>
                  <a:lnTo>
                    <a:pt x="236982" y="187579"/>
                  </a:lnTo>
                  <a:lnTo>
                    <a:pt x="219075" y="187579"/>
                  </a:lnTo>
                  <a:lnTo>
                    <a:pt x="219075" y="276098"/>
                  </a:lnTo>
                  <a:lnTo>
                    <a:pt x="193548" y="276098"/>
                  </a:lnTo>
                  <a:lnTo>
                    <a:pt x="193548" y="199517"/>
                  </a:lnTo>
                  <a:lnTo>
                    <a:pt x="193548" y="187579"/>
                  </a:lnTo>
                  <a:lnTo>
                    <a:pt x="116967" y="187579"/>
                  </a:lnTo>
                  <a:lnTo>
                    <a:pt x="133477" y="171069"/>
                  </a:lnTo>
                  <a:lnTo>
                    <a:pt x="124460" y="162052"/>
                  </a:lnTo>
                  <a:lnTo>
                    <a:pt x="92964" y="193548"/>
                  </a:lnTo>
                  <a:lnTo>
                    <a:pt x="124460" y="223520"/>
                  </a:lnTo>
                  <a:lnTo>
                    <a:pt x="133477" y="216027"/>
                  </a:lnTo>
                  <a:lnTo>
                    <a:pt x="116967" y="199517"/>
                  </a:lnTo>
                  <a:lnTo>
                    <a:pt x="181483" y="199517"/>
                  </a:lnTo>
                  <a:lnTo>
                    <a:pt x="181483" y="276098"/>
                  </a:lnTo>
                  <a:lnTo>
                    <a:pt x="106553" y="276098"/>
                  </a:lnTo>
                  <a:lnTo>
                    <a:pt x="106553" y="219075"/>
                  </a:lnTo>
                  <a:lnTo>
                    <a:pt x="94488" y="208534"/>
                  </a:lnTo>
                  <a:lnTo>
                    <a:pt x="94488" y="276098"/>
                  </a:lnTo>
                  <a:lnTo>
                    <a:pt x="70485" y="276098"/>
                  </a:lnTo>
                  <a:lnTo>
                    <a:pt x="70485" y="187579"/>
                  </a:lnTo>
                  <a:lnTo>
                    <a:pt x="51054" y="187579"/>
                  </a:lnTo>
                  <a:lnTo>
                    <a:pt x="51054" y="115570"/>
                  </a:lnTo>
                  <a:lnTo>
                    <a:pt x="57023" y="109474"/>
                  </a:lnTo>
                  <a:lnTo>
                    <a:pt x="106553" y="109474"/>
                  </a:lnTo>
                  <a:lnTo>
                    <a:pt x="114046" y="115570"/>
                  </a:lnTo>
                  <a:lnTo>
                    <a:pt x="114046" y="148463"/>
                  </a:lnTo>
                  <a:lnTo>
                    <a:pt x="171069" y="148463"/>
                  </a:lnTo>
                  <a:lnTo>
                    <a:pt x="155956" y="164973"/>
                  </a:lnTo>
                  <a:lnTo>
                    <a:pt x="163576" y="172466"/>
                  </a:lnTo>
                  <a:lnTo>
                    <a:pt x="193548" y="142494"/>
                  </a:lnTo>
                  <a:lnTo>
                    <a:pt x="187579" y="136525"/>
                  </a:lnTo>
                  <a:lnTo>
                    <a:pt x="163576" y="112522"/>
                  </a:lnTo>
                  <a:lnTo>
                    <a:pt x="155956" y="120015"/>
                  </a:lnTo>
                  <a:lnTo>
                    <a:pt x="171069" y="136525"/>
                  </a:lnTo>
                  <a:lnTo>
                    <a:pt x="124460" y="136525"/>
                  </a:lnTo>
                  <a:lnTo>
                    <a:pt x="124460" y="123063"/>
                  </a:lnTo>
                  <a:lnTo>
                    <a:pt x="122593" y="113347"/>
                  </a:lnTo>
                  <a:lnTo>
                    <a:pt x="120116" y="109474"/>
                  </a:lnTo>
                  <a:lnTo>
                    <a:pt x="117373" y="105206"/>
                  </a:lnTo>
                  <a:lnTo>
                    <a:pt x="109347" y="99618"/>
                  </a:lnTo>
                  <a:lnTo>
                    <a:pt x="99060" y="97536"/>
                  </a:lnTo>
                  <a:lnTo>
                    <a:pt x="64516" y="97536"/>
                  </a:lnTo>
                  <a:lnTo>
                    <a:pt x="54838" y="99618"/>
                  </a:lnTo>
                  <a:lnTo>
                    <a:pt x="46697" y="105206"/>
                  </a:lnTo>
                  <a:lnTo>
                    <a:pt x="41084" y="113347"/>
                  </a:lnTo>
                  <a:lnTo>
                    <a:pt x="38989" y="123063"/>
                  </a:lnTo>
                  <a:lnTo>
                    <a:pt x="38989" y="199517"/>
                  </a:lnTo>
                  <a:lnTo>
                    <a:pt x="58547" y="199517"/>
                  </a:lnTo>
                  <a:lnTo>
                    <a:pt x="58547" y="276098"/>
                  </a:lnTo>
                  <a:lnTo>
                    <a:pt x="11938" y="276098"/>
                  </a:lnTo>
                  <a:lnTo>
                    <a:pt x="11938" y="11938"/>
                  </a:lnTo>
                  <a:lnTo>
                    <a:pt x="275971" y="11938"/>
                  </a:lnTo>
                  <a:lnTo>
                    <a:pt x="275971" y="0"/>
                  </a:lnTo>
                  <a:lnTo>
                    <a:pt x="0" y="0"/>
                  </a:lnTo>
                  <a:lnTo>
                    <a:pt x="0" y="288036"/>
                  </a:lnTo>
                  <a:lnTo>
                    <a:pt x="288036" y="288036"/>
                  </a:lnTo>
                  <a:lnTo>
                    <a:pt x="288036" y="276098"/>
                  </a:lnTo>
                  <a:lnTo>
                    <a:pt x="288036" y="11938"/>
                  </a:lnTo>
                  <a:lnTo>
                    <a:pt x="288036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7" name="object 17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600189" y="2868168"/>
              <a:ext cx="216661" cy="141859"/>
            </a:xfrm>
            <a:prstGeom prst="rect">
              <a:avLst/>
            </a:prstGeom>
          </p:spPr>
        </p:pic>
      </p:grpSp>
      <p:sp>
        <p:nvSpPr>
          <p:cNvPr id="178" name="object 178"/>
          <p:cNvSpPr txBox="1"/>
          <p:nvPr/>
        </p:nvSpPr>
        <p:spPr>
          <a:xfrm>
            <a:off x="5031104" y="3031363"/>
            <a:ext cx="92964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Arial"/>
                <a:cs typeface="Arial"/>
              </a:rPr>
              <a:t>Residual</a:t>
            </a:r>
            <a:r>
              <a:rPr dirty="0" sz="900" spc="-3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value </a:t>
            </a:r>
            <a:r>
              <a:rPr dirty="0" sz="900">
                <a:latin typeface="Arial"/>
                <a:cs typeface="Arial"/>
              </a:rPr>
              <a:t>optimal:</a:t>
            </a:r>
            <a:r>
              <a:rPr dirty="0" sz="900" spc="-4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customer </a:t>
            </a:r>
            <a:r>
              <a:rPr dirty="0" sz="900">
                <a:latin typeface="Arial"/>
                <a:cs typeface="Arial"/>
              </a:rPr>
              <a:t>offered</a:t>
            </a:r>
            <a:r>
              <a:rPr dirty="0" sz="900" spc="-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to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trade </a:t>
            </a:r>
            <a:r>
              <a:rPr dirty="0" sz="900" spc="-20">
                <a:latin typeface="Arial"/>
                <a:cs typeface="Arial"/>
              </a:rPr>
              <a:t>cars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79" name="object 179"/>
          <p:cNvGrpSpPr/>
          <p:nvPr/>
        </p:nvGrpSpPr>
        <p:grpSpPr>
          <a:xfrm>
            <a:off x="5036565" y="2546604"/>
            <a:ext cx="4273550" cy="1022350"/>
            <a:chOff x="5036565" y="2546604"/>
            <a:chExt cx="4273550" cy="1022350"/>
          </a:xfrm>
        </p:grpSpPr>
        <p:sp>
          <p:nvSpPr>
            <p:cNvPr id="180" name="object 180"/>
            <p:cNvSpPr/>
            <p:nvPr/>
          </p:nvSpPr>
          <p:spPr>
            <a:xfrm>
              <a:off x="5042915" y="3009900"/>
              <a:ext cx="907415" cy="0"/>
            </a:xfrm>
            <a:custGeom>
              <a:avLst/>
              <a:gdLst/>
              <a:ahLst/>
              <a:cxnLst/>
              <a:rect l="l" t="t" r="r" b="b"/>
              <a:pathLst>
                <a:path w="907414" h="0">
                  <a:moveTo>
                    <a:pt x="907161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A2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/>
            <p:cNvSpPr/>
            <p:nvPr/>
          </p:nvSpPr>
          <p:spPr>
            <a:xfrm>
              <a:off x="5155691" y="2546604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4">
                  <a:moveTo>
                    <a:pt x="359663" y="0"/>
                  </a:moveTo>
                  <a:lnTo>
                    <a:pt x="0" y="0"/>
                  </a:lnTo>
                  <a:lnTo>
                    <a:pt x="0" y="359663"/>
                  </a:lnTo>
                  <a:lnTo>
                    <a:pt x="359663" y="359663"/>
                  </a:lnTo>
                  <a:lnTo>
                    <a:pt x="359663" y="0"/>
                  </a:lnTo>
                  <a:close/>
                </a:path>
              </a:pathLst>
            </a:custGeom>
            <a:solidFill>
              <a:srgbClr val="DEDEDE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2" name="object 18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297423" y="2868168"/>
              <a:ext cx="206121" cy="141859"/>
            </a:xfrm>
            <a:prstGeom prst="rect">
              <a:avLst/>
            </a:prstGeom>
          </p:spPr>
        </p:pic>
        <p:sp>
          <p:nvSpPr>
            <p:cNvPr id="183" name="object 183"/>
            <p:cNvSpPr/>
            <p:nvPr/>
          </p:nvSpPr>
          <p:spPr>
            <a:xfrm>
              <a:off x="5192268" y="2583179"/>
              <a:ext cx="2976245" cy="986155"/>
            </a:xfrm>
            <a:custGeom>
              <a:avLst/>
              <a:gdLst/>
              <a:ahLst/>
              <a:cxnLst/>
              <a:rect l="l" t="t" r="r" b="b"/>
              <a:pathLst>
                <a:path w="2976245" h="986154">
                  <a:moveTo>
                    <a:pt x="67945" y="138176"/>
                  </a:moveTo>
                  <a:lnTo>
                    <a:pt x="35814" y="138176"/>
                  </a:lnTo>
                  <a:lnTo>
                    <a:pt x="35814" y="150114"/>
                  </a:lnTo>
                  <a:lnTo>
                    <a:pt x="67945" y="150114"/>
                  </a:lnTo>
                  <a:lnTo>
                    <a:pt x="67945" y="138176"/>
                  </a:lnTo>
                  <a:close/>
                </a:path>
                <a:path w="2976245" h="986154">
                  <a:moveTo>
                    <a:pt x="127381" y="88011"/>
                  </a:moveTo>
                  <a:lnTo>
                    <a:pt x="107937" y="68453"/>
                  </a:lnTo>
                  <a:lnTo>
                    <a:pt x="85217" y="45593"/>
                  </a:lnTo>
                  <a:lnTo>
                    <a:pt x="43053" y="88011"/>
                  </a:lnTo>
                  <a:lnTo>
                    <a:pt x="51308" y="96520"/>
                  </a:lnTo>
                  <a:lnTo>
                    <a:pt x="79121" y="68453"/>
                  </a:lnTo>
                  <a:lnTo>
                    <a:pt x="79121" y="234061"/>
                  </a:lnTo>
                  <a:lnTo>
                    <a:pt x="91059" y="234061"/>
                  </a:lnTo>
                  <a:lnTo>
                    <a:pt x="91059" y="68453"/>
                  </a:lnTo>
                  <a:lnTo>
                    <a:pt x="118999" y="96520"/>
                  </a:lnTo>
                  <a:lnTo>
                    <a:pt x="127381" y="88011"/>
                  </a:lnTo>
                  <a:close/>
                </a:path>
                <a:path w="2976245" h="986154">
                  <a:moveTo>
                    <a:pt x="183769" y="138176"/>
                  </a:moveTo>
                  <a:lnTo>
                    <a:pt x="102616" y="138176"/>
                  </a:lnTo>
                  <a:lnTo>
                    <a:pt x="102616" y="150114"/>
                  </a:lnTo>
                  <a:lnTo>
                    <a:pt x="183769" y="150114"/>
                  </a:lnTo>
                  <a:lnTo>
                    <a:pt x="183769" y="138176"/>
                  </a:lnTo>
                  <a:close/>
                </a:path>
                <a:path w="2976245" h="986154">
                  <a:moveTo>
                    <a:pt x="243586" y="200152"/>
                  </a:moveTo>
                  <a:lnTo>
                    <a:pt x="235318" y="191643"/>
                  </a:lnTo>
                  <a:lnTo>
                    <a:pt x="235077" y="191643"/>
                  </a:lnTo>
                  <a:lnTo>
                    <a:pt x="207391" y="219583"/>
                  </a:lnTo>
                  <a:lnTo>
                    <a:pt x="207391" y="53975"/>
                  </a:lnTo>
                  <a:lnTo>
                    <a:pt x="195453" y="53975"/>
                  </a:lnTo>
                  <a:lnTo>
                    <a:pt x="195453" y="219583"/>
                  </a:lnTo>
                  <a:lnTo>
                    <a:pt x="167513" y="191643"/>
                  </a:lnTo>
                  <a:lnTo>
                    <a:pt x="159131" y="200152"/>
                  </a:lnTo>
                  <a:lnTo>
                    <a:pt x="201295" y="242570"/>
                  </a:lnTo>
                  <a:lnTo>
                    <a:pt x="224205" y="219583"/>
                  </a:lnTo>
                  <a:lnTo>
                    <a:pt x="243586" y="200152"/>
                  </a:lnTo>
                  <a:close/>
                </a:path>
                <a:path w="2976245" h="986154">
                  <a:moveTo>
                    <a:pt x="250698" y="138176"/>
                  </a:moveTo>
                  <a:lnTo>
                    <a:pt x="218821" y="138176"/>
                  </a:lnTo>
                  <a:lnTo>
                    <a:pt x="218821" y="150114"/>
                  </a:lnTo>
                  <a:lnTo>
                    <a:pt x="250698" y="150114"/>
                  </a:lnTo>
                  <a:lnTo>
                    <a:pt x="250698" y="138176"/>
                  </a:lnTo>
                  <a:close/>
                </a:path>
                <a:path w="2976245" h="986154">
                  <a:moveTo>
                    <a:pt x="286512" y="0"/>
                  </a:moveTo>
                  <a:lnTo>
                    <a:pt x="274320" y="0"/>
                  </a:lnTo>
                  <a:lnTo>
                    <a:pt x="274320" y="12319"/>
                  </a:lnTo>
                  <a:lnTo>
                    <a:pt x="274320" y="275717"/>
                  </a:lnTo>
                  <a:lnTo>
                    <a:pt x="12192" y="275717"/>
                  </a:lnTo>
                  <a:lnTo>
                    <a:pt x="12192" y="12319"/>
                  </a:lnTo>
                  <a:lnTo>
                    <a:pt x="274320" y="12319"/>
                  </a:lnTo>
                  <a:lnTo>
                    <a:pt x="274320" y="0"/>
                  </a:lnTo>
                  <a:lnTo>
                    <a:pt x="0" y="0"/>
                  </a:lnTo>
                  <a:lnTo>
                    <a:pt x="0" y="288036"/>
                  </a:lnTo>
                  <a:lnTo>
                    <a:pt x="286512" y="288036"/>
                  </a:lnTo>
                  <a:lnTo>
                    <a:pt x="286512" y="275717"/>
                  </a:lnTo>
                  <a:lnTo>
                    <a:pt x="286512" y="12319"/>
                  </a:lnTo>
                  <a:lnTo>
                    <a:pt x="286512" y="0"/>
                  </a:lnTo>
                  <a:close/>
                </a:path>
                <a:path w="2976245" h="986154">
                  <a:moveTo>
                    <a:pt x="2975864" y="947547"/>
                  </a:moveTo>
                  <a:lnTo>
                    <a:pt x="2972866" y="932764"/>
                  </a:lnTo>
                  <a:lnTo>
                    <a:pt x="2964713" y="920648"/>
                  </a:lnTo>
                  <a:lnTo>
                    <a:pt x="2952610" y="912456"/>
                  </a:lnTo>
                  <a:lnTo>
                    <a:pt x="2944114" y="910742"/>
                  </a:lnTo>
                  <a:lnTo>
                    <a:pt x="2944114" y="909447"/>
                  </a:lnTo>
                  <a:lnTo>
                    <a:pt x="2944114" y="800862"/>
                  </a:lnTo>
                  <a:lnTo>
                    <a:pt x="2944114" y="791083"/>
                  </a:lnTo>
                  <a:lnTo>
                    <a:pt x="2941320" y="788162"/>
                  </a:lnTo>
                  <a:lnTo>
                    <a:pt x="2741930" y="788162"/>
                  </a:lnTo>
                  <a:lnTo>
                    <a:pt x="2741930" y="641604"/>
                  </a:lnTo>
                  <a:lnTo>
                    <a:pt x="2729230" y="641604"/>
                  </a:lnTo>
                  <a:lnTo>
                    <a:pt x="2729230" y="798068"/>
                  </a:lnTo>
                  <a:lnTo>
                    <a:pt x="2732024" y="800862"/>
                  </a:lnTo>
                  <a:lnTo>
                    <a:pt x="2931414" y="800862"/>
                  </a:lnTo>
                  <a:lnTo>
                    <a:pt x="2931414" y="910742"/>
                  </a:lnTo>
                  <a:lnTo>
                    <a:pt x="2922905" y="912456"/>
                  </a:lnTo>
                  <a:lnTo>
                    <a:pt x="2910802" y="920648"/>
                  </a:lnTo>
                  <a:lnTo>
                    <a:pt x="2902648" y="932764"/>
                  </a:lnTo>
                  <a:lnTo>
                    <a:pt x="2899664" y="947547"/>
                  </a:lnTo>
                  <a:lnTo>
                    <a:pt x="2902648" y="962406"/>
                  </a:lnTo>
                  <a:lnTo>
                    <a:pt x="2910802" y="974509"/>
                  </a:lnTo>
                  <a:lnTo>
                    <a:pt x="2922905" y="982662"/>
                  </a:lnTo>
                  <a:lnTo>
                    <a:pt x="2937764" y="985647"/>
                  </a:lnTo>
                  <a:lnTo>
                    <a:pt x="2952610" y="982662"/>
                  </a:lnTo>
                  <a:lnTo>
                    <a:pt x="2964713" y="974509"/>
                  </a:lnTo>
                  <a:lnTo>
                    <a:pt x="2972866" y="962406"/>
                  </a:lnTo>
                  <a:lnTo>
                    <a:pt x="2975864" y="947547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8551163" y="2918460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5">
                  <a:moveTo>
                    <a:pt x="359664" y="0"/>
                  </a:moveTo>
                  <a:lnTo>
                    <a:pt x="0" y="0"/>
                  </a:lnTo>
                  <a:lnTo>
                    <a:pt x="0" y="359663"/>
                  </a:lnTo>
                  <a:lnTo>
                    <a:pt x="359664" y="359663"/>
                  </a:lnTo>
                  <a:lnTo>
                    <a:pt x="359664" y="0"/>
                  </a:lnTo>
                  <a:close/>
                </a:path>
              </a:pathLst>
            </a:custGeom>
            <a:solidFill>
              <a:srgbClr val="DEDEDE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/>
            <p:cNvSpPr/>
            <p:nvPr/>
          </p:nvSpPr>
          <p:spPr>
            <a:xfrm>
              <a:off x="8872727" y="3060192"/>
              <a:ext cx="437515" cy="140970"/>
            </a:xfrm>
            <a:custGeom>
              <a:avLst/>
              <a:gdLst/>
              <a:ahLst/>
              <a:cxnLst/>
              <a:rect l="l" t="t" r="r" b="b"/>
              <a:pathLst>
                <a:path w="437515" h="140969">
                  <a:moveTo>
                    <a:pt x="424687" y="38099"/>
                  </a:moveTo>
                  <a:lnTo>
                    <a:pt x="424687" y="140715"/>
                  </a:lnTo>
                  <a:lnTo>
                    <a:pt x="437387" y="140715"/>
                  </a:lnTo>
                  <a:lnTo>
                    <a:pt x="437387" y="44449"/>
                  </a:lnTo>
                  <a:lnTo>
                    <a:pt x="431037" y="44449"/>
                  </a:lnTo>
                  <a:lnTo>
                    <a:pt x="424687" y="38099"/>
                  </a:lnTo>
                  <a:close/>
                </a:path>
                <a:path w="437515" h="140969">
                  <a:moveTo>
                    <a:pt x="38099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099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099" y="76199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4921" y="44449"/>
                  </a:lnTo>
                  <a:lnTo>
                    <a:pt x="38099" y="44449"/>
                  </a:lnTo>
                  <a:lnTo>
                    <a:pt x="38099" y="31749"/>
                  </a:lnTo>
                  <a:lnTo>
                    <a:pt x="74921" y="31749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099" y="0"/>
                  </a:lnTo>
                  <a:close/>
                </a:path>
                <a:path w="437515" h="140969">
                  <a:moveTo>
                    <a:pt x="74921" y="31749"/>
                  </a:moveTo>
                  <a:lnTo>
                    <a:pt x="38099" y="31749"/>
                  </a:lnTo>
                  <a:lnTo>
                    <a:pt x="38099" y="44449"/>
                  </a:lnTo>
                  <a:lnTo>
                    <a:pt x="74921" y="44449"/>
                  </a:lnTo>
                  <a:lnTo>
                    <a:pt x="76199" y="38099"/>
                  </a:lnTo>
                  <a:lnTo>
                    <a:pt x="74921" y="31749"/>
                  </a:lnTo>
                  <a:close/>
                </a:path>
                <a:path w="437515" h="140969">
                  <a:moveTo>
                    <a:pt x="434593" y="31749"/>
                  </a:moveTo>
                  <a:lnTo>
                    <a:pt x="74921" y="31749"/>
                  </a:lnTo>
                  <a:lnTo>
                    <a:pt x="76199" y="38099"/>
                  </a:lnTo>
                  <a:lnTo>
                    <a:pt x="74921" y="44449"/>
                  </a:lnTo>
                  <a:lnTo>
                    <a:pt x="424687" y="44449"/>
                  </a:lnTo>
                  <a:lnTo>
                    <a:pt x="424687" y="38099"/>
                  </a:lnTo>
                  <a:lnTo>
                    <a:pt x="437387" y="38099"/>
                  </a:lnTo>
                  <a:lnTo>
                    <a:pt x="437387" y="34543"/>
                  </a:lnTo>
                  <a:lnTo>
                    <a:pt x="434593" y="31749"/>
                  </a:lnTo>
                  <a:close/>
                </a:path>
                <a:path w="437515" h="140969">
                  <a:moveTo>
                    <a:pt x="437387" y="38099"/>
                  </a:moveTo>
                  <a:lnTo>
                    <a:pt x="424687" y="38099"/>
                  </a:lnTo>
                  <a:lnTo>
                    <a:pt x="431037" y="44449"/>
                  </a:lnTo>
                  <a:lnTo>
                    <a:pt x="437387" y="44449"/>
                  </a:lnTo>
                  <a:lnTo>
                    <a:pt x="437387" y="38099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6" name="object 186"/>
          <p:cNvSpPr txBox="1"/>
          <p:nvPr/>
        </p:nvSpPr>
        <p:spPr>
          <a:xfrm>
            <a:off x="9006078" y="3224021"/>
            <a:ext cx="5238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Arial"/>
                <a:cs typeface="Arial"/>
              </a:rPr>
              <a:t>Customer</a:t>
            </a:r>
            <a:endParaRPr sz="900">
              <a:latin typeface="Arial"/>
              <a:cs typeface="Arial"/>
            </a:endParaRPr>
          </a:p>
        </p:txBody>
      </p:sp>
      <p:sp>
        <p:nvSpPr>
          <p:cNvPr id="187" name="object 187"/>
          <p:cNvSpPr txBox="1"/>
          <p:nvPr/>
        </p:nvSpPr>
        <p:spPr>
          <a:xfrm>
            <a:off x="9006078" y="3361182"/>
            <a:ext cx="518159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Arial"/>
                <a:cs typeface="Arial"/>
              </a:rPr>
              <a:t>increases</a:t>
            </a:r>
            <a:endParaRPr sz="900">
              <a:latin typeface="Arial"/>
              <a:cs typeface="Arial"/>
            </a:endParaRPr>
          </a:p>
        </p:txBody>
      </p:sp>
      <p:sp>
        <p:nvSpPr>
          <p:cNvPr id="188" name="object 188"/>
          <p:cNvSpPr txBox="1"/>
          <p:nvPr/>
        </p:nvSpPr>
        <p:spPr>
          <a:xfrm>
            <a:off x="9006078" y="3498342"/>
            <a:ext cx="5607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Arial"/>
                <a:cs typeface="Arial"/>
              </a:rPr>
              <a:t>the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annual</a:t>
            </a:r>
            <a:endParaRPr sz="900">
              <a:latin typeface="Arial"/>
              <a:cs typeface="Arial"/>
            </a:endParaRPr>
          </a:p>
        </p:txBody>
      </p:sp>
      <p:sp>
        <p:nvSpPr>
          <p:cNvPr id="189" name="object 189"/>
          <p:cNvSpPr txBox="1"/>
          <p:nvPr/>
        </p:nvSpPr>
        <p:spPr>
          <a:xfrm>
            <a:off x="9006078" y="3635502"/>
            <a:ext cx="1797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latin typeface="Arial"/>
                <a:cs typeface="Arial"/>
              </a:rPr>
              <a:t>km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90" name="object 190"/>
          <p:cNvGrpSpPr/>
          <p:nvPr/>
        </p:nvGrpSpPr>
        <p:grpSpPr>
          <a:xfrm>
            <a:off x="1473708" y="2430526"/>
            <a:ext cx="8122920" cy="3559175"/>
            <a:chOff x="1473708" y="2430526"/>
            <a:chExt cx="8122920" cy="3559175"/>
          </a:xfrm>
        </p:grpSpPr>
        <p:sp>
          <p:nvSpPr>
            <p:cNvPr id="191" name="object 191"/>
            <p:cNvSpPr/>
            <p:nvPr/>
          </p:nvSpPr>
          <p:spPr>
            <a:xfrm>
              <a:off x="9017508" y="3200400"/>
              <a:ext cx="572770" cy="0"/>
            </a:xfrm>
            <a:custGeom>
              <a:avLst/>
              <a:gdLst/>
              <a:ahLst/>
              <a:cxnLst/>
              <a:rect l="l" t="t" r="r" b="b"/>
              <a:pathLst>
                <a:path w="572770" h="0">
                  <a:moveTo>
                    <a:pt x="572389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A2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/>
            <p:cNvSpPr/>
            <p:nvPr/>
          </p:nvSpPr>
          <p:spPr>
            <a:xfrm>
              <a:off x="8586216" y="295351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27432" y="205752"/>
                  </a:moveTo>
                  <a:lnTo>
                    <a:pt x="15240" y="205752"/>
                  </a:lnTo>
                  <a:lnTo>
                    <a:pt x="15240" y="217932"/>
                  </a:lnTo>
                  <a:lnTo>
                    <a:pt x="27432" y="217932"/>
                  </a:lnTo>
                  <a:lnTo>
                    <a:pt x="27432" y="205752"/>
                  </a:lnTo>
                  <a:close/>
                </a:path>
                <a:path w="288290" h="288289">
                  <a:moveTo>
                    <a:pt x="27432" y="137160"/>
                  </a:moveTo>
                  <a:lnTo>
                    <a:pt x="15240" y="137160"/>
                  </a:lnTo>
                  <a:lnTo>
                    <a:pt x="15240" y="149352"/>
                  </a:lnTo>
                  <a:lnTo>
                    <a:pt x="27432" y="149352"/>
                  </a:lnTo>
                  <a:lnTo>
                    <a:pt x="27432" y="137160"/>
                  </a:lnTo>
                  <a:close/>
                </a:path>
                <a:path w="288290" h="288289">
                  <a:moveTo>
                    <a:pt x="51816" y="205752"/>
                  </a:moveTo>
                  <a:lnTo>
                    <a:pt x="39624" y="205752"/>
                  </a:lnTo>
                  <a:lnTo>
                    <a:pt x="39624" y="217932"/>
                  </a:lnTo>
                  <a:lnTo>
                    <a:pt x="51816" y="217932"/>
                  </a:lnTo>
                  <a:lnTo>
                    <a:pt x="51816" y="205752"/>
                  </a:lnTo>
                  <a:close/>
                </a:path>
                <a:path w="288290" h="288289">
                  <a:moveTo>
                    <a:pt x="51816" y="137160"/>
                  </a:moveTo>
                  <a:lnTo>
                    <a:pt x="39624" y="137160"/>
                  </a:lnTo>
                  <a:lnTo>
                    <a:pt x="39624" y="149352"/>
                  </a:lnTo>
                  <a:lnTo>
                    <a:pt x="51816" y="149352"/>
                  </a:lnTo>
                  <a:lnTo>
                    <a:pt x="51816" y="137160"/>
                  </a:lnTo>
                  <a:close/>
                </a:path>
                <a:path w="288290" h="288289">
                  <a:moveTo>
                    <a:pt x="77724" y="137160"/>
                  </a:moveTo>
                  <a:lnTo>
                    <a:pt x="65532" y="137160"/>
                  </a:lnTo>
                  <a:lnTo>
                    <a:pt x="65532" y="149352"/>
                  </a:lnTo>
                  <a:lnTo>
                    <a:pt x="77724" y="149352"/>
                  </a:lnTo>
                  <a:lnTo>
                    <a:pt x="77724" y="137160"/>
                  </a:lnTo>
                  <a:close/>
                </a:path>
                <a:path w="288290" h="288289">
                  <a:moveTo>
                    <a:pt x="102108" y="205752"/>
                  </a:moveTo>
                  <a:lnTo>
                    <a:pt x="89916" y="205752"/>
                  </a:lnTo>
                  <a:lnTo>
                    <a:pt x="89916" y="217932"/>
                  </a:lnTo>
                  <a:lnTo>
                    <a:pt x="102108" y="217932"/>
                  </a:lnTo>
                  <a:lnTo>
                    <a:pt x="102108" y="205752"/>
                  </a:lnTo>
                  <a:close/>
                </a:path>
                <a:path w="288290" h="288289">
                  <a:moveTo>
                    <a:pt x="102108" y="137160"/>
                  </a:moveTo>
                  <a:lnTo>
                    <a:pt x="89916" y="137160"/>
                  </a:lnTo>
                  <a:lnTo>
                    <a:pt x="89916" y="149352"/>
                  </a:lnTo>
                  <a:lnTo>
                    <a:pt x="102108" y="149352"/>
                  </a:lnTo>
                  <a:lnTo>
                    <a:pt x="102108" y="137160"/>
                  </a:lnTo>
                  <a:close/>
                </a:path>
                <a:path w="288290" h="288289">
                  <a:moveTo>
                    <a:pt x="126492" y="205752"/>
                  </a:moveTo>
                  <a:lnTo>
                    <a:pt x="114300" y="205752"/>
                  </a:lnTo>
                  <a:lnTo>
                    <a:pt x="114300" y="217932"/>
                  </a:lnTo>
                  <a:lnTo>
                    <a:pt x="126492" y="217932"/>
                  </a:lnTo>
                  <a:lnTo>
                    <a:pt x="126492" y="205752"/>
                  </a:lnTo>
                  <a:close/>
                </a:path>
                <a:path w="288290" h="288289">
                  <a:moveTo>
                    <a:pt x="126492" y="137160"/>
                  </a:moveTo>
                  <a:lnTo>
                    <a:pt x="114300" y="137160"/>
                  </a:lnTo>
                  <a:lnTo>
                    <a:pt x="114300" y="149352"/>
                  </a:lnTo>
                  <a:lnTo>
                    <a:pt x="126492" y="149352"/>
                  </a:lnTo>
                  <a:lnTo>
                    <a:pt x="126492" y="137160"/>
                  </a:lnTo>
                  <a:close/>
                </a:path>
                <a:path w="288290" h="288289">
                  <a:moveTo>
                    <a:pt x="175260" y="205752"/>
                  </a:moveTo>
                  <a:lnTo>
                    <a:pt x="163068" y="205752"/>
                  </a:lnTo>
                  <a:lnTo>
                    <a:pt x="163068" y="217932"/>
                  </a:lnTo>
                  <a:lnTo>
                    <a:pt x="175260" y="217932"/>
                  </a:lnTo>
                  <a:lnTo>
                    <a:pt x="175260" y="205752"/>
                  </a:lnTo>
                  <a:close/>
                </a:path>
                <a:path w="288290" h="288289">
                  <a:moveTo>
                    <a:pt x="175260" y="137160"/>
                  </a:moveTo>
                  <a:lnTo>
                    <a:pt x="163068" y="137160"/>
                  </a:lnTo>
                  <a:lnTo>
                    <a:pt x="163068" y="149352"/>
                  </a:lnTo>
                  <a:lnTo>
                    <a:pt x="175260" y="149352"/>
                  </a:lnTo>
                  <a:lnTo>
                    <a:pt x="175260" y="137160"/>
                  </a:lnTo>
                  <a:close/>
                </a:path>
                <a:path w="288290" h="288289">
                  <a:moveTo>
                    <a:pt x="199644" y="205752"/>
                  </a:moveTo>
                  <a:lnTo>
                    <a:pt x="187452" y="205752"/>
                  </a:lnTo>
                  <a:lnTo>
                    <a:pt x="187452" y="217932"/>
                  </a:lnTo>
                  <a:lnTo>
                    <a:pt x="199644" y="217932"/>
                  </a:lnTo>
                  <a:lnTo>
                    <a:pt x="199644" y="205752"/>
                  </a:lnTo>
                  <a:close/>
                </a:path>
                <a:path w="288290" h="288289">
                  <a:moveTo>
                    <a:pt x="199644" y="137160"/>
                  </a:moveTo>
                  <a:lnTo>
                    <a:pt x="187452" y="137160"/>
                  </a:lnTo>
                  <a:lnTo>
                    <a:pt x="187452" y="149352"/>
                  </a:lnTo>
                  <a:lnTo>
                    <a:pt x="199644" y="149352"/>
                  </a:lnTo>
                  <a:lnTo>
                    <a:pt x="199644" y="137160"/>
                  </a:lnTo>
                  <a:close/>
                </a:path>
                <a:path w="288290" h="288289">
                  <a:moveTo>
                    <a:pt x="224028" y="205752"/>
                  </a:moveTo>
                  <a:lnTo>
                    <a:pt x="211836" y="205752"/>
                  </a:lnTo>
                  <a:lnTo>
                    <a:pt x="211836" y="217932"/>
                  </a:lnTo>
                  <a:lnTo>
                    <a:pt x="224028" y="217932"/>
                  </a:lnTo>
                  <a:lnTo>
                    <a:pt x="224028" y="205752"/>
                  </a:lnTo>
                  <a:close/>
                </a:path>
                <a:path w="288290" h="288289">
                  <a:moveTo>
                    <a:pt x="224028" y="137160"/>
                  </a:moveTo>
                  <a:lnTo>
                    <a:pt x="211836" y="137160"/>
                  </a:lnTo>
                  <a:lnTo>
                    <a:pt x="211836" y="149352"/>
                  </a:lnTo>
                  <a:lnTo>
                    <a:pt x="224028" y="149352"/>
                  </a:lnTo>
                  <a:lnTo>
                    <a:pt x="224028" y="137160"/>
                  </a:lnTo>
                  <a:close/>
                </a:path>
                <a:path w="288290" h="288289">
                  <a:moveTo>
                    <a:pt x="249936" y="205752"/>
                  </a:moveTo>
                  <a:lnTo>
                    <a:pt x="237744" y="205752"/>
                  </a:lnTo>
                  <a:lnTo>
                    <a:pt x="237744" y="217932"/>
                  </a:lnTo>
                  <a:lnTo>
                    <a:pt x="249936" y="217932"/>
                  </a:lnTo>
                  <a:lnTo>
                    <a:pt x="249936" y="205752"/>
                  </a:lnTo>
                  <a:close/>
                </a:path>
                <a:path w="288290" h="288289">
                  <a:moveTo>
                    <a:pt x="249936" y="137160"/>
                  </a:moveTo>
                  <a:lnTo>
                    <a:pt x="237744" y="137160"/>
                  </a:lnTo>
                  <a:lnTo>
                    <a:pt x="237744" y="149352"/>
                  </a:lnTo>
                  <a:lnTo>
                    <a:pt x="249936" y="149352"/>
                  </a:lnTo>
                  <a:lnTo>
                    <a:pt x="249936" y="137160"/>
                  </a:lnTo>
                  <a:close/>
                </a:path>
                <a:path w="288290" h="288289">
                  <a:moveTo>
                    <a:pt x="274320" y="205752"/>
                  </a:moveTo>
                  <a:lnTo>
                    <a:pt x="262128" y="205752"/>
                  </a:lnTo>
                  <a:lnTo>
                    <a:pt x="262128" y="217932"/>
                  </a:lnTo>
                  <a:lnTo>
                    <a:pt x="274320" y="217932"/>
                  </a:lnTo>
                  <a:lnTo>
                    <a:pt x="274320" y="205752"/>
                  </a:lnTo>
                  <a:close/>
                </a:path>
                <a:path w="288290" h="288289">
                  <a:moveTo>
                    <a:pt x="274320" y="137160"/>
                  </a:moveTo>
                  <a:lnTo>
                    <a:pt x="262128" y="137160"/>
                  </a:lnTo>
                  <a:lnTo>
                    <a:pt x="262128" y="149352"/>
                  </a:lnTo>
                  <a:lnTo>
                    <a:pt x="274320" y="149352"/>
                  </a:lnTo>
                  <a:lnTo>
                    <a:pt x="274320" y="137160"/>
                  </a:lnTo>
                  <a:close/>
                </a:path>
                <a:path w="288290" h="288289">
                  <a:moveTo>
                    <a:pt x="288036" y="0"/>
                  </a:moveTo>
                  <a:lnTo>
                    <a:pt x="275717" y="0"/>
                  </a:lnTo>
                  <a:lnTo>
                    <a:pt x="275717" y="12319"/>
                  </a:lnTo>
                  <a:lnTo>
                    <a:pt x="275717" y="68707"/>
                  </a:lnTo>
                  <a:lnTo>
                    <a:pt x="275717" y="81026"/>
                  </a:lnTo>
                  <a:lnTo>
                    <a:pt x="275717" y="275844"/>
                  </a:lnTo>
                  <a:lnTo>
                    <a:pt x="225044" y="275844"/>
                  </a:lnTo>
                  <a:lnTo>
                    <a:pt x="225044" y="251841"/>
                  </a:lnTo>
                  <a:lnTo>
                    <a:pt x="225044" y="251206"/>
                  </a:lnTo>
                  <a:lnTo>
                    <a:pt x="236601" y="262763"/>
                  </a:lnTo>
                  <a:lnTo>
                    <a:pt x="245237" y="254127"/>
                  </a:lnTo>
                  <a:lnTo>
                    <a:pt x="242316" y="251206"/>
                  </a:lnTo>
                  <a:lnTo>
                    <a:pt x="219202" y="228092"/>
                  </a:lnTo>
                  <a:lnTo>
                    <a:pt x="192405" y="254762"/>
                  </a:lnTo>
                  <a:lnTo>
                    <a:pt x="201168" y="263398"/>
                  </a:lnTo>
                  <a:lnTo>
                    <a:pt x="212725" y="251841"/>
                  </a:lnTo>
                  <a:lnTo>
                    <a:pt x="212725" y="275844"/>
                  </a:lnTo>
                  <a:lnTo>
                    <a:pt x="151384" y="275844"/>
                  </a:lnTo>
                  <a:lnTo>
                    <a:pt x="151384" y="109220"/>
                  </a:lnTo>
                  <a:lnTo>
                    <a:pt x="162052" y="120015"/>
                  </a:lnTo>
                  <a:lnTo>
                    <a:pt x="170688" y="111252"/>
                  </a:lnTo>
                  <a:lnTo>
                    <a:pt x="168656" y="109220"/>
                  </a:lnTo>
                  <a:lnTo>
                    <a:pt x="167767" y="108331"/>
                  </a:lnTo>
                  <a:lnTo>
                    <a:pt x="144780" y="85344"/>
                  </a:lnTo>
                  <a:lnTo>
                    <a:pt x="117983" y="112014"/>
                  </a:lnTo>
                  <a:lnTo>
                    <a:pt x="126746" y="120777"/>
                  </a:lnTo>
                  <a:lnTo>
                    <a:pt x="139065" y="108331"/>
                  </a:lnTo>
                  <a:lnTo>
                    <a:pt x="139065" y="275844"/>
                  </a:lnTo>
                  <a:lnTo>
                    <a:pt x="75946" y="275844"/>
                  </a:lnTo>
                  <a:lnTo>
                    <a:pt x="75946" y="185801"/>
                  </a:lnTo>
                  <a:lnTo>
                    <a:pt x="75946" y="185166"/>
                  </a:lnTo>
                  <a:lnTo>
                    <a:pt x="87630" y="196723"/>
                  </a:lnTo>
                  <a:lnTo>
                    <a:pt x="96266" y="187960"/>
                  </a:lnTo>
                  <a:lnTo>
                    <a:pt x="93446" y="185166"/>
                  </a:lnTo>
                  <a:lnTo>
                    <a:pt x="70231" y="162052"/>
                  </a:lnTo>
                  <a:lnTo>
                    <a:pt x="43434" y="188595"/>
                  </a:lnTo>
                  <a:lnTo>
                    <a:pt x="52197" y="197358"/>
                  </a:lnTo>
                  <a:lnTo>
                    <a:pt x="63754" y="185801"/>
                  </a:lnTo>
                  <a:lnTo>
                    <a:pt x="63754" y="275844"/>
                  </a:lnTo>
                  <a:lnTo>
                    <a:pt x="12319" y="275844"/>
                  </a:lnTo>
                  <a:lnTo>
                    <a:pt x="12319" y="81026"/>
                  </a:lnTo>
                  <a:lnTo>
                    <a:pt x="275717" y="81026"/>
                  </a:lnTo>
                  <a:lnTo>
                    <a:pt x="275717" y="68707"/>
                  </a:lnTo>
                  <a:lnTo>
                    <a:pt x="12319" y="68707"/>
                  </a:lnTo>
                  <a:lnTo>
                    <a:pt x="12319" y="12319"/>
                  </a:lnTo>
                  <a:lnTo>
                    <a:pt x="275717" y="12319"/>
                  </a:lnTo>
                  <a:lnTo>
                    <a:pt x="275717" y="0"/>
                  </a:lnTo>
                  <a:lnTo>
                    <a:pt x="0" y="0"/>
                  </a:lnTo>
                  <a:lnTo>
                    <a:pt x="0" y="288036"/>
                  </a:lnTo>
                  <a:lnTo>
                    <a:pt x="288036" y="288036"/>
                  </a:lnTo>
                  <a:lnTo>
                    <a:pt x="288036" y="275844"/>
                  </a:lnTo>
                  <a:lnTo>
                    <a:pt x="288036" y="81026"/>
                  </a:lnTo>
                  <a:lnTo>
                    <a:pt x="288036" y="68707"/>
                  </a:lnTo>
                  <a:lnTo>
                    <a:pt x="288036" y="12319"/>
                  </a:lnTo>
                  <a:lnTo>
                    <a:pt x="288036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3" name="object 19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698491" y="4282440"/>
              <a:ext cx="361188" cy="359663"/>
            </a:xfrm>
            <a:prstGeom prst="rect">
              <a:avLst/>
            </a:prstGeom>
          </p:spPr>
        </p:pic>
        <p:sp>
          <p:nvSpPr>
            <p:cNvPr id="194" name="object 194"/>
            <p:cNvSpPr/>
            <p:nvPr/>
          </p:nvSpPr>
          <p:spPr>
            <a:xfrm>
              <a:off x="4201414" y="4319016"/>
              <a:ext cx="821690" cy="400050"/>
            </a:xfrm>
            <a:custGeom>
              <a:avLst/>
              <a:gdLst/>
              <a:ahLst/>
              <a:cxnLst/>
              <a:rect l="l" t="t" r="r" b="b"/>
              <a:pathLst>
                <a:path w="821689" h="400050">
                  <a:moveTo>
                    <a:pt x="768731" y="213995"/>
                  </a:moveTo>
                  <a:lnTo>
                    <a:pt x="735711" y="181991"/>
                  </a:lnTo>
                  <a:lnTo>
                    <a:pt x="726694" y="191008"/>
                  </a:lnTo>
                  <a:lnTo>
                    <a:pt x="759206" y="223012"/>
                  </a:lnTo>
                  <a:lnTo>
                    <a:pt x="768731" y="213995"/>
                  </a:lnTo>
                  <a:close/>
                </a:path>
                <a:path w="821689" h="400050">
                  <a:moveTo>
                    <a:pt x="798195" y="218059"/>
                  </a:moveTo>
                  <a:lnTo>
                    <a:pt x="785241" y="197612"/>
                  </a:lnTo>
                  <a:lnTo>
                    <a:pt x="785241" y="216027"/>
                  </a:lnTo>
                  <a:lnTo>
                    <a:pt x="785241" y="216535"/>
                  </a:lnTo>
                  <a:lnTo>
                    <a:pt x="784733" y="217043"/>
                  </a:lnTo>
                  <a:lnTo>
                    <a:pt x="784733" y="217551"/>
                  </a:lnTo>
                  <a:lnTo>
                    <a:pt x="761619" y="240538"/>
                  </a:lnTo>
                  <a:lnTo>
                    <a:pt x="760730" y="240538"/>
                  </a:lnTo>
                  <a:lnTo>
                    <a:pt x="701167" y="180975"/>
                  </a:lnTo>
                  <a:lnTo>
                    <a:pt x="701167" y="179578"/>
                  </a:lnTo>
                  <a:lnTo>
                    <a:pt x="701675" y="179578"/>
                  </a:lnTo>
                  <a:lnTo>
                    <a:pt x="724154" y="156972"/>
                  </a:lnTo>
                  <a:lnTo>
                    <a:pt x="724154" y="156464"/>
                  </a:lnTo>
                  <a:lnTo>
                    <a:pt x="725678" y="156464"/>
                  </a:lnTo>
                  <a:lnTo>
                    <a:pt x="785241" y="216027"/>
                  </a:lnTo>
                  <a:lnTo>
                    <a:pt x="785241" y="197612"/>
                  </a:lnTo>
                  <a:lnTo>
                    <a:pt x="744093" y="156464"/>
                  </a:lnTo>
                  <a:lnTo>
                    <a:pt x="742188" y="154559"/>
                  </a:lnTo>
                  <a:lnTo>
                    <a:pt x="741172" y="153543"/>
                  </a:lnTo>
                  <a:lnTo>
                    <a:pt x="735203" y="147574"/>
                  </a:lnTo>
                  <a:lnTo>
                    <a:pt x="724662" y="137541"/>
                  </a:lnTo>
                  <a:lnTo>
                    <a:pt x="708660" y="153543"/>
                  </a:lnTo>
                  <a:lnTo>
                    <a:pt x="698627" y="143510"/>
                  </a:lnTo>
                  <a:lnTo>
                    <a:pt x="711708" y="129540"/>
                  </a:lnTo>
                  <a:lnTo>
                    <a:pt x="713613" y="129540"/>
                  </a:lnTo>
                  <a:lnTo>
                    <a:pt x="715645" y="130048"/>
                  </a:lnTo>
                  <a:lnTo>
                    <a:pt x="723646" y="130048"/>
                  </a:lnTo>
                  <a:lnTo>
                    <a:pt x="726630" y="129540"/>
                  </a:lnTo>
                  <a:lnTo>
                    <a:pt x="729615" y="129032"/>
                  </a:lnTo>
                  <a:lnTo>
                    <a:pt x="734695" y="127508"/>
                  </a:lnTo>
                  <a:lnTo>
                    <a:pt x="742188" y="125476"/>
                  </a:lnTo>
                  <a:lnTo>
                    <a:pt x="748157" y="122047"/>
                  </a:lnTo>
                  <a:lnTo>
                    <a:pt x="753465" y="116738"/>
                  </a:lnTo>
                  <a:lnTo>
                    <a:pt x="776732" y="93472"/>
                  </a:lnTo>
                  <a:lnTo>
                    <a:pt x="774941" y="72009"/>
                  </a:lnTo>
                  <a:lnTo>
                    <a:pt x="774903" y="71501"/>
                  </a:lnTo>
                  <a:lnTo>
                    <a:pt x="774776" y="69977"/>
                  </a:lnTo>
                  <a:lnTo>
                    <a:pt x="768223" y="59055"/>
                  </a:lnTo>
                  <a:lnTo>
                    <a:pt x="764667" y="57023"/>
                  </a:lnTo>
                  <a:lnTo>
                    <a:pt x="763143" y="57023"/>
                  </a:lnTo>
                  <a:lnTo>
                    <a:pt x="763143" y="89027"/>
                  </a:lnTo>
                  <a:lnTo>
                    <a:pt x="743712" y="108458"/>
                  </a:lnTo>
                  <a:lnTo>
                    <a:pt x="732980" y="114719"/>
                  </a:lnTo>
                  <a:lnTo>
                    <a:pt x="721144" y="116738"/>
                  </a:lnTo>
                  <a:lnTo>
                    <a:pt x="711581" y="116484"/>
                  </a:lnTo>
                  <a:lnTo>
                    <a:pt x="707644" y="115951"/>
                  </a:lnTo>
                  <a:lnTo>
                    <a:pt x="706628" y="115951"/>
                  </a:lnTo>
                  <a:lnTo>
                    <a:pt x="705612" y="116967"/>
                  </a:lnTo>
                  <a:lnTo>
                    <a:pt x="693902" y="129870"/>
                  </a:lnTo>
                  <a:lnTo>
                    <a:pt x="601218" y="229997"/>
                  </a:lnTo>
                  <a:lnTo>
                    <a:pt x="598170" y="233553"/>
                  </a:lnTo>
                  <a:lnTo>
                    <a:pt x="593598" y="235077"/>
                  </a:lnTo>
                  <a:lnTo>
                    <a:pt x="584200" y="235077"/>
                  </a:lnTo>
                  <a:lnTo>
                    <a:pt x="579628" y="233553"/>
                  </a:lnTo>
                  <a:lnTo>
                    <a:pt x="577215" y="230505"/>
                  </a:lnTo>
                  <a:lnTo>
                    <a:pt x="574167" y="227965"/>
                  </a:lnTo>
                  <a:lnTo>
                    <a:pt x="572643" y="223520"/>
                  </a:lnTo>
                  <a:lnTo>
                    <a:pt x="572643" y="213995"/>
                  </a:lnTo>
                  <a:lnTo>
                    <a:pt x="574167" y="209550"/>
                  </a:lnTo>
                  <a:lnTo>
                    <a:pt x="577596" y="206502"/>
                  </a:lnTo>
                  <a:lnTo>
                    <a:pt x="677799" y="113982"/>
                  </a:lnTo>
                  <a:lnTo>
                    <a:pt x="683145" y="108966"/>
                  </a:lnTo>
                  <a:lnTo>
                    <a:pt x="690626" y="101981"/>
                  </a:lnTo>
                  <a:lnTo>
                    <a:pt x="691642" y="100965"/>
                  </a:lnTo>
                  <a:lnTo>
                    <a:pt x="691578" y="99568"/>
                  </a:lnTo>
                  <a:lnTo>
                    <a:pt x="691197" y="97028"/>
                  </a:lnTo>
                  <a:lnTo>
                    <a:pt x="691248" y="89027"/>
                  </a:lnTo>
                  <a:lnTo>
                    <a:pt x="718693" y="44450"/>
                  </a:lnTo>
                  <a:lnTo>
                    <a:pt x="735711" y="45466"/>
                  </a:lnTo>
                  <a:lnTo>
                    <a:pt x="713232" y="68453"/>
                  </a:lnTo>
                  <a:lnTo>
                    <a:pt x="711708" y="69977"/>
                  </a:lnTo>
                  <a:lnTo>
                    <a:pt x="710692" y="72009"/>
                  </a:lnTo>
                  <a:lnTo>
                    <a:pt x="710692" y="75057"/>
                  </a:lnTo>
                  <a:lnTo>
                    <a:pt x="713054" y="89027"/>
                  </a:lnTo>
                  <a:lnTo>
                    <a:pt x="732663" y="97028"/>
                  </a:lnTo>
                  <a:lnTo>
                    <a:pt x="734695" y="97028"/>
                  </a:lnTo>
                  <a:lnTo>
                    <a:pt x="737616" y="96012"/>
                  </a:lnTo>
                  <a:lnTo>
                    <a:pt x="750062" y="83566"/>
                  </a:lnTo>
                  <a:lnTo>
                    <a:pt x="762127" y="71501"/>
                  </a:lnTo>
                  <a:lnTo>
                    <a:pt x="762762" y="82550"/>
                  </a:lnTo>
                  <a:lnTo>
                    <a:pt x="762825" y="83566"/>
                  </a:lnTo>
                  <a:lnTo>
                    <a:pt x="762901" y="84963"/>
                  </a:lnTo>
                  <a:lnTo>
                    <a:pt x="763016" y="86995"/>
                  </a:lnTo>
                  <a:lnTo>
                    <a:pt x="763143" y="89027"/>
                  </a:lnTo>
                  <a:lnTo>
                    <a:pt x="763143" y="57023"/>
                  </a:lnTo>
                  <a:lnTo>
                    <a:pt x="760730" y="57023"/>
                  </a:lnTo>
                  <a:lnTo>
                    <a:pt x="757174" y="59055"/>
                  </a:lnTo>
                  <a:lnTo>
                    <a:pt x="756158" y="59563"/>
                  </a:lnTo>
                  <a:lnTo>
                    <a:pt x="755142" y="60452"/>
                  </a:lnTo>
                  <a:lnTo>
                    <a:pt x="731647" y="83566"/>
                  </a:lnTo>
                  <a:lnTo>
                    <a:pt x="725170" y="82550"/>
                  </a:lnTo>
                  <a:lnTo>
                    <a:pt x="724281" y="76835"/>
                  </a:lnTo>
                  <a:lnTo>
                    <a:pt x="724230" y="76454"/>
                  </a:lnTo>
                  <a:lnTo>
                    <a:pt x="724154" y="75946"/>
                  </a:lnTo>
                  <a:lnTo>
                    <a:pt x="746125" y="53975"/>
                  </a:lnTo>
                  <a:lnTo>
                    <a:pt x="746125" y="53467"/>
                  </a:lnTo>
                  <a:lnTo>
                    <a:pt x="747649" y="52451"/>
                  </a:lnTo>
                  <a:lnTo>
                    <a:pt x="748665" y="51054"/>
                  </a:lnTo>
                  <a:lnTo>
                    <a:pt x="749173" y="49022"/>
                  </a:lnTo>
                  <a:lnTo>
                    <a:pt x="750189" y="46482"/>
                  </a:lnTo>
                  <a:lnTo>
                    <a:pt x="750189" y="44450"/>
                  </a:lnTo>
                  <a:lnTo>
                    <a:pt x="750189" y="43561"/>
                  </a:lnTo>
                  <a:lnTo>
                    <a:pt x="749173" y="40513"/>
                  </a:lnTo>
                  <a:lnTo>
                    <a:pt x="748157" y="37973"/>
                  </a:lnTo>
                  <a:lnTo>
                    <a:pt x="746125" y="35941"/>
                  </a:lnTo>
                  <a:lnTo>
                    <a:pt x="743712" y="34544"/>
                  </a:lnTo>
                  <a:lnTo>
                    <a:pt x="742188" y="33528"/>
                  </a:lnTo>
                  <a:lnTo>
                    <a:pt x="740664" y="33020"/>
                  </a:lnTo>
                  <a:lnTo>
                    <a:pt x="738632" y="33020"/>
                  </a:lnTo>
                  <a:lnTo>
                    <a:pt x="713613" y="30988"/>
                  </a:lnTo>
                  <a:lnTo>
                    <a:pt x="690118" y="54991"/>
                  </a:lnTo>
                  <a:lnTo>
                    <a:pt x="686181" y="58547"/>
                  </a:lnTo>
                  <a:lnTo>
                    <a:pt x="683133" y="64008"/>
                  </a:lnTo>
                  <a:lnTo>
                    <a:pt x="681278" y="69786"/>
                  </a:lnTo>
                  <a:lnTo>
                    <a:pt x="679704" y="74549"/>
                  </a:lnTo>
                  <a:lnTo>
                    <a:pt x="678688" y="79502"/>
                  </a:lnTo>
                  <a:lnTo>
                    <a:pt x="678395" y="82550"/>
                  </a:lnTo>
                  <a:lnTo>
                    <a:pt x="678307" y="83566"/>
                  </a:lnTo>
                  <a:lnTo>
                    <a:pt x="678230" y="84378"/>
                  </a:lnTo>
                  <a:lnTo>
                    <a:pt x="678180" y="96012"/>
                  </a:lnTo>
                  <a:lnTo>
                    <a:pt x="677164" y="97028"/>
                  </a:lnTo>
                  <a:lnTo>
                    <a:pt x="674116" y="99568"/>
                  </a:lnTo>
                  <a:lnTo>
                    <a:pt x="669671" y="103505"/>
                  </a:lnTo>
                  <a:lnTo>
                    <a:pt x="664210" y="108966"/>
                  </a:lnTo>
                  <a:lnTo>
                    <a:pt x="642239" y="86995"/>
                  </a:lnTo>
                  <a:lnTo>
                    <a:pt x="631698" y="76454"/>
                  </a:lnTo>
                  <a:lnTo>
                    <a:pt x="632206" y="75946"/>
                  </a:lnTo>
                  <a:lnTo>
                    <a:pt x="634111" y="74041"/>
                  </a:lnTo>
                  <a:lnTo>
                    <a:pt x="635127" y="70993"/>
                  </a:lnTo>
                  <a:lnTo>
                    <a:pt x="635127" y="66040"/>
                  </a:lnTo>
                  <a:lnTo>
                    <a:pt x="633603" y="63500"/>
                  </a:lnTo>
                  <a:lnTo>
                    <a:pt x="631698" y="61468"/>
                  </a:lnTo>
                  <a:lnTo>
                    <a:pt x="625589" y="56515"/>
                  </a:lnTo>
                  <a:lnTo>
                    <a:pt x="620649" y="52501"/>
                  </a:lnTo>
                  <a:lnTo>
                    <a:pt x="620649" y="68961"/>
                  </a:lnTo>
                  <a:lnTo>
                    <a:pt x="613664" y="75946"/>
                  </a:lnTo>
                  <a:lnTo>
                    <a:pt x="601218" y="60960"/>
                  </a:lnTo>
                  <a:lnTo>
                    <a:pt x="605663" y="56515"/>
                  </a:lnTo>
                  <a:lnTo>
                    <a:pt x="620649" y="68961"/>
                  </a:lnTo>
                  <a:lnTo>
                    <a:pt x="620649" y="52501"/>
                  </a:lnTo>
                  <a:lnTo>
                    <a:pt x="604647" y="39497"/>
                  </a:lnTo>
                  <a:lnTo>
                    <a:pt x="598170" y="45466"/>
                  </a:lnTo>
                  <a:lnTo>
                    <a:pt x="590169" y="53467"/>
                  </a:lnTo>
                  <a:lnTo>
                    <a:pt x="584200" y="59563"/>
                  </a:lnTo>
                  <a:lnTo>
                    <a:pt x="606171" y="86995"/>
                  </a:lnTo>
                  <a:lnTo>
                    <a:pt x="608203" y="89027"/>
                  </a:lnTo>
                  <a:lnTo>
                    <a:pt x="610616" y="90551"/>
                  </a:lnTo>
                  <a:lnTo>
                    <a:pt x="616204" y="90551"/>
                  </a:lnTo>
                  <a:lnTo>
                    <a:pt x="618617" y="89535"/>
                  </a:lnTo>
                  <a:lnTo>
                    <a:pt x="621157" y="86995"/>
                  </a:lnTo>
                  <a:lnTo>
                    <a:pt x="653161" y="118999"/>
                  </a:lnTo>
                  <a:lnTo>
                    <a:pt x="646950" y="124599"/>
                  </a:lnTo>
                  <a:lnTo>
                    <a:pt x="633018" y="137541"/>
                  </a:lnTo>
                  <a:lnTo>
                    <a:pt x="625221" y="144526"/>
                  </a:lnTo>
                  <a:lnTo>
                    <a:pt x="568706" y="196977"/>
                  </a:lnTo>
                  <a:lnTo>
                    <a:pt x="568198" y="196977"/>
                  </a:lnTo>
                  <a:lnTo>
                    <a:pt x="565658" y="200025"/>
                  </a:lnTo>
                  <a:lnTo>
                    <a:pt x="563118" y="203581"/>
                  </a:lnTo>
                  <a:lnTo>
                    <a:pt x="560197" y="211074"/>
                  </a:lnTo>
                  <a:lnTo>
                    <a:pt x="559816" y="213995"/>
                  </a:lnTo>
                  <a:lnTo>
                    <a:pt x="559816" y="223520"/>
                  </a:lnTo>
                  <a:lnTo>
                    <a:pt x="560197" y="226568"/>
                  </a:lnTo>
                  <a:lnTo>
                    <a:pt x="561594" y="229997"/>
                  </a:lnTo>
                  <a:lnTo>
                    <a:pt x="563118" y="234061"/>
                  </a:lnTo>
                  <a:lnTo>
                    <a:pt x="577596" y="245999"/>
                  </a:lnTo>
                  <a:lnTo>
                    <a:pt x="581152" y="247523"/>
                  </a:lnTo>
                  <a:lnTo>
                    <a:pt x="585216" y="248031"/>
                  </a:lnTo>
                  <a:lnTo>
                    <a:pt x="592709" y="248031"/>
                  </a:lnTo>
                  <a:lnTo>
                    <a:pt x="596646" y="247523"/>
                  </a:lnTo>
                  <a:lnTo>
                    <a:pt x="600202" y="245999"/>
                  </a:lnTo>
                  <a:lnTo>
                    <a:pt x="604139" y="244475"/>
                  </a:lnTo>
                  <a:lnTo>
                    <a:pt x="663194" y="182499"/>
                  </a:lnTo>
                  <a:lnTo>
                    <a:pt x="670191" y="174663"/>
                  </a:lnTo>
                  <a:lnTo>
                    <a:pt x="683069" y="160769"/>
                  </a:lnTo>
                  <a:lnTo>
                    <a:pt x="688721" y="154559"/>
                  </a:lnTo>
                  <a:lnTo>
                    <a:pt x="698627" y="163957"/>
                  </a:lnTo>
                  <a:lnTo>
                    <a:pt x="682117" y="179578"/>
                  </a:lnTo>
                  <a:lnTo>
                    <a:pt x="750697" y="249047"/>
                  </a:lnTo>
                  <a:lnTo>
                    <a:pt x="752221" y="250571"/>
                  </a:lnTo>
                  <a:lnTo>
                    <a:pt x="753618" y="251587"/>
                  </a:lnTo>
                  <a:lnTo>
                    <a:pt x="755650" y="251968"/>
                  </a:lnTo>
                  <a:lnTo>
                    <a:pt x="757174" y="252984"/>
                  </a:lnTo>
                  <a:lnTo>
                    <a:pt x="759206" y="253492"/>
                  </a:lnTo>
                  <a:lnTo>
                    <a:pt x="762635" y="253492"/>
                  </a:lnTo>
                  <a:lnTo>
                    <a:pt x="764667" y="252984"/>
                  </a:lnTo>
                  <a:lnTo>
                    <a:pt x="766191" y="251968"/>
                  </a:lnTo>
                  <a:lnTo>
                    <a:pt x="768223" y="251587"/>
                  </a:lnTo>
                  <a:lnTo>
                    <a:pt x="769620" y="250571"/>
                  </a:lnTo>
                  <a:lnTo>
                    <a:pt x="779653" y="240538"/>
                  </a:lnTo>
                  <a:lnTo>
                    <a:pt x="795147" y="225044"/>
                  </a:lnTo>
                  <a:lnTo>
                    <a:pt x="796163" y="223520"/>
                  </a:lnTo>
                  <a:lnTo>
                    <a:pt x="797179" y="221488"/>
                  </a:lnTo>
                  <a:lnTo>
                    <a:pt x="797687" y="219964"/>
                  </a:lnTo>
                  <a:lnTo>
                    <a:pt x="798195" y="218059"/>
                  </a:lnTo>
                  <a:close/>
                </a:path>
                <a:path w="821689" h="400050">
                  <a:moveTo>
                    <a:pt x="821690" y="0"/>
                  </a:moveTo>
                  <a:lnTo>
                    <a:pt x="809625" y="0"/>
                  </a:lnTo>
                  <a:lnTo>
                    <a:pt x="809625" y="12446"/>
                  </a:lnTo>
                  <a:lnTo>
                    <a:pt x="809625" y="275590"/>
                  </a:lnTo>
                  <a:lnTo>
                    <a:pt x="546100" y="275590"/>
                  </a:lnTo>
                  <a:lnTo>
                    <a:pt x="546100" y="12446"/>
                  </a:lnTo>
                  <a:lnTo>
                    <a:pt x="809625" y="12446"/>
                  </a:lnTo>
                  <a:lnTo>
                    <a:pt x="809625" y="0"/>
                  </a:lnTo>
                  <a:lnTo>
                    <a:pt x="533654" y="0"/>
                  </a:lnTo>
                  <a:lnTo>
                    <a:pt x="533654" y="133832"/>
                  </a:lnTo>
                  <a:lnTo>
                    <a:pt x="532561" y="128409"/>
                  </a:lnTo>
                  <a:lnTo>
                    <a:pt x="524408" y="116306"/>
                  </a:lnTo>
                  <a:lnTo>
                    <a:pt x="512305" y="108153"/>
                  </a:lnTo>
                  <a:lnTo>
                    <a:pt x="497459" y="105156"/>
                  </a:lnTo>
                  <a:lnTo>
                    <a:pt x="482600" y="108153"/>
                  </a:lnTo>
                  <a:lnTo>
                    <a:pt x="470496" y="116306"/>
                  </a:lnTo>
                  <a:lnTo>
                    <a:pt x="462343" y="128409"/>
                  </a:lnTo>
                  <a:lnTo>
                    <a:pt x="460629" y="136906"/>
                  </a:lnTo>
                  <a:lnTo>
                    <a:pt x="2794" y="136906"/>
                  </a:lnTo>
                  <a:lnTo>
                    <a:pt x="0" y="139700"/>
                  </a:lnTo>
                  <a:lnTo>
                    <a:pt x="0" y="400050"/>
                  </a:lnTo>
                  <a:lnTo>
                    <a:pt x="12700" y="400050"/>
                  </a:lnTo>
                  <a:lnTo>
                    <a:pt x="12700" y="149606"/>
                  </a:lnTo>
                  <a:lnTo>
                    <a:pt x="460629" y="149606"/>
                  </a:lnTo>
                  <a:lnTo>
                    <a:pt x="462343" y="158115"/>
                  </a:lnTo>
                  <a:lnTo>
                    <a:pt x="470496" y="170218"/>
                  </a:lnTo>
                  <a:lnTo>
                    <a:pt x="482600" y="178371"/>
                  </a:lnTo>
                  <a:lnTo>
                    <a:pt x="497459" y="181356"/>
                  </a:lnTo>
                  <a:lnTo>
                    <a:pt x="512305" y="178371"/>
                  </a:lnTo>
                  <a:lnTo>
                    <a:pt x="524408" y="170218"/>
                  </a:lnTo>
                  <a:lnTo>
                    <a:pt x="532561" y="158115"/>
                  </a:lnTo>
                  <a:lnTo>
                    <a:pt x="533654" y="152704"/>
                  </a:lnTo>
                  <a:lnTo>
                    <a:pt x="533654" y="288036"/>
                  </a:lnTo>
                  <a:lnTo>
                    <a:pt x="821690" y="288036"/>
                  </a:lnTo>
                  <a:lnTo>
                    <a:pt x="821690" y="275590"/>
                  </a:lnTo>
                  <a:lnTo>
                    <a:pt x="821690" y="12446"/>
                  </a:lnTo>
                  <a:lnTo>
                    <a:pt x="821690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/>
            <p:cNvSpPr/>
            <p:nvPr/>
          </p:nvSpPr>
          <p:spPr>
            <a:xfrm>
              <a:off x="6163055" y="5064252"/>
              <a:ext cx="361315" cy="361315"/>
            </a:xfrm>
            <a:custGeom>
              <a:avLst/>
              <a:gdLst/>
              <a:ahLst/>
              <a:cxnLst/>
              <a:rect l="l" t="t" r="r" b="b"/>
              <a:pathLst>
                <a:path w="361315" h="361314">
                  <a:moveTo>
                    <a:pt x="361188" y="0"/>
                  </a:moveTo>
                  <a:lnTo>
                    <a:pt x="0" y="0"/>
                  </a:lnTo>
                  <a:lnTo>
                    <a:pt x="0" y="361188"/>
                  </a:lnTo>
                  <a:lnTo>
                    <a:pt x="361188" y="361188"/>
                  </a:lnTo>
                  <a:lnTo>
                    <a:pt x="361188" y="0"/>
                  </a:lnTo>
                  <a:close/>
                </a:path>
              </a:pathLst>
            </a:custGeom>
            <a:solidFill>
              <a:srgbClr val="EFB8C2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/>
            <p:cNvSpPr/>
            <p:nvPr/>
          </p:nvSpPr>
          <p:spPr>
            <a:xfrm>
              <a:off x="6199631" y="510082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288035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288035" y="288036"/>
                  </a:lnTo>
                  <a:lnTo>
                    <a:pt x="288035" y="275590"/>
                  </a:lnTo>
                  <a:lnTo>
                    <a:pt x="12445" y="275590"/>
                  </a:lnTo>
                  <a:lnTo>
                    <a:pt x="12445" y="12446"/>
                  </a:lnTo>
                  <a:lnTo>
                    <a:pt x="288035" y="12446"/>
                  </a:lnTo>
                  <a:lnTo>
                    <a:pt x="288035" y="0"/>
                  </a:lnTo>
                  <a:close/>
                </a:path>
                <a:path w="288289" h="288289">
                  <a:moveTo>
                    <a:pt x="288035" y="12446"/>
                  </a:moveTo>
                  <a:lnTo>
                    <a:pt x="275970" y="12446"/>
                  </a:lnTo>
                  <a:lnTo>
                    <a:pt x="275970" y="275590"/>
                  </a:lnTo>
                  <a:lnTo>
                    <a:pt x="288035" y="275590"/>
                  </a:lnTo>
                  <a:lnTo>
                    <a:pt x="288035" y="12446"/>
                  </a:lnTo>
                  <a:close/>
                </a:path>
                <a:path w="288289" h="288289">
                  <a:moveTo>
                    <a:pt x="208533" y="154559"/>
                  </a:moveTo>
                  <a:lnTo>
                    <a:pt x="155066" y="154559"/>
                  </a:lnTo>
                  <a:lnTo>
                    <a:pt x="164972" y="163957"/>
                  </a:lnTo>
                  <a:lnTo>
                    <a:pt x="148462" y="179578"/>
                  </a:lnTo>
                  <a:lnTo>
                    <a:pt x="217042" y="249047"/>
                  </a:lnTo>
                  <a:lnTo>
                    <a:pt x="218566" y="250571"/>
                  </a:lnTo>
                  <a:lnTo>
                    <a:pt x="219963" y="251587"/>
                  </a:lnTo>
                  <a:lnTo>
                    <a:pt x="221995" y="251968"/>
                  </a:lnTo>
                  <a:lnTo>
                    <a:pt x="223519" y="252984"/>
                  </a:lnTo>
                  <a:lnTo>
                    <a:pt x="225551" y="253492"/>
                  </a:lnTo>
                  <a:lnTo>
                    <a:pt x="228980" y="253492"/>
                  </a:lnTo>
                  <a:lnTo>
                    <a:pt x="231012" y="252984"/>
                  </a:lnTo>
                  <a:lnTo>
                    <a:pt x="232536" y="251968"/>
                  </a:lnTo>
                  <a:lnTo>
                    <a:pt x="234568" y="251587"/>
                  </a:lnTo>
                  <a:lnTo>
                    <a:pt x="235965" y="250571"/>
                  </a:lnTo>
                  <a:lnTo>
                    <a:pt x="245998" y="240538"/>
                  </a:lnTo>
                  <a:lnTo>
                    <a:pt x="227075" y="240538"/>
                  </a:lnTo>
                  <a:lnTo>
                    <a:pt x="167512" y="180975"/>
                  </a:lnTo>
                  <a:lnTo>
                    <a:pt x="167512" y="179578"/>
                  </a:lnTo>
                  <a:lnTo>
                    <a:pt x="168020" y="179578"/>
                  </a:lnTo>
                  <a:lnTo>
                    <a:pt x="190499" y="156972"/>
                  </a:lnTo>
                  <a:lnTo>
                    <a:pt x="190499" y="156464"/>
                  </a:lnTo>
                  <a:lnTo>
                    <a:pt x="210438" y="156464"/>
                  </a:lnTo>
                  <a:lnTo>
                    <a:pt x="208533" y="154559"/>
                  </a:lnTo>
                  <a:close/>
                </a:path>
                <a:path w="288289" h="288289">
                  <a:moveTo>
                    <a:pt x="108584" y="86995"/>
                  </a:moveTo>
                  <a:lnTo>
                    <a:pt x="87502" y="86995"/>
                  </a:lnTo>
                  <a:lnTo>
                    <a:pt x="119506" y="118999"/>
                  </a:lnTo>
                  <a:lnTo>
                    <a:pt x="113301" y="124594"/>
                  </a:lnTo>
                  <a:lnTo>
                    <a:pt x="99370" y="137541"/>
                  </a:lnTo>
                  <a:lnTo>
                    <a:pt x="91566" y="144526"/>
                  </a:lnTo>
                  <a:lnTo>
                    <a:pt x="35051" y="196977"/>
                  </a:lnTo>
                  <a:lnTo>
                    <a:pt x="34543" y="196977"/>
                  </a:lnTo>
                  <a:lnTo>
                    <a:pt x="32003" y="200025"/>
                  </a:lnTo>
                  <a:lnTo>
                    <a:pt x="29463" y="203581"/>
                  </a:lnTo>
                  <a:lnTo>
                    <a:pt x="26542" y="211074"/>
                  </a:lnTo>
                  <a:lnTo>
                    <a:pt x="26166" y="213995"/>
                  </a:lnTo>
                  <a:lnTo>
                    <a:pt x="26161" y="223520"/>
                  </a:lnTo>
                  <a:lnTo>
                    <a:pt x="26542" y="226568"/>
                  </a:lnTo>
                  <a:lnTo>
                    <a:pt x="27939" y="229997"/>
                  </a:lnTo>
                  <a:lnTo>
                    <a:pt x="29463" y="234061"/>
                  </a:lnTo>
                  <a:lnTo>
                    <a:pt x="43941" y="245999"/>
                  </a:lnTo>
                  <a:lnTo>
                    <a:pt x="47497" y="247523"/>
                  </a:lnTo>
                  <a:lnTo>
                    <a:pt x="51561" y="248031"/>
                  </a:lnTo>
                  <a:lnTo>
                    <a:pt x="59054" y="248031"/>
                  </a:lnTo>
                  <a:lnTo>
                    <a:pt x="62991" y="247523"/>
                  </a:lnTo>
                  <a:lnTo>
                    <a:pt x="66547" y="245999"/>
                  </a:lnTo>
                  <a:lnTo>
                    <a:pt x="70484" y="244475"/>
                  </a:lnTo>
                  <a:lnTo>
                    <a:pt x="74040" y="242062"/>
                  </a:lnTo>
                  <a:lnTo>
                    <a:pt x="76961" y="239014"/>
                  </a:lnTo>
                  <a:lnTo>
                    <a:pt x="80633" y="235077"/>
                  </a:lnTo>
                  <a:lnTo>
                    <a:pt x="50545" y="235077"/>
                  </a:lnTo>
                  <a:lnTo>
                    <a:pt x="45973" y="233553"/>
                  </a:lnTo>
                  <a:lnTo>
                    <a:pt x="43560" y="230505"/>
                  </a:lnTo>
                  <a:lnTo>
                    <a:pt x="40512" y="227965"/>
                  </a:lnTo>
                  <a:lnTo>
                    <a:pt x="38988" y="223520"/>
                  </a:lnTo>
                  <a:lnTo>
                    <a:pt x="38988" y="213995"/>
                  </a:lnTo>
                  <a:lnTo>
                    <a:pt x="40512" y="209550"/>
                  </a:lnTo>
                  <a:lnTo>
                    <a:pt x="43941" y="206502"/>
                  </a:lnTo>
                  <a:lnTo>
                    <a:pt x="144150" y="113972"/>
                  </a:lnTo>
                  <a:lnTo>
                    <a:pt x="149503" y="108966"/>
                  </a:lnTo>
                  <a:lnTo>
                    <a:pt x="130555" y="108966"/>
                  </a:lnTo>
                  <a:lnTo>
                    <a:pt x="108584" y="86995"/>
                  </a:lnTo>
                  <a:close/>
                </a:path>
                <a:path w="288289" h="288289">
                  <a:moveTo>
                    <a:pt x="210438" y="156464"/>
                  </a:moveTo>
                  <a:lnTo>
                    <a:pt x="192023" y="156464"/>
                  </a:lnTo>
                  <a:lnTo>
                    <a:pt x="251586" y="216027"/>
                  </a:lnTo>
                  <a:lnTo>
                    <a:pt x="251586" y="216535"/>
                  </a:lnTo>
                  <a:lnTo>
                    <a:pt x="251078" y="217043"/>
                  </a:lnTo>
                  <a:lnTo>
                    <a:pt x="251078" y="217551"/>
                  </a:lnTo>
                  <a:lnTo>
                    <a:pt x="227964" y="240538"/>
                  </a:lnTo>
                  <a:lnTo>
                    <a:pt x="245998" y="240538"/>
                  </a:lnTo>
                  <a:lnTo>
                    <a:pt x="261492" y="225044"/>
                  </a:lnTo>
                  <a:lnTo>
                    <a:pt x="262508" y="223520"/>
                  </a:lnTo>
                  <a:lnTo>
                    <a:pt x="263524" y="221488"/>
                  </a:lnTo>
                  <a:lnTo>
                    <a:pt x="264032" y="219964"/>
                  </a:lnTo>
                  <a:lnTo>
                    <a:pt x="264540" y="218059"/>
                  </a:lnTo>
                  <a:lnTo>
                    <a:pt x="264413" y="213995"/>
                  </a:lnTo>
                  <a:lnTo>
                    <a:pt x="264032" y="212471"/>
                  </a:lnTo>
                  <a:lnTo>
                    <a:pt x="263524" y="211074"/>
                  </a:lnTo>
                  <a:lnTo>
                    <a:pt x="262508" y="209042"/>
                  </a:lnTo>
                  <a:lnTo>
                    <a:pt x="261492" y="207518"/>
                  </a:lnTo>
                  <a:lnTo>
                    <a:pt x="210438" y="156464"/>
                  </a:lnTo>
                  <a:close/>
                </a:path>
                <a:path w="288289" h="288289">
                  <a:moveTo>
                    <a:pt x="173989" y="115951"/>
                  </a:moveTo>
                  <a:lnTo>
                    <a:pt x="172973" y="115951"/>
                  </a:lnTo>
                  <a:lnTo>
                    <a:pt x="171957" y="116967"/>
                  </a:lnTo>
                  <a:lnTo>
                    <a:pt x="160254" y="129859"/>
                  </a:lnTo>
                  <a:lnTo>
                    <a:pt x="67563" y="229997"/>
                  </a:lnTo>
                  <a:lnTo>
                    <a:pt x="64515" y="233553"/>
                  </a:lnTo>
                  <a:lnTo>
                    <a:pt x="59943" y="235077"/>
                  </a:lnTo>
                  <a:lnTo>
                    <a:pt x="80633" y="235077"/>
                  </a:lnTo>
                  <a:lnTo>
                    <a:pt x="129539" y="182499"/>
                  </a:lnTo>
                  <a:lnTo>
                    <a:pt x="136546" y="174650"/>
                  </a:lnTo>
                  <a:lnTo>
                    <a:pt x="149417" y="160764"/>
                  </a:lnTo>
                  <a:lnTo>
                    <a:pt x="155066" y="154559"/>
                  </a:lnTo>
                  <a:lnTo>
                    <a:pt x="208533" y="154559"/>
                  </a:lnTo>
                  <a:lnTo>
                    <a:pt x="207517" y="153543"/>
                  </a:lnTo>
                  <a:lnTo>
                    <a:pt x="175005" y="153543"/>
                  </a:lnTo>
                  <a:lnTo>
                    <a:pt x="164972" y="143510"/>
                  </a:lnTo>
                  <a:lnTo>
                    <a:pt x="178053" y="129540"/>
                  </a:lnTo>
                  <a:lnTo>
                    <a:pt x="192976" y="129540"/>
                  </a:lnTo>
                  <a:lnTo>
                    <a:pt x="195960" y="129032"/>
                  </a:lnTo>
                  <a:lnTo>
                    <a:pt x="201040" y="127508"/>
                  </a:lnTo>
                  <a:lnTo>
                    <a:pt x="208533" y="125476"/>
                  </a:lnTo>
                  <a:lnTo>
                    <a:pt x="214502" y="122047"/>
                  </a:lnTo>
                  <a:lnTo>
                    <a:pt x="219821" y="116728"/>
                  </a:lnTo>
                  <a:lnTo>
                    <a:pt x="187499" y="116728"/>
                  </a:lnTo>
                  <a:lnTo>
                    <a:pt x="177928" y="116476"/>
                  </a:lnTo>
                  <a:lnTo>
                    <a:pt x="173989" y="115951"/>
                  </a:lnTo>
                  <a:close/>
                </a:path>
                <a:path w="288289" h="288289">
                  <a:moveTo>
                    <a:pt x="202056" y="181991"/>
                  </a:moveTo>
                  <a:lnTo>
                    <a:pt x="193039" y="191008"/>
                  </a:lnTo>
                  <a:lnTo>
                    <a:pt x="225551" y="223012"/>
                  </a:lnTo>
                  <a:lnTo>
                    <a:pt x="235076" y="213995"/>
                  </a:lnTo>
                  <a:lnTo>
                    <a:pt x="202056" y="181991"/>
                  </a:lnTo>
                  <a:close/>
                </a:path>
                <a:path w="288289" h="288289">
                  <a:moveTo>
                    <a:pt x="191007" y="137541"/>
                  </a:moveTo>
                  <a:lnTo>
                    <a:pt x="175005" y="153543"/>
                  </a:lnTo>
                  <a:lnTo>
                    <a:pt x="207517" y="153543"/>
                  </a:lnTo>
                  <a:lnTo>
                    <a:pt x="201548" y="147574"/>
                  </a:lnTo>
                  <a:lnTo>
                    <a:pt x="191007" y="137541"/>
                  </a:lnTo>
                  <a:close/>
                </a:path>
                <a:path w="288289" h="288289">
                  <a:moveTo>
                    <a:pt x="192976" y="129540"/>
                  </a:moveTo>
                  <a:lnTo>
                    <a:pt x="179958" y="129540"/>
                  </a:lnTo>
                  <a:lnTo>
                    <a:pt x="181990" y="130048"/>
                  </a:lnTo>
                  <a:lnTo>
                    <a:pt x="189991" y="130048"/>
                  </a:lnTo>
                  <a:lnTo>
                    <a:pt x="192976" y="129540"/>
                  </a:lnTo>
                  <a:close/>
                </a:path>
                <a:path w="288289" h="288289">
                  <a:moveTo>
                    <a:pt x="241256" y="71501"/>
                  </a:moveTo>
                  <a:lnTo>
                    <a:pt x="228472" y="71501"/>
                  </a:lnTo>
                  <a:lnTo>
                    <a:pt x="229113" y="82550"/>
                  </a:lnTo>
                  <a:lnTo>
                    <a:pt x="229172" y="83566"/>
                  </a:lnTo>
                  <a:lnTo>
                    <a:pt x="229253" y="84963"/>
                  </a:lnTo>
                  <a:lnTo>
                    <a:pt x="229371" y="86995"/>
                  </a:lnTo>
                  <a:lnTo>
                    <a:pt x="229488" y="89027"/>
                  </a:lnTo>
                  <a:lnTo>
                    <a:pt x="210057" y="108458"/>
                  </a:lnTo>
                  <a:lnTo>
                    <a:pt x="199332" y="114718"/>
                  </a:lnTo>
                  <a:lnTo>
                    <a:pt x="187499" y="116728"/>
                  </a:lnTo>
                  <a:lnTo>
                    <a:pt x="219821" y="116728"/>
                  </a:lnTo>
                  <a:lnTo>
                    <a:pt x="243077" y="93472"/>
                  </a:lnTo>
                  <a:lnTo>
                    <a:pt x="241298" y="72009"/>
                  </a:lnTo>
                  <a:lnTo>
                    <a:pt x="241256" y="71501"/>
                  </a:lnTo>
                  <a:close/>
                </a:path>
                <a:path w="288289" h="288289">
                  <a:moveTo>
                    <a:pt x="179958" y="30988"/>
                  </a:moveTo>
                  <a:lnTo>
                    <a:pt x="156463" y="54991"/>
                  </a:lnTo>
                  <a:lnTo>
                    <a:pt x="152526" y="58547"/>
                  </a:lnTo>
                  <a:lnTo>
                    <a:pt x="149478" y="64008"/>
                  </a:lnTo>
                  <a:lnTo>
                    <a:pt x="147637" y="69778"/>
                  </a:lnTo>
                  <a:lnTo>
                    <a:pt x="146049" y="74549"/>
                  </a:lnTo>
                  <a:lnTo>
                    <a:pt x="145033" y="79502"/>
                  </a:lnTo>
                  <a:lnTo>
                    <a:pt x="144750" y="82550"/>
                  </a:lnTo>
                  <a:lnTo>
                    <a:pt x="144655" y="83566"/>
                  </a:lnTo>
                  <a:lnTo>
                    <a:pt x="144581" y="84367"/>
                  </a:lnTo>
                  <a:lnTo>
                    <a:pt x="144525" y="96012"/>
                  </a:lnTo>
                  <a:lnTo>
                    <a:pt x="143509" y="97028"/>
                  </a:lnTo>
                  <a:lnTo>
                    <a:pt x="140461" y="99568"/>
                  </a:lnTo>
                  <a:lnTo>
                    <a:pt x="136016" y="103505"/>
                  </a:lnTo>
                  <a:lnTo>
                    <a:pt x="130555" y="108966"/>
                  </a:lnTo>
                  <a:lnTo>
                    <a:pt x="149503" y="108966"/>
                  </a:lnTo>
                  <a:lnTo>
                    <a:pt x="156971" y="101981"/>
                  </a:lnTo>
                  <a:lnTo>
                    <a:pt x="157987" y="100965"/>
                  </a:lnTo>
                  <a:lnTo>
                    <a:pt x="157931" y="99568"/>
                  </a:lnTo>
                  <a:lnTo>
                    <a:pt x="157555" y="97028"/>
                  </a:lnTo>
                  <a:lnTo>
                    <a:pt x="157599" y="89027"/>
                  </a:lnTo>
                  <a:lnTo>
                    <a:pt x="185038" y="44450"/>
                  </a:lnTo>
                  <a:lnTo>
                    <a:pt x="216534" y="44450"/>
                  </a:lnTo>
                  <a:lnTo>
                    <a:pt x="216534" y="43561"/>
                  </a:lnTo>
                  <a:lnTo>
                    <a:pt x="215518" y="40513"/>
                  </a:lnTo>
                  <a:lnTo>
                    <a:pt x="214502" y="37973"/>
                  </a:lnTo>
                  <a:lnTo>
                    <a:pt x="212470" y="35941"/>
                  </a:lnTo>
                  <a:lnTo>
                    <a:pt x="210057" y="34544"/>
                  </a:lnTo>
                  <a:lnTo>
                    <a:pt x="208533" y="33528"/>
                  </a:lnTo>
                  <a:lnTo>
                    <a:pt x="207009" y="33020"/>
                  </a:lnTo>
                  <a:lnTo>
                    <a:pt x="204977" y="33020"/>
                  </a:lnTo>
                  <a:lnTo>
                    <a:pt x="179958" y="30988"/>
                  </a:lnTo>
                  <a:close/>
                </a:path>
                <a:path w="288289" h="288289">
                  <a:moveTo>
                    <a:pt x="216534" y="44450"/>
                  </a:moveTo>
                  <a:lnTo>
                    <a:pt x="185038" y="44450"/>
                  </a:lnTo>
                  <a:lnTo>
                    <a:pt x="202056" y="45466"/>
                  </a:lnTo>
                  <a:lnTo>
                    <a:pt x="179577" y="68453"/>
                  </a:lnTo>
                  <a:lnTo>
                    <a:pt x="178053" y="69977"/>
                  </a:lnTo>
                  <a:lnTo>
                    <a:pt x="177037" y="72009"/>
                  </a:lnTo>
                  <a:lnTo>
                    <a:pt x="177037" y="75057"/>
                  </a:lnTo>
                  <a:lnTo>
                    <a:pt x="199008" y="97028"/>
                  </a:lnTo>
                  <a:lnTo>
                    <a:pt x="201040" y="97028"/>
                  </a:lnTo>
                  <a:lnTo>
                    <a:pt x="203961" y="96012"/>
                  </a:lnTo>
                  <a:lnTo>
                    <a:pt x="216407" y="83566"/>
                  </a:lnTo>
                  <a:lnTo>
                    <a:pt x="197992" y="83566"/>
                  </a:lnTo>
                  <a:lnTo>
                    <a:pt x="191515" y="82550"/>
                  </a:lnTo>
                  <a:lnTo>
                    <a:pt x="190636" y="76835"/>
                  </a:lnTo>
                  <a:lnTo>
                    <a:pt x="190578" y="76454"/>
                  </a:lnTo>
                  <a:lnTo>
                    <a:pt x="190499" y="75946"/>
                  </a:lnTo>
                  <a:lnTo>
                    <a:pt x="212470" y="53975"/>
                  </a:lnTo>
                  <a:lnTo>
                    <a:pt x="212470" y="53467"/>
                  </a:lnTo>
                  <a:lnTo>
                    <a:pt x="213994" y="52451"/>
                  </a:lnTo>
                  <a:lnTo>
                    <a:pt x="215010" y="51054"/>
                  </a:lnTo>
                  <a:lnTo>
                    <a:pt x="215518" y="49022"/>
                  </a:lnTo>
                  <a:lnTo>
                    <a:pt x="216534" y="46482"/>
                  </a:lnTo>
                  <a:lnTo>
                    <a:pt x="216534" y="44450"/>
                  </a:lnTo>
                  <a:close/>
                </a:path>
                <a:path w="288289" h="288289">
                  <a:moveTo>
                    <a:pt x="70992" y="39497"/>
                  </a:moveTo>
                  <a:lnTo>
                    <a:pt x="64515" y="45466"/>
                  </a:lnTo>
                  <a:lnTo>
                    <a:pt x="56514" y="53467"/>
                  </a:lnTo>
                  <a:lnTo>
                    <a:pt x="50545" y="59563"/>
                  </a:lnTo>
                  <a:lnTo>
                    <a:pt x="72516" y="86995"/>
                  </a:lnTo>
                  <a:lnTo>
                    <a:pt x="74548" y="89027"/>
                  </a:lnTo>
                  <a:lnTo>
                    <a:pt x="76961" y="90551"/>
                  </a:lnTo>
                  <a:lnTo>
                    <a:pt x="82549" y="90551"/>
                  </a:lnTo>
                  <a:lnTo>
                    <a:pt x="84962" y="89535"/>
                  </a:lnTo>
                  <a:lnTo>
                    <a:pt x="87502" y="86995"/>
                  </a:lnTo>
                  <a:lnTo>
                    <a:pt x="108584" y="86995"/>
                  </a:lnTo>
                  <a:lnTo>
                    <a:pt x="98043" y="76454"/>
                  </a:lnTo>
                  <a:lnTo>
                    <a:pt x="98551" y="75946"/>
                  </a:lnTo>
                  <a:lnTo>
                    <a:pt x="80009" y="75946"/>
                  </a:lnTo>
                  <a:lnTo>
                    <a:pt x="67563" y="60960"/>
                  </a:lnTo>
                  <a:lnTo>
                    <a:pt x="72008" y="56515"/>
                  </a:lnTo>
                  <a:lnTo>
                    <a:pt x="91945" y="56515"/>
                  </a:lnTo>
                  <a:lnTo>
                    <a:pt x="70992" y="39497"/>
                  </a:lnTo>
                  <a:close/>
                </a:path>
                <a:path w="288289" h="288289">
                  <a:moveTo>
                    <a:pt x="231012" y="57023"/>
                  </a:moveTo>
                  <a:lnTo>
                    <a:pt x="227075" y="57023"/>
                  </a:lnTo>
                  <a:lnTo>
                    <a:pt x="223519" y="59055"/>
                  </a:lnTo>
                  <a:lnTo>
                    <a:pt x="222503" y="59563"/>
                  </a:lnTo>
                  <a:lnTo>
                    <a:pt x="221487" y="60452"/>
                  </a:lnTo>
                  <a:lnTo>
                    <a:pt x="197992" y="83566"/>
                  </a:lnTo>
                  <a:lnTo>
                    <a:pt x="216407" y="83566"/>
                  </a:lnTo>
                  <a:lnTo>
                    <a:pt x="228472" y="71501"/>
                  </a:lnTo>
                  <a:lnTo>
                    <a:pt x="241256" y="71501"/>
                  </a:lnTo>
                  <a:lnTo>
                    <a:pt x="241130" y="69977"/>
                  </a:lnTo>
                  <a:lnTo>
                    <a:pt x="241045" y="66548"/>
                  </a:lnTo>
                  <a:lnTo>
                    <a:pt x="240029" y="64008"/>
                  </a:lnTo>
                  <a:lnTo>
                    <a:pt x="238505" y="61976"/>
                  </a:lnTo>
                  <a:lnTo>
                    <a:pt x="237489" y="60960"/>
                  </a:lnTo>
                  <a:lnTo>
                    <a:pt x="235965" y="59563"/>
                  </a:lnTo>
                  <a:lnTo>
                    <a:pt x="234568" y="59055"/>
                  </a:lnTo>
                  <a:lnTo>
                    <a:pt x="231012" y="57023"/>
                  </a:lnTo>
                  <a:close/>
                </a:path>
                <a:path w="288289" h="288289">
                  <a:moveTo>
                    <a:pt x="91945" y="56515"/>
                  </a:moveTo>
                  <a:lnTo>
                    <a:pt x="72008" y="56515"/>
                  </a:lnTo>
                  <a:lnTo>
                    <a:pt x="86994" y="68961"/>
                  </a:lnTo>
                  <a:lnTo>
                    <a:pt x="80009" y="75946"/>
                  </a:lnTo>
                  <a:lnTo>
                    <a:pt x="98551" y="75946"/>
                  </a:lnTo>
                  <a:lnTo>
                    <a:pt x="100456" y="74041"/>
                  </a:lnTo>
                  <a:lnTo>
                    <a:pt x="101472" y="70993"/>
                  </a:lnTo>
                  <a:lnTo>
                    <a:pt x="101472" y="66040"/>
                  </a:lnTo>
                  <a:lnTo>
                    <a:pt x="99948" y="63500"/>
                  </a:lnTo>
                  <a:lnTo>
                    <a:pt x="98043" y="61468"/>
                  </a:lnTo>
                  <a:lnTo>
                    <a:pt x="91945" y="56515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7" name="object 19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219190" y="4876800"/>
              <a:ext cx="162305" cy="226822"/>
            </a:xfrm>
            <a:prstGeom prst="rect">
              <a:avLst/>
            </a:prstGeom>
          </p:spPr>
        </p:pic>
        <p:sp>
          <p:nvSpPr>
            <p:cNvPr id="198" name="object 198"/>
            <p:cNvSpPr/>
            <p:nvPr/>
          </p:nvSpPr>
          <p:spPr>
            <a:xfrm>
              <a:off x="3235452" y="414680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288036" y="27940"/>
                  </a:moveTo>
                  <a:lnTo>
                    <a:pt x="0" y="27940"/>
                  </a:lnTo>
                  <a:lnTo>
                    <a:pt x="0" y="288036"/>
                  </a:lnTo>
                  <a:lnTo>
                    <a:pt x="288036" y="288036"/>
                  </a:lnTo>
                  <a:lnTo>
                    <a:pt x="288036" y="275590"/>
                  </a:lnTo>
                  <a:lnTo>
                    <a:pt x="12446" y="275590"/>
                  </a:lnTo>
                  <a:lnTo>
                    <a:pt x="12446" y="238506"/>
                  </a:lnTo>
                  <a:lnTo>
                    <a:pt x="288036" y="238506"/>
                  </a:lnTo>
                  <a:lnTo>
                    <a:pt x="288036" y="226060"/>
                  </a:lnTo>
                  <a:lnTo>
                    <a:pt x="12446" y="226060"/>
                  </a:lnTo>
                  <a:lnTo>
                    <a:pt x="12446" y="188976"/>
                  </a:lnTo>
                  <a:lnTo>
                    <a:pt x="288036" y="188976"/>
                  </a:lnTo>
                  <a:lnTo>
                    <a:pt x="288036" y="176530"/>
                  </a:lnTo>
                  <a:lnTo>
                    <a:pt x="12446" y="176530"/>
                  </a:lnTo>
                  <a:lnTo>
                    <a:pt x="12446" y="139573"/>
                  </a:lnTo>
                  <a:lnTo>
                    <a:pt x="288036" y="139573"/>
                  </a:lnTo>
                  <a:lnTo>
                    <a:pt x="288036" y="127000"/>
                  </a:lnTo>
                  <a:lnTo>
                    <a:pt x="12446" y="127000"/>
                  </a:lnTo>
                  <a:lnTo>
                    <a:pt x="12446" y="90043"/>
                  </a:lnTo>
                  <a:lnTo>
                    <a:pt x="288036" y="90043"/>
                  </a:lnTo>
                  <a:lnTo>
                    <a:pt x="288036" y="77470"/>
                  </a:lnTo>
                  <a:lnTo>
                    <a:pt x="12446" y="77470"/>
                  </a:lnTo>
                  <a:lnTo>
                    <a:pt x="12446" y="40513"/>
                  </a:lnTo>
                  <a:lnTo>
                    <a:pt x="288036" y="40513"/>
                  </a:lnTo>
                  <a:lnTo>
                    <a:pt x="288036" y="27940"/>
                  </a:lnTo>
                  <a:close/>
                </a:path>
                <a:path w="288289" h="288289">
                  <a:moveTo>
                    <a:pt x="81534" y="238506"/>
                  </a:moveTo>
                  <a:lnTo>
                    <a:pt x="68961" y="238506"/>
                  </a:lnTo>
                  <a:lnTo>
                    <a:pt x="68961" y="275590"/>
                  </a:lnTo>
                  <a:lnTo>
                    <a:pt x="81534" y="275590"/>
                  </a:lnTo>
                  <a:lnTo>
                    <a:pt x="81534" y="238506"/>
                  </a:lnTo>
                  <a:close/>
                </a:path>
                <a:path w="288289" h="288289">
                  <a:moveTo>
                    <a:pt x="149987" y="238506"/>
                  </a:moveTo>
                  <a:lnTo>
                    <a:pt x="138049" y="238506"/>
                  </a:lnTo>
                  <a:lnTo>
                    <a:pt x="138049" y="275590"/>
                  </a:lnTo>
                  <a:lnTo>
                    <a:pt x="149987" y="275590"/>
                  </a:lnTo>
                  <a:lnTo>
                    <a:pt x="149987" y="238506"/>
                  </a:lnTo>
                  <a:close/>
                </a:path>
                <a:path w="288289" h="288289">
                  <a:moveTo>
                    <a:pt x="219075" y="238506"/>
                  </a:moveTo>
                  <a:lnTo>
                    <a:pt x="207010" y="238506"/>
                  </a:lnTo>
                  <a:lnTo>
                    <a:pt x="207010" y="275590"/>
                  </a:lnTo>
                  <a:lnTo>
                    <a:pt x="219075" y="275590"/>
                  </a:lnTo>
                  <a:lnTo>
                    <a:pt x="219075" y="238506"/>
                  </a:lnTo>
                  <a:close/>
                </a:path>
                <a:path w="288289" h="288289">
                  <a:moveTo>
                    <a:pt x="288036" y="238506"/>
                  </a:moveTo>
                  <a:lnTo>
                    <a:pt x="275590" y="238506"/>
                  </a:lnTo>
                  <a:lnTo>
                    <a:pt x="275590" y="275590"/>
                  </a:lnTo>
                  <a:lnTo>
                    <a:pt x="288036" y="275590"/>
                  </a:lnTo>
                  <a:lnTo>
                    <a:pt x="288036" y="238506"/>
                  </a:lnTo>
                  <a:close/>
                </a:path>
                <a:path w="288289" h="288289">
                  <a:moveTo>
                    <a:pt x="81534" y="188976"/>
                  </a:moveTo>
                  <a:lnTo>
                    <a:pt x="68961" y="188976"/>
                  </a:lnTo>
                  <a:lnTo>
                    <a:pt x="68961" y="226060"/>
                  </a:lnTo>
                  <a:lnTo>
                    <a:pt x="81534" y="226060"/>
                  </a:lnTo>
                  <a:lnTo>
                    <a:pt x="81534" y="188976"/>
                  </a:lnTo>
                  <a:close/>
                </a:path>
                <a:path w="288289" h="288289">
                  <a:moveTo>
                    <a:pt x="149987" y="188976"/>
                  </a:moveTo>
                  <a:lnTo>
                    <a:pt x="138049" y="188976"/>
                  </a:lnTo>
                  <a:lnTo>
                    <a:pt x="138049" y="226060"/>
                  </a:lnTo>
                  <a:lnTo>
                    <a:pt x="149987" y="226060"/>
                  </a:lnTo>
                  <a:lnTo>
                    <a:pt x="149987" y="188976"/>
                  </a:lnTo>
                  <a:close/>
                </a:path>
                <a:path w="288289" h="288289">
                  <a:moveTo>
                    <a:pt x="219075" y="188976"/>
                  </a:moveTo>
                  <a:lnTo>
                    <a:pt x="207010" y="188976"/>
                  </a:lnTo>
                  <a:lnTo>
                    <a:pt x="207010" y="226060"/>
                  </a:lnTo>
                  <a:lnTo>
                    <a:pt x="219075" y="226060"/>
                  </a:lnTo>
                  <a:lnTo>
                    <a:pt x="219075" y="188976"/>
                  </a:lnTo>
                  <a:close/>
                </a:path>
                <a:path w="288289" h="288289">
                  <a:moveTo>
                    <a:pt x="288036" y="188976"/>
                  </a:moveTo>
                  <a:lnTo>
                    <a:pt x="275590" y="188976"/>
                  </a:lnTo>
                  <a:lnTo>
                    <a:pt x="275590" y="226060"/>
                  </a:lnTo>
                  <a:lnTo>
                    <a:pt x="288036" y="226060"/>
                  </a:lnTo>
                  <a:lnTo>
                    <a:pt x="288036" y="188976"/>
                  </a:lnTo>
                  <a:close/>
                </a:path>
                <a:path w="288289" h="288289">
                  <a:moveTo>
                    <a:pt x="81534" y="139573"/>
                  </a:moveTo>
                  <a:lnTo>
                    <a:pt x="68961" y="139573"/>
                  </a:lnTo>
                  <a:lnTo>
                    <a:pt x="68961" y="176530"/>
                  </a:lnTo>
                  <a:lnTo>
                    <a:pt x="81534" y="176530"/>
                  </a:lnTo>
                  <a:lnTo>
                    <a:pt x="81534" y="139573"/>
                  </a:lnTo>
                  <a:close/>
                </a:path>
                <a:path w="288289" h="288289">
                  <a:moveTo>
                    <a:pt x="149987" y="139573"/>
                  </a:moveTo>
                  <a:lnTo>
                    <a:pt x="138049" y="139573"/>
                  </a:lnTo>
                  <a:lnTo>
                    <a:pt x="138049" y="176530"/>
                  </a:lnTo>
                  <a:lnTo>
                    <a:pt x="149987" y="176530"/>
                  </a:lnTo>
                  <a:lnTo>
                    <a:pt x="149987" y="139573"/>
                  </a:lnTo>
                  <a:close/>
                </a:path>
                <a:path w="288289" h="288289">
                  <a:moveTo>
                    <a:pt x="219075" y="139573"/>
                  </a:moveTo>
                  <a:lnTo>
                    <a:pt x="207010" y="139573"/>
                  </a:lnTo>
                  <a:lnTo>
                    <a:pt x="207010" y="176530"/>
                  </a:lnTo>
                  <a:lnTo>
                    <a:pt x="219075" y="176530"/>
                  </a:lnTo>
                  <a:lnTo>
                    <a:pt x="219075" y="139573"/>
                  </a:lnTo>
                  <a:close/>
                </a:path>
                <a:path w="288289" h="288289">
                  <a:moveTo>
                    <a:pt x="288036" y="139573"/>
                  </a:moveTo>
                  <a:lnTo>
                    <a:pt x="275590" y="139573"/>
                  </a:lnTo>
                  <a:lnTo>
                    <a:pt x="275590" y="176530"/>
                  </a:lnTo>
                  <a:lnTo>
                    <a:pt x="288036" y="176530"/>
                  </a:lnTo>
                  <a:lnTo>
                    <a:pt x="288036" y="139573"/>
                  </a:lnTo>
                  <a:close/>
                </a:path>
                <a:path w="288289" h="288289">
                  <a:moveTo>
                    <a:pt x="81534" y="90043"/>
                  </a:moveTo>
                  <a:lnTo>
                    <a:pt x="68961" y="90043"/>
                  </a:lnTo>
                  <a:lnTo>
                    <a:pt x="68961" y="127000"/>
                  </a:lnTo>
                  <a:lnTo>
                    <a:pt x="81534" y="127000"/>
                  </a:lnTo>
                  <a:lnTo>
                    <a:pt x="81534" y="90043"/>
                  </a:lnTo>
                  <a:close/>
                </a:path>
                <a:path w="288289" h="288289">
                  <a:moveTo>
                    <a:pt x="149987" y="90043"/>
                  </a:moveTo>
                  <a:lnTo>
                    <a:pt x="138049" y="90043"/>
                  </a:lnTo>
                  <a:lnTo>
                    <a:pt x="138049" y="127000"/>
                  </a:lnTo>
                  <a:lnTo>
                    <a:pt x="149987" y="127000"/>
                  </a:lnTo>
                  <a:lnTo>
                    <a:pt x="149987" y="90043"/>
                  </a:lnTo>
                  <a:close/>
                </a:path>
                <a:path w="288289" h="288289">
                  <a:moveTo>
                    <a:pt x="219075" y="90043"/>
                  </a:moveTo>
                  <a:lnTo>
                    <a:pt x="207010" y="90043"/>
                  </a:lnTo>
                  <a:lnTo>
                    <a:pt x="207010" y="127000"/>
                  </a:lnTo>
                  <a:lnTo>
                    <a:pt x="219075" y="127000"/>
                  </a:lnTo>
                  <a:lnTo>
                    <a:pt x="219075" y="90043"/>
                  </a:lnTo>
                  <a:close/>
                </a:path>
                <a:path w="288289" h="288289">
                  <a:moveTo>
                    <a:pt x="288036" y="90043"/>
                  </a:moveTo>
                  <a:lnTo>
                    <a:pt x="275590" y="90043"/>
                  </a:lnTo>
                  <a:lnTo>
                    <a:pt x="275590" y="127000"/>
                  </a:lnTo>
                  <a:lnTo>
                    <a:pt x="288036" y="127000"/>
                  </a:lnTo>
                  <a:lnTo>
                    <a:pt x="288036" y="90043"/>
                  </a:lnTo>
                  <a:close/>
                </a:path>
                <a:path w="288289" h="288289">
                  <a:moveTo>
                    <a:pt x="288036" y="40513"/>
                  </a:moveTo>
                  <a:lnTo>
                    <a:pt x="275590" y="40513"/>
                  </a:lnTo>
                  <a:lnTo>
                    <a:pt x="275590" y="77470"/>
                  </a:lnTo>
                  <a:lnTo>
                    <a:pt x="288036" y="77470"/>
                  </a:lnTo>
                  <a:lnTo>
                    <a:pt x="288036" y="40513"/>
                  </a:lnTo>
                  <a:close/>
                </a:path>
                <a:path w="288289" h="288289">
                  <a:moveTo>
                    <a:pt x="55499" y="0"/>
                  </a:moveTo>
                  <a:lnTo>
                    <a:pt x="43826" y="2186"/>
                  </a:lnTo>
                  <a:lnTo>
                    <a:pt x="34131" y="8159"/>
                  </a:lnTo>
                  <a:lnTo>
                    <a:pt x="27245" y="17037"/>
                  </a:lnTo>
                  <a:lnTo>
                    <a:pt x="24003" y="27940"/>
                  </a:lnTo>
                  <a:lnTo>
                    <a:pt x="35940" y="27940"/>
                  </a:lnTo>
                  <a:lnTo>
                    <a:pt x="37972" y="19050"/>
                  </a:lnTo>
                  <a:lnTo>
                    <a:pt x="45974" y="12446"/>
                  </a:lnTo>
                  <a:lnTo>
                    <a:pt x="79719" y="12446"/>
                  </a:lnTo>
                  <a:lnTo>
                    <a:pt x="76422" y="8159"/>
                  </a:lnTo>
                  <a:lnTo>
                    <a:pt x="66877" y="2186"/>
                  </a:lnTo>
                  <a:lnTo>
                    <a:pt x="55499" y="0"/>
                  </a:lnTo>
                  <a:close/>
                </a:path>
                <a:path w="288289" h="288289">
                  <a:moveTo>
                    <a:pt x="79719" y="12446"/>
                  </a:moveTo>
                  <a:lnTo>
                    <a:pt x="65023" y="12446"/>
                  </a:lnTo>
                  <a:lnTo>
                    <a:pt x="72517" y="19050"/>
                  </a:lnTo>
                  <a:lnTo>
                    <a:pt x="74548" y="27940"/>
                  </a:lnTo>
                  <a:lnTo>
                    <a:pt x="86487" y="27940"/>
                  </a:lnTo>
                  <a:lnTo>
                    <a:pt x="83252" y="17037"/>
                  </a:lnTo>
                  <a:lnTo>
                    <a:pt x="79719" y="12446"/>
                  </a:lnTo>
                  <a:close/>
                </a:path>
                <a:path w="288289" h="288289">
                  <a:moveTo>
                    <a:pt x="143510" y="0"/>
                  </a:moveTo>
                  <a:lnTo>
                    <a:pt x="132131" y="2186"/>
                  </a:lnTo>
                  <a:lnTo>
                    <a:pt x="122586" y="8159"/>
                  </a:lnTo>
                  <a:lnTo>
                    <a:pt x="115756" y="17037"/>
                  </a:lnTo>
                  <a:lnTo>
                    <a:pt x="112522" y="27940"/>
                  </a:lnTo>
                  <a:lnTo>
                    <a:pt x="124460" y="27940"/>
                  </a:lnTo>
                  <a:lnTo>
                    <a:pt x="126492" y="19050"/>
                  </a:lnTo>
                  <a:lnTo>
                    <a:pt x="133985" y="12446"/>
                  </a:lnTo>
                  <a:lnTo>
                    <a:pt x="168202" y="12446"/>
                  </a:lnTo>
                  <a:lnTo>
                    <a:pt x="164877" y="8159"/>
                  </a:lnTo>
                  <a:lnTo>
                    <a:pt x="155182" y="2186"/>
                  </a:lnTo>
                  <a:lnTo>
                    <a:pt x="143510" y="0"/>
                  </a:lnTo>
                  <a:close/>
                </a:path>
                <a:path w="288289" h="288289">
                  <a:moveTo>
                    <a:pt x="168202" y="12446"/>
                  </a:moveTo>
                  <a:lnTo>
                    <a:pt x="153035" y="12446"/>
                  </a:lnTo>
                  <a:lnTo>
                    <a:pt x="161036" y="19050"/>
                  </a:lnTo>
                  <a:lnTo>
                    <a:pt x="163068" y="27940"/>
                  </a:lnTo>
                  <a:lnTo>
                    <a:pt x="175006" y="27940"/>
                  </a:lnTo>
                  <a:lnTo>
                    <a:pt x="171763" y="17037"/>
                  </a:lnTo>
                  <a:lnTo>
                    <a:pt x="168202" y="12446"/>
                  </a:lnTo>
                  <a:close/>
                </a:path>
                <a:path w="288289" h="288289">
                  <a:moveTo>
                    <a:pt x="232029" y="0"/>
                  </a:moveTo>
                  <a:lnTo>
                    <a:pt x="220642" y="2186"/>
                  </a:lnTo>
                  <a:lnTo>
                    <a:pt x="211042" y="8159"/>
                  </a:lnTo>
                  <a:lnTo>
                    <a:pt x="204061" y="17037"/>
                  </a:lnTo>
                  <a:lnTo>
                    <a:pt x="200533" y="27940"/>
                  </a:lnTo>
                  <a:lnTo>
                    <a:pt x="212979" y="27940"/>
                  </a:lnTo>
                  <a:lnTo>
                    <a:pt x="214503" y="19050"/>
                  </a:lnTo>
                  <a:lnTo>
                    <a:pt x="222504" y="12446"/>
                  </a:lnTo>
                  <a:lnTo>
                    <a:pt x="256721" y="12446"/>
                  </a:lnTo>
                  <a:lnTo>
                    <a:pt x="253396" y="8159"/>
                  </a:lnTo>
                  <a:lnTo>
                    <a:pt x="243701" y="2186"/>
                  </a:lnTo>
                  <a:lnTo>
                    <a:pt x="232029" y="0"/>
                  </a:lnTo>
                  <a:close/>
                </a:path>
                <a:path w="288289" h="288289">
                  <a:moveTo>
                    <a:pt x="256721" y="12446"/>
                  </a:moveTo>
                  <a:lnTo>
                    <a:pt x="241554" y="12446"/>
                  </a:lnTo>
                  <a:lnTo>
                    <a:pt x="249554" y="19050"/>
                  </a:lnTo>
                  <a:lnTo>
                    <a:pt x="251079" y="27940"/>
                  </a:lnTo>
                  <a:lnTo>
                    <a:pt x="263525" y="27940"/>
                  </a:lnTo>
                  <a:lnTo>
                    <a:pt x="260282" y="17037"/>
                  </a:lnTo>
                  <a:lnTo>
                    <a:pt x="256721" y="12446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/>
            <p:cNvSpPr/>
            <p:nvPr/>
          </p:nvSpPr>
          <p:spPr>
            <a:xfrm>
              <a:off x="5529072" y="5064252"/>
              <a:ext cx="360045" cy="361315"/>
            </a:xfrm>
            <a:custGeom>
              <a:avLst/>
              <a:gdLst/>
              <a:ahLst/>
              <a:cxnLst/>
              <a:rect l="l" t="t" r="r" b="b"/>
              <a:pathLst>
                <a:path w="360045" h="361314">
                  <a:moveTo>
                    <a:pt x="359663" y="0"/>
                  </a:moveTo>
                  <a:lnTo>
                    <a:pt x="0" y="0"/>
                  </a:lnTo>
                  <a:lnTo>
                    <a:pt x="0" y="361188"/>
                  </a:lnTo>
                  <a:lnTo>
                    <a:pt x="359663" y="361188"/>
                  </a:lnTo>
                  <a:lnTo>
                    <a:pt x="359663" y="0"/>
                  </a:lnTo>
                  <a:close/>
                </a:path>
              </a:pathLst>
            </a:custGeom>
            <a:solidFill>
              <a:srgbClr val="EFB8C2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/>
            <p:cNvSpPr/>
            <p:nvPr/>
          </p:nvSpPr>
          <p:spPr>
            <a:xfrm>
              <a:off x="5564123" y="510082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288036" y="27940"/>
                  </a:moveTo>
                  <a:lnTo>
                    <a:pt x="0" y="27940"/>
                  </a:lnTo>
                  <a:lnTo>
                    <a:pt x="0" y="288036"/>
                  </a:lnTo>
                  <a:lnTo>
                    <a:pt x="288036" y="288036"/>
                  </a:lnTo>
                  <a:lnTo>
                    <a:pt x="288036" y="275590"/>
                  </a:lnTo>
                  <a:lnTo>
                    <a:pt x="12446" y="275590"/>
                  </a:lnTo>
                  <a:lnTo>
                    <a:pt x="12446" y="238506"/>
                  </a:lnTo>
                  <a:lnTo>
                    <a:pt x="288036" y="238506"/>
                  </a:lnTo>
                  <a:lnTo>
                    <a:pt x="288036" y="226060"/>
                  </a:lnTo>
                  <a:lnTo>
                    <a:pt x="12446" y="226060"/>
                  </a:lnTo>
                  <a:lnTo>
                    <a:pt x="12446" y="188976"/>
                  </a:lnTo>
                  <a:lnTo>
                    <a:pt x="288036" y="188976"/>
                  </a:lnTo>
                  <a:lnTo>
                    <a:pt x="288036" y="176530"/>
                  </a:lnTo>
                  <a:lnTo>
                    <a:pt x="12446" y="176530"/>
                  </a:lnTo>
                  <a:lnTo>
                    <a:pt x="12446" y="139573"/>
                  </a:lnTo>
                  <a:lnTo>
                    <a:pt x="288036" y="139573"/>
                  </a:lnTo>
                  <a:lnTo>
                    <a:pt x="288036" y="127000"/>
                  </a:lnTo>
                  <a:lnTo>
                    <a:pt x="12446" y="127000"/>
                  </a:lnTo>
                  <a:lnTo>
                    <a:pt x="12446" y="90043"/>
                  </a:lnTo>
                  <a:lnTo>
                    <a:pt x="288036" y="90043"/>
                  </a:lnTo>
                  <a:lnTo>
                    <a:pt x="288036" y="77470"/>
                  </a:lnTo>
                  <a:lnTo>
                    <a:pt x="12446" y="77470"/>
                  </a:lnTo>
                  <a:lnTo>
                    <a:pt x="12446" y="40513"/>
                  </a:lnTo>
                  <a:lnTo>
                    <a:pt x="288036" y="40513"/>
                  </a:lnTo>
                  <a:lnTo>
                    <a:pt x="288036" y="27940"/>
                  </a:lnTo>
                  <a:close/>
                </a:path>
                <a:path w="288289" h="288289">
                  <a:moveTo>
                    <a:pt x="81534" y="238506"/>
                  </a:moveTo>
                  <a:lnTo>
                    <a:pt x="68961" y="238506"/>
                  </a:lnTo>
                  <a:lnTo>
                    <a:pt x="68961" y="275590"/>
                  </a:lnTo>
                  <a:lnTo>
                    <a:pt x="81534" y="275590"/>
                  </a:lnTo>
                  <a:lnTo>
                    <a:pt x="81534" y="238506"/>
                  </a:lnTo>
                  <a:close/>
                </a:path>
                <a:path w="288289" h="288289">
                  <a:moveTo>
                    <a:pt x="149987" y="238506"/>
                  </a:moveTo>
                  <a:lnTo>
                    <a:pt x="138049" y="238506"/>
                  </a:lnTo>
                  <a:lnTo>
                    <a:pt x="138049" y="275590"/>
                  </a:lnTo>
                  <a:lnTo>
                    <a:pt x="149987" y="275590"/>
                  </a:lnTo>
                  <a:lnTo>
                    <a:pt x="149987" y="238506"/>
                  </a:lnTo>
                  <a:close/>
                </a:path>
                <a:path w="288289" h="288289">
                  <a:moveTo>
                    <a:pt x="219075" y="238506"/>
                  </a:moveTo>
                  <a:lnTo>
                    <a:pt x="207010" y="238506"/>
                  </a:lnTo>
                  <a:lnTo>
                    <a:pt x="207010" y="275590"/>
                  </a:lnTo>
                  <a:lnTo>
                    <a:pt x="219075" y="275590"/>
                  </a:lnTo>
                  <a:lnTo>
                    <a:pt x="219075" y="238506"/>
                  </a:lnTo>
                  <a:close/>
                </a:path>
                <a:path w="288289" h="288289">
                  <a:moveTo>
                    <a:pt x="288036" y="238506"/>
                  </a:moveTo>
                  <a:lnTo>
                    <a:pt x="275590" y="238506"/>
                  </a:lnTo>
                  <a:lnTo>
                    <a:pt x="275590" y="275590"/>
                  </a:lnTo>
                  <a:lnTo>
                    <a:pt x="288036" y="275590"/>
                  </a:lnTo>
                  <a:lnTo>
                    <a:pt x="288036" y="238506"/>
                  </a:lnTo>
                  <a:close/>
                </a:path>
                <a:path w="288289" h="288289">
                  <a:moveTo>
                    <a:pt x="81534" y="188976"/>
                  </a:moveTo>
                  <a:lnTo>
                    <a:pt x="68961" y="188976"/>
                  </a:lnTo>
                  <a:lnTo>
                    <a:pt x="68961" y="226060"/>
                  </a:lnTo>
                  <a:lnTo>
                    <a:pt x="81534" y="226060"/>
                  </a:lnTo>
                  <a:lnTo>
                    <a:pt x="81534" y="188976"/>
                  </a:lnTo>
                  <a:close/>
                </a:path>
                <a:path w="288289" h="288289">
                  <a:moveTo>
                    <a:pt x="149987" y="188976"/>
                  </a:moveTo>
                  <a:lnTo>
                    <a:pt x="138049" y="188976"/>
                  </a:lnTo>
                  <a:lnTo>
                    <a:pt x="138049" y="226060"/>
                  </a:lnTo>
                  <a:lnTo>
                    <a:pt x="149987" y="226060"/>
                  </a:lnTo>
                  <a:lnTo>
                    <a:pt x="149987" y="188976"/>
                  </a:lnTo>
                  <a:close/>
                </a:path>
                <a:path w="288289" h="288289">
                  <a:moveTo>
                    <a:pt x="219075" y="188976"/>
                  </a:moveTo>
                  <a:lnTo>
                    <a:pt x="207010" y="188976"/>
                  </a:lnTo>
                  <a:lnTo>
                    <a:pt x="207010" y="226060"/>
                  </a:lnTo>
                  <a:lnTo>
                    <a:pt x="219075" y="226060"/>
                  </a:lnTo>
                  <a:lnTo>
                    <a:pt x="219075" y="188976"/>
                  </a:lnTo>
                  <a:close/>
                </a:path>
                <a:path w="288289" h="288289">
                  <a:moveTo>
                    <a:pt x="288036" y="188976"/>
                  </a:moveTo>
                  <a:lnTo>
                    <a:pt x="275590" y="188976"/>
                  </a:lnTo>
                  <a:lnTo>
                    <a:pt x="275590" y="226060"/>
                  </a:lnTo>
                  <a:lnTo>
                    <a:pt x="288036" y="226060"/>
                  </a:lnTo>
                  <a:lnTo>
                    <a:pt x="288036" y="188976"/>
                  </a:lnTo>
                  <a:close/>
                </a:path>
                <a:path w="288289" h="288289">
                  <a:moveTo>
                    <a:pt x="81534" y="139573"/>
                  </a:moveTo>
                  <a:lnTo>
                    <a:pt x="68961" y="139573"/>
                  </a:lnTo>
                  <a:lnTo>
                    <a:pt x="68961" y="176530"/>
                  </a:lnTo>
                  <a:lnTo>
                    <a:pt x="81534" y="176530"/>
                  </a:lnTo>
                  <a:lnTo>
                    <a:pt x="81534" y="139573"/>
                  </a:lnTo>
                  <a:close/>
                </a:path>
                <a:path w="288289" h="288289">
                  <a:moveTo>
                    <a:pt x="149987" y="139573"/>
                  </a:moveTo>
                  <a:lnTo>
                    <a:pt x="138049" y="139573"/>
                  </a:lnTo>
                  <a:lnTo>
                    <a:pt x="138049" y="176530"/>
                  </a:lnTo>
                  <a:lnTo>
                    <a:pt x="149987" y="176530"/>
                  </a:lnTo>
                  <a:lnTo>
                    <a:pt x="149987" y="139573"/>
                  </a:lnTo>
                  <a:close/>
                </a:path>
                <a:path w="288289" h="288289">
                  <a:moveTo>
                    <a:pt x="219075" y="139573"/>
                  </a:moveTo>
                  <a:lnTo>
                    <a:pt x="207010" y="139573"/>
                  </a:lnTo>
                  <a:lnTo>
                    <a:pt x="207010" y="176530"/>
                  </a:lnTo>
                  <a:lnTo>
                    <a:pt x="219075" y="176530"/>
                  </a:lnTo>
                  <a:lnTo>
                    <a:pt x="219075" y="139573"/>
                  </a:lnTo>
                  <a:close/>
                </a:path>
                <a:path w="288289" h="288289">
                  <a:moveTo>
                    <a:pt x="288036" y="139573"/>
                  </a:moveTo>
                  <a:lnTo>
                    <a:pt x="275590" y="139573"/>
                  </a:lnTo>
                  <a:lnTo>
                    <a:pt x="275590" y="176530"/>
                  </a:lnTo>
                  <a:lnTo>
                    <a:pt x="288036" y="176530"/>
                  </a:lnTo>
                  <a:lnTo>
                    <a:pt x="288036" y="139573"/>
                  </a:lnTo>
                  <a:close/>
                </a:path>
                <a:path w="288289" h="288289">
                  <a:moveTo>
                    <a:pt x="81534" y="90043"/>
                  </a:moveTo>
                  <a:lnTo>
                    <a:pt x="68961" y="90043"/>
                  </a:lnTo>
                  <a:lnTo>
                    <a:pt x="68961" y="127000"/>
                  </a:lnTo>
                  <a:lnTo>
                    <a:pt x="81534" y="127000"/>
                  </a:lnTo>
                  <a:lnTo>
                    <a:pt x="81534" y="90043"/>
                  </a:lnTo>
                  <a:close/>
                </a:path>
                <a:path w="288289" h="288289">
                  <a:moveTo>
                    <a:pt x="149987" y="90043"/>
                  </a:moveTo>
                  <a:lnTo>
                    <a:pt x="138049" y="90043"/>
                  </a:lnTo>
                  <a:lnTo>
                    <a:pt x="138049" y="127000"/>
                  </a:lnTo>
                  <a:lnTo>
                    <a:pt x="149987" y="127000"/>
                  </a:lnTo>
                  <a:lnTo>
                    <a:pt x="149987" y="90043"/>
                  </a:lnTo>
                  <a:close/>
                </a:path>
                <a:path w="288289" h="288289">
                  <a:moveTo>
                    <a:pt x="219075" y="90043"/>
                  </a:moveTo>
                  <a:lnTo>
                    <a:pt x="207010" y="90043"/>
                  </a:lnTo>
                  <a:lnTo>
                    <a:pt x="207010" y="127000"/>
                  </a:lnTo>
                  <a:lnTo>
                    <a:pt x="219075" y="127000"/>
                  </a:lnTo>
                  <a:lnTo>
                    <a:pt x="219075" y="90043"/>
                  </a:lnTo>
                  <a:close/>
                </a:path>
                <a:path w="288289" h="288289">
                  <a:moveTo>
                    <a:pt x="288036" y="90043"/>
                  </a:moveTo>
                  <a:lnTo>
                    <a:pt x="275590" y="90043"/>
                  </a:lnTo>
                  <a:lnTo>
                    <a:pt x="275590" y="127000"/>
                  </a:lnTo>
                  <a:lnTo>
                    <a:pt x="288036" y="127000"/>
                  </a:lnTo>
                  <a:lnTo>
                    <a:pt x="288036" y="90043"/>
                  </a:lnTo>
                  <a:close/>
                </a:path>
                <a:path w="288289" h="288289">
                  <a:moveTo>
                    <a:pt x="288036" y="40513"/>
                  </a:moveTo>
                  <a:lnTo>
                    <a:pt x="275590" y="40513"/>
                  </a:lnTo>
                  <a:lnTo>
                    <a:pt x="275590" y="77470"/>
                  </a:lnTo>
                  <a:lnTo>
                    <a:pt x="288036" y="77470"/>
                  </a:lnTo>
                  <a:lnTo>
                    <a:pt x="288036" y="40513"/>
                  </a:lnTo>
                  <a:close/>
                </a:path>
                <a:path w="288289" h="288289">
                  <a:moveTo>
                    <a:pt x="55499" y="0"/>
                  </a:moveTo>
                  <a:lnTo>
                    <a:pt x="43826" y="2186"/>
                  </a:lnTo>
                  <a:lnTo>
                    <a:pt x="34131" y="8159"/>
                  </a:lnTo>
                  <a:lnTo>
                    <a:pt x="27245" y="17037"/>
                  </a:lnTo>
                  <a:lnTo>
                    <a:pt x="24003" y="27940"/>
                  </a:lnTo>
                  <a:lnTo>
                    <a:pt x="35940" y="27940"/>
                  </a:lnTo>
                  <a:lnTo>
                    <a:pt x="37972" y="19050"/>
                  </a:lnTo>
                  <a:lnTo>
                    <a:pt x="45974" y="12446"/>
                  </a:lnTo>
                  <a:lnTo>
                    <a:pt x="79719" y="12446"/>
                  </a:lnTo>
                  <a:lnTo>
                    <a:pt x="76422" y="8159"/>
                  </a:lnTo>
                  <a:lnTo>
                    <a:pt x="66877" y="2186"/>
                  </a:lnTo>
                  <a:lnTo>
                    <a:pt x="55499" y="0"/>
                  </a:lnTo>
                  <a:close/>
                </a:path>
                <a:path w="288289" h="288289">
                  <a:moveTo>
                    <a:pt x="79719" y="12446"/>
                  </a:moveTo>
                  <a:lnTo>
                    <a:pt x="65023" y="12446"/>
                  </a:lnTo>
                  <a:lnTo>
                    <a:pt x="72517" y="19050"/>
                  </a:lnTo>
                  <a:lnTo>
                    <a:pt x="74548" y="27940"/>
                  </a:lnTo>
                  <a:lnTo>
                    <a:pt x="86487" y="27940"/>
                  </a:lnTo>
                  <a:lnTo>
                    <a:pt x="83252" y="17037"/>
                  </a:lnTo>
                  <a:lnTo>
                    <a:pt x="79719" y="12446"/>
                  </a:lnTo>
                  <a:close/>
                </a:path>
                <a:path w="288289" h="288289">
                  <a:moveTo>
                    <a:pt x="143510" y="0"/>
                  </a:moveTo>
                  <a:lnTo>
                    <a:pt x="132131" y="2186"/>
                  </a:lnTo>
                  <a:lnTo>
                    <a:pt x="122586" y="8159"/>
                  </a:lnTo>
                  <a:lnTo>
                    <a:pt x="115756" y="17037"/>
                  </a:lnTo>
                  <a:lnTo>
                    <a:pt x="112522" y="27940"/>
                  </a:lnTo>
                  <a:lnTo>
                    <a:pt x="124460" y="27940"/>
                  </a:lnTo>
                  <a:lnTo>
                    <a:pt x="126492" y="19050"/>
                  </a:lnTo>
                  <a:lnTo>
                    <a:pt x="133985" y="12446"/>
                  </a:lnTo>
                  <a:lnTo>
                    <a:pt x="168202" y="12446"/>
                  </a:lnTo>
                  <a:lnTo>
                    <a:pt x="164877" y="8159"/>
                  </a:lnTo>
                  <a:lnTo>
                    <a:pt x="155182" y="2186"/>
                  </a:lnTo>
                  <a:lnTo>
                    <a:pt x="143510" y="0"/>
                  </a:lnTo>
                  <a:close/>
                </a:path>
                <a:path w="288289" h="288289">
                  <a:moveTo>
                    <a:pt x="168202" y="12446"/>
                  </a:moveTo>
                  <a:lnTo>
                    <a:pt x="153035" y="12446"/>
                  </a:lnTo>
                  <a:lnTo>
                    <a:pt x="161036" y="19050"/>
                  </a:lnTo>
                  <a:lnTo>
                    <a:pt x="163068" y="27940"/>
                  </a:lnTo>
                  <a:lnTo>
                    <a:pt x="175006" y="27940"/>
                  </a:lnTo>
                  <a:lnTo>
                    <a:pt x="171763" y="17037"/>
                  </a:lnTo>
                  <a:lnTo>
                    <a:pt x="168202" y="12446"/>
                  </a:lnTo>
                  <a:close/>
                </a:path>
                <a:path w="288289" h="288289">
                  <a:moveTo>
                    <a:pt x="232029" y="0"/>
                  </a:moveTo>
                  <a:lnTo>
                    <a:pt x="220642" y="2186"/>
                  </a:lnTo>
                  <a:lnTo>
                    <a:pt x="211042" y="8159"/>
                  </a:lnTo>
                  <a:lnTo>
                    <a:pt x="204061" y="17037"/>
                  </a:lnTo>
                  <a:lnTo>
                    <a:pt x="200533" y="27940"/>
                  </a:lnTo>
                  <a:lnTo>
                    <a:pt x="212979" y="27940"/>
                  </a:lnTo>
                  <a:lnTo>
                    <a:pt x="214503" y="19050"/>
                  </a:lnTo>
                  <a:lnTo>
                    <a:pt x="222504" y="12446"/>
                  </a:lnTo>
                  <a:lnTo>
                    <a:pt x="256721" y="12446"/>
                  </a:lnTo>
                  <a:lnTo>
                    <a:pt x="253396" y="8159"/>
                  </a:lnTo>
                  <a:lnTo>
                    <a:pt x="243701" y="2186"/>
                  </a:lnTo>
                  <a:lnTo>
                    <a:pt x="232029" y="0"/>
                  </a:lnTo>
                  <a:close/>
                </a:path>
                <a:path w="288289" h="288289">
                  <a:moveTo>
                    <a:pt x="256721" y="12446"/>
                  </a:moveTo>
                  <a:lnTo>
                    <a:pt x="241554" y="12446"/>
                  </a:lnTo>
                  <a:lnTo>
                    <a:pt x="249554" y="19050"/>
                  </a:lnTo>
                  <a:lnTo>
                    <a:pt x="251079" y="27940"/>
                  </a:lnTo>
                  <a:lnTo>
                    <a:pt x="263525" y="27940"/>
                  </a:lnTo>
                  <a:lnTo>
                    <a:pt x="260282" y="17037"/>
                  </a:lnTo>
                  <a:lnTo>
                    <a:pt x="256721" y="12446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/>
            <p:cNvSpPr/>
            <p:nvPr/>
          </p:nvSpPr>
          <p:spPr>
            <a:xfrm>
              <a:off x="6800087" y="5629655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5">
                  <a:moveTo>
                    <a:pt x="359664" y="0"/>
                  </a:moveTo>
                  <a:lnTo>
                    <a:pt x="0" y="0"/>
                  </a:lnTo>
                  <a:lnTo>
                    <a:pt x="0" y="359664"/>
                  </a:lnTo>
                  <a:lnTo>
                    <a:pt x="359664" y="359664"/>
                  </a:lnTo>
                  <a:lnTo>
                    <a:pt x="359664" y="0"/>
                  </a:lnTo>
                  <a:close/>
                </a:path>
              </a:pathLst>
            </a:custGeom>
            <a:solidFill>
              <a:srgbClr val="EFB8C2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/>
            <p:cNvSpPr/>
            <p:nvPr/>
          </p:nvSpPr>
          <p:spPr>
            <a:xfrm>
              <a:off x="6835140" y="5666232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288036" y="28003"/>
                  </a:moveTo>
                  <a:lnTo>
                    <a:pt x="0" y="28003"/>
                  </a:lnTo>
                  <a:lnTo>
                    <a:pt x="0" y="288036"/>
                  </a:lnTo>
                  <a:lnTo>
                    <a:pt x="288036" y="288036"/>
                  </a:lnTo>
                  <a:lnTo>
                    <a:pt x="288036" y="275539"/>
                  </a:lnTo>
                  <a:lnTo>
                    <a:pt x="12446" y="275539"/>
                  </a:lnTo>
                  <a:lnTo>
                    <a:pt x="12446" y="238531"/>
                  </a:lnTo>
                  <a:lnTo>
                    <a:pt x="288036" y="238531"/>
                  </a:lnTo>
                  <a:lnTo>
                    <a:pt x="288036" y="226021"/>
                  </a:lnTo>
                  <a:lnTo>
                    <a:pt x="12446" y="226021"/>
                  </a:lnTo>
                  <a:lnTo>
                    <a:pt x="12446" y="189026"/>
                  </a:lnTo>
                  <a:lnTo>
                    <a:pt x="288036" y="189026"/>
                  </a:lnTo>
                  <a:lnTo>
                    <a:pt x="288036" y="176517"/>
                  </a:lnTo>
                  <a:lnTo>
                    <a:pt x="12446" y="176517"/>
                  </a:lnTo>
                  <a:lnTo>
                    <a:pt x="12446" y="139522"/>
                  </a:lnTo>
                  <a:lnTo>
                    <a:pt x="288036" y="139522"/>
                  </a:lnTo>
                  <a:lnTo>
                    <a:pt x="288036" y="127012"/>
                  </a:lnTo>
                  <a:lnTo>
                    <a:pt x="12446" y="127012"/>
                  </a:lnTo>
                  <a:lnTo>
                    <a:pt x="12446" y="90004"/>
                  </a:lnTo>
                  <a:lnTo>
                    <a:pt x="288036" y="90004"/>
                  </a:lnTo>
                  <a:lnTo>
                    <a:pt x="288036" y="77508"/>
                  </a:lnTo>
                  <a:lnTo>
                    <a:pt x="12446" y="77508"/>
                  </a:lnTo>
                  <a:lnTo>
                    <a:pt x="12446" y="40500"/>
                  </a:lnTo>
                  <a:lnTo>
                    <a:pt x="288036" y="40500"/>
                  </a:lnTo>
                  <a:lnTo>
                    <a:pt x="288036" y="28003"/>
                  </a:lnTo>
                  <a:close/>
                </a:path>
                <a:path w="288290" h="288289">
                  <a:moveTo>
                    <a:pt x="81534" y="238531"/>
                  </a:moveTo>
                  <a:lnTo>
                    <a:pt x="68961" y="238531"/>
                  </a:lnTo>
                  <a:lnTo>
                    <a:pt x="68961" y="275539"/>
                  </a:lnTo>
                  <a:lnTo>
                    <a:pt x="81534" y="275539"/>
                  </a:lnTo>
                  <a:lnTo>
                    <a:pt x="81534" y="238531"/>
                  </a:lnTo>
                  <a:close/>
                </a:path>
                <a:path w="288290" h="288289">
                  <a:moveTo>
                    <a:pt x="149987" y="238531"/>
                  </a:moveTo>
                  <a:lnTo>
                    <a:pt x="138049" y="238531"/>
                  </a:lnTo>
                  <a:lnTo>
                    <a:pt x="138049" y="275539"/>
                  </a:lnTo>
                  <a:lnTo>
                    <a:pt x="149987" y="275539"/>
                  </a:lnTo>
                  <a:lnTo>
                    <a:pt x="149987" y="238531"/>
                  </a:lnTo>
                  <a:close/>
                </a:path>
                <a:path w="288290" h="288289">
                  <a:moveTo>
                    <a:pt x="219075" y="238531"/>
                  </a:moveTo>
                  <a:lnTo>
                    <a:pt x="207010" y="238531"/>
                  </a:lnTo>
                  <a:lnTo>
                    <a:pt x="207010" y="275539"/>
                  </a:lnTo>
                  <a:lnTo>
                    <a:pt x="219075" y="275539"/>
                  </a:lnTo>
                  <a:lnTo>
                    <a:pt x="219075" y="238531"/>
                  </a:lnTo>
                  <a:close/>
                </a:path>
                <a:path w="288290" h="288289">
                  <a:moveTo>
                    <a:pt x="288036" y="238531"/>
                  </a:moveTo>
                  <a:lnTo>
                    <a:pt x="275590" y="238531"/>
                  </a:lnTo>
                  <a:lnTo>
                    <a:pt x="275590" y="275539"/>
                  </a:lnTo>
                  <a:lnTo>
                    <a:pt x="288036" y="275539"/>
                  </a:lnTo>
                  <a:lnTo>
                    <a:pt x="288036" y="238531"/>
                  </a:lnTo>
                  <a:close/>
                </a:path>
                <a:path w="288290" h="288289">
                  <a:moveTo>
                    <a:pt x="81534" y="189026"/>
                  </a:moveTo>
                  <a:lnTo>
                    <a:pt x="68961" y="189026"/>
                  </a:lnTo>
                  <a:lnTo>
                    <a:pt x="68961" y="226021"/>
                  </a:lnTo>
                  <a:lnTo>
                    <a:pt x="81534" y="226021"/>
                  </a:lnTo>
                  <a:lnTo>
                    <a:pt x="81534" y="189026"/>
                  </a:lnTo>
                  <a:close/>
                </a:path>
                <a:path w="288290" h="288289">
                  <a:moveTo>
                    <a:pt x="149987" y="189026"/>
                  </a:moveTo>
                  <a:lnTo>
                    <a:pt x="138049" y="189026"/>
                  </a:lnTo>
                  <a:lnTo>
                    <a:pt x="138049" y="226021"/>
                  </a:lnTo>
                  <a:lnTo>
                    <a:pt x="149987" y="226021"/>
                  </a:lnTo>
                  <a:lnTo>
                    <a:pt x="149987" y="189026"/>
                  </a:lnTo>
                  <a:close/>
                </a:path>
                <a:path w="288290" h="288289">
                  <a:moveTo>
                    <a:pt x="219075" y="189026"/>
                  </a:moveTo>
                  <a:lnTo>
                    <a:pt x="207010" y="189026"/>
                  </a:lnTo>
                  <a:lnTo>
                    <a:pt x="207010" y="226021"/>
                  </a:lnTo>
                  <a:lnTo>
                    <a:pt x="219075" y="226021"/>
                  </a:lnTo>
                  <a:lnTo>
                    <a:pt x="219075" y="189026"/>
                  </a:lnTo>
                  <a:close/>
                </a:path>
                <a:path w="288290" h="288289">
                  <a:moveTo>
                    <a:pt x="288036" y="189026"/>
                  </a:moveTo>
                  <a:lnTo>
                    <a:pt x="275590" y="189026"/>
                  </a:lnTo>
                  <a:lnTo>
                    <a:pt x="275590" y="226021"/>
                  </a:lnTo>
                  <a:lnTo>
                    <a:pt x="288036" y="226021"/>
                  </a:lnTo>
                  <a:lnTo>
                    <a:pt x="288036" y="189026"/>
                  </a:lnTo>
                  <a:close/>
                </a:path>
                <a:path w="288290" h="288289">
                  <a:moveTo>
                    <a:pt x="81534" y="139522"/>
                  </a:moveTo>
                  <a:lnTo>
                    <a:pt x="68961" y="139522"/>
                  </a:lnTo>
                  <a:lnTo>
                    <a:pt x="68961" y="176517"/>
                  </a:lnTo>
                  <a:lnTo>
                    <a:pt x="81534" y="176517"/>
                  </a:lnTo>
                  <a:lnTo>
                    <a:pt x="81534" y="139522"/>
                  </a:lnTo>
                  <a:close/>
                </a:path>
                <a:path w="288290" h="288289">
                  <a:moveTo>
                    <a:pt x="149987" y="139522"/>
                  </a:moveTo>
                  <a:lnTo>
                    <a:pt x="138049" y="139522"/>
                  </a:lnTo>
                  <a:lnTo>
                    <a:pt x="138049" y="176517"/>
                  </a:lnTo>
                  <a:lnTo>
                    <a:pt x="149987" y="176517"/>
                  </a:lnTo>
                  <a:lnTo>
                    <a:pt x="149987" y="139522"/>
                  </a:lnTo>
                  <a:close/>
                </a:path>
                <a:path w="288290" h="288289">
                  <a:moveTo>
                    <a:pt x="219075" y="139522"/>
                  </a:moveTo>
                  <a:lnTo>
                    <a:pt x="207010" y="139522"/>
                  </a:lnTo>
                  <a:lnTo>
                    <a:pt x="207010" y="176517"/>
                  </a:lnTo>
                  <a:lnTo>
                    <a:pt x="219075" y="176517"/>
                  </a:lnTo>
                  <a:lnTo>
                    <a:pt x="219075" y="139522"/>
                  </a:lnTo>
                  <a:close/>
                </a:path>
                <a:path w="288290" h="288289">
                  <a:moveTo>
                    <a:pt x="288036" y="139522"/>
                  </a:moveTo>
                  <a:lnTo>
                    <a:pt x="275590" y="139522"/>
                  </a:lnTo>
                  <a:lnTo>
                    <a:pt x="275590" y="176517"/>
                  </a:lnTo>
                  <a:lnTo>
                    <a:pt x="288036" y="176517"/>
                  </a:lnTo>
                  <a:lnTo>
                    <a:pt x="288036" y="139522"/>
                  </a:lnTo>
                  <a:close/>
                </a:path>
                <a:path w="288290" h="288289">
                  <a:moveTo>
                    <a:pt x="81534" y="90004"/>
                  </a:moveTo>
                  <a:lnTo>
                    <a:pt x="68961" y="90004"/>
                  </a:lnTo>
                  <a:lnTo>
                    <a:pt x="68961" y="127012"/>
                  </a:lnTo>
                  <a:lnTo>
                    <a:pt x="81534" y="127012"/>
                  </a:lnTo>
                  <a:lnTo>
                    <a:pt x="81534" y="90004"/>
                  </a:lnTo>
                  <a:close/>
                </a:path>
                <a:path w="288290" h="288289">
                  <a:moveTo>
                    <a:pt x="149987" y="90004"/>
                  </a:moveTo>
                  <a:lnTo>
                    <a:pt x="138049" y="90004"/>
                  </a:lnTo>
                  <a:lnTo>
                    <a:pt x="138049" y="127012"/>
                  </a:lnTo>
                  <a:lnTo>
                    <a:pt x="149987" y="127012"/>
                  </a:lnTo>
                  <a:lnTo>
                    <a:pt x="149987" y="90004"/>
                  </a:lnTo>
                  <a:close/>
                </a:path>
                <a:path w="288290" h="288289">
                  <a:moveTo>
                    <a:pt x="219075" y="90004"/>
                  </a:moveTo>
                  <a:lnTo>
                    <a:pt x="207010" y="90004"/>
                  </a:lnTo>
                  <a:lnTo>
                    <a:pt x="207010" y="127012"/>
                  </a:lnTo>
                  <a:lnTo>
                    <a:pt x="219075" y="127012"/>
                  </a:lnTo>
                  <a:lnTo>
                    <a:pt x="219075" y="90004"/>
                  </a:lnTo>
                  <a:close/>
                </a:path>
                <a:path w="288290" h="288289">
                  <a:moveTo>
                    <a:pt x="288036" y="90004"/>
                  </a:moveTo>
                  <a:lnTo>
                    <a:pt x="275590" y="90004"/>
                  </a:lnTo>
                  <a:lnTo>
                    <a:pt x="275590" y="127012"/>
                  </a:lnTo>
                  <a:lnTo>
                    <a:pt x="288036" y="127012"/>
                  </a:lnTo>
                  <a:lnTo>
                    <a:pt x="288036" y="90004"/>
                  </a:lnTo>
                  <a:close/>
                </a:path>
                <a:path w="288290" h="288289">
                  <a:moveTo>
                    <a:pt x="288036" y="40500"/>
                  </a:moveTo>
                  <a:lnTo>
                    <a:pt x="275590" y="40500"/>
                  </a:lnTo>
                  <a:lnTo>
                    <a:pt x="275590" y="77508"/>
                  </a:lnTo>
                  <a:lnTo>
                    <a:pt x="288036" y="77508"/>
                  </a:lnTo>
                  <a:lnTo>
                    <a:pt x="288036" y="40500"/>
                  </a:lnTo>
                  <a:close/>
                </a:path>
                <a:path w="288290" h="288289">
                  <a:moveTo>
                    <a:pt x="55499" y="0"/>
                  </a:moveTo>
                  <a:lnTo>
                    <a:pt x="43826" y="2194"/>
                  </a:lnTo>
                  <a:lnTo>
                    <a:pt x="34131" y="8186"/>
                  </a:lnTo>
                  <a:lnTo>
                    <a:pt x="27245" y="17086"/>
                  </a:lnTo>
                  <a:lnTo>
                    <a:pt x="24003" y="28003"/>
                  </a:lnTo>
                  <a:lnTo>
                    <a:pt x="35940" y="28003"/>
                  </a:lnTo>
                  <a:lnTo>
                    <a:pt x="37972" y="18999"/>
                  </a:lnTo>
                  <a:lnTo>
                    <a:pt x="45974" y="12496"/>
                  </a:lnTo>
                  <a:lnTo>
                    <a:pt x="79730" y="12496"/>
                  </a:lnTo>
                  <a:lnTo>
                    <a:pt x="76422" y="8186"/>
                  </a:lnTo>
                  <a:lnTo>
                    <a:pt x="66877" y="2194"/>
                  </a:lnTo>
                  <a:lnTo>
                    <a:pt x="55499" y="0"/>
                  </a:lnTo>
                  <a:close/>
                </a:path>
                <a:path w="288290" h="288289">
                  <a:moveTo>
                    <a:pt x="79730" y="12496"/>
                  </a:moveTo>
                  <a:lnTo>
                    <a:pt x="65023" y="12496"/>
                  </a:lnTo>
                  <a:lnTo>
                    <a:pt x="72517" y="18999"/>
                  </a:lnTo>
                  <a:lnTo>
                    <a:pt x="74548" y="28003"/>
                  </a:lnTo>
                  <a:lnTo>
                    <a:pt x="86487" y="28003"/>
                  </a:lnTo>
                  <a:lnTo>
                    <a:pt x="83252" y="17086"/>
                  </a:lnTo>
                  <a:lnTo>
                    <a:pt x="79730" y="12496"/>
                  </a:lnTo>
                  <a:close/>
                </a:path>
                <a:path w="288290" h="288289">
                  <a:moveTo>
                    <a:pt x="143510" y="0"/>
                  </a:moveTo>
                  <a:lnTo>
                    <a:pt x="132131" y="2194"/>
                  </a:lnTo>
                  <a:lnTo>
                    <a:pt x="122586" y="8186"/>
                  </a:lnTo>
                  <a:lnTo>
                    <a:pt x="115756" y="17086"/>
                  </a:lnTo>
                  <a:lnTo>
                    <a:pt x="112522" y="28003"/>
                  </a:lnTo>
                  <a:lnTo>
                    <a:pt x="124460" y="28003"/>
                  </a:lnTo>
                  <a:lnTo>
                    <a:pt x="126492" y="18999"/>
                  </a:lnTo>
                  <a:lnTo>
                    <a:pt x="133985" y="12496"/>
                  </a:lnTo>
                  <a:lnTo>
                    <a:pt x="168212" y="12496"/>
                  </a:lnTo>
                  <a:lnTo>
                    <a:pt x="164877" y="8186"/>
                  </a:lnTo>
                  <a:lnTo>
                    <a:pt x="155182" y="2194"/>
                  </a:lnTo>
                  <a:lnTo>
                    <a:pt x="143510" y="0"/>
                  </a:lnTo>
                  <a:close/>
                </a:path>
                <a:path w="288290" h="288289">
                  <a:moveTo>
                    <a:pt x="168212" y="12496"/>
                  </a:moveTo>
                  <a:lnTo>
                    <a:pt x="153035" y="12496"/>
                  </a:lnTo>
                  <a:lnTo>
                    <a:pt x="161036" y="18999"/>
                  </a:lnTo>
                  <a:lnTo>
                    <a:pt x="163068" y="28003"/>
                  </a:lnTo>
                  <a:lnTo>
                    <a:pt x="175006" y="28003"/>
                  </a:lnTo>
                  <a:lnTo>
                    <a:pt x="171763" y="17086"/>
                  </a:lnTo>
                  <a:lnTo>
                    <a:pt x="168212" y="12496"/>
                  </a:lnTo>
                  <a:close/>
                </a:path>
                <a:path w="288290" h="288289">
                  <a:moveTo>
                    <a:pt x="232029" y="0"/>
                  </a:moveTo>
                  <a:lnTo>
                    <a:pt x="220642" y="2194"/>
                  </a:lnTo>
                  <a:lnTo>
                    <a:pt x="211042" y="8186"/>
                  </a:lnTo>
                  <a:lnTo>
                    <a:pt x="204061" y="17086"/>
                  </a:lnTo>
                  <a:lnTo>
                    <a:pt x="200533" y="28003"/>
                  </a:lnTo>
                  <a:lnTo>
                    <a:pt x="212979" y="28003"/>
                  </a:lnTo>
                  <a:lnTo>
                    <a:pt x="214503" y="18999"/>
                  </a:lnTo>
                  <a:lnTo>
                    <a:pt x="222504" y="12496"/>
                  </a:lnTo>
                  <a:lnTo>
                    <a:pt x="256731" y="12496"/>
                  </a:lnTo>
                  <a:lnTo>
                    <a:pt x="253396" y="8186"/>
                  </a:lnTo>
                  <a:lnTo>
                    <a:pt x="243701" y="2194"/>
                  </a:lnTo>
                  <a:lnTo>
                    <a:pt x="232029" y="0"/>
                  </a:lnTo>
                  <a:close/>
                </a:path>
                <a:path w="288290" h="288289">
                  <a:moveTo>
                    <a:pt x="256731" y="12496"/>
                  </a:moveTo>
                  <a:lnTo>
                    <a:pt x="241554" y="12496"/>
                  </a:lnTo>
                  <a:lnTo>
                    <a:pt x="249554" y="18999"/>
                  </a:lnTo>
                  <a:lnTo>
                    <a:pt x="251079" y="28003"/>
                  </a:lnTo>
                  <a:lnTo>
                    <a:pt x="263525" y="28003"/>
                  </a:lnTo>
                  <a:lnTo>
                    <a:pt x="260282" y="17086"/>
                  </a:lnTo>
                  <a:lnTo>
                    <a:pt x="256731" y="12496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3" name="object 20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537961" y="4890516"/>
              <a:ext cx="208279" cy="212725"/>
            </a:xfrm>
            <a:prstGeom prst="rect">
              <a:avLst/>
            </a:prstGeom>
          </p:spPr>
        </p:pic>
        <p:sp>
          <p:nvSpPr>
            <p:cNvPr id="204" name="object 204"/>
            <p:cNvSpPr/>
            <p:nvPr/>
          </p:nvSpPr>
          <p:spPr>
            <a:xfrm>
              <a:off x="6941830" y="4890516"/>
              <a:ext cx="76200" cy="778510"/>
            </a:xfrm>
            <a:custGeom>
              <a:avLst/>
              <a:gdLst/>
              <a:ahLst/>
              <a:cxnLst/>
              <a:rect l="l" t="t" r="r" b="b"/>
              <a:pathLst>
                <a:path w="76200" h="778510">
                  <a:moveTo>
                    <a:pt x="31771" y="702991"/>
                  </a:moveTo>
                  <a:lnTo>
                    <a:pt x="23265" y="704705"/>
                  </a:lnTo>
                  <a:lnTo>
                    <a:pt x="11154" y="712881"/>
                  </a:lnTo>
                  <a:lnTo>
                    <a:pt x="2985" y="724997"/>
                  </a:lnTo>
                  <a:lnTo>
                    <a:pt x="0" y="739825"/>
                  </a:lnTo>
                  <a:lnTo>
                    <a:pt x="3013" y="754654"/>
                  </a:lnTo>
                  <a:lnTo>
                    <a:pt x="11192" y="766759"/>
                  </a:lnTo>
                  <a:lnTo>
                    <a:pt x="23343" y="774915"/>
                  </a:lnTo>
                  <a:lnTo>
                    <a:pt x="38089" y="777900"/>
                  </a:lnTo>
                  <a:lnTo>
                    <a:pt x="52883" y="774915"/>
                  </a:lnTo>
                  <a:lnTo>
                    <a:pt x="64997" y="766759"/>
                  </a:lnTo>
                  <a:lnTo>
                    <a:pt x="73183" y="754654"/>
                  </a:lnTo>
                  <a:lnTo>
                    <a:pt x="76189" y="739825"/>
                  </a:lnTo>
                  <a:lnTo>
                    <a:pt x="31739" y="739825"/>
                  </a:lnTo>
                  <a:lnTo>
                    <a:pt x="31771" y="702991"/>
                  </a:lnTo>
                  <a:close/>
                </a:path>
                <a:path w="76200" h="778510">
                  <a:moveTo>
                    <a:pt x="38089" y="701700"/>
                  </a:moveTo>
                  <a:lnTo>
                    <a:pt x="31771" y="702991"/>
                  </a:lnTo>
                  <a:lnTo>
                    <a:pt x="31739" y="739825"/>
                  </a:lnTo>
                  <a:lnTo>
                    <a:pt x="44439" y="739825"/>
                  </a:lnTo>
                  <a:lnTo>
                    <a:pt x="44471" y="702991"/>
                  </a:lnTo>
                  <a:lnTo>
                    <a:pt x="38089" y="701700"/>
                  </a:lnTo>
                  <a:close/>
                </a:path>
                <a:path w="76200" h="778510">
                  <a:moveTo>
                    <a:pt x="44471" y="702991"/>
                  </a:moveTo>
                  <a:lnTo>
                    <a:pt x="44439" y="739825"/>
                  </a:lnTo>
                  <a:lnTo>
                    <a:pt x="76189" y="739825"/>
                  </a:lnTo>
                  <a:lnTo>
                    <a:pt x="73201" y="724997"/>
                  </a:lnTo>
                  <a:lnTo>
                    <a:pt x="65045" y="712881"/>
                  </a:lnTo>
                  <a:lnTo>
                    <a:pt x="52936" y="704705"/>
                  </a:lnTo>
                  <a:lnTo>
                    <a:pt x="44471" y="702991"/>
                  </a:lnTo>
                  <a:close/>
                </a:path>
                <a:path w="76200" h="778510">
                  <a:moveTo>
                    <a:pt x="45074" y="0"/>
                  </a:moveTo>
                  <a:lnTo>
                    <a:pt x="32374" y="0"/>
                  </a:lnTo>
                  <a:lnTo>
                    <a:pt x="31772" y="701700"/>
                  </a:lnTo>
                  <a:lnTo>
                    <a:pt x="31771" y="702991"/>
                  </a:lnTo>
                  <a:lnTo>
                    <a:pt x="38089" y="701700"/>
                  </a:lnTo>
                  <a:lnTo>
                    <a:pt x="44472" y="701700"/>
                  </a:lnTo>
                  <a:lnTo>
                    <a:pt x="45074" y="0"/>
                  </a:lnTo>
                  <a:close/>
                </a:path>
                <a:path w="76200" h="778510">
                  <a:moveTo>
                    <a:pt x="44472" y="701700"/>
                  </a:moveTo>
                  <a:lnTo>
                    <a:pt x="38089" y="701700"/>
                  </a:lnTo>
                  <a:lnTo>
                    <a:pt x="44471" y="702991"/>
                  </a:lnTo>
                  <a:lnTo>
                    <a:pt x="44472" y="70170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/>
            <p:cNvSpPr/>
            <p:nvPr/>
          </p:nvSpPr>
          <p:spPr>
            <a:xfrm>
              <a:off x="8106156" y="4658867"/>
              <a:ext cx="361315" cy="1330960"/>
            </a:xfrm>
            <a:custGeom>
              <a:avLst/>
              <a:gdLst/>
              <a:ahLst/>
              <a:cxnLst/>
              <a:rect l="l" t="t" r="r" b="b"/>
              <a:pathLst>
                <a:path w="361315" h="1330960">
                  <a:moveTo>
                    <a:pt x="361188" y="323088"/>
                  </a:moveTo>
                  <a:lnTo>
                    <a:pt x="359664" y="323088"/>
                  </a:lnTo>
                  <a:lnTo>
                    <a:pt x="359664" y="0"/>
                  </a:lnTo>
                  <a:lnTo>
                    <a:pt x="0" y="0"/>
                  </a:lnTo>
                  <a:lnTo>
                    <a:pt x="0" y="1330452"/>
                  </a:lnTo>
                  <a:lnTo>
                    <a:pt x="361188" y="1330452"/>
                  </a:lnTo>
                  <a:lnTo>
                    <a:pt x="361188" y="1007364"/>
                  </a:lnTo>
                  <a:lnTo>
                    <a:pt x="361188" y="970788"/>
                  </a:lnTo>
                  <a:lnTo>
                    <a:pt x="361188" y="684276"/>
                  </a:lnTo>
                  <a:lnTo>
                    <a:pt x="361188" y="647700"/>
                  </a:lnTo>
                  <a:lnTo>
                    <a:pt x="361188" y="323088"/>
                  </a:lnTo>
                  <a:close/>
                </a:path>
              </a:pathLst>
            </a:custGeom>
            <a:solidFill>
              <a:srgbClr val="EFB8C2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6" name="object 20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429243" y="5125211"/>
              <a:ext cx="218440" cy="76200"/>
            </a:xfrm>
            <a:prstGeom prst="rect">
              <a:avLst/>
            </a:prstGeom>
          </p:spPr>
        </p:pic>
        <p:sp>
          <p:nvSpPr>
            <p:cNvPr id="207" name="object 207"/>
            <p:cNvSpPr/>
            <p:nvPr/>
          </p:nvSpPr>
          <p:spPr>
            <a:xfrm>
              <a:off x="7820914" y="4619244"/>
              <a:ext cx="826769" cy="906144"/>
            </a:xfrm>
            <a:custGeom>
              <a:avLst/>
              <a:gdLst/>
              <a:ahLst/>
              <a:cxnLst/>
              <a:rect l="l" t="t" r="r" b="b"/>
              <a:pathLst>
                <a:path w="826770" h="906145">
                  <a:moveTo>
                    <a:pt x="323723" y="219837"/>
                  </a:moveTo>
                  <a:lnTo>
                    <a:pt x="322427" y="213487"/>
                  </a:lnTo>
                  <a:lnTo>
                    <a:pt x="320725" y="205054"/>
                  </a:lnTo>
                  <a:lnTo>
                    <a:pt x="312572" y="192938"/>
                  </a:lnTo>
                  <a:lnTo>
                    <a:pt x="300469" y="184746"/>
                  </a:lnTo>
                  <a:lnTo>
                    <a:pt x="285623" y="181737"/>
                  </a:lnTo>
                  <a:lnTo>
                    <a:pt x="270827" y="184746"/>
                  </a:lnTo>
                  <a:lnTo>
                    <a:pt x="258711" y="192938"/>
                  </a:lnTo>
                  <a:lnTo>
                    <a:pt x="250520" y="205054"/>
                  </a:lnTo>
                  <a:lnTo>
                    <a:pt x="248805" y="213487"/>
                  </a:lnTo>
                  <a:lnTo>
                    <a:pt x="12700" y="213487"/>
                  </a:lnTo>
                  <a:lnTo>
                    <a:pt x="12700" y="0"/>
                  </a:lnTo>
                  <a:lnTo>
                    <a:pt x="0" y="0"/>
                  </a:lnTo>
                  <a:lnTo>
                    <a:pt x="0" y="223393"/>
                  </a:lnTo>
                  <a:lnTo>
                    <a:pt x="2794" y="226187"/>
                  </a:lnTo>
                  <a:lnTo>
                    <a:pt x="248793" y="226187"/>
                  </a:lnTo>
                  <a:lnTo>
                    <a:pt x="250520" y="234696"/>
                  </a:lnTo>
                  <a:lnTo>
                    <a:pt x="258711" y="246799"/>
                  </a:lnTo>
                  <a:lnTo>
                    <a:pt x="270827" y="254952"/>
                  </a:lnTo>
                  <a:lnTo>
                    <a:pt x="285623" y="257937"/>
                  </a:lnTo>
                  <a:lnTo>
                    <a:pt x="300469" y="254952"/>
                  </a:lnTo>
                  <a:lnTo>
                    <a:pt x="312572" y="246799"/>
                  </a:lnTo>
                  <a:lnTo>
                    <a:pt x="320725" y="234696"/>
                  </a:lnTo>
                  <a:lnTo>
                    <a:pt x="322440" y="226187"/>
                  </a:lnTo>
                  <a:lnTo>
                    <a:pt x="323723" y="219837"/>
                  </a:lnTo>
                  <a:close/>
                </a:path>
                <a:path w="826770" h="906145">
                  <a:moveTo>
                    <a:pt x="826770" y="568198"/>
                  </a:moveTo>
                  <a:lnTo>
                    <a:pt x="733171" y="568198"/>
                  </a:lnTo>
                  <a:lnTo>
                    <a:pt x="730250" y="570992"/>
                  </a:lnTo>
                  <a:lnTo>
                    <a:pt x="730250" y="861314"/>
                  </a:lnTo>
                  <a:lnTo>
                    <a:pt x="683247" y="861314"/>
                  </a:lnTo>
                  <a:lnTo>
                    <a:pt x="681532" y="852817"/>
                  </a:lnTo>
                  <a:lnTo>
                    <a:pt x="673379" y="840714"/>
                  </a:lnTo>
                  <a:lnTo>
                    <a:pt x="661276" y="832561"/>
                  </a:lnTo>
                  <a:lnTo>
                    <a:pt x="646430" y="829564"/>
                  </a:lnTo>
                  <a:lnTo>
                    <a:pt x="631571" y="832561"/>
                  </a:lnTo>
                  <a:lnTo>
                    <a:pt x="619467" y="840714"/>
                  </a:lnTo>
                  <a:lnTo>
                    <a:pt x="611314" y="852817"/>
                  </a:lnTo>
                  <a:lnTo>
                    <a:pt x="608330" y="867664"/>
                  </a:lnTo>
                  <a:lnTo>
                    <a:pt x="611314" y="882523"/>
                  </a:lnTo>
                  <a:lnTo>
                    <a:pt x="619467" y="894626"/>
                  </a:lnTo>
                  <a:lnTo>
                    <a:pt x="631571" y="902779"/>
                  </a:lnTo>
                  <a:lnTo>
                    <a:pt x="646430" y="905764"/>
                  </a:lnTo>
                  <a:lnTo>
                    <a:pt x="661276" y="902779"/>
                  </a:lnTo>
                  <a:lnTo>
                    <a:pt x="673379" y="894626"/>
                  </a:lnTo>
                  <a:lnTo>
                    <a:pt x="681532" y="882523"/>
                  </a:lnTo>
                  <a:lnTo>
                    <a:pt x="683247" y="874014"/>
                  </a:lnTo>
                  <a:lnTo>
                    <a:pt x="740156" y="874014"/>
                  </a:lnTo>
                  <a:lnTo>
                    <a:pt x="742950" y="871093"/>
                  </a:lnTo>
                  <a:lnTo>
                    <a:pt x="742950" y="867664"/>
                  </a:lnTo>
                  <a:lnTo>
                    <a:pt x="742950" y="861314"/>
                  </a:lnTo>
                  <a:lnTo>
                    <a:pt x="742950" y="580898"/>
                  </a:lnTo>
                  <a:lnTo>
                    <a:pt x="826770" y="580898"/>
                  </a:lnTo>
                  <a:lnTo>
                    <a:pt x="826770" y="574548"/>
                  </a:lnTo>
                  <a:lnTo>
                    <a:pt x="826770" y="568198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8" name="object 20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8353313" y="4436364"/>
              <a:ext cx="229409" cy="252984"/>
            </a:xfrm>
            <a:prstGeom prst="rect">
              <a:avLst/>
            </a:prstGeom>
          </p:spPr>
        </p:pic>
        <p:sp>
          <p:nvSpPr>
            <p:cNvPr id="209" name="object 209"/>
            <p:cNvSpPr/>
            <p:nvPr/>
          </p:nvSpPr>
          <p:spPr>
            <a:xfrm>
              <a:off x="8353313" y="4436364"/>
              <a:ext cx="229870" cy="253365"/>
            </a:xfrm>
            <a:custGeom>
              <a:avLst/>
              <a:gdLst/>
              <a:ahLst/>
              <a:cxnLst/>
              <a:rect l="l" t="t" r="r" b="b"/>
              <a:pathLst>
                <a:path w="229870" h="253364">
                  <a:moveTo>
                    <a:pt x="196072" y="31623"/>
                  </a:moveTo>
                  <a:lnTo>
                    <a:pt x="196072" y="30353"/>
                  </a:lnTo>
                  <a:lnTo>
                    <a:pt x="178182" y="17091"/>
                  </a:lnTo>
                  <a:lnTo>
                    <a:pt x="158210" y="7604"/>
                  </a:lnTo>
                  <a:lnTo>
                    <a:pt x="136689" y="1903"/>
                  </a:lnTo>
                  <a:lnTo>
                    <a:pt x="114157" y="0"/>
                  </a:lnTo>
                  <a:lnTo>
                    <a:pt x="92358" y="1903"/>
                  </a:lnTo>
                  <a:lnTo>
                    <a:pt x="71215" y="7604"/>
                  </a:lnTo>
                  <a:lnTo>
                    <a:pt x="51381" y="17091"/>
                  </a:lnTo>
                  <a:lnTo>
                    <a:pt x="33512" y="30353"/>
                  </a:lnTo>
                  <a:lnTo>
                    <a:pt x="32115" y="31623"/>
                  </a:lnTo>
                  <a:lnTo>
                    <a:pt x="7919" y="65974"/>
                  </a:lnTo>
                  <a:lnTo>
                    <a:pt x="0" y="105171"/>
                  </a:lnTo>
                  <a:lnTo>
                    <a:pt x="8487" y="144583"/>
                  </a:lnTo>
                  <a:lnTo>
                    <a:pt x="33512" y="179578"/>
                  </a:lnTo>
                  <a:lnTo>
                    <a:pt x="80135" y="222015"/>
                  </a:lnTo>
                  <a:lnTo>
                    <a:pt x="104076" y="243808"/>
                  </a:lnTo>
                  <a:lnTo>
                    <a:pt x="112897" y="251837"/>
                  </a:lnTo>
                  <a:lnTo>
                    <a:pt x="114157" y="252984"/>
                  </a:lnTo>
                  <a:lnTo>
                    <a:pt x="161514" y="210546"/>
                  </a:lnTo>
                  <a:lnTo>
                    <a:pt x="185832" y="188753"/>
                  </a:lnTo>
                  <a:lnTo>
                    <a:pt x="194792" y="180724"/>
                  </a:lnTo>
                  <a:lnTo>
                    <a:pt x="196072" y="179578"/>
                  </a:lnTo>
                  <a:lnTo>
                    <a:pt x="221075" y="144583"/>
                  </a:lnTo>
                  <a:lnTo>
                    <a:pt x="229409" y="105171"/>
                  </a:lnTo>
                  <a:lnTo>
                    <a:pt x="221075" y="65974"/>
                  </a:lnTo>
                  <a:lnTo>
                    <a:pt x="196072" y="31623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/>
            <p:cNvSpPr/>
            <p:nvPr/>
          </p:nvSpPr>
          <p:spPr>
            <a:xfrm>
              <a:off x="8142732" y="469544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288036" y="0"/>
                  </a:moveTo>
                  <a:lnTo>
                    <a:pt x="273304" y="0"/>
                  </a:lnTo>
                  <a:lnTo>
                    <a:pt x="273304" y="11430"/>
                  </a:lnTo>
                  <a:lnTo>
                    <a:pt x="273304" y="276860"/>
                  </a:lnTo>
                  <a:lnTo>
                    <a:pt x="11049" y="276860"/>
                  </a:lnTo>
                  <a:lnTo>
                    <a:pt x="11049" y="11430"/>
                  </a:lnTo>
                  <a:lnTo>
                    <a:pt x="273304" y="11430"/>
                  </a:lnTo>
                  <a:lnTo>
                    <a:pt x="273304" y="0"/>
                  </a:lnTo>
                  <a:lnTo>
                    <a:pt x="0" y="0"/>
                  </a:lnTo>
                  <a:lnTo>
                    <a:pt x="0" y="11430"/>
                  </a:lnTo>
                  <a:lnTo>
                    <a:pt x="0" y="276860"/>
                  </a:lnTo>
                  <a:lnTo>
                    <a:pt x="0" y="288290"/>
                  </a:lnTo>
                  <a:lnTo>
                    <a:pt x="288036" y="288290"/>
                  </a:lnTo>
                  <a:lnTo>
                    <a:pt x="288036" y="276860"/>
                  </a:lnTo>
                  <a:lnTo>
                    <a:pt x="288036" y="11430"/>
                  </a:lnTo>
                  <a:lnTo>
                    <a:pt x="288036" y="11176"/>
                  </a:lnTo>
                  <a:lnTo>
                    <a:pt x="288036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1" name="object 21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191500" y="4724400"/>
              <a:ext cx="187451" cy="228600"/>
            </a:xfrm>
            <a:prstGeom prst="rect">
              <a:avLst/>
            </a:prstGeom>
          </p:spPr>
        </p:pic>
        <p:sp>
          <p:nvSpPr>
            <p:cNvPr id="212" name="object 212"/>
            <p:cNvSpPr/>
            <p:nvPr/>
          </p:nvSpPr>
          <p:spPr>
            <a:xfrm>
              <a:off x="8142732" y="5018532"/>
              <a:ext cx="288290" cy="935990"/>
            </a:xfrm>
            <a:custGeom>
              <a:avLst/>
              <a:gdLst/>
              <a:ahLst/>
              <a:cxnLst/>
              <a:rect l="l" t="t" r="r" b="b"/>
              <a:pathLst>
                <a:path w="288290" h="935989">
                  <a:moveTo>
                    <a:pt x="76200" y="437388"/>
                  </a:moveTo>
                  <a:lnTo>
                    <a:pt x="44196" y="437388"/>
                  </a:lnTo>
                  <a:lnTo>
                    <a:pt x="44196" y="496824"/>
                  </a:lnTo>
                  <a:lnTo>
                    <a:pt x="76200" y="496824"/>
                  </a:lnTo>
                  <a:lnTo>
                    <a:pt x="76200" y="437388"/>
                  </a:lnTo>
                  <a:close/>
                </a:path>
                <a:path w="288290" h="935989">
                  <a:moveTo>
                    <a:pt x="266700" y="446786"/>
                  </a:moveTo>
                  <a:lnTo>
                    <a:pt x="258699" y="446786"/>
                  </a:lnTo>
                  <a:lnTo>
                    <a:pt x="258699" y="434086"/>
                  </a:lnTo>
                  <a:lnTo>
                    <a:pt x="245237" y="434086"/>
                  </a:lnTo>
                  <a:lnTo>
                    <a:pt x="245237" y="430276"/>
                  </a:lnTo>
                  <a:lnTo>
                    <a:pt x="245237" y="429006"/>
                  </a:lnTo>
                  <a:lnTo>
                    <a:pt x="245237" y="417576"/>
                  </a:lnTo>
                  <a:lnTo>
                    <a:pt x="232664" y="417576"/>
                  </a:lnTo>
                  <a:lnTo>
                    <a:pt x="232664" y="505206"/>
                  </a:lnTo>
                  <a:lnTo>
                    <a:pt x="34798" y="505206"/>
                  </a:lnTo>
                  <a:lnTo>
                    <a:pt x="34798" y="429006"/>
                  </a:lnTo>
                  <a:lnTo>
                    <a:pt x="232664" y="429006"/>
                  </a:lnTo>
                  <a:lnTo>
                    <a:pt x="232664" y="417576"/>
                  </a:lnTo>
                  <a:lnTo>
                    <a:pt x="22860" y="417576"/>
                  </a:lnTo>
                  <a:lnTo>
                    <a:pt x="22860" y="429006"/>
                  </a:lnTo>
                  <a:lnTo>
                    <a:pt x="22860" y="505206"/>
                  </a:lnTo>
                  <a:lnTo>
                    <a:pt x="22860" y="517906"/>
                  </a:lnTo>
                  <a:lnTo>
                    <a:pt x="245237" y="517906"/>
                  </a:lnTo>
                  <a:lnTo>
                    <a:pt x="245237" y="505206"/>
                  </a:lnTo>
                  <a:lnTo>
                    <a:pt x="245237" y="503936"/>
                  </a:lnTo>
                  <a:lnTo>
                    <a:pt x="258699" y="503936"/>
                  </a:lnTo>
                  <a:lnTo>
                    <a:pt x="258699" y="493776"/>
                  </a:lnTo>
                  <a:lnTo>
                    <a:pt x="266700" y="493776"/>
                  </a:lnTo>
                  <a:lnTo>
                    <a:pt x="266700" y="446786"/>
                  </a:lnTo>
                  <a:close/>
                </a:path>
                <a:path w="288290" h="935989">
                  <a:moveTo>
                    <a:pt x="288036" y="647700"/>
                  </a:moveTo>
                  <a:lnTo>
                    <a:pt x="275590" y="647700"/>
                  </a:lnTo>
                  <a:lnTo>
                    <a:pt x="275590" y="667677"/>
                  </a:lnTo>
                  <a:lnTo>
                    <a:pt x="275590" y="750925"/>
                  </a:lnTo>
                  <a:lnTo>
                    <a:pt x="275590" y="766749"/>
                  </a:lnTo>
                  <a:lnTo>
                    <a:pt x="275590" y="924077"/>
                  </a:lnTo>
                  <a:lnTo>
                    <a:pt x="11684" y="924077"/>
                  </a:lnTo>
                  <a:lnTo>
                    <a:pt x="11684" y="780059"/>
                  </a:lnTo>
                  <a:lnTo>
                    <a:pt x="41656" y="797547"/>
                  </a:lnTo>
                  <a:lnTo>
                    <a:pt x="45847" y="821690"/>
                  </a:lnTo>
                  <a:lnTo>
                    <a:pt x="47498" y="830008"/>
                  </a:lnTo>
                  <a:lnTo>
                    <a:pt x="52451" y="837501"/>
                  </a:lnTo>
                  <a:lnTo>
                    <a:pt x="58293" y="843330"/>
                  </a:lnTo>
                  <a:lnTo>
                    <a:pt x="54381" y="848995"/>
                  </a:lnTo>
                  <a:lnTo>
                    <a:pt x="52844" y="855510"/>
                  </a:lnTo>
                  <a:lnTo>
                    <a:pt x="53809" y="862190"/>
                  </a:lnTo>
                  <a:lnTo>
                    <a:pt x="57404" y="868299"/>
                  </a:lnTo>
                  <a:lnTo>
                    <a:pt x="90678" y="903274"/>
                  </a:lnTo>
                  <a:lnTo>
                    <a:pt x="94107" y="906602"/>
                  </a:lnTo>
                  <a:lnTo>
                    <a:pt x="98171" y="909091"/>
                  </a:lnTo>
                  <a:lnTo>
                    <a:pt x="109093" y="909091"/>
                  </a:lnTo>
                  <a:lnTo>
                    <a:pt x="113157" y="908265"/>
                  </a:lnTo>
                  <a:lnTo>
                    <a:pt x="116586" y="904938"/>
                  </a:lnTo>
                  <a:lnTo>
                    <a:pt x="125501" y="897445"/>
                  </a:lnTo>
                  <a:lnTo>
                    <a:pt x="137414" y="887450"/>
                  </a:lnTo>
                  <a:lnTo>
                    <a:pt x="157353" y="899109"/>
                  </a:lnTo>
                  <a:lnTo>
                    <a:pt x="160655" y="900772"/>
                  </a:lnTo>
                  <a:lnTo>
                    <a:pt x="163195" y="901598"/>
                  </a:lnTo>
                  <a:lnTo>
                    <a:pt x="172339" y="901598"/>
                  </a:lnTo>
                  <a:lnTo>
                    <a:pt x="177292" y="898271"/>
                  </a:lnTo>
                  <a:lnTo>
                    <a:pt x="180594" y="894105"/>
                  </a:lnTo>
                  <a:lnTo>
                    <a:pt x="185140" y="889952"/>
                  </a:lnTo>
                  <a:lnTo>
                    <a:pt x="238125" y="841667"/>
                  </a:lnTo>
                  <a:lnTo>
                    <a:pt x="241427" y="838339"/>
                  </a:lnTo>
                  <a:lnTo>
                    <a:pt x="243078" y="833335"/>
                  </a:lnTo>
                  <a:lnTo>
                    <a:pt x="243078" y="828344"/>
                  </a:lnTo>
                  <a:lnTo>
                    <a:pt x="242189" y="824179"/>
                  </a:lnTo>
                  <a:lnTo>
                    <a:pt x="239776" y="820851"/>
                  </a:lnTo>
                  <a:lnTo>
                    <a:pt x="235585" y="817524"/>
                  </a:lnTo>
                  <a:lnTo>
                    <a:pt x="235826" y="812533"/>
                  </a:lnTo>
                  <a:lnTo>
                    <a:pt x="235877" y="811695"/>
                  </a:lnTo>
                  <a:lnTo>
                    <a:pt x="236296" y="803376"/>
                  </a:lnTo>
                  <a:lnTo>
                    <a:pt x="236334" y="802538"/>
                  </a:lnTo>
                  <a:lnTo>
                    <a:pt x="236423" y="800874"/>
                  </a:lnTo>
                  <a:lnTo>
                    <a:pt x="236474" y="800036"/>
                  </a:lnTo>
                  <a:lnTo>
                    <a:pt x="275590" y="766749"/>
                  </a:lnTo>
                  <a:lnTo>
                    <a:pt x="275590" y="750925"/>
                  </a:lnTo>
                  <a:lnTo>
                    <a:pt x="230632" y="789241"/>
                  </a:lnTo>
                  <a:lnTo>
                    <a:pt x="230632" y="829183"/>
                  </a:lnTo>
                  <a:lnTo>
                    <a:pt x="230632" y="831672"/>
                  </a:lnTo>
                  <a:lnTo>
                    <a:pt x="229743" y="832510"/>
                  </a:lnTo>
                  <a:lnTo>
                    <a:pt x="171450" y="885786"/>
                  </a:lnTo>
                  <a:lnTo>
                    <a:pt x="170688" y="886625"/>
                  </a:lnTo>
                  <a:lnTo>
                    <a:pt x="169799" y="889114"/>
                  </a:lnTo>
                  <a:lnTo>
                    <a:pt x="166497" y="889952"/>
                  </a:lnTo>
                  <a:lnTo>
                    <a:pt x="163957" y="888288"/>
                  </a:lnTo>
                  <a:lnTo>
                    <a:pt x="162433" y="887450"/>
                  </a:lnTo>
                  <a:lnTo>
                    <a:pt x="125730" y="867130"/>
                  </a:lnTo>
                  <a:lnTo>
                    <a:pt x="125730" y="880795"/>
                  </a:lnTo>
                  <a:lnTo>
                    <a:pt x="108204" y="895781"/>
                  </a:lnTo>
                  <a:lnTo>
                    <a:pt x="107442" y="896607"/>
                  </a:lnTo>
                  <a:lnTo>
                    <a:pt x="105664" y="897445"/>
                  </a:lnTo>
                  <a:lnTo>
                    <a:pt x="102362" y="897445"/>
                  </a:lnTo>
                  <a:lnTo>
                    <a:pt x="100711" y="896607"/>
                  </a:lnTo>
                  <a:lnTo>
                    <a:pt x="99949" y="894943"/>
                  </a:lnTo>
                  <a:lnTo>
                    <a:pt x="66548" y="859980"/>
                  </a:lnTo>
                  <a:lnTo>
                    <a:pt x="64897" y="857478"/>
                  </a:lnTo>
                  <a:lnTo>
                    <a:pt x="64897" y="854151"/>
                  </a:lnTo>
                  <a:lnTo>
                    <a:pt x="67437" y="851662"/>
                  </a:lnTo>
                  <a:lnTo>
                    <a:pt x="69088" y="849985"/>
                  </a:lnTo>
                  <a:lnTo>
                    <a:pt x="125730" y="880795"/>
                  </a:lnTo>
                  <a:lnTo>
                    <a:pt x="125730" y="867130"/>
                  </a:lnTo>
                  <a:lnTo>
                    <a:pt x="94767" y="849985"/>
                  </a:lnTo>
                  <a:lnTo>
                    <a:pt x="70739" y="836676"/>
                  </a:lnTo>
                  <a:lnTo>
                    <a:pt x="53416" y="790511"/>
                  </a:lnTo>
                  <a:lnTo>
                    <a:pt x="53340" y="790054"/>
                  </a:lnTo>
                  <a:lnTo>
                    <a:pt x="36093" y="780059"/>
                  </a:lnTo>
                  <a:lnTo>
                    <a:pt x="11684" y="765911"/>
                  </a:lnTo>
                  <a:lnTo>
                    <a:pt x="11684" y="696810"/>
                  </a:lnTo>
                  <a:lnTo>
                    <a:pt x="79883" y="737603"/>
                  </a:lnTo>
                  <a:lnTo>
                    <a:pt x="106553" y="725119"/>
                  </a:lnTo>
                  <a:lnTo>
                    <a:pt x="109004" y="724281"/>
                  </a:lnTo>
                  <a:lnTo>
                    <a:pt x="113398" y="722795"/>
                  </a:lnTo>
                  <a:lnTo>
                    <a:pt x="120167" y="722109"/>
                  </a:lnTo>
                  <a:lnTo>
                    <a:pt x="126796" y="723138"/>
                  </a:lnTo>
                  <a:lnTo>
                    <a:pt x="133223" y="725957"/>
                  </a:lnTo>
                  <a:lnTo>
                    <a:pt x="135636" y="727621"/>
                  </a:lnTo>
                  <a:lnTo>
                    <a:pt x="74041" y="780897"/>
                  </a:lnTo>
                  <a:lnTo>
                    <a:pt x="69977" y="785063"/>
                  </a:lnTo>
                  <a:lnTo>
                    <a:pt x="67437" y="790054"/>
                  </a:lnTo>
                  <a:lnTo>
                    <a:pt x="67437" y="795883"/>
                  </a:lnTo>
                  <a:lnTo>
                    <a:pt x="66548" y="800874"/>
                  </a:lnTo>
                  <a:lnTo>
                    <a:pt x="68199" y="806704"/>
                  </a:lnTo>
                  <a:lnTo>
                    <a:pt x="72390" y="810869"/>
                  </a:lnTo>
                  <a:lnTo>
                    <a:pt x="78943" y="815809"/>
                  </a:lnTo>
                  <a:lnTo>
                    <a:pt x="86753" y="817943"/>
                  </a:lnTo>
                  <a:lnTo>
                    <a:pt x="94869" y="816952"/>
                  </a:lnTo>
                  <a:lnTo>
                    <a:pt x="102362" y="812533"/>
                  </a:lnTo>
                  <a:lnTo>
                    <a:pt x="108991" y="806704"/>
                  </a:lnTo>
                  <a:lnTo>
                    <a:pt x="123190" y="794219"/>
                  </a:lnTo>
                  <a:lnTo>
                    <a:pt x="131457" y="788454"/>
                  </a:lnTo>
                  <a:lnTo>
                    <a:pt x="140144" y="786206"/>
                  </a:lnTo>
                  <a:lnTo>
                    <a:pt x="149288" y="787552"/>
                  </a:lnTo>
                  <a:lnTo>
                    <a:pt x="230632" y="829183"/>
                  </a:lnTo>
                  <a:lnTo>
                    <a:pt x="230632" y="789241"/>
                  </a:lnTo>
                  <a:lnTo>
                    <a:pt x="224790" y="794219"/>
                  </a:lnTo>
                  <a:lnTo>
                    <a:pt x="223939" y="810869"/>
                  </a:lnTo>
                  <a:lnTo>
                    <a:pt x="223901" y="811695"/>
                  </a:lnTo>
                  <a:lnTo>
                    <a:pt x="173659" y="786206"/>
                  </a:lnTo>
                  <a:lnTo>
                    <a:pt x="164846" y="781723"/>
                  </a:lnTo>
                  <a:lnTo>
                    <a:pt x="151879" y="775449"/>
                  </a:lnTo>
                  <a:lnTo>
                    <a:pt x="139319" y="773925"/>
                  </a:lnTo>
                  <a:lnTo>
                    <a:pt x="127228" y="776935"/>
                  </a:lnTo>
                  <a:lnTo>
                    <a:pt x="115697" y="784225"/>
                  </a:lnTo>
                  <a:lnTo>
                    <a:pt x="94107" y="803376"/>
                  </a:lnTo>
                  <a:lnTo>
                    <a:pt x="89916" y="806704"/>
                  </a:lnTo>
                  <a:lnTo>
                    <a:pt x="84963" y="806704"/>
                  </a:lnTo>
                  <a:lnTo>
                    <a:pt x="81534" y="802538"/>
                  </a:lnTo>
                  <a:lnTo>
                    <a:pt x="79883" y="800874"/>
                  </a:lnTo>
                  <a:lnTo>
                    <a:pt x="79121" y="798372"/>
                  </a:lnTo>
                  <a:lnTo>
                    <a:pt x="79121" y="794219"/>
                  </a:lnTo>
                  <a:lnTo>
                    <a:pt x="144018" y="735939"/>
                  </a:lnTo>
                  <a:lnTo>
                    <a:pt x="157353" y="730110"/>
                  </a:lnTo>
                  <a:lnTo>
                    <a:pt x="163957" y="733450"/>
                  </a:lnTo>
                  <a:lnTo>
                    <a:pt x="185674" y="743432"/>
                  </a:lnTo>
                  <a:lnTo>
                    <a:pt x="201485" y="730110"/>
                  </a:lnTo>
                  <a:lnTo>
                    <a:pt x="202463" y="729284"/>
                  </a:lnTo>
                  <a:lnTo>
                    <a:pt x="275590" y="667677"/>
                  </a:lnTo>
                  <a:lnTo>
                    <a:pt x="275590" y="647700"/>
                  </a:lnTo>
                  <a:lnTo>
                    <a:pt x="265557" y="647700"/>
                  </a:lnTo>
                  <a:lnTo>
                    <a:pt x="265557" y="660184"/>
                  </a:lnTo>
                  <a:lnTo>
                    <a:pt x="184023" y="729284"/>
                  </a:lnTo>
                  <a:lnTo>
                    <a:pt x="169799" y="722617"/>
                  </a:lnTo>
                  <a:lnTo>
                    <a:pt x="168630" y="722109"/>
                  </a:lnTo>
                  <a:lnTo>
                    <a:pt x="164185" y="720128"/>
                  </a:lnTo>
                  <a:lnTo>
                    <a:pt x="162306" y="719289"/>
                  </a:lnTo>
                  <a:lnTo>
                    <a:pt x="154813" y="718464"/>
                  </a:lnTo>
                  <a:lnTo>
                    <a:pt x="148209" y="720128"/>
                  </a:lnTo>
                  <a:lnTo>
                    <a:pt x="139065" y="715124"/>
                  </a:lnTo>
                  <a:lnTo>
                    <a:pt x="130022" y="711250"/>
                  </a:lnTo>
                  <a:lnTo>
                    <a:pt x="120611" y="709625"/>
                  </a:lnTo>
                  <a:lnTo>
                    <a:pt x="111061" y="710336"/>
                  </a:lnTo>
                  <a:lnTo>
                    <a:pt x="101600" y="713460"/>
                  </a:lnTo>
                  <a:lnTo>
                    <a:pt x="80772" y="724281"/>
                  </a:lnTo>
                  <a:lnTo>
                    <a:pt x="35166" y="696810"/>
                  </a:lnTo>
                  <a:lnTo>
                    <a:pt x="11684" y="682663"/>
                  </a:lnTo>
                  <a:lnTo>
                    <a:pt x="11684" y="660184"/>
                  </a:lnTo>
                  <a:lnTo>
                    <a:pt x="265557" y="660184"/>
                  </a:lnTo>
                  <a:lnTo>
                    <a:pt x="265557" y="647700"/>
                  </a:lnTo>
                  <a:lnTo>
                    <a:pt x="0" y="647700"/>
                  </a:lnTo>
                  <a:lnTo>
                    <a:pt x="0" y="935736"/>
                  </a:lnTo>
                  <a:lnTo>
                    <a:pt x="288036" y="935736"/>
                  </a:lnTo>
                  <a:lnTo>
                    <a:pt x="288036" y="924077"/>
                  </a:lnTo>
                  <a:lnTo>
                    <a:pt x="288036" y="766749"/>
                  </a:lnTo>
                  <a:lnTo>
                    <a:pt x="288036" y="667677"/>
                  </a:lnTo>
                  <a:lnTo>
                    <a:pt x="288036" y="660184"/>
                  </a:lnTo>
                  <a:lnTo>
                    <a:pt x="288036" y="647700"/>
                  </a:lnTo>
                  <a:close/>
                </a:path>
                <a:path w="288290" h="935989">
                  <a:moveTo>
                    <a:pt x="288036" y="323596"/>
                  </a:moveTo>
                  <a:lnTo>
                    <a:pt x="286512" y="323596"/>
                  </a:lnTo>
                  <a:lnTo>
                    <a:pt x="286512" y="324104"/>
                  </a:lnTo>
                  <a:lnTo>
                    <a:pt x="274574" y="324104"/>
                  </a:lnTo>
                  <a:lnTo>
                    <a:pt x="274574" y="336804"/>
                  </a:lnTo>
                  <a:lnTo>
                    <a:pt x="274574" y="598424"/>
                  </a:lnTo>
                  <a:lnTo>
                    <a:pt x="12446" y="598424"/>
                  </a:lnTo>
                  <a:lnTo>
                    <a:pt x="12446" y="336804"/>
                  </a:lnTo>
                  <a:lnTo>
                    <a:pt x="274574" y="336804"/>
                  </a:lnTo>
                  <a:lnTo>
                    <a:pt x="274574" y="324104"/>
                  </a:lnTo>
                  <a:lnTo>
                    <a:pt x="508" y="324104"/>
                  </a:lnTo>
                  <a:lnTo>
                    <a:pt x="508" y="323088"/>
                  </a:lnTo>
                  <a:lnTo>
                    <a:pt x="0" y="323088"/>
                  </a:lnTo>
                  <a:lnTo>
                    <a:pt x="0" y="611378"/>
                  </a:lnTo>
                  <a:lnTo>
                    <a:pt x="288036" y="611378"/>
                  </a:lnTo>
                  <a:lnTo>
                    <a:pt x="288036" y="610133"/>
                  </a:lnTo>
                  <a:lnTo>
                    <a:pt x="288036" y="323596"/>
                  </a:lnTo>
                  <a:close/>
                </a:path>
                <a:path w="288290" h="935989">
                  <a:moveTo>
                    <a:pt x="288036" y="0"/>
                  </a:moveTo>
                  <a:lnTo>
                    <a:pt x="275590" y="0"/>
                  </a:lnTo>
                  <a:lnTo>
                    <a:pt x="275590" y="12446"/>
                  </a:lnTo>
                  <a:lnTo>
                    <a:pt x="275590" y="275590"/>
                  </a:lnTo>
                  <a:lnTo>
                    <a:pt x="149987" y="275590"/>
                  </a:lnTo>
                  <a:lnTo>
                    <a:pt x="149987" y="239014"/>
                  </a:lnTo>
                  <a:lnTo>
                    <a:pt x="156210" y="235851"/>
                  </a:lnTo>
                  <a:lnTo>
                    <a:pt x="161112" y="231114"/>
                  </a:lnTo>
                  <a:lnTo>
                    <a:pt x="162991" y="227584"/>
                  </a:lnTo>
                  <a:lnTo>
                    <a:pt x="164325" y="225094"/>
                  </a:lnTo>
                  <a:lnTo>
                    <a:pt x="165481" y="218059"/>
                  </a:lnTo>
                  <a:lnTo>
                    <a:pt x="163804" y="209600"/>
                  </a:lnTo>
                  <a:lnTo>
                    <a:pt x="163093" y="208534"/>
                  </a:lnTo>
                  <a:lnTo>
                    <a:pt x="159219" y="202742"/>
                  </a:lnTo>
                  <a:lnTo>
                    <a:pt x="153543" y="198932"/>
                  </a:lnTo>
                  <a:lnTo>
                    <a:pt x="153543" y="212979"/>
                  </a:lnTo>
                  <a:lnTo>
                    <a:pt x="153543" y="223012"/>
                  </a:lnTo>
                  <a:lnTo>
                    <a:pt x="148971" y="227584"/>
                  </a:lnTo>
                  <a:lnTo>
                    <a:pt x="139065" y="227584"/>
                  </a:lnTo>
                  <a:lnTo>
                    <a:pt x="134493" y="223012"/>
                  </a:lnTo>
                  <a:lnTo>
                    <a:pt x="134493" y="212979"/>
                  </a:lnTo>
                  <a:lnTo>
                    <a:pt x="139065" y="208534"/>
                  </a:lnTo>
                  <a:lnTo>
                    <a:pt x="148971" y="208534"/>
                  </a:lnTo>
                  <a:lnTo>
                    <a:pt x="153543" y="212979"/>
                  </a:lnTo>
                  <a:lnTo>
                    <a:pt x="153543" y="198932"/>
                  </a:lnTo>
                  <a:lnTo>
                    <a:pt x="152400" y="198158"/>
                  </a:lnTo>
                  <a:lnTo>
                    <a:pt x="144018" y="196469"/>
                  </a:lnTo>
                  <a:lnTo>
                    <a:pt x="135572" y="198158"/>
                  </a:lnTo>
                  <a:lnTo>
                    <a:pt x="128752" y="202742"/>
                  </a:lnTo>
                  <a:lnTo>
                    <a:pt x="124206" y="209600"/>
                  </a:lnTo>
                  <a:lnTo>
                    <a:pt x="122555" y="218059"/>
                  </a:lnTo>
                  <a:lnTo>
                    <a:pt x="123698" y="225094"/>
                  </a:lnTo>
                  <a:lnTo>
                    <a:pt x="126911" y="231114"/>
                  </a:lnTo>
                  <a:lnTo>
                    <a:pt x="131813" y="235851"/>
                  </a:lnTo>
                  <a:lnTo>
                    <a:pt x="138049" y="239014"/>
                  </a:lnTo>
                  <a:lnTo>
                    <a:pt x="138049" y="275590"/>
                  </a:lnTo>
                  <a:lnTo>
                    <a:pt x="12446" y="275590"/>
                  </a:lnTo>
                  <a:lnTo>
                    <a:pt x="12446" y="12446"/>
                  </a:lnTo>
                  <a:lnTo>
                    <a:pt x="275590" y="12446"/>
                  </a:lnTo>
                  <a:lnTo>
                    <a:pt x="275590" y="0"/>
                  </a:lnTo>
                  <a:lnTo>
                    <a:pt x="0" y="0"/>
                  </a:lnTo>
                  <a:lnTo>
                    <a:pt x="0" y="288036"/>
                  </a:lnTo>
                  <a:lnTo>
                    <a:pt x="288036" y="288036"/>
                  </a:lnTo>
                  <a:lnTo>
                    <a:pt x="288036" y="275590"/>
                  </a:lnTo>
                  <a:lnTo>
                    <a:pt x="288036" y="12446"/>
                  </a:lnTo>
                  <a:lnTo>
                    <a:pt x="288036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3" name="object 213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185403" y="5073396"/>
              <a:ext cx="202692" cy="118871"/>
            </a:xfrm>
            <a:prstGeom prst="rect">
              <a:avLst/>
            </a:prstGeom>
          </p:spPr>
        </p:pic>
        <p:sp>
          <p:nvSpPr>
            <p:cNvPr id="214" name="object 214"/>
            <p:cNvSpPr/>
            <p:nvPr/>
          </p:nvSpPr>
          <p:spPr>
            <a:xfrm>
              <a:off x="7656322" y="5530596"/>
              <a:ext cx="481965" cy="194310"/>
            </a:xfrm>
            <a:custGeom>
              <a:avLst/>
              <a:gdLst/>
              <a:ahLst/>
              <a:cxnLst/>
              <a:rect l="l" t="t" r="r" b="b"/>
              <a:pathLst>
                <a:path w="481965" h="194310">
                  <a:moveTo>
                    <a:pt x="443738" y="117601"/>
                  </a:moveTo>
                  <a:lnTo>
                    <a:pt x="428890" y="120595"/>
                  </a:lnTo>
                  <a:lnTo>
                    <a:pt x="416782" y="128760"/>
                  </a:lnTo>
                  <a:lnTo>
                    <a:pt x="408626" y="140870"/>
                  </a:lnTo>
                  <a:lnTo>
                    <a:pt x="405638" y="155701"/>
                  </a:lnTo>
                  <a:lnTo>
                    <a:pt x="408626" y="170533"/>
                  </a:lnTo>
                  <a:lnTo>
                    <a:pt x="416782" y="182643"/>
                  </a:lnTo>
                  <a:lnTo>
                    <a:pt x="428890" y="190808"/>
                  </a:lnTo>
                  <a:lnTo>
                    <a:pt x="443738" y="193801"/>
                  </a:lnTo>
                  <a:lnTo>
                    <a:pt x="458585" y="190808"/>
                  </a:lnTo>
                  <a:lnTo>
                    <a:pt x="470693" y="182643"/>
                  </a:lnTo>
                  <a:lnTo>
                    <a:pt x="478849" y="170533"/>
                  </a:lnTo>
                  <a:lnTo>
                    <a:pt x="480558" y="162051"/>
                  </a:lnTo>
                  <a:lnTo>
                    <a:pt x="443738" y="162051"/>
                  </a:lnTo>
                  <a:lnTo>
                    <a:pt x="443738" y="149351"/>
                  </a:lnTo>
                  <a:lnTo>
                    <a:pt x="480558" y="149351"/>
                  </a:lnTo>
                  <a:lnTo>
                    <a:pt x="478849" y="140870"/>
                  </a:lnTo>
                  <a:lnTo>
                    <a:pt x="470693" y="128760"/>
                  </a:lnTo>
                  <a:lnTo>
                    <a:pt x="458585" y="120595"/>
                  </a:lnTo>
                  <a:lnTo>
                    <a:pt x="443738" y="117601"/>
                  </a:lnTo>
                  <a:close/>
                </a:path>
                <a:path w="481965" h="194310">
                  <a:moveTo>
                    <a:pt x="12700" y="0"/>
                  </a:moveTo>
                  <a:lnTo>
                    <a:pt x="0" y="0"/>
                  </a:lnTo>
                  <a:lnTo>
                    <a:pt x="0" y="159207"/>
                  </a:lnTo>
                  <a:lnTo>
                    <a:pt x="2794" y="162051"/>
                  </a:lnTo>
                  <a:lnTo>
                    <a:pt x="406917" y="162051"/>
                  </a:lnTo>
                  <a:lnTo>
                    <a:pt x="405638" y="155701"/>
                  </a:lnTo>
                  <a:lnTo>
                    <a:pt x="12700" y="155701"/>
                  </a:lnTo>
                  <a:lnTo>
                    <a:pt x="6350" y="149351"/>
                  </a:lnTo>
                  <a:lnTo>
                    <a:pt x="12700" y="149351"/>
                  </a:lnTo>
                  <a:lnTo>
                    <a:pt x="12700" y="0"/>
                  </a:lnTo>
                  <a:close/>
                </a:path>
                <a:path w="481965" h="194310">
                  <a:moveTo>
                    <a:pt x="480558" y="149351"/>
                  </a:moveTo>
                  <a:lnTo>
                    <a:pt x="443738" y="149351"/>
                  </a:lnTo>
                  <a:lnTo>
                    <a:pt x="443738" y="162051"/>
                  </a:lnTo>
                  <a:lnTo>
                    <a:pt x="480558" y="162051"/>
                  </a:lnTo>
                  <a:lnTo>
                    <a:pt x="481838" y="155701"/>
                  </a:lnTo>
                  <a:lnTo>
                    <a:pt x="480558" y="149351"/>
                  </a:lnTo>
                  <a:close/>
                </a:path>
                <a:path w="481965" h="194310">
                  <a:moveTo>
                    <a:pt x="12700" y="149351"/>
                  </a:moveTo>
                  <a:lnTo>
                    <a:pt x="6350" y="149351"/>
                  </a:lnTo>
                  <a:lnTo>
                    <a:pt x="12700" y="155701"/>
                  </a:lnTo>
                  <a:lnTo>
                    <a:pt x="12700" y="149351"/>
                  </a:lnTo>
                  <a:close/>
                </a:path>
                <a:path w="481965" h="194310">
                  <a:moveTo>
                    <a:pt x="406917" y="149351"/>
                  </a:moveTo>
                  <a:lnTo>
                    <a:pt x="12700" y="149351"/>
                  </a:lnTo>
                  <a:lnTo>
                    <a:pt x="12700" y="155701"/>
                  </a:lnTo>
                  <a:lnTo>
                    <a:pt x="405638" y="155701"/>
                  </a:lnTo>
                  <a:lnTo>
                    <a:pt x="406917" y="149351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5" name="object 215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936249" y="2436876"/>
              <a:ext cx="229409" cy="251460"/>
            </a:xfrm>
            <a:prstGeom prst="rect">
              <a:avLst/>
            </a:prstGeom>
          </p:spPr>
        </p:pic>
        <p:sp>
          <p:nvSpPr>
            <p:cNvPr id="216" name="object 216"/>
            <p:cNvSpPr/>
            <p:nvPr/>
          </p:nvSpPr>
          <p:spPr>
            <a:xfrm>
              <a:off x="5936249" y="2436876"/>
              <a:ext cx="229870" cy="251460"/>
            </a:xfrm>
            <a:custGeom>
              <a:avLst/>
              <a:gdLst/>
              <a:ahLst/>
              <a:cxnLst/>
              <a:rect l="l" t="t" r="r" b="b"/>
              <a:pathLst>
                <a:path w="229870" h="251460">
                  <a:moveTo>
                    <a:pt x="196072" y="31368"/>
                  </a:moveTo>
                  <a:lnTo>
                    <a:pt x="196072" y="30225"/>
                  </a:lnTo>
                  <a:lnTo>
                    <a:pt x="178182" y="16984"/>
                  </a:lnTo>
                  <a:lnTo>
                    <a:pt x="158210" y="7540"/>
                  </a:lnTo>
                  <a:lnTo>
                    <a:pt x="136689" y="1883"/>
                  </a:lnTo>
                  <a:lnTo>
                    <a:pt x="114157" y="0"/>
                  </a:lnTo>
                  <a:lnTo>
                    <a:pt x="92358" y="1883"/>
                  </a:lnTo>
                  <a:lnTo>
                    <a:pt x="71215" y="7540"/>
                  </a:lnTo>
                  <a:lnTo>
                    <a:pt x="51381" y="16984"/>
                  </a:lnTo>
                  <a:lnTo>
                    <a:pt x="33512" y="30225"/>
                  </a:lnTo>
                  <a:lnTo>
                    <a:pt x="32115" y="31368"/>
                  </a:lnTo>
                  <a:lnTo>
                    <a:pt x="7919" y="65512"/>
                  </a:lnTo>
                  <a:lnTo>
                    <a:pt x="0" y="104489"/>
                  </a:lnTo>
                  <a:lnTo>
                    <a:pt x="8487" y="143704"/>
                  </a:lnTo>
                  <a:lnTo>
                    <a:pt x="33512" y="178561"/>
                  </a:lnTo>
                  <a:lnTo>
                    <a:pt x="80135" y="220706"/>
                  </a:lnTo>
                  <a:lnTo>
                    <a:pt x="104076" y="242347"/>
                  </a:lnTo>
                  <a:lnTo>
                    <a:pt x="112897" y="250320"/>
                  </a:lnTo>
                  <a:lnTo>
                    <a:pt x="114157" y="251459"/>
                  </a:lnTo>
                  <a:lnTo>
                    <a:pt x="161514" y="209315"/>
                  </a:lnTo>
                  <a:lnTo>
                    <a:pt x="185832" y="187674"/>
                  </a:lnTo>
                  <a:lnTo>
                    <a:pt x="194792" y="179701"/>
                  </a:lnTo>
                  <a:lnTo>
                    <a:pt x="196072" y="178561"/>
                  </a:lnTo>
                  <a:lnTo>
                    <a:pt x="221075" y="143704"/>
                  </a:lnTo>
                  <a:lnTo>
                    <a:pt x="229409" y="104489"/>
                  </a:lnTo>
                  <a:lnTo>
                    <a:pt x="221075" y="65512"/>
                  </a:lnTo>
                  <a:lnTo>
                    <a:pt x="196072" y="3136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/>
            <p:cNvSpPr/>
            <p:nvPr/>
          </p:nvSpPr>
          <p:spPr>
            <a:xfrm>
              <a:off x="9144000" y="4524755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5">
                  <a:moveTo>
                    <a:pt x="359664" y="0"/>
                  </a:moveTo>
                  <a:lnTo>
                    <a:pt x="0" y="0"/>
                  </a:lnTo>
                  <a:lnTo>
                    <a:pt x="0" y="359664"/>
                  </a:lnTo>
                  <a:lnTo>
                    <a:pt x="359664" y="359664"/>
                  </a:lnTo>
                  <a:lnTo>
                    <a:pt x="359664" y="0"/>
                  </a:lnTo>
                  <a:close/>
                </a:path>
              </a:pathLst>
            </a:custGeom>
            <a:solidFill>
              <a:srgbClr val="F7DBDF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/>
            <p:cNvSpPr/>
            <p:nvPr/>
          </p:nvSpPr>
          <p:spPr>
            <a:xfrm>
              <a:off x="9180576" y="4561332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288036" y="27939"/>
                  </a:moveTo>
                  <a:lnTo>
                    <a:pt x="0" y="27939"/>
                  </a:lnTo>
                  <a:lnTo>
                    <a:pt x="0" y="288035"/>
                  </a:lnTo>
                  <a:lnTo>
                    <a:pt x="288036" y="288035"/>
                  </a:lnTo>
                  <a:lnTo>
                    <a:pt x="288036" y="275589"/>
                  </a:lnTo>
                  <a:lnTo>
                    <a:pt x="12446" y="275589"/>
                  </a:lnTo>
                  <a:lnTo>
                    <a:pt x="12446" y="238505"/>
                  </a:lnTo>
                  <a:lnTo>
                    <a:pt x="288036" y="238505"/>
                  </a:lnTo>
                  <a:lnTo>
                    <a:pt x="288036" y="226059"/>
                  </a:lnTo>
                  <a:lnTo>
                    <a:pt x="12446" y="226059"/>
                  </a:lnTo>
                  <a:lnTo>
                    <a:pt x="12446" y="188975"/>
                  </a:lnTo>
                  <a:lnTo>
                    <a:pt x="288036" y="188975"/>
                  </a:lnTo>
                  <a:lnTo>
                    <a:pt x="288036" y="176529"/>
                  </a:lnTo>
                  <a:lnTo>
                    <a:pt x="12446" y="176529"/>
                  </a:lnTo>
                  <a:lnTo>
                    <a:pt x="12446" y="139572"/>
                  </a:lnTo>
                  <a:lnTo>
                    <a:pt x="288036" y="139572"/>
                  </a:lnTo>
                  <a:lnTo>
                    <a:pt x="288036" y="126999"/>
                  </a:lnTo>
                  <a:lnTo>
                    <a:pt x="12446" y="126999"/>
                  </a:lnTo>
                  <a:lnTo>
                    <a:pt x="12446" y="90042"/>
                  </a:lnTo>
                  <a:lnTo>
                    <a:pt x="288036" y="90042"/>
                  </a:lnTo>
                  <a:lnTo>
                    <a:pt x="288036" y="77469"/>
                  </a:lnTo>
                  <a:lnTo>
                    <a:pt x="12446" y="77469"/>
                  </a:lnTo>
                  <a:lnTo>
                    <a:pt x="12446" y="40512"/>
                  </a:lnTo>
                  <a:lnTo>
                    <a:pt x="288036" y="40512"/>
                  </a:lnTo>
                  <a:lnTo>
                    <a:pt x="288036" y="27939"/>
                  </a:lnTo>
                  <a:close/>
                </a:path>
                <a:path w="288290" h="288289">
                  <a:moveTo>
                    <a:pt x="81534" y="238505"/>
                  </a:moveTo>
                  <a:lnTo>
                    <a:pt x="68961" y="238505"/>
                  </a:lnTo>
                  <a:lnTo>
                    <a:pt x="68961" y="275589"/>
                  </a:lnTo>
                  <a:lnTo>
                    <a:pt x="81534" y="275589"/>
                  </a:lnTo>
                  <a:lnTo>
                    <a:pt x="81534" y="238505"/>
                  </a:lnTo>
                  <a:close/>
                </a:path>
                <a:path w="288290" h="288289">
                  <a:moveTo>
                    <a:pt x="149987" y="238505"/>
                  </a:moveTo>
                  <a:lnTo>
                    <a:pt x="138049" y="238505"/>
                  </a:lnTo>
                  <a:lnTo>
                    <a:pt x="138049" y="275589"/>
                  </a:lnTo>
                  <a:lnTo>
                    <a:pt x="149987" y="275589"/>
                  </a:lnTo>
                  <a:lnTo>
                    <a:pt x="149987" y="238505"/>
                  </a:lnTo>
                  <a:close/>
                </a:path>
                <a:path w="288290" h="288289">
                  <a:moveTo>
                    <a:pt x="219075" y="238505"/>
                  </a:moveTo>
                  <a:lnTo>
                    <a:pt x="207010" y="238505"/>
                  </a:lnTo>
                  <a:lnTo>
                    <a:pt x="207010" y="275589"/>
                  </a:lnTo>
                  <a:lnTo>
                    <a:pt x="219075" y="275589"/>
                  </a:lnTo>
                  <a:lnTo>
                    <a:pt x="219075" y="238505"/>
                  </a:lnTo>
                  <a:close/>
                </a:path>
                <a:path w="288290" h="288289">
                  <a:moveTo>
                    <a:pt x="288036" y="238505"/>
                  </a:moveTo>
                  <a:lnTo>
                    <a:pt x="275590" y="238505"/>
                  </a:lnTo>
                  <a:lnTo>
                    <a:pt x="275590" y="275589"/>
                  </a:lnTo>
                  <a:lnTo>
                    <a:pt x="288036" y="275589"/>
                  </a:lnTo>
                  <a:lnTo>
                    <a:pt x="288036" y="238505"/>
                  </a:lnTo>
                  <a:close/>
                </a:path>
                <a:path w="288290" h="288289">
                  <a:moveTo>
                    <a:pt x="81534" y="188975"/>
                  </a:moveTo>
                  <a:lnTo>
                    <a:pt x="68961" y="188975"/>
                  </a:lnTo>
                  <a:lnTo>
                    <a:pt x="68961" y="226059"/>
                  </a:lnTo>
                  <a:lnTo>
                    <a:pt x="81534" y="226059"/>
                  </a:lnTo>
                  <a:lnTo>
                    <a:pt x="81534" y="188975"/>
                  </a:lnTo>
                  <a:close/>
                </a:path>
                <a:path w="288290" h="288289">
                  <a:moveTo>
                    <a:pt x="149987" y="188975"/>
                  </a:moveTo>
                  <a:lnTo>
                    <a:pt x="138049" y="188975"/>
                  </a:lnTo>
                  <a:lnTo>
                    <a:pt x="138049" y="226059"/>
                  </a:lnTo>
                  <a:lnTo>
                    <a:pt x="149987" y="226059"/>
                  </a:lnTo>
                  <a:lnTo>
                    <a:pt x="149987" y="188975"/>
                  </a:lnTo>
                  <a:close/>
                </a:path>
                <a:path w="288290" h="288289">
                  <a:moveTo>
                    <a:pt x="219075" y="188975"/>
                  </a:moveTo>
                  <a:lnTo>
                    <a:pt x="207010" y="188975"/>
                  </a:lnTo>
                  <a:lnTo>
                    <a:pt x="207010" y="226059"/>
                  </a:lnTo>
                  <a:lnTo>
                    <a:pt x="219075" y="226059"/>
                  </a:lnTo>
                  <a:lnTo>
                    <a:pt x="219075" y="188975"/>
                  </a:lnTo>
                  <a:close/>
                </a:path>
                <a:path w="288290" h="288289">
                  <a:moveTo>
                    <a:pt x="288036" y="188975"/>
                  </a:moveTo>
                  <a:lnTo>
                    <a:pt x="275590" y="188975"/>
                  </a:lnTo>
                  <a:lnTo>
                    <a:pt x="275590" y="226059"/>
                  </a:lnTo>
                  <a:lnTo>
                    <a:pt x="288036" y="226059"/>
                  </a:lnTo>
                  <a:lnTo>
                    <a:pt x="288036" y="188975"/>
                  </a:lnTo>
                  <a:close/>
                </a:path>
                <a:path w="288290" h="288289">
                  <a:moveTo>
                    <a:pt x="81534" y="139572"/>
                  </a:moveTo>
                  <a:lnTo>
                    <a:pt x="68961" y="139572"/>
                  </a:lnTo>
                  <a:lnTo>
                    <a:pt x="68961" y="176529"/>
                  </a:lnTo>
                  <a:lnTo>
                    <a:pt x="81534" y="176529"/>
                  </a:lnTo>
                  <a:lnTo>
                    <a:pt x="81534" y="139572"/>
                  </a:lnTo>
                  <a:close/>
                </a:path>
                <a:path w="288290" h="288289">
                  <a:moveTo>
                    <a:pt x="149987" y="139572"/>
                  </a:moveTo>
                  <a:lnTo>
                    <a:pt x="138049" y="139572"/>
                  </a:lnTo>
                  <a:lnTo>
                    <a:pt x="138049" y="176529"/>
                  </a:lnTo>
                  <a:lnTo>
                    <a:pt x="149987" y="176529"/>
                  </a:lnTo>
                  <a:lnTo>
                    <a:pt x="149987" y="139572"/>
                  </a:lnTo>
                  <a:close/>
                </a:path>
                <a:path w="288290" h="288289">
                  <a:moveTo>
                    <a:pt x="219075" y="139572"/>
                  </a:moveTo>
                  <a:lnTo>
                    <a:pt x="207010" y="139572"/>
                  </a:lnTo>
                  <a:lnTo>
                    <a:pt x="207010" y="176529"/>
                  </a:lnTo>
                  <a:lnTo>
                    <a:pt x="219075" y="176529"/>
                  </a:lnTo>
                  <a:lnTo>
                    <a:pt x="219075" y="139572"/>
                  </a:lnTo>
                  <a:close/>
                </a:path>
                <a:path w="288290" h="288289">
                  <a:moveTo>
                    <a:pt x="288036" y="139572"/>
                  </a:moveTo>
                  <a:lnTo>
                    <a:pt x="275590" y="139572"/>
                  </a:lnTo>
                  <a:lnTo>
                    <a:pt x="275590" y="176529"/>
                  </a:lnTo>
                  <a:lnTo>
                    <a:pt x="288036" y="176529"/>
                  </a:lnTo>
                  <a:lnTo>
                    <a:pt x="288036" y="139572"/>
                  </a:lnTo>
                  <a:close/>
                </a:path>
                <a:path w="288290" h="288289">
                  <a:moveTo>
                    <a:pt x="81534" y="90042"/>
                  </a:moveTo>
                  <a:lnTo>
                    <a:pt x="68961" y="90042"/>
                  </a:lnTo>
                  <a:lnTo>
                    <a:pt x="68961" y="126999"/>
                  </a:lnTo>
                  <a:lnTo>
                    <a:pt x="81534" y="126999"/>
                  </a:lnTo>
                  <a:lnTo>
                    <a:pt x="81534" y="90042"/>
                  </a:lnTo>
                  <a:close/>
                </a:path>
                <a:path w="288290" h="288289">
                  <a:moveTo>
                    <a:pt x="149987" y="90042"/>
                  </a:moveTo>
                  <a:lnTo>
                    <a:pt x="138049" y="90042"/>
                  </a:lnTo>
                  <a:lnTo>
                    <a:pt x="138049" y="126999"/>
                  </a:lnTo>
                  <a:lnTo>
                    <a:pt x="149987" y="126999"/>
                  </a:lnTo>
                  <a:lnTo>
                    <a:pt x="149987" y="90042"/>
                  </a:lnTo>
                  <a:close/>
                </a:path>
                <a:path w="288290" h="288289">
                  <a:moveTo>
                    <a:pt x="219075" y="90042"/>
                  </a:moveTo>
                  <a:lnTo>
                    <a:pt x="207010" y="90042"/>
                  </a:lnTo>
                  <a:lnTo>
                    <a:pt x="207010" y="126999"/>
                  </a:lnTo>
                  <a:lnTo>
                    <a:pt x="219075" y="126999"/>
                  </a:lnTo>
                  <a:lnTo>
                    <a:pt x="219075" y="90042"/>
                  </a:lnTo>
                  <a:close/>
                </a:path>
                <a:path w="288290" h="288289">
                  <a:moveTo>
                    <a:pt x="288036" y="90042"/>
                  </a:moveTo>
                  <a:lnTo>
                    <a:pt x="275590" y="90042"/>
                  </a:lnTo>
                  <a:lnTo>
                    <a:pt x="275590" y="126999"/>
                  </a:lnTo>
                  <a:lnTo>
                    <a:pt x="288036" y="126999"/>
                  </a:lnTo>
                  <a:lnTo>
                    <a:pt x="288036" y="90042"/>
                  </a:lnTo>
                  <a:close/>
                </a:path>
                <a:path w="288290" h="288289">
                  <a:moveTo>
                    <a:pt x="288036" y="40512"/>
                  </a:moveTo>
                  <a:lnTo>
                    <a:pt x="275590" y="40512"/>
                  </a:lnTo>
                  <a:lnTo>
                    <a:pt x="275590" y="77469"/>
                  </a:lnTo>
                  <a:lnTo>
                    <a:pt x="288036" y="77469"/>
                  </a:lnTo>
                  <a:lnTo>
                    <a:pt x="288036" y="40512"/>
                  </a:lnTo>
                  <a:close/>
                </a:path>
                <a:path w="288290" h="288289">
                  <a:moveTo>
                    <a:pt x="55499" y="0"/>
                  </a:moveTo>
                  <a:lnTo>
                    <a:pt x="43826" y="2186"/>
                  </a:lnTo>
                  <a:lnTo>
                    <a:pt x="34131" y="8159"/>
                  </a:lnTo>
                  <a:lnTo>
                    <a:pt x="27245" y="17037"/>
                  </a:lnTo>
                  <a:lnTo>
                    <a:pt x="24003" y="27939"/>
                  </a:lnTo>
                  <a:lnTo>
                    <a:pt x="35940" y="27939"/>
                  </a:lnTo>
                  <a:lnTo>
                    <a:pt x="37972" y="19049"/>
                  </a:lnTo>
                  <a:lnTo>
                    <a:pt x="45974" y="12445"/>
                  </a:lnTo>
                  <a:lnTo>
                    <a:pt x="79719" y="12445"/>
                  </a:lnTo>
                  <a:lnTo>
                    <a:pt x="76422" y="8159"/>
                  </a:lnTo>
                  <a:lnTo>
                    <a:pt x="66877" y="2186"/>
                  </a:lnTo>
                  <a:lnTo>
                    <a:pt x="55499" y="0"/>
                  </a:lnTo>
                  <a:close/>
                </a:path>
                <a:path w="288290" h="288289">
                  <a:moveTo>
                    <a:pt x="79719" y="12445"/>
                  </a:moveTo>
                  <a:lnTo>
                    <a:pt x="65023" y="12445"/>
                  </a:lnTo>
                  <a:lnTo>
                    <a:pt x="72517" y="19049"/>
                  </a:lnTo>
                  <a:lnTo>
                    <a:pt x="74548" y="27939"/>
                  </a:lnTo>
                  <a:lnTo>
                    <a:pt x="86487" y="27939"/>
                  </a:lnTo>
                  <a:lnTo>
                    <a:pt x="83252" y="17037"/>
                  </a:lnTo>
                  <a:lnTo>
                    <a:pt x="79719" y="12445"/>
                  </a:lnTo>
                  <a:close/>
                </a:path>
                <a:path w="288290" h="288289">
                  <a:moveTo>
                    <a:pt x="143510" y="0"/>
                  </a:moveTo>
                  <a:lnTo>
                    <a:pt x="132131" y="2186"/>
                  </a:lnTo>
                  <a:lnTo>
                    <a:pt x="122586" y="8159"/>
                  </a:lnTo>
                  <a:lnTo>
                    <a:pt x="115756" y="17037"/>
                  </a:lnTo>
                  <a:lnTo>
                    <a:pt x="112522" y="27939"/>
                  </a:lnTo>
                  <a:lnTo>
                    <a:pt x="124460" y="27939"/>
                  </a:lnTo>
                  <a:lnTo>
                    <a:pt x="126492" y="19049"/>
                  </a:lnTo>
                  <a:lnTo>
                    <a:pt x="133985" y="12445"/>
                  </a:lnTo>
                  <a:lnTo>
                    <a:pt x="168202" y="12445"/>
                  </a:lnTo>
                  <a:lnTo>
                    <a:pt x="164877" y="8159"/>
                  </a:lnTo>
                  <a:lnTo>
                    <a:pt x="155182" y="2186"/>
                  </a:lnTo>
                  <a:lnTo>
                    <a:pt x="143510" y="0"/>
                  </a:lnTo>
                  <a:close/>
                </a:path>
                <a:path w="288290" h="288289">
                  <a:moveTo>
                    <a:pt x="168202" y="12445"/>
                  </a:moveTo>
                  <a:lnTo>
                    <a:pt x="153035" y="12445"/>
                  </a:lnTo>
                  <a:lnTo>
                    <a:pt x="161036" y="19049"/>
                  </a:lnTo>
                  <a:lnTo>
                    <a:pt x="163068" y="27939"/>
                  </a:lnTo>
                  <a:lnTo>
                    <a:pt x="175006" y="27939"/>
                  </a:lnTo>
                  <a:lnTo>
                    <a:pt x="171763" y="17037"/>
                  </a:lnTo>
                  <a:lnTo>
                    <a:pt x="168202" y="12445"/>
                  </a:lnTo>
                  <a:close/>
                </a:path>
                <a:path w="288290" h="288289">
                  <a:moveTo>
                    <a:pt x="232029" y="0"/>
                  </a:moveTo>
                  <a:lnTo>
                    <a:pt x="220642" y="2186"/>
                  </a:lnTo>
                  <a:lnTo>
                    <a:pt x="211042" y="8159"/>
                  </a:lnTo>
                  <a:lnTo>
                    <a:pt x="204061" y="17037"/>
                  </a:lnTo>
                  <a:lnTo>
                    <a:pt x="200533" y="27939"/>
                  </a:lnTo>
                  <a:lnTo>
                    <a:pt x="212979" y="27939"/>
                  </a:lnTo>
                  <a:lnTo>
                    <a:pt x="214503" y="19049"/>
                  </a:lnTo>
                  <a:lnTo>
                    <a:pt x="222504" y="12445"/>
                  </a:lnTo>
                  <a:lnTo>
                    <a:pt x="256721" y="12445"/>
                  </a:lnTo>
                  <a:lnTo>
                    <a:pt x="253396" y="8159"/>
                  </a:lnTo>
                  <a:lnTo>
                    <a:pt x="243701" y="2186"/>
                  </a:lnTo>
                  <a:lnTo>
                    <a:pt x="232029" y="0"/>
                  </a:lnTo>
                  <a:close/>
                </a:path>
                <a:path w="288290" h="288289">
                  <a:moveTo>
                    <a:pt x="256721" y="12445"/>
                  </a:moveTo>
                  <a:lnTo>
                    <a:pt x="241554" y="12445"/>
                  </a:lnTo>
                  <a:lnTo>
                    <a:pt x="249554" y="19049"/>
                  </a:lnTo>
                  <a:lnTo>
                    <a:pt x="251079" y="27939"/>
                  </a:lnTo>
                  <a:lnTo>
                    <a:pt x="263525" y="27939"/>
                  </a:lnTo>
                  <a:lnTo>
                    <a:pt x="260282" y="17037"/>
                  </a:lnTo>
                  <a:lnTo>
                    <a:pt x="256721" y="12445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/>
            <p:cNvSpPr/>
            <p:nvPr/>
          </p:nvSpPr>
          <p:spPr>
            <a:xfrm>
              <a:off x="1473708" y="4160520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4" h="360045">
                  <a:moveTo>
                    <a:pt x="359664" y="0"/>
                  </a:moveTo>
                  <a:lnTo>
                    <a:pt x="0" y="0"/>
                  </a:lnTo>
                  <a:lnTo>
                    <a:pt x="0" y="359663"/>
                  </a:lnTo>
                  <a:lnTo>
                    <a:pt x="359664" y="359663"/>
                  </a:lnTo>
                  <a:lnTo>
                    <a:pt x="359664" y="0"/>
                  </a:lnTo>
                  <a:close/>
                </a:path>
              </a:pathLst>
            </a:custGeom>
            <a:solidFill>
              <a:srgbClr val="F7DBDF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/>
            <p:cNvSpPr/>
            <p:nvPr/>
          </p:nvSpPr>
          <p:spPr>
            <a:xfrm>
              <a:off x="1508760" y="4197096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288036" y="0"/>
                  </a:moveTo>
                  <a:lnTo>
                    <a:pt x="0" y="0"/>
                  </a:lnTo>
                  <a:lnTo>
                    <a:pt x="0" y="288035"/>
                  </a:lnTo>
                  <a:lnTo>
                    <a:pt x="288036" y="288035"/>
                  </a:lnTo>
                  <a:lnTo>
                    <a:pt x="288036" y="276351"/>
                  </a:lnTo>
                  <a:lnTo>
                    <a:pt x="11684" y="276351"/>
                  </a:lnTo>
                  <a:lnTo>
                    <a:pt x="11684" y="132333"/>
                  </a:lnTo>
                  <a:lnTo>
                    <a:pt x="36019" y="132333"/>
                  </a:lnTo>
                  <a:lnTo>
                    <a:pt x="11684" y="118236"/>
                  </a:lnTo>
                  <a:lnTo>
                    <a:pt x="11684" y="49148"/>
                  </a:lnTo>
                  <a:lnTo>
                    <a:pt x="35275" y="49148"/>
                  </a:lnTo>
                  <a:lnTo>
                    <a:pt x="11684" y="34924"/>
                  </a:lnTo>
                  <a:lnTo>
                    <a:pt x="11684" y="12445"/>
                  </a:lnTo>
                  <a:lnTo>
                    <a:pt x="288036" y="12445"/>
                  </a:lnTo>
                  <a:lnTo>
                    <a:pt x="288036" y="0"/>
                  </a:lnTo>
                  <a:close/>
                </a:path>
                <a:path w="288289" h="288289">
                  <a:moveTo>
                    <a:pt x="288036" y="118998"/>
                  </a:moveTo>
                  <a:lnTo>
                    <a:pt x="275590" y="118998"/>
                  </a:lnTo>
                  <a:lnTo>
                    <a:pt x="275590" y="276351"/>
                  </a:lnTo>
                  <a:lnTo>
                    <a:pt x="288036" y="276351"/>
                  </a:lnTo>
                  <a:lnTo>
                    <a:pt x="288036" y="118998"/>
                  </a:lnTo>
                  <a:close/>
                </a:path>
                <a:path w="288289" h="288289">
                  <a:moveTo>
                    <a:pt x="36019" y="132333"/>
                  </a:moveTo>
                  <a:lnTo>
                    <a:pt x="11684" y="132333"/>
                  </a:lnTo>
                  <a:lnTo>
                    <a:pt x="41656" y="149859"/>
                  </a:lnTo>
                  <a:lnTo>
                    <a:pt x="45847" y="173989"/>
                  </a:lnTo>
                  <a:lnTo>
                    <a:pt x="47498" y="182371"/>
                  </a:lnTo>
                  <a:lnTo>
                    <a:pt x="52451" y="189864"/>
                  </a:lnTo>
                  <a:lnTo>
                    <a:pt x="58293" y="195579"/>
                  </a:lnTo>
                  <a:lnTo>
                    <a:pt x="54385" y="201275"/>
                  </a:lnTo>
                  <a:lnTo>
                    <a:pt x="52847" y="207803"/>
                  </a:lnTo>
                  <a:lnTo>
                    <a:pt x="53810" y="214475"/>
                  </a:lnTo>
                  <a:lnTo>
                    <a:pt x="57404" y="220598"/>
                  </a:lnTo>
                  <a:lnTo>
                    <a:pt x="90678" y="255523"/>
                  </a:lnTo>
                  <a:lnTo>
                    <a:pt x="94107" y="258952"/>
                  </a:lnTo>
                  <a:lnTo>
                    <a:pt x="98171" y="261365"/>
                  </a:lnTo>
                  <a:lnTo>
                    <a:pt x="109093" y="261365"/>
                  </a:lnTo>
                  <a:lnTo>
                    <a:pt x="113157" y="260603"/>
                  </a:lnTo>
                  <a:lnTo>
                    <a:pt x="116586" y="257174"/>
                  </a:lnTo>
                  <a:lnTo>
                    <a:pt x="125555" y="249681"/>
                  </a:lnTo>
                  <a:lnTo>
                    <a:pt x="102362" y="249681"/>
                  </a:lnTo>
                  <a:lnTo>
                    <a:pt x="100711" y="248919"/>
                  </a:lnTo>
                  <a:lnTo>
                    <a:pt x="99949" y="247268"/>
                  </a:lnTo>
                  <a:lnTo>
                    <a:pt x="66548" y="212343"/>
                  </a:lnTo>
                  <a:lnTo>
                    <a:pt x="64897" y="209803"/>
                  </a:lnTo>
                  <a:lnTo>
                    <a:pt x="64897" y="206501"/>
                  </a:lnTo>
                  <a:lnTo>
                    <a:pt x="69088" y="202310"/>
                  </a:lnTo>
                  <a:lnTo>
                    <a:pt x="94847" y="202310"/>
                  </a:lnTo>
                  <a:lnTo>
                    <a:pt x="70739" y="188975"/>
                  </a:lnTo>
                  <a:lnTo>
                    <a:pt x="53417" y="142821"/>
                  </a:lnTo>
                  <a:lnTo>
                    <a:pt x="53340" y="142366"/>
                  </a:lnTo>
                  <a:lnTo>
                    <a:pt x="36019" y="132333"/>
                  </a:lnTo>
                  <a:close/>
                </a:path>
                <a:path w="288289" h="288289">
                  <a:moveTo>
                    <a:pt x="162579" y="239775"/>
                  </a:moveTo>
                  <a:lnTo>
                    <a:pt x="137414" y="239775"/>
                  </a:lnTo>
                  <a:lnTo>
                    <a:pt x="157353" y="251459"/>
                  </a:lnTo>
                  <a:lnTo>
                    <a:pt x="160655" y="253110"/>
                  </a:lnTo>
                  <a:lnTo>
                    <a:pt x="163195" y="253872"/>
                  </a:lnTo>
                  <a:lnTo>
                    <a:pt x="172339" y="253872"/>
                  </a:lnTo>
                  <a:lnTo>
                    <a:pt x="177292" y="250570"/>
                  </a:lnTo>
                  <a:lnTo>
                    <a:pt x="180594" y="246379"/>
                  </a:lnTo>
                  <a:lnTo>
                    <a:pt x="185190" y="242188"/>
                  </a:lnTo>
                  <a:lnTo>
                    <a:pt x="166497" y="242188"/>
                  </a:lnTo>
                  <a:lnTo>
                    <a:pt x="163957" y="240537"/>
                  </a:lnTo>
                  <a:lnTo>
                    <a:pt x="162579" y="239775"/>
                  </a:lnTo>
                  <a:close/>
                </a:path>
                <a:path w="288289" h="288289">
                  <a:moveTo>
                    <a:pt x="94847" y="202310"/>
                  </a:moveTo>
                  <a:lnTo>
                    <a:pt x="69088" y="202310"/>
                  </a:lnTo>
                  <a:lnTo>
                    <a:pt x="125730" y="233044"/>
                  </a:lnTo>
                  <a:lnTo>
                    <a:pt x="108204" y="248030"/>
                  </a:lnTo>
                  <a:lnTo>
                    <a:pt x="107442" y="248919"/>
                  </a:lnTo>
                  <a:lnTo>
                    <a:pt x="105664" y="249681"/>
                  </a:lnTo>
                  <a:lnTo>
                    <a:pt x="125555" y="249681"/>
                  </a:lnTo>
                  <a:lnTo>
                    <a:pt x="137414" y="239775"/>
                  </a:lnTo>
                  <a:lnTo>
                    <a:pt x="162579" y="239775"/>
                  </a:lnTo>
                  <a:lnTo>
                    <a:pt x="94847" y="202310"/>
                  </a:lnTo>
                  <a:close/>
                </a:path>
                <a:path w="288289" h="288289">
                  <a:moveTo>
                    <a:pt x="173729" y="138493"/>
                  </a:moveTo>
                  <a:lnTo>
                    <a:pt x="140144" y="138493"/>
                  </a:lnTo>
                  <a:lnTo>
                    <a:pt x="149300" y="139842"/>
                  </a:lnTo>
                  <a:lnTo>
                    <a:pt x="159004" y="144906"/>
                  </a:lnTo>
                  <a:lnTo>
                    <a:pt x="228981" y="180593"/>
                  </a:lnTo>
                  <a:lnTo>
                    <a:pt x="230632" y="181482"/>
                  </a:lnTo>
                  <a:lnTo>
                    <a:pt x="230632" y="184022"/>
                  </a:lnTo>
                  <a:lnTo>
                    <a:pt x="229743" y="184784"/>
                  </a:lnTo>
                  <a:lnTo>
                    <a:pt x="171450" y="238124"/>
                  </a:lnTo>
                  <a:lnTo>
                    <a:pt x="170688" y="238886"/>
                  </a:lnTo>
                  <a:lnTo>
                    <a:pt x="169799" y="241426"/>
                  </a:lnTo>
                  <a:lnTo>
                    <a:pt x="166497" y="242188"/>
                  </a:lnTo>
                  <a:lnTo>
                    <a:pt x="185190" y="242188"/>
                  </a:lnTo>
                  <a:lnTo>
                    <a:pt x="238125" y="193928"/>
                  </a:lnTo>
                  <a:lnTo>
                    <a:pt x="241427" y="190626"/>
                  </a:lnTo>
                  <a:lnTo>
                    <a:pt x="243078" y="185673"/>
                  </a:lnTo>
                  <a:lnTo>
                    <a:pt x="243078" y="180593"/>
                  </a:lnTo>
                  <a:lnTo>
                    <a:pt x="242189" y="176529"/>
                  </a:lnTo>
                  <a:lnTo>
                    <a:pt x="239776" y="173100"/>
                  </a:lnTo>
                  <a:lnTo>
                    <a:pt x="235585" y="169798"/>
                  </a:lnTo>
                  <a:lnTo>
                    <a:pt x="235838" y="164845"/>
                  </a:lnTo>
                  <a:lnTo>
                    <a:pt x="235883" y="163956"/>
                  </a:lnTo>
                  <a:lnTo>
                    <a:pt x="223901" y="163956"/>
                  </a:lnTo>
                  <a:lnTo>
                    <a:pt x="173729" y="138493"/>
                  </a:lnTo>
                  <a:close/>
                </a:path>
                <a:path w="288289" h="288289">
                  <a:moveTo>
                    <a:pt x="168646" y="74421"/>
                  </a:moveTo>
                  <a:lnTo>
                    <a:pt x="120173" y="74421"/>
                  </a:lnTo>
                  <a:lnTo>
                    <a:pt x="126805" y="75434"/>
                  </a:lnTo>
                  <a:lnTo>
                    <a:pt x="133223" y="78231"/>
                  </a:lnTo>
                  <a:lnTo>
                    <a:pt x="135636" y="79882"/>
                  </a:lnTo>
                  <a:lnTo>
                    <a:pt x="74041" y="133222"/>
                  </a:lnTo>
                  <a:lnTo>
                    <a:pt x="69977" y="137413"/>
                  </a:lnTo>
                  <a:lnTo>
                    <a:pt x="67437" y="142366"/>
                  </a:lnTo>
                  <a:lnTo>
                    <a:pt x="67437" y="148208"/>
                  </a:lnTo>
                  <a:lnTo>
                    <a:pt x="66548" y="153161"/>
                  </a:lnTo>
                  <a:lnTo>
                    <a:pt x="68326" y="159003"/>
                  </a:lnTo>
                  <a:lnTo>
                    <a:pt x="72390" y="163194"/>
                  </a:lnTo>
                  <a:lnTo>
                    <a:pt x="78948" y="168096"/>
                  </a:lnTo>
                  <a:lnTo>
                    <a:pt x="86756" y="170211"/>
                  </a:lnTo>
                  <a:lnTo>
                    <a:pt x="94874" y="169231"/>
                  </a:lnTo>
                  <a:lnTo>
                    <a:pt x="102362" y="164845"/>
                  </a:lnTo>
                  <a:lnTo>
                    <a:pt x="109015" y="159003"/>
                  </a:lnTo>
                  <a:lnTo>
                    <a:pt x="84963" y="159003"/>
                  </a:lnTo>
                  <a:lnTo>
                    <a:pt x="81534" y="154812"/>
                  </a:lnTo>
                  <a:lnTo>
                    <a:pt x="79883" y="153161"/>
                  </a:lnTo>
                  <a:lnTo>
                    <a:pt x="79121" y="150621"/>
                  </a:lnTo>
                  <a:lnTo>
                    <a:pt x="79121" y="146557"/>
                  </a:lnTo>
                  <a:lnTo>
                    <a:pt x="144018" y="88264"/>
                  </a:lnTo>
                  <a:lnTo>
                    <a:pt x="157353" y="82422"/>
                  </a:lnTo>
                  <a:lnTo>
                    <a:pt x="201488" y="82422"/>
                  </a:lnTo>
                  <a:lnTo>
                    <a:pt x="202542" y="81533"/>
                  </a:lnTo>
                  <a:lnTo>
                    <a:pt x="184023" y="81533"/>
                  </a:lnTo>
                  <a:lnTo>
                    <a:pt x="169799" y="74929"/>
                  </a:lnTo>
                  <a:lnTo>
                    <a:pt x="168646" y="74421"/>
                  </a:lnTo>
                  <a:close/>
                </a:path>
                <a:path w="288289" h="288289">
                  <a:moveTo>
                    <a:pt x="288036" y="19938"/>
                  </a:moveTo>
                  <a:lnTo>
                    <a:pt x="275590" y="19938"/>
                  </a:lnTo>
                  <a:lnTo>
                    <a:pt x="275590" y="103250"/>
                  </a:lnTo>
                  <a:lnTo>
                    <a:pt x="224790" y="146557"/>
                  </a:lnTo>
                  <a:lnTo>
                    <a:pt x="223939" y="163194"/>
                  </a:lnTo>
                  <a:lnTo>
                    <a:pt x="223901" y="163956"/>
                  </a:lnTo>
                  <a:lnTo>
                    <a:pt x="235883" y="163956"/>
                  </a:lnTo>
                  <a:lnTo>
                    <a:pt x="236305" y="155701"/>
                  </a:lnTo>
                  <a:lnTo>
                    <a:pt x="236350" y="154812"/>
                  </a:lnTo>
                  <a:lnTo>
                    <a:pt x="236474" y="152399"/>
                  </a:lnTo>
                  <a:lnTo>
                    <a:pt x="275590" y="118998"/>
                  </a:lnTo>
                  <a:lnTo>
                    <a:pt x="288036" y="118998"/>
                  </a:lnTo>
                  <a:lnTo>
                    <a:pt x="288036" y="19938"/>
                  </a:lnTo>
                  <a:close/>
                </a:path>
                <a:path w="288289" h="288289">
                  <a:moveTo>
                    <a:pt x="139319" y="126253"/>
                  </a:moveTo>
                  <a:lnTo>
                    <a:pt x="127234" y="129252"/>
                  </a:lnTo>
                  <a:lnTo>
                    <a:pt x="115697" y="136524"/>
                  </a:lnTo>
                  <a:lnTo>
                    <a:pt x="94107" y="155701"/>
                  </a:lnTo>
                  <a:lnTo>
                    <a:pt x="89916" y="159003"/>
                  </a:lnTo>
                  <a:lnTo>
                    <a:pt x="109015" y="159003"/>
                  </a:lnTo>
                  <a:lnTo>
                    <a:pt x="123190" y="146557"/>
                  </a:lnTo>
                  <a:lnTo>
                    <a:pt x="131464" y="140763"/>
                  </a:lnTo>
                  <a:lnTo>
                    <a:pt x="140144" y="138493"/>
                  </a:lnTo>
                  <a:lnTo>
                    <a:pt x="173729" y="138493"/>
                  </a:lnTo>
                  <a:lnTo>
                    <a:pt x="164846" y="133984"/>
                  </a:lnTo>
                  <a:lnTo>
                    <a:pt x="151880" y="127756"/>
                  </a:lnTo>
                  <a:lnTo>
                    <a:pt x="139319" y="126253"/>
                  </a:lnTo>
                  <a:close/>
                </a:path>
                <a:path w="288289" h="288289">
                  <a:moveTo>
                    <a:pt x="201488" y="82422"/>
                  </a:moveTo>
                  <a:lnTo>
                    <a:pt x="157353" y="82422"/>
                  </a:lnTo>
                  <a:lnTo>
                    <a:pt x="163957" y="85724"/>
                  </a:lnTo>
                  <a:lnTo>
                    <a:pt x="185674" y="95757"/>
                  </a:lnTo>
                  <a:lnTo>
                    <a:pt x="201488" y="82422"/>
                  </a:lnTo>
                  <a:close/>
                </a:path>
                <a:path w="288289" h="288289">
                  <a:moveTo>
                    <a:pt x="35275" y="49148"/>
                  </a:moveTo>
                  <a:lnTo>
                    <a:pt x="11684" y="49148"/>
                  </a:lnTo>
                  <a:lnTo>
                    <a:pt x="79883" y="89915"/>
                  </a:lnTo>
                  <a:lnTo>
                    <a:pt x="106553" y="77469"/>
                  </a:lnTo>
                  <a:lnTo>
                    <a:pt x="109147" y="76580"/>
                  </a:lnTo>
                  <a:lnTo>
                    <a:pt x="80772" y="76580"/>
                  </a:lnTo>
                  <a:lnTo>
                    <a:pt x="35275" y="49148"/>
                  </a:lnTo>
                  <a:close/>
                </a:path>
                <a:path w="288289" h="288289">
                  <a:moveTo>
                    <a:pt x="288036" y="12445"/>
                  </a:moveTo>
                  <a:lnTo>
                    <a:pt x="265557" y="12445"/>
                  </a:lnTo>
                  <a:lnTo>
                    <a:pt x="184023" y="81533"/>
                  </a:lnTo>
                  <a:lnTo>
                    <a:pt x="202542" y="81533"/>
                  </a:lnTo>
                  <a:lnTo>
                    <a:pt x="275590" y="19938"/>
                  </a:lnTo>
                  <a:lnTo>
                    <a:pt x="288036" y="19938"/>
                  </a:lnTo>
                  <a:lnTo>
                    <a:pt x="288036" y="12445"/>
                  </a:lnTo>
                  <a:close/>
                </a:path>
                <a:path w="288289" h="288289">
                  <a:moveTo>
                    <a:pt x="120618" y="61944"/>
                  </a:moveTo>
                  <a:lnTo>
                    <a:pt x="111061" y="62650"/>
                  </a:lnTo>
                  <a:lnTo>
                    <a:pt x="101600" y="65785"/>
                  </a:lnTo>
                  <a:lnTo>
                    <a:pt x="80772" y="76580"/>
                  </a:lnTo>
                  <a:lnTo>
                    <a:pt x="109147" y="76580"/>
                  </a:lnTo>
                  <a:lnTo>
                    <a:pt x="113399" y="75124"/>
                  </a:lnTo>
                  <a:lnTo>
                    <a:pt x="120173" y="74421"/>
                  </a:lnTo>
                  <a:lnTo>
                    <a:pt x="168646" y="74421"/>
                  </a:lnTo>
                  <a:lnTo>
                    <a:pt x="164035" y="72389"/>
                  </a:lnTo>
                  <a:lnTo>
                    <a:pt x="148209" y="72389"/>
                  </a:lnTo>
                  <a:lnTo>
                    <a:pt x="139065" y="67436"/>
                  </a:lnTo>
                  <a:lnTo>
                    <a:pt x="130032" y="63571"/>
                  </a:lnTo>
                  <a:lnTo>
                    <a:pt x="120618" y="61944"/>
                  </a:lnTo>
                  <a:close/>
                </a:path>
                <a:path w="288289" h="288289">
                  <a:moveTo>
                    <a:pt x="154813" y="70738"/>
                  </a:moveTo>
                  <a:lnTo>
                    <a:pt x="148209" y="72389"/>
                  </a:lnTo>
                  <a:lnTo>
                    <a:pt x="164035" y="72389"/>
                  </a:lnTo>
                  <a:lnTo>
                    <a:pt x="162306" y="71627"/>
                  </a:lnTo>
                  <a:lnTo>
                    <a:pt x="154813" y="70738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/>
            <p:cNvSpPr/>
            <p:nvPr/>
          </p:nvSpPr>
          <p:spPr>
            <a:xfrm>
              <a:off x="1481328" y="3503676"/>
              <a:ext cx="342900" cy="337185"/>
            </a:xfrm>
            <a:custGeom>
              <a:avLst/>
              <a:gdLst/>
              <a:ahLst/>
              <a:cxnLst/>
              <a:rect l="l" t="t" r="r" b="b"/>
              <a:pathLst>
                <a:path w="342900" h="337185">
                  <a:moveTo>
                    <a:pt x="342899" y="0"/>
                  </a:moveTo>
                  <a:lnTo>
                    <a:pt x="0" y="0"/>
                  </a:lnTo>
                  <a:lnTo>
                    <a:pt x="0" y="336804"/>
                  </a:lnTo>
                  <a:lnTo>
                    <a:pt x="342899" y="336804"/>
                  </a:lnTo>
                  <a:lnTo>
                    <a:pt x="342899" y="0"/>
                  </a:lnTo>
                  <a:close/>
                </a:path>
              </a:pathLst>
            </a:custGeom>
            <a:solidFill>
              <a:srgbClr val="F1F1F1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/>
            <p:cNvSpPr/>
            <p:nvPr/>
          </p:nvSpPr>
          <p:spPr>
            <a:xfrm>
              <a:off x="1508760" y="3535679"/>
              <a:ext cx="7854315" cy="1028065"/>
            </a:xfrm>
            <a:custGeom>
              <a:avLst/>
              <a:gdLst/>
              <a:ahLst/>
              <a:cxnLst/>
              <a:rect l="l" t="t" r="r" b="b"/>
              <a:pathLst>
                <a:path w="7854315" h="1028064">
                  <a:moveTo>
                    <a:pt x="288036" y="0"/>
                  </a:moveTo>
                  <a:lnTo>
                    <a:pt x="275590" y="0"/>
                  </a:lnTo>
                  <a:lnTo>
                    <a:pt x="275590" y="19939"/>
                  </a:lnTo>
                  <a:lnTo>
                    <a:pt x="275590" y="103251"/>
                  </a:lnTo>
                  <a:lnTo>
                    <a:pt x="275590" y="118999"/>
                  </a:lnTo>
                  <a:lnTo>
                    <a:pt x="275590" y="276352"/>
                  </a:lnTo>
                  <a:lnTo>
                    <a:pt x="11684" y="276352"/>
                  </a:lnTo>
                  <a:lnTo>
                    <a:pt x="11684" y="132334"/>
                  </a:lnTo>
                  <a:lnTo>
                    <a:pt x="41656" y="149860"/>
                  </a:lnTo>
                  <a:lnTo>
                    <a:pt x="45847" y="173990"/>
                  </a:lnTo>
                  <a:lnTo>
                    <a:pt x="47498" y="182372"/>
                  </a:lnTo>
                  <a:lnTo>
                    <a:pt x="52451" y="189865"/>
                  </a:lnTo>
                  <a:lnTo>
                    <a:pt x="58293" y="195580"/>
                  </a:lnTo>
                  <a:lnTo>
                    <a:pt x="54381" y="201282"/>
                  </a:lnTo>
                  <a:lnTo>
                    <a:pt x="52844" y="207810"/>
                  </a:lnTo>
                  <a:lnTo>
                    <a:pt x="53809" y="214477"/>
                  </a:lnTo>
                  <a:lnTo>
                    <a:pt x="57404" y="220599"/>
                  </a:lnTo>
                  <a:lnTo>
                    <a:pt x="90678" y="255524"/>
                  </a:lnTo>
                  <a:lnTo>
                    <a:pt x="94107" y="258953"/>
                  </a:lnTo>
                  <a:lnTo>
                    <a:pt x="98171" y="261366"/>
                  </a:lnTo>
                  <a:lnTo>
                    <a:pt x="109093" y="261366"/>
                  </a:lnTo>
                  <a:lnTo>
                    <a:pt x="113157" y="260604"/>
                  </a:lnTo>
                  <a:lnTo>
                    <a:pt x="116586" y="257175"/>
                  </a:lnTo>
                  <a:lnTo>
                    <a:pt x="125552" y="249682"/>
                  </a:lnTo>
                  <a:lnTo>
                    <a:pt x="137414" y="239776"/>
                  </a:lnTo>
                  <a:lnTo>
                    <a:pt x="157353" y="251460"/>
                  </a:lnTo>
                  <a:lnTo>
                    <a:pt x="160655" y="253111"/>
                  </a:lnTo>
                  <a:lnTo>
                    <a:pt x="163195" y="253873"/>
                  </a:lnTo>
                  <a:lnTo>
                    <a:pt x="172339" y="253873"/>
                  </a:lnTo>
                  <a:lnTo>
                    <a:pt x="177292" y="250571"/>
                  </a:lnTo>
                  <a:lnTo>
                    <a:pt x="180594" y="246380"/>
                  </a:lnTo>
                  <a:lnTo>
                    <a:pt x="185178" y="242189"/>
                  </a:lnTo>
                  <a:lnTo>
                    <a:pt x="238125" y="193929"/>
                  </a:lnTo>
                  <a:lnTo>
                    <a:pt x="241427" y="190627"/>
                  </a:lnTo>
                  <a:lnTo>
                    <a:pt x="243078" y="185674"/>
                  </a:lnTo>
                  <a:lnTo>
                    <a:pt x="243078" y="180594"/>
                  </a:lnTo>
                  <a:lnTo>
                    <a:pt x="242189" y="176530"/>
                  </a:lnTo>
                  <a:lnTo>
                    <a:pt x="239776" y="173101"/>
                  </a:lnTo>
                  <a:lnTo>
                    <a:pt x="235585" y="169799"/>
                  </a:lnTo>
                  <a:lnTo>
                    <a:pt x="235826" y="164846"/>
                  </a:lnTo>
                  <a:lnTo>
                    <a:pt x="235877" y="163957"/>
                  </a:lnTo>
                  <a:lnTo>
                    <a:pt x="236296" y="155702"/>
                  </a:lnTo>
                  <a:lnTo>
                    <a:pt x="236347" y="154813"/>
                  </a:lnTo>
                  <a:lnTo>
                    <a:pt x="236474" y="152400"/>
                  </a:lnTo>
                  <a:lnTo>
                    <a:pt x="275590" y="118999"/>
                  </a:lnTo>
                  <a:lnTo>
                    <a:pt x="275590" y="103251"/>
                  </a:lnTo>
                  <a:lnTo>
                    <a:pt x="230632" y="141579"/>
                  </a:lnTo>
                  <a:lnTo>
                    <a:pt x="230632" y="181483"/>
                  </a:lnTo>
                  <a:lnTo>
                    <a:pt x="230632" y="184023"/>
                  </a:lnTo>
                  <a:lnTo>
                    <a:pt x="229743" y="184785"/>
                  </a:lnTo>
                  <a:lnTo>
                    <a:pt x="171450" y="238125"/>
                  </a:lnTo>
                  <a:lnTo>
                    <a:pt x="170688" y="238887"/>
                  </a:lnTo>
                  <a:lnTo>
                    <a:pt x="169799" y="241427"/>
                  </a:lnTo>
                  <a:lnTo>
                    <a:pt x="166497" y="242189"/>
                  </a:lnTo>
                  <a:lnTo>
                    <a:pt x="163957" y="240538"/>
                  </a:lnTo>
                  <a:lnTo>
                    <a:pt x="162572" y="239776"/>
                  </a:lnTo>
                  <a:lnTo>
                    <a:pt x="125730" y="219405"/>
                  </a:lnTo>
                  <a:lnTo>
                    <a:pt x="125730" y="233045"/>
                  </a:lnTo>
                  <a:lnTo>
                    <a:pt x="108204" y="248031"/>
                  </a:lnTo>
                  <a:lnTo>
                    <a:pt x="107442" y="248920"/>
                  </a:lnTo>
                  <a:lnTo>
                    <a:pt x="105664" y="249682"/>
                  </a:lnTo>
                  <a:lnTo>
                    <a:pt x="102362" y="249682"/>
                  </a:lnTo>
                  <a:lnTo>
                    <a:pt x="100711" y="248920"/>
                  </a:lnTo>
                  <a:lnTo>
                    <a:pt x="99949" y="247269"/>
                  </a:lnTo>
                  <a:lnTo>
                    <a:pt x="66548" y="212217"/>
                  </a:lnTo>
                  <a:lnTo>
                    <a:pt x="64897" y="209804"/>
                  </a:lnTo>
                  <a:lnTo>
                    <a:pt x="64897" y="206502"/>
                  </a:lnTo>
                  <a:lnTo>
                    <a:pt x="69088" y="202311"/>
                  </a:lnTo>
                  <a:lnTo>
                    <a:pt x="125730" y="233045"/>
                  </a:lnTo>
                  <a:lnTo>
                    <a:pt x="125730" y="219405"/>
                  </a:lnTo>
                  <a:lnTo>
                    <a:pt x="94843" y="202311"/>
                  </a:lnTo>
                  <a:lnTo>
                    <a:pt x="70739" y="188976"/>
                  </a:lnTo>
                  <a:lnTo>
                    <a:pt x="64135" y="185674"/>
                  </a:lnTo>
                  <a:lnTo>
                    <a:pt x="59944" y="178943"/>
                  </a:lnTo>
                  <a:lnTo>
                    <a:pt x="58293" y="171450"/>
                  </a:lnTo>
                  <a:lnTo>
                    <a:pt x="53416" y="142824"/>
                  </a:lnTo>
                  <a:lnTo>
                    <a:pt x="53340" y="142367"/>
                  </a:lnTo>
                  <a:lnTo>
                    <a:pt x="36017" y="132334"/>
                  </a:lnTo>
                  <a:lnTo>
                    <a:pt x="11684" y="118237"/>
                  </a:lnTo>
                  <a:lnTo>
                    <a:pt x="11684" y="49149"/>
                  </a:lnTo>
                  <a:lnTo>
                    <a:pt x="79883" y="89916"/>
                  </a:lnTo>
                  <a:lnTo>
                    <a:pt x="106553" y="77470"/>
                  </a:lnTo>
                  <a:lnTo>
                    <a:pt x="109143" y="76581"/>
                  </a:lnTo>
                  <a:lnTo>
                    <a:pt x="113398" y="75133"/>
                  </a:lnTo>
                  <a:lnTo>
                    <a:pt x="120167" y="74422"/>
                  </a:lnTo>
                  <a:lnTo>
                    <a:pt x="126796" y="75438"/>
                  </a:lnTo>
                  <a:lnTo>
                    <a:pt x="133223" y="78232"/>
                  </a:lnTo>
                  <a:lnTo>
                    <a:pt x="135636" y="79883"/>
                  </a:lnTo>
                  <a:lnTo>
                    <a:pt x="74041" y="133223"/>
                  </a:lnTo>
                  <a:lnTo>
                    <a:pt x="69977" y="137414"/>
                  </a:lnTo>
                  <a:lnTo>
                    <a:pt x="67437" y="142367"/>
                  </a:lnTo>
                  <a:lnTo>
                    <a:pt x="67437" y="148209"/>
                  </a:lnTo>
                  <a:lnTo>
                    <a:pt x="66548" y="153162"/>
                  </a:lnTo>
                  <a:lnTo>
                    <a:pt x="68326" y="159004"/>
                  </a:lnTo>
                  <a:lnTo>
                    <a:pt x="72390" y="163195"/>
                  </a:lnTo>
                  <a:lnTo>
                    <a:pt x="78943" y="168097"/>
                  </a:lnTo>
                  <a:lnTo>
                    <a:pt x="86753" y="170218"/>
                  </a:lnTo>
                  <a:lnTo>
                    <a:pt x="94869" y="169240"/>
                  </a:lnTo>
                  <a:lnTo>
                    <a:pt x="102362" y="164846"/>
                  </a:lnTo>
                  <a:lnTo>
                    <a:pt x="109004" y="159004"/>
                  </a:lnTo>
                  <a:lnTo>
                    <a:pt x="123190" y="146558"/>
                  </a:lnTo>
                  <a:lnTo>
                    <a:pt x="131457" y="140766"/>
                  </a:lnTo>
                  <a:lnTo>
                    <a:pt x="140144" y="138493"/>
                  </a:lnTo>
                  <a:lnTo>
                    <a:pt x="149288" y="139852"/>
                  </a:lnTo>
                  <a:lnTo>
                    <a:pt x="159004" y="144907"/>
                  </a:lnTo>
                  <a:lnTo>
                    <a:pt x="228981" y="180594"/>
                  </a:lnTo>
                  <a:lnTo>
                    <a:pt x="230632" y="181483"/>
                  </a:lnTo>
                  <a:lnTo>
                    <a:pt x="230632" y="141579"/>
                  </a:lnTo>
                  <a:lnTo>
                    <a:pt x="224790" y="146558"/>
                  </a:lnTo>
                  <a:lnTo>
                    <a:pt x="223939" y="163195"/>
                  </a:lnTo>
                  <a:lnTo>
                    <a:pt x="223901" y="163957"/>
                  </a:lnTo>
                  <a:lnTo>
                    <a:pt x="173723" y="138493"/>
                  </a:lnTo>
                  <a:lnTo>
                    <a:pt x="164846" y="133985"/>
                  </a:lnTo>
                  <a:lnTo>
                    <a:pt x="151879" y="127762"/>
                  </a:lnTo>
                  <a:lnTo>
                    <a:pt x="139319" y="126263"/>
                  </a:lnTo>
                  <a:lnTo>
                    <a:pt x="127228" y="129260"/>
                  </a:lnTo>
                  <a:lnTo>
                    <a:pt x="115697" y="136525"/>
                  </a:lnTo>
                  <a:lnTo>
                    <a:pt x="94107" y="155702"/>
                  </a:lnTo>
                  <a:lnTo>
                    <a:pt x="89916" y="159004"/>
                  </a:lnTo>
                  <a:lnTo>
                    <a:pt x="84963" y="159004"/>
                  </a:lnTo>
                  <a:lnTo>
                    <a:pt x="81534" y="154813"/>
                  </a:lnTo>
                  <a:lnTo>
                    <a:pt x="79883" y="153162"/>
                  </a:lnTo>
                  <a:lnTo>
                    <a:pt x="79121" y="150622"/>
                  </a:lnTo>
                  <a:lnTo>
                    <a:pt x="79121" y="146558"/>
                  </a:lnTo>
                  <a:lnTo>
                    <a:pt x="144018" y="88265"/>
                  </a:lnTo>
                  <a:lnTo>
                    <a:pt x="157353" y="82423"/>
                  </a:lnTo>
                  <a:lnTo>
                    <a:pt x="163957" y="85725"/>
                  </a:lnTo>
                  <a:lnTo>
                    <a:pt x="185674" y="95758"/>
                  </a:lnTo>
                  <a:lnTo>
                    <a:pt x="201485" y="82423"/>
                  </a:lnTo>
                  <a:lnTo>
                    <a:pt x="202539" y="81534"/>
                  </a:lnTo>
                  <a:lnTo>
                    <a:pt x="275590" y="19939"/>
                  </a:lnTo>
                  <a:lnTo>
                    <a:pt x="275590" y="0"/>
                  </a:lnTo>
                  <a:lnTo>
                    <a:pt x="265557" y="0"/>
                  </a:lnTo>
                  <a:lnTo>
                    <a:pt x="265557" y="12446"/>
                  </a:lnTo>
                  <a:lnTo>
                    <a:pt x="184023" y="81534"/>
                  </a:lnTo>
                  <a:lnTo>
                    <a:pt x="169799" y="74930"/>
                  </a:lnTo>
                  <a:lnTo>
                    <a:pt x="168643" y="74422"/>
                  </a:lnTo>
                  <a:lnTo>
                    <a:pt x="164033" y="72390"/>
                  </a:lnTo>
                  <a:lnTo>
                    <a:pt x="162306" y="71628"/>
                  </a:lnTo>
                  <a:lnTo>
                    <a:pt x="154813" y="70739"/>
                  </a:lnTo>
                  <a:lnTo>
                    <a:pt x="148209" y="72390"/>
                  </a:lnTo>
                  <a:lnTo>
                    <a:pt x="139065" y="67437"/>
                  </a:lnTo>
                  <a:lnTo>
                    <a:pt x="130022" y="63576"/>
                  </a:lnTo>
                  <a:lnTo>
                    <a:pt x="120611" y="61950"/>
                  </a:lnTo>
                  <a:lnTo>
                    <a:pt x="111061" y="62661"/>
                  </a:lnTo>
                  <a:lnTo>
                    <a:pt x="101600" y="65786"/>
                  </a:lnTo>
                  <a:lnTo>
                    <a:pt x="80772" y="76581"/>
                  </a:lnTo>
                  <a:lnTo>
                    <a:pt x="35267" y="49149"/>
                  </a:lnTo>
                  <a:lnTo>
                    <a:pt x="11684" y="34925"/>
                  </a:lnTo>
                  <a:lnTo>
                    <a:pt x="11684" y="12446"/>
                  </a:lnTo>
                  <a:lnTo>
                    <a:pt x="265557" y="12446"/>
                  </a:lnTo>
                  <a:lnTo>
                    <a:pt x="265557" y="0"/>
                  </a:lnTo>
                  <a:lnTo>
                    <a:pt x="0" y="0"/>
                  </a:lnTo>
                  <a:lnTo>
                    <a:pt x="0" y="288036"/>
                  </a:lnTo>
                  <a:lnTo>
                    <a:pt x="288036" y="288036"/>
                  </a:lnTo>
                  <a:lnTo>
                    <a:pt x="288036" y="276352"/>
                  </a:lnTo>
                  <a:lnTo>
                    <a:pt x="288036" y="118999"/>
                  </a:lnTo>
                  <a:lnTo>
                    <a:pt x="288036" y="19939"/>
                  </a:lnTo>
                  <a:lnTo>
                    <a:pt x="288036" y="12446"/>
                  </a:lnTo>
                  <a:lnTo>
                    <a:pt x="288036" y="0"/>
                  </a:lnTo>
                  <a:close/>
                </a:path>
                <a:path w="7854315" h="1028064">
                  <a:moveTo>
                    <a:pt x="7853934" y="989965"/>
                  </a:moveTo>
                  <a:lnTo>
                    <a:pt x="7850924" y="975118"/>
                  </a:lnTo>
                  <a:lnTo>
                    <a:pt x="7842732" y="963015"/>
                  </a:lnTo>
                  <a:lnTo>
                    <a:pt x="7830617" y="954862"/>
                  </a:lnTo>
                  <a:lnTo>
                    <a:pt x="7822184" y="953160"/>
                  </a:lnTo>
                  <a:lnTo>
                    <a:pt x="7822184" y="951865"/>
                  </a:lnTo>
                  <a:lnTo>
                    <a:pt x="7822184" y="946404"/>
                  </a:lnTo>
                  <a:lnTo>
                    <a:pt x="7822184" y="936498"/>
                  </a:lnTo>
                  <a:lnTo>
                    <a:pt x="7819263" y="933704"/>
                  </a:lnTo>
                  <a:lnTo>
                    <a:pt x="7409942" y="933704"/>
                  </a:lnTo>
                  <a:lnTo>
                    <a:pt x="7409942" y="890016"/>
                  </a:lnTo>
                  <a:lnTo>
                    <a:pt x="7397242" y="890016"/>
                  </a:lnTo>
                  <a:lnTo>
                    <a:pt x="7397242" y="943483"/>
                  </a:lnTo>
                  <a:lnTo>
                    <a:pt x="7400036" y="946404"/>
                  </a:lnTo>
                  <a:lnTo>
                    <a:pt x="7809484" y="946404"/>
                  </a:lnTo>
                  <a:lnTo>
                    <a:pt x="7809484" y="953160"/>
                  </a:lnTo>
                  <a:lnTo>
                    <a:pt x="7800975" y="954862"/>
                  </a:lnTo>
                  <a:lnTo>
                    <a:pt x="7788872" y="963015"/>
                  </a:lnTo>
                  <a:lnTo>
                    <a:pt x="7780718" y="975118"/>
                  </a:lnTo>
                  <a:lnTo>
                    <a:pt x="7777734" y="989965"/>
                  </a:lnTo>
                  <a:lnTo>
                    <a:pt x="7780718" y="1004760"/>
                  </a:lnTo>
                  <a:lnTo>
                    <a:pt x="7788872" y="1016876"/>
                  </a:lnTo>
                  <a:lnTo>
                    <a:pt x="7800975" y="1025067"/>
                  </a:lnTo>
                  <a:lnTo>
                    <a:pt x="7815834" y="1028065"/>
                  </a:lnTo>
                  <a:lnTo>
                    <a:pt x="7830617" y="1025067"/>
                  </a:lnTo>
                  <a:lnTo>
                    <a:pt x="7842732" y="1016876"/>
                  </a:lnTo>
                  <a:lnTo>
                    <a:pt x="7850924" y="1004760"/>
                  </a:lnTo>
                  <a:lnTo>
                    <a:pt x="7853934" y="989965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/>
            <p:cNvSpPr/>
            <p:nvPr/>
          </p:nvSpPr>
          <p:spPr>
            <a:xfrm>
              <a:off x="8578596" y="4425696"/>
              <a:ext cx="666115" cy="0"/>
            </a:xfrm>
            <a:custGeom>
              <a:avLst/>
              <a:gdLst/>
              <a:ahLst/>
              <a:cxnLst/>
              <a:rect l="l" t="t" r="r" b="b"/>
              <a:pathLst>
                <a:path w="666115" h="0">
                  <a:moveTo>
                    <a:pt x="665987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A21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4" name="object 224"/>
          <p:cNvSpPr txBox="1"/>
          <p:nvPr/>
        </p:nvSpPr>
        <p:spPr>
          <a:xfrm>
            <a:off x="8089138" y="6051296"/>
            <a:ext cx="958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 b="1">
                <a:latin typeface="Arial"/>
                <a:cs typeface="Arial"/>
              </a:rPr>
              <a:t>6</a:t>
            </a:r>
            <a:endParaRPr sz="1000">
              <a:latin typeface="Arial"/>
              <a:cs typeface="Arial"/>
            </a:endParaRPr>
          </a:p>
        </p:txBody>
      </p:sp>
      <p:sp>
        <p:nvSpPr>
          <p:cNvPr id="225" name="object 225"/>
          <p:cNvSpPr txBox="1"/>
          <p:nvPr/>
        </p:nvSpPr>
        <p:spPr>
          <a:xfrm>
            <a:off x="8567166" y="4099941"/>
            <a:ext cx="6826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Arial"/>
                <a:cs typeface="Arial"/>
              </a:rPr>
              <a:t>Scheduled maintenance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26" name="object 226"/>
          <p:cNvGrpSpPr/>
          <p:nvPr/>
        </p:nvGrpSpPr>
        <p:grpSpPr>
          <a:xfrm>
            <a:off x="828865" y="3479291"/>
            <a:ext cx="9790430" cy="1005840"/>
            <a:chOff x="828865" y="3479291"/>
            <a:chExt cx="9790430" cy="1005840"/>
          </a:xfrm>
        </p:grpSpPr>
        <p:sp>
          <p:nvSpPr>
            <p:cNvPr id="227" name="object 227"/>
            <p:cNvSpPr/>
            <p:nvPr/>
          </p:nvSpPr>
          <p:spPr>
            <a:xfrm>
              <a:off x="10259568" y="3479291"/>
              <a:ext cx="360045" cy="361315"/>
            </a:xfrm>
            <a:custGeom>
              <a:avLst/>
              <a:gdLst/>
              <a:ahLst/>
              <a:cxnLst/>
              <a:rect l="l" t="t" r="r" b="b"/>
              <a:pathLst>
                <a:path w="360045" h="361314">
                  <a:moveTo>
                    <a:pt x="359664" y="0"/>
                  </a:moveTo>
                  <a:lnTo>
                    <a:pt x="0" y="0"/>
                  </a:lnTo>
                  <a:lnTo>
                    <a:pt x="0" y="361188"/>
                  </a:lnTo>
                  <a:lnTo>
                    <a:pt x="359664" y="361188"/>
                  </a:lnTo>
                  <a:lnTo>
                    <a:pt x="359664" y="0"/>
                  </a:lnTo>
                  <a:close/>
                </a:path>
              </a:pathLst>
            </a:custGeom>
            <a:solidFill>
              <a:srgbClr val="F1F1F1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/>
            <p:cNvSpPr/>
            <p:nvPr/>
          </p:nvSpPr>
          <p:spPr>
            <a:xfrm>
              <a:off x="10294620" y="354634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150876" y="227076"/>
                  </a:moveTo>
                  <a:lnTo>
                    <a:pt x="138684" y="227076"/>
                  </a:lnTo>
                  <a:lnTo>
                    <a:pt x="138684" y="260604"/>
                  </a:lnTo>
                  <a:lnTo>
                    <a:pt x="150876" y="260604"/>
                  </a:lnTo>
                  <a:lnTo>
                    <a:pt x="150876" y="227076"/>
                  </a:lnTo>
                  <a:close/>
                </a:path>
                <a:path w="288290" h="288289">
                  <a:moveTo>
                    <a:pt x="150876" y="175260"/>
                  </a:moveTo>
                  <a:lnTo>
                    <a:pt x="138684" y="175260"/>
                  </a:lnTo>
                  <a:lnTo>
                    <a:pt x="138684" y="204216"/>
                  </a:lnTo>
                  <a:lnTo>
                    <a:pt x="150876" y="204216"/>
                  </a:lnTo>
                  <a:lnTo>
                    <a:pt x="150876" y="175260"/>
                  </a:lnTo>
                  <a:close/>
                </a:path>
                <a:path w="288290" h="288289">
                  <a:moveTo>
                    <a:pt x="150876" y="131064"/>
                  </a:moveTo>
                  <a:lnTo>
                    <a:pt x="138684" y="131064"/>
                  </a:lnTo>
                  <a:lnTo>
                    <a:pt x="138684" y="156972"/>
                  </a:lnTo>
                  <a:lnTo>
                    <a:pt x="150876" y="156972"/>
                  </a:lnTo>
                  <a:lnTo>
                    <a:pt x="150876" y="131064"/>
                  </a:lnTo>
                  <a:close/>
                </a:path>
                <a:path w="288290" h="288289">
                  <a:moveTo>
                    <a:pt x="150876" y="94488"/>
                  </a:moveTo>
                  <a:lnTo>
                    <a:pt x="138684" y="94488"/>
                  </a:lnTo>
                  <a:lnTo>
                    <a:pt x="138684" y="117348"/>
                  </a:lnTo>
                  <a:lnTo>
                    <a:pt x="150876" y="117348"/>
                  </a:lnTo>
                  <a:lnTo>
                    <a:pt x="150876" y="94488"/>
                  </a:lnTo>
                  <a:close/>
                </a:path>
                <a:path w="288290" h="288289">
                  <a:moveTo>
                    <a:pt x="288036" y="0"/>
                  </a:moveTo>
                  <a:lnTo>
                    <a:pt x="275590" y="0"/>
                  </a:lnTo>
                  <a:lnTo>
                    <a:pt x="275590" y="12446"/>
                  </a:lnTo>
                  <a:lnTo>
                    <a:pt x="275590" y="74422"/>
                  </a:lnTo>
                  <a:lnTo>
                    <a:pt x="275590" y="85852"/>
                  </a:lnTo>
                  <a:lnTo>
                    <a:pt x="275590" y="254635"/>
                  </a:lnTo>
                  <a:lnTo>
                    <a:pt x="271780" y="246735"/>
                  </a:lnTo>
                  <a:lnTo>
                    <a:pt x="271780" y="275590"/>
                  </a:lnTo>
                  <a:lnTo>
                    <a:pt x="16256" y="275590"/>
                  </a:lnTo>
                  <a:lnTo>
                    <a:pt x="25971" y="254635"/>
                  </a:lnTo>
                  <a:lnTo>
                    <a:pt x="104267" y="85852"/>
                  </a:lnTo>
                  <a:lnTo>
                    <a:pt x="180848" y="85852"/>
                  </a:lnTo>
                  <a:lnTo>
                    <a:pt x="271780" y="275590"/>
                  </a:lnTo>
                  <a:lnTo>
                    <a:pt x="271780" y="246735"/>
                  </a:lnTo>
                  <a:lnTo>
                    <a:pt x="194310" y="85852"/>
                  </a:lnTo>
                  <a:lnTo>
                    <a:pt x="275590" y="85852"/>
                  </a:lnTo>
                  <a:lnTo>
                    <a:pt x="275590" y="74422"/>
                  </a:lnTo>
                  <a:lnTo>
                    <a:pt x="90932" y="74422"/>
                  </a:lnTo>
                  <a:lnTo>
                    <a:pt x="90932" y="85852"/>
                  </a:lnTo>
                  <a:lnTo>
                    <a:pt x="12446" y="254635"/>
                  </a:lnTo>
                  <a:lnTo>
                    <a:pt x="12446" y="85852"/>
                  </a:lnTo>
                  <a:lnTo>
                    <a:pt x="90932" y="85852"/>
                  </a:lnTo>
                  <a:lnTo>
                    <a:pt x="90932" y="74422"/>
                  </a:lnTo>
                  <a:lnTo>
                    <a:pt x="12446" y="74422"/>
                  </a:lnTo>
                  <a:lnTo>
                    <a:pt x="12446" y="12446"/>
                  </a:lnTo>
                  <a:lnTo>
                    <a:pt x="275590" y="12446"/>
                  </a:lnTo>
                  <a:lnTo>
                    <a:pt x="275590" y="0"/>
                  </a:lnTo>
                  <a:lnTo>
                    <a:pt x="0" y="0"/>
                  </a:lnTo>
                  <a:lnTo>
                    <a:pt x="0" y="288036"/>
                  </a:lnTo>
                  <a:lnTo>
                    <a:pt x="288036" y="288036"/>
                  </a:lnTo>
                  <a:lnTo>
                    <a:pt x="288036" y="275590"/>
                  </a:lnTo>
                  <a:lnTo>
                    <a:pt x="288036" y="254635"/>
                  </a:lnTo>
                  <a:lnTo>
                    <a:pt x="288036" y="85852"/>
                  </a:lnTo>
                  <a:lnTo>
                    <a:pt x="288036" y="74422"/>
                  </a:lnTo>
                  <a:lnTo>
                    <a:pt x="288036" y="12446"/>
                  </a:lnTo>
                  <a:lnTo>
                    <a:pt x="288036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/>
            <p:cNvSpPr/>
            <p:nvPr/>
          </p:nvSpPr>
          <p:spPr>
            <a:xfrm>
              <a:off x="10259568" y="4125467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5">
                  <a:moveTo>
                    <a:pt x="359664" y="0"/>
                  </a:moveTo>
                  <a:lnTo>
                    <a:pt x="0" y="0"/>
                  </a:lnTo>
                  <a:lnTo>
                    <a:pt x="0" y="359663"/>
                  </a:lnTo>
                  <a:lnTo>
                    <a:pt x="359664" y="359663"/>
                  </a:lnTo>
                  <a:lnTo>
                    <a:pt x="359664" y="0"/>
                  </a:lnTo>
                  <a:close/>
                </a:path>
              </a:pathLst>
            </a:custGeom>
            <a:solidFill>
              <a:srgbClr val="F7DBDF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/>
            <p:cNvSpPr/>
            <p:nvPr/>
          </p:nvSpPr>
          <p:spPr>
            <a:xfrm>
              <a:off x="1611363" y="3798315"/>
              <a:ext cx="8971915" cy="650240"/>
            </a:xfrm>
            <a:custGeom>
              <a:avLst/>
              <a:gdLst/>
              <a:ahLst/>
              <a:cxnLst/>
              <a:rect l="l" t="t" r="r" b="b"/>
              <a:pathLst>
                <a:path w="8971915" h="650239">
                  <a:moveTo>
                    <a:pt x="85864" y="42926"/>
                  </a:moveTo>
                  <a:lnTo>
                    <a:pt x="82473" y="26263"/>
                  </a:lnTo>
                  <a:lnTo>
                    <a:pt x="73253" y="12611"/>
                  </a:lnTo>
                  <a:lnTo>
                    <a:pt x="59601" y="3390"/>
                  </a:lnTo>
                  <a:lnTo>
                    <a:pt x="42926" y="0"/>
                  </a:lnTo>
                  <a:lnTo>
                    <a:pt x="26276" y="3390"/>
                  </a:lnTo>
                  <a:lnTo>
                    <a:pt x="12674" y="12611"/>
                  </a:lnTo>
                  <a:lnTo>
                    <a:pt x="3492" y="26263"/>
                  </a:lnTo>
                  <a:lnTo>
                    <a:pt x="127" y="42926"/>
                  </a:lnTo>
                  <a:lnTo>
                    <a:pt x="3492" y="59588"/>
                  </a:lnTo>
                  <a:lnTo>
                    <a:pt x="12674" y="73190"/>
                  </a:lnTo>
                  <a:lnTo>
                    <a:pt x="26276" y="82359"/>
                  </a:lnTo>
                  <a:lnTo>
                    <a:pt x="28689" y="82854"/>
                  </a:lnTo>
                  <a:lnTo>
                    <a:pt x="28600" y="362953"/>
                  </a:lnTo>
                  <a:lnTo>
                    <a:pt x="26263" y="363423"/>
                  </a:lnTo>
                  <a:lnTo>
                    <a:pt x="12611" y="372605"/>
                  </a:lnTo>
                  <a:lnTo>
                    <a:pt x="3390" y="386245"/>
                  </a:lnTo>
                  <a:lnTo>
                    <a:pt x="0" y="402971"/>
                  </a:lnTo>
                  <a:lnTo>
                    <a:pt x="3390" y="419633"/>
                  </a:lnTo>
                  <a:lnTo>
                    <a:pt x="12611" y="433235"/>
                  </a:lnTo>
                  <a:lnTo>
                    <a:pt x="26263" y="442404"/>
                  </a:lnTo>
                  <a:lnTo>
                    <a:pt x="42926" y="445770"/>
                  </a:lnTo>
                  <a:lnTo>
                    <a:pt x="59588" y="442404"/>
                  </a:lnTo>
                  <a:lnTo>
                    <a:pt x="73190" y="433235"/>
                  </a:lnTo>
                  <a:lnTo>
                    <a:pt x="82359" y="419633"/>
                  </a:lnTo>
                  <a:lnTo>
                    <a:pt x="85737" y="402971"/>
                  </a:lnTo>
                  <a:lnTo>
                    <a:pt x="82372" y="386245"/>
                  </a:lnTo>
                  <a:lnTo>
                    <a:pt x="73190" y="372605"/>
                  </a:lnTo>
                  <a:lnTo>
                    <a:pt x="59588" y="363423"/>
                  </a:lnTo>
                  <a:lnTo>
                    <a:pt x="57251" y="362953"/>
                  </a:lnTo>
                  <a:lnTo>
                    <a:pt x="57162" y="402971"/>
                  </a:lnTo>
                  <a:lnTo>
                    <a:pt x="57175" y="362953"/>
                  </a:lnTo>
                  <a:lnTo>
                    <a:pt x="42926" y="360045"/>
                  </a:lnTo>
                  <a:lnTo>
                    <a:pt x="57251" y="362953"/>
                  </a:lnTo>
                  <a:lnTo>
                    <a:pt x="57175" y="360045"/>
                  </a:lnTo>
                  <a:lnTo>
                    <a:pt x="57264" y="85725"/>
                  </a:lnTo>
                  <a:lnTo>
                    <a:pt x="57264" y="82854"/>
                  </a:lnTo>
                  <a:lnTo>
                    <a:pt x="42926" y="85725"/>
                  </a:lnTo>
                  <a:lnTo>
                    <a:pt x="57188" y="82854"/>
                  </a:lnTo>
                  <a:lnTo>
                    <a:pt x="57289" y="42926"/>
                  </a:lnTo>
                  <a:lnTo>
                    <a:pt x="57264" y="82854"/>
                  </a:lnTo>
                  <a:lnTo>
                    <a:pt x="59601" y="82359"/>
                  </a:lnTo>
                  <a:lnTo>
                    <a:pt x="73253" y="73190"/>
                  </a:lnTo>
                  <a:lnTo>
                    <a:pt x="82473" y="59588"/>
                  </a:lnTo>
                  <a:lnTo>
                    <a:pt x="85864" y="42926"/>
                  </a:lnTo>
                  <a:close/>
                </a:path>
                <a:path w="8971915" h="650239">
                  <a:moveTo>
                    <a:pt x="8834133" y="589292"/>
                  </a:moveTo>
                  <a:lnTo>
                    <a:pt x="8821941" y="589292"/>
                  </a:lnTo>
                  <a:lnTo>
                    <a:pt x="8821941" y="622808"/>
                  </a:lnTo>
                  <a:lnTo>
                    <a:pt x="8834133" y="622808"/>
                  </a:lnTo>
                  <a:lnTo>
                    <a:pt x="8834133" y="589292"/>
                  </a:lnTo>
                  <a:close/>
                </a:path>
                <a:path w="8971915" h="650239">
                  <a:moveTo>
                    <a:pt x="8834133" y="537464"/>
                  </a:moveTo>
                  <a:lnTo>
                    <a:pt x="8821941" y="537464"/>
                  </a:lnTo>
                  <a:lnTo>
                    <a:pt x="8821941" y="566420"/>
                  </a:lnTo>
                  <a:lnTo>
                    <a:pt x="8834133" y="566420"/>
                  </a:lnTo>
                  <a:lnTo>
                    <a:pt x="8834133" y="537464"/>
                  </a:lnTo>
                  <a:close/>
                </a:path>
                <a:path w="8971915" h="650239">
                  <a:moveTo>
                    <a:pt x="8834133" y="493280"/>
                  </a:moveTo>
                  <a:lnTo>
                    <a:pt x="8821941" y="493280"/>
                  </a:lnTo>
                  <a:lnTo>
                    <a:pt x="8821941" y="519176"/>
                  </a:lnTo>
                  <a:lnTo>
                    <a:pt x="8834133" y="519176"/>
                  </a:lnTo>
                  <a:lnTo>
                    <a:pt x="8834133" y="493280"/>
                  </a:lnTo>
                  <a:close/>
                </a:path>
                <a:path w="8971915" h="650239">
                  <a:moveTo>
                    <a:pt x="8834133" y="455180"/>
                  </a:moveTo>
                  <a:lnTo>
                    <a:pt x="8821941" y="455180"/>
                  </a:lnTo>
                  <a:lnTo>
                    <a:pt x="8821941" y="479552"/>
                  </a:lnTo>
                  <a:lnTo>
                    <a:pt x="8834133" y="479552"/>
                  </a:lnTo>
                  <a:lnTo>
                    <a:pt x="8834133" y="455180"/>
                  </a:lnTo>
                  <a:close/>
                </a:path>
                <a:path w="8971915" h="650239">
                  <a:moveTo>
                    <a:pt x="8971293" y="362204"/>
                  </a:moveTo>
                  <a:lnTo>
                    <a:pt x="8958847" y="362204"/>
                  </a:lnTo>
                  <a:lnTo>
                    <a:pt x="8958847" y="374650"/>
                  </a:lnTo>
                  <a:lnTo>
                    <a:pt x="8958847" y="436626"/>
                  </a:lnTo>
                  <a:lnTo>
                    <a:pt x="8958847" y="448056"/>
                  </a:lnTo>
                  <a:lnTo>
                    <a:pt x="8958847" y="616839"/>
                  </a:lnTo>
                  <a:lnTo>
                    <a:pt x="8955037" y="608939"/>
                  </a:lnTo>
                  <a:lnTo>
                    <a:pt x="8955037" y="637794"/>
                  </a:lnTo>
                  <a:lnTo>
                    <a:pt x="8699513" y="637794"/>
                  </a:lnTo>
                  <a:lnTo>
                    <a:pt x="8709228" y="616839"/>
                  </a:lnTo>
                  <a:lnTo>
                    <a:pt x="8787524" y="448056"/>
                  </a:lnTo>
                  <a:lnTo>
                    <a:pt x="8864105" y="448056"/>
                  </a:lnTo>
                  <a:lnTo>
                    <a:pt x="8955037" y="637794"/>
                  </a:lnTo>
                  <a:lnTo>
                    <a:pt x="8955037" y="608939"/>
                  </a:lnTo>
                  <a:lnTo>
                    <a:pt x="8877567" y="448056"/>
                  </a:lnTo>
                  <a:lnTo>
                    <a:pt x="8958847" y="448056"/>
                  </a:lnTo>
                  <a:lnTo>
                    <a:pt x="8958847" y="436626"/>
                  </a:lnTo>
                  <a:lnTo>
                    <a:pt x="8774189" y="436626"/>
                  </a:lnTo>
                  <a:lnTo>
                    <a:pt x="8774189" y="448056"/>
                  </a:lnTo>
                  <a:lnTo>
                    <a:pt x="8695703" y="616839"/>
                  </a:lnTo>
                  <a:lnTo>
                    <a:pt x="8695703" y="448056"/>
                  </a:lnTo>
                  <a:lnTo>
                    <a:pt x="8774189" y="448056"/>
                  </a:lnTo>
                  <a:lnTo>
                    <a:pt x="8774189" y="436626"/>
                  </a:lnTo>
                  <a:lnTo>
                    <a:pt x="8695703" y="436626"/>
                  </a:lnTo>
                  <a:lnTo>
                    <a:pt x="8695703" y="374650"/>
                  </a:lnTo>
                  <a:lnTo>
                    <a:pt x="8958847" y="374650"/>
                  </a:lnTo>
                  <a:lnTo>
                    <a:pt x="8958847" y="362204"/>
                  </a:lnTo>
                  <a:lnTo>
                    <a:pt x="8853195" y="362204"/>
                  </a:lnTo>
                  <a:lnTo>
                    <a:pt x="8859050" y="358241"/>
                  </a:lnTo>
                  <a:lnTo>
                    <a:pt x="8868232" y="344589"/>
                  </a:lnTo>
                  <a:lnTo>
                    <a:pt x="8871598" y="327914"/>
                  </a:lnTo>
                  <a:lnTo>
                    <a:pt x="8868232" y="311264"/>
                  </a:lnTo>
                  <a:lnTo>
                    <a:pt x="8859050" y="297662"/>
                  </a:lnTo>
                  <a:lnTo>
                    <a:pt x="8845448" y="288480"/>
                  </a:lnTo>
                  <a:lnTo>
                    <a:pt x="8843124" y="288023"/>
                  </a:lnTo>
                  <a:lnTo>
                    <a:pt x="8843023" y="327914"/>
                  </a:lnTo>
                  <a:lnTo>
                    <a:pt x="8843023" y="288023"/>
                  </a:lnTo>
                  <a:lnTo>
                    <a:pt x="8828799" y="285115"/>
                  </a:lnTo>
                  <a:lnTo>
                    <a:pt x="8843124" y="288023"/>
                  </a:lnTo>
                  <a:lnTo>
                    <a:pt x="8843023" y="285115"/>
                  </a:lnTo>
                  <a:lnTo>
                    <a:pt x="8843023" y="85725"/>
                  </a:lnTo>
                  <a:lnTo>
                    <a:pt x="8843023" y="82854"/>
                  </a:lnTo>
                  <a:lnTo>
                    <a:pt x="8845448" y="82359"/>
                  </a:lnTo>
                  <a:lnTo>
                    <a:pt x="8859050" y="73190"/>
                  </a:lnTo>
                  <a:lnTo>
                    <a:pt x="8868232" y="59588"/>
                  </a:lnTo>
                  <a:lnTo>
                    <a:pt x="8871598" y="42926"/>
                  </a:lnTo>
                  <a:lnTo>
                    <a:pt x="8868232" y="26263"/>
                  </a:lnTo>
                  <a:lnTo>
                    <a:pt x="8859050" y="12611"/>
                  </a:lnTo>
                  <a:lnTo>
                    <a:pt x="8845448" y="3390"/>
                  </a:lnTo>
                  <a:lnTo>
                    <a:pt x="8828799" y="0"/>
                  </a:lnTo>
                  <a:lnTo>
                    <a:pt x="8812124" y="3390"/>
                  </a:lnTo>
                  <a:lnTo>
                    <a:pt x="8798471" y="12611"/>
                  </a:lnTo>
                  <a:lnTo>
                    <a:pt x="8789251" y="26263"/>
                  </a:lnTo>
                  <a:lnTo>
                    <a:pt x="8785873" y="42926"/>
                  </a:lnTo>
                  <a:lnTo>
                    <a:pt x="8789251" y="59588"/>
                  </a:lnTo>
                  <a:lnTo>
                    <a:pt x="8798471" y="73190"/>
                  </a:lnTo>
                  <a:lnTo>
                    <a:pt x="8812124" y="82359"/>
                  </a:lnTo>
                  <a:lnTo>
                    <a:pt x="8814549" y="82854"/>
                  </a:lnTo>
                  <a:lnTo>
                    <a:pt x="8814448" y="288023"/>
                  </a:lnTo>
                  <a:lnTo>
                    <a:pt x="8812124" y="288480"/>
                  </a:lnTo>
                  <a:lnTo>
                    <a:pt x="8798471" y="297662"/>
                  </a:lnTo>
                  <a:lnTo>
                    <a:pt x="8789251" y="311264"/>
                  </a:lnTo>
                  <a:lnTo>
                    <a:pt x="8785873" y="327914"/>
                  </a:lnTo>
                  <a:lnTo>
                    <a:pt x="8789251" y="344589"/>
                  </a:lnTo>
                  <a:lnTo>
                    <a:pt x="8798471" y="358241"/>
                  </a:lnTo>
                  <a:lnTo>
                    <a:pt x="8804326" y="362204"/>
                  </a:lnTo>
                  <a:lnTo>
                    <a:pt x="8683257" y="362204"/>
                  </a:lnTo>
                  <a:lnTo>
                    <a:pt x="8683257" y="650240"/>
                  </a:lnTo>
                  <a:lnTo>
                    <a:pt x="8971293" y="650240"/>
                  </a:lnTo>
                  <a:lnTo>
                    <a:pt x="8971293" y="637794"/>
                  </a:lnTo>
                  <a:lnTo>
                    <a:pt x="8971293" y="616839"/>
                  </a:lnTo>
                  <a:lnTo>
                    <a:pt x="8971293" y="448056"/>
                  </a:lnTo>
                  <a:lnTo>
                    <a:pt x="8971293" y="436626"/>
                  </a:lnTo>
                  <a:lnTo>
                    <a:pt x="8971293" y="374650"/>
                  </a:lnTo>
                  <a:lnTo>
                    <a:pt x="8971293" y="362204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/>
            <p:cNvSpPr/>
            <p:nvPr/>
          </p:nvSpPr>
          <p:spPr>
            <a:xfrm>
              <a:off x="833627" y="3902963"/>
              <a:ext cx="4066540" cy="187960"/>
            </a:xfrm>
            <a:custGeom>
              <a:avLst/>
              <a:gdLst/>
              <a:ahLst/>
              <a:cxnLst/>
              <a:rect l="l" t="t" r="r" b="b"/>
              <a:pathLst>
                <a:path w="4066540" h="187960">
                  <a:moveTo>
                    <a:pt x="4066032" y="0"/>
                  </a:moveTo>
                  <a:lnTo>
                    <a:pt x="0" y="0"/>
                  </a:lnTo>
                  <a:lnTo>
                    <a:pt x="0" y="187451"/>
                  </a:lnTo>
                  <a:lnTo>
                    <a:pt x="4066032" y="187451"/>
                  </a:lnTo>
                  <a:lnTo>
                    <a:pt x="4066032" y="0"/>
                  </a:lnTo>
                  <a:close/>
                </a:path>
              </a:pathLst>
            </a:custGeom>
            <a:solidFill>
              <a:srgbClr val="F7DB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/>
            <p:cNvSpPr/>
            <p:nvPr/>
          </p:nvSpPr>
          <p:spPr>
            <a:xfrm>
              <a:off x="833627" y="3902963"/>
              <a:ext cx="4066540" cy="187960"/>
            </a:xfrm>
            <a:custGeom>
              <a:avLst/>
              <a:gdLst/>
              <a:ahLst/>
              <a:cxnLst/>
              <a:rect l="l" t="t" r="r" b="b"/>
              <a:pathLst>
                <a:path w="4066540" h="187960">
                  <a:moveTo>
                    <a:pt x="0" y="187451"/>
                  </a:moveTo>
                  <a:lnTo>
                    <a:pt x="4066032" y="187451"/>
                  </a:lnTo>
                  <a:lnTo>
                    <a:pt x="4066032" y="0"/>
                  </a:lnTo>
                  <a:lnTo>
                    <a:pt x="0" y="0"/>
                  </a:lnTo>
                  <a:lnTo>
                    <a:pt x="0" y="187451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3" name="object 233"/>
          <p:cNvSpPr txBox="1"/>
          <p:nvPr/>
        </p:nvSpPr>
        <p:spPr>
          <a:xfrm>
            <a:off x="839520" y="3906773"/>
            <a:ext cx="15754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latin typeface="Arial"/>
                <a:cs typeface="Arial"/>
              </a:rPr>
              <a:t>1.</a:t>
            </a:r>
            <a:r>
              <a:rPr dirty="0" sz="900" spc="-3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Lifecycle:</a:t>
            </a:r>
            <a:r>
              <a:rPr dirty="0" sz="900" spc="1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New</a:t>
            </a:r>
            <a:r>
              <a:rPr dirty="0" sz="900" spc="-2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car</a:t>
            </a:r>
            <a:r>
              <a:rPr dirty="0" sz="900" spc="-30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leasing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34" name="object 234"/>
          <p:cNvGrpSpPr/>
          <p:nvPr/>
        </p:nvGrpSpPr>
        <p:grpSpPr>
          <a:xfrm>
            <a:off x="8476297" y="3898201"/>
            <a:ext cx="3216275" cy="197485"/>
            <a:chOff x="8476297" y="3898201"/>
            <a:chExt cx="3216275" cy="197485"/>
          </a:xfrm>
        </p:grpSpPr>
        <p:sp>
          <p:nvSpPr>
            <p:cNvPr id="235" name="object 235"/>
            <p:cNvSpPr/>
            <p:nvPr/>
          </p:nvSpPr>
          <p:spPr>
            <a:xfrm>
              <a:off x="8481059" y="3902964"/>
              <a:ext cx="3206750" cy="187960"/>
            </a:xfrm>
            <a:custGeom>
              <a:avLst/>
              <a:gdLst/>
              <a:ahLst/>
              <a:cxnLst/>
              <a:rect l="l" t="t" r="r" b="b"/>
              <a:pathLst>
                <a:path w="3206750" h="187960">
                  <a:moveTo>
                    <a:pt x="3206496" y="0"/>
                  </a:moveTo>
                  <a:lnTo>
                    <a:pt x="0" y="0"/>
                  </a:lnTo>
                  <a:lnTo>
                    <a:pt x="0" y="187451"/>
                  </a:lnTo>
                  <a:lnTo>
                    <a:pt x="3206496" y="187451"/>
                  </a:lnTo>
                  <a:lnTo>
                    <a:pt x="3206496" y="0"/>
                  </a:lnTo>
                  <a:close/>
                </a:path>
              </a:pathLst>
            </a:custGeom>
            <a:solidFill>
              <a:srgbClr val="F7DB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/>
            <p:cNvSpPr/>
            <p:nvPr/>
          </p:nvSpPr>
          <p:spPr>
            <a:xfrm>
              <a:off x="8481059" y="3902964"/>
              <a:ext cx="3206750" cy="187960"/>
            </a:xfrm>
            <a:custGeom>
              <a:avLst/>
              <a:gdLst/>
              <a:ahLst/>
              <a:cxnLst/>
              <a:rect l="l" t="t" r="r" b="b"/>
              <a:pathLst>
                <a:path w="3206750" h="187960">
                  <a:moveTo>
                    <a:pt x="0" y="187451"/>
                  </a:moveTo>
                  <a:lnTo>
                    <a:pt x="3206496" y="187451"/>
                  </a:lnTo>
                  <a:lnTo>
                    <a:pt x="3206496" y="0"/>
                  </a:lnTo>
                  <a:lnTo>
                    <a:pt x="0" y="0"/>
                  </a:lnTo>
                  <a:lnTo>
                    <a:pt x="0" y="187451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7" name="object 237"/>
          <p:cNvSpPr txBox="1"/>
          <p:nvPr/>
        </p:nvSpPr>
        <p:spPr>
          <a:xfrm>
            <a:off x="8486647" y="3906773"/>
            <a:ext cx="25215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latin typeface="Arial"/>
                <a:cs typeface="Arial"/>
              </a:rPr>
              <a:t>3.</a:t>
            </a:r>
            <a:r>
              <a:rPr dirty="0" sz="900" spc="-4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Lifecycle:</a:t>
            </a:r>
            <a:r>
              <a:rPr dirty="0" sz="900" spc="-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Car</a:t>
            </a:r>
            <a:r>
              <a:rPr dirty="0" sz="900" spc="-2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sharing</a:t>
            </a:r>
            <a:r>
              <a:rPr dirty="0" sz="900" spc="-4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(different</a:t>
            </a:r>
            <a:r>
              <a:rPr dirty="0" sz="900" spc="-35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customers)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38" name="object 238"/>
          <p:cNvGrpSpPr/>
          <p:nvPr/>
        </p:nvGrpSpPr>
        <p:grpSpPr>
          <a:xfrm>
            <a:off x="443483" y="3325367"/>
            <a:ext cx="11240135" cy="553720"/>
            <a:chOff x="443483" y="3325367"/>
            <a:chExt cx="11240135" cy="553720"/>
          </a:xfrm>
        </p:grpSpPr>
        <p:sp>
          <p:nvSpPr>
            <p:cNvPr id="239" name="object 239"/>
            <p:cNvSpPr/>
            <p:nvPr/>
          </p:nvSpPr>
          <p:spPr>
            <a:xfrm>
              <a:off x="443483" y="3872483"/>
              <a:ext cx="11240135" cy="0"/>
            </a:xfrm>
            <a:custGeom>
              <a:avLst/>
              <a:gdLst/>
              <a:ahLst/>
              <a:cxnLst/>
              <a:rect l="l" t="t" r="r" b="b"/>
              <a:pathLst>
                <a:path w="11240135" h="0">
                  <a:moveTo>
                    <a:pt x="0" y="0"/>
                  </a:moveTo>
                  <a:lnTo>
                    <a:pt x="11240008" y="0"/>
                  </a:lnTo>
                </a:path>
              </a:pathLst>
            </a:custGeom>
            <a:ln w="12700">
              <a:solidFill>
                <a:srgbClr val="7C7C7C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0" name="object 240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615439" y="3325367"/>
              <a:ext cx="76200" cy="192659"/>
            </a:xfrm>
            <a:prstGeom prst="rect">
              <a:avLst/>
            </a:prstGeom>
          </p:spPr>
        </p:pic>
      </p:grpSp>
      <p:sp>
        <p:nvSpPr>
          <p:cNvPr id="241" name="object 241"/>
          <p:cNvSpPr txBox="1"/>
          <p:nvPr/>
        </p:nvSpPr>
        <p:spPr>
          <a:xfrm>
            <a:off x="2578354" y="6500876"/>
            <a:ext cx="1170940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>
                <a:latin typeface="Arial"/>
                <a:cs typeface="Arial"/>
              </a:rPr>
              <a:t>Source: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Strategy&amp;</a:t>
            </a:r>
            <a:r>
              <a:rPr dirty="0" sz="750" spc="-1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analysis</a:t>
            </a:r>
            <a:endParaRPr sz="750">
              <a:latin typeface="Arial"/>
              <a:cs typeface="Arial"/>
            </a:endParaRPr>
          </a:p>
        </p:txBody>
      </p:sp>
      <p:sp>
        <p:nvSpPr>
          <p:cNvPr id="242" name="object 242"/>
          <p:cNvSpPr txBox="1"/>
          <p:nvPr/>
        </p:nvSpPr>
        <p:spPr>
          <a:xfrm>
            <a:off x="11612626" y="6500876"/>
            <a:ext cx="132080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 spc="-25">
                <a:latin typeface="Arial"/>
                <a:cs typeface="Arial"/>
              </a:rPr>
              <a:t>30</a:t>
            </a:r>
            <a:endParaRPr sz="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6341160"/>
            <a:ext cx="1062355" cy="3003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300"/>
              </a:lnSpc>
              <a:spcBef>
                <a:spcPts val="95"/>
              </a:spcBef>
            </a:pPr>
            <a:r>
              <a:rPr dirty="0" sz="750">
                <a:latin typeface="Arial"/>
                <a:cs typeface="Arial"/>
              </a:rPr>
              <a:t>Digital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Auto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Report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-20">
                <a:latin typeface="Arial"/>
                <a:cs typeface="Arial"/>
              </a:rPr>
              <a:t>2023</a:t>
            </a:r>
            <a:r>
              <a:rPr dirty="0" sz="750" spc="-10">
                <a:latin typeface="Arial"/>
                <a:cs typeface="Arial"/>
              </a:rPr>
              <a:t> Strategy&amp;</a:t>
            </a:r>
            <a:endParaRPr sz="7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43483" y="4059935"/>
            <a:ext cx="11305540" cy="257810"/>
          </a:xfrm>
          <a:custGeom>
            <a:avLst/>
            <a:gdLst/>
            <a:ahLst/>
            <a:cxnLst/>
            <a:rect l="l" t="t" r="r" b="b"/>
            <a:pathLst>
              <a:path w="11305540" h="257810">
                <a:moveTo>
                  <a:pt x="11305032" y="0"/>
                </a:moveTo>
                <a:lnTo>
                  <a:pt x="0" y="0"/>
                </a:lnTo>
                <a:lnTo>
                  <a:pt x="0" y="257556"/>
                </a:lnTo>
                <a:lnTo>
                  <a:pt x="11305032" y="257556"/>
                </a:lnTo>
                <a:lnTo>
                  <a:pt x="11305032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43483" y="4081398"/>
            <a:ext cx="40709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925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Suitable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ownership</a:t>
            </a:r>
            <a:r>
              <a:rPr dirty="0" sz="12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models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086355" y="1970532"/>
            <a:ext cx="7589520" cy="1783080"/>
            <a:chOff x="2086355" y="1970532"/>
            <a:chExt cx="7589520" cy="1783080"/>
          </a:xfrm>
        </p:grpSpPr>
        <p:sp>
          <p:nvSpPr>
            <p:cNvPr id="6" name="object 6"/>
            <p:cNvSpPr/>
            <p:nvPr/>
          </p:nvSpPr>
          <p:spPr>
            <a:xfrm>
              <a:off x="2103119" y="3354324"/>
              <a:ext cx="7426959" cy="399415"/>
            </a:xfrm>
            <a:custGeom>
              <a:avLst/>
              <a:gdLst/>
              <a:ahLst/>
              <a:cxnLst/>
              <a:rect l="l" t="t" r="r" b="b"/>
              <a:pathLst>
                <a:path w="7426959" h="399414">
                  <a:moveTo>
                    <a:pt x="0" y="0"/>
                  </a:moveTo>
                  <a:lnTo>
                    <a:pt x="0" y="399288"/>
                  </a:lnTo>
                  <a:lnTo>
                    <a:pt x="7426452" y="399288"/>
                  </a:lnTo>
                  <a:lnTo>
                    <a:pt x="7425725" y="353599"/>
                  </a:lnTo>
                  <a:lnTo>
                    <a:pt x="7426416" y="261842"/>
                  </a:lnTo>
                  <a:lnTo>
                    <a:pt x="7425690" y="216153"/>
                  </a:lnTo>
                  <a:lnTo>
                    <a:pt x="6764498" y="1947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103197" y="3060192"/>
              <a:ext cx="7428230" cy="187960"/>
            </a:xfrm>
            <a:custGeom>
              <a:avLst/>
              <a:gdLst/>
              <a:ahLst/>
              <a:cxnLst/>
              <a:rect l="l" t="t" r="r" b="b"/>
              <a:pathLst>
                <a:path w="7428230" h="187960">
                  <a:moveTo>
                    <a:pt x="7427898" y="0"/>
                  </a:moveTo>
                  <a:lnTo>
                    <a:pt x="1856662" y="99822"/>
                  </a:lnTo>
                  <a:lnTo>
                    <a:pt x="430" y="111505"/>
                  </a:lnTo>
                  <a:lnTo>
                    <a:pt x="0" y="128283"/>
                  </a:lnTo>
                  <a:lnTo>
                    <a:pt x="1948" y="170745"/>
                  </a:lnTo>
                  <a:lnTo>
                    <a:pt x="1446" y="187452"/>
                  </a:lnTo>
                  <a:lnTo>
                    <a:pt x="7425485" y="187452"/>
                  </a:lnTo>
                  <a:lnTo>
                    <a:pt x="7425485" y="180467"/>
                  </a:lnTo>
                  <a:lnTo>
                    <a:pt x="7427898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086356" y="1970531"/>
              <a:ext cx="7589520" cy="266700"/>
            </a:xfrm>
            <a:custGeom>
              <a:avLst/>
              <a:gdLst/>
              <a:ahLst/>
              <a:cxnLst/>
              <a:rect l="l" t="t" r="r" b="b"/>
              <a:pathLst>
                <a:path w="7589520" h="266700">
                  <a:moveTo>
                    <a:pt x="2551176" y="133350"/>
                  </a:moveTo>
                  <a:lnTo>
                    <a:pt x="2417826" y="0"/>
                  </a:lnTo>
                  <a:lnTo>
                    <a:pt x="0" y="0"/>
                  </a:lnTo>
                  <a:lnTo>
                    <a:pt x="133350" y="133350"/>
                  </a:lnTo>
                  <a:lnTo>
                    <a:pt x="0" y="266700"/>
                  </a:lnTo>
                  <a:lnTo>
                    <a:pt x="2417826" y="266700"/>
                  </a:lnTo>
                  <a:lnTo>
                    <a:pt x="2551176" y="133350"/>
                  </a:lnTo>
                  <a:close/>
                </a:path>
                <a:path w="7589520" h="266700">
                  <a:moveTo>
                    <a:pt x="5074920" y="133350"/>
                  </a:moveTo>
                  <a:lnTo>
                    <a:pt x="4941570" y="0"/>
                  </a:lnTo>
                  <a:lnTo>
                    <a:pt x="2523744" y="0"/>
                  </a:lnTo>
                  <a:lnTo>
                    <a:pt x="2657094" y="133350"/>
                  </a:lnTo>
                  <a:lnTo>
                    <a:pt x="2523744" y="266700"/>
                  </a:lnTo>
                  <a:lnTo>
                    <a:pt x="4941570" y="266700"/>
                  </a:lnTo>
                  <a:lnTo>
                    <a:pt x="5074920" y="133350"/>
                  </a:lnTo>
                  <a:close/>
                </a:path>
                <a:path w="7589520" h="266700">
                  <a:moveTo>
                    <a:pt x="7589520" y="133350"/>
                  </a:moveTo>
                  <a:lnTo>
                    <a:pt x="7456170" y="0"/>
                  </a:lnTo>
                  <a:lnTo>
                    <a:pt x="5038344" y="0"/>
                  </a:lnTo>
                  <a:lnTo>
                    <a:pt x="5171694" y="133350"/>
                  </a:lnTo>
                  <a:lnTo>
                    <a:pt x="5038344" y="266700"/>
                  </a:lnTo>
                  <a:lnTo>
                    <a:pt x="7456170" y="266700"/>
                  </a:lnTo>
                  <a:lnTo>
                    <a:pt x="7589520" y="1333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103119" y="2327148"/>
              <a:ext cx="7426959" cy="437515"/>
            </a:xfrm>
            <a:custGeom>
              <a:avLst/>
              <a:gdLst/>
              <a:ahLst/>
              <a:cxnLst/>
              <a:rect l="l" t="t" r="r" b="b"/>
              <a:pathLst>
                <a:path w="7426959" h="437514">
                  <a:moveTo>
                    <a:pt x="0" y="0"/>
                  </a:moveTo>
                  <a:lnTo>
                    <a:pt x="0" y="437388"/>
                  </a:lnTo>
                  <a:lnTo>
                    <a:pt x="7425944" y="437388"/>
                  </a:lnTo>
                  <a:lnTo>
                    <a:pt x="7425824" y="404082"/>
                  </a:lnTo>
                  <a:lnTo>
                    <a:pt x="7426444" y="339375"/>
                  </a:lnTo>
                  <a:lnTo>
                    <a:pt x="7426325" y="306070"/>
                  </a:lnTo>
                  <a:lnTo>
                    <a:pt x="7425944" y="306070"/>
                  </a:lnTo>
                  <a:lnTo>
                    <a:pt x="7426071" y="2814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404774" y="296926"/>
            <a:ext cx="11348720" cy="1260475"/>
          </a:xfrm>
          <a:prstGeom prst="rect"/>
        </p:spPr>
        <p:txBody>
          <a:bodyPr wrap="square" lIns="0" tIns="88265" rIns="0" bIns="0" rtlCol="0" vert="horz">
            <a:spAutoFit/>
          </a:bodyPr>
          <a:lstStyle/>
          <a:p>
            <a:pPr marL="38100" marR="30480">
              <a:lnSpc>
                <a:spcPts val="3260"/>
              </a:lnSpc>
              <a:spcBef>
                <a:spcPts val="695"/>
              </a:spcBef>
            </a:pPr>
            <a:r>
              <a:rPr dirty="0">
                <a:solidFill>
                  <a:srgbClr val="000000"/>
                </a:solidFill>
              </a:rPr>
              <a:t>Holistic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vehicle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lifecycle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management</a:t>
            </a:r>
            <a:r>
              <a:rPr dirty="0" spc="-5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aims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to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increase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revenue </a:t>
            </a:r>
            <a:r>
              <a:rPr dirty="0">
                <a:solidFill>
                  <a:srgbClr val="000000"/>
                </a:solidFill>
              </a:rPr>
              <a:t>and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utilization,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especially during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2</a:t>
            </a:r>
            <a:r>
              <a:rPr dirty="0" baseline="25132" sz="3150">
                <a:solidFill>
                  <a:srgbClr val="000000"/>
                </a:solidFill>
              </a:rPr>
              <a:t>nd</a:t>
            </a:r>
            <a:r>
              <a:rPr dirty="0" baseline="25132" sz="3150" spc="419">
                <a:solidFill>
                  <a:srgbClr val="000000"/>
                </a:solidFill>
              </a:rPr>
              <a:t> </a:t>
            </a:r>
            <a:r>
              <a:rPr dirty="0" sz="3200">
                <a:solidFill>
                  <a:srgbClr val="000000"/>
                </a:solidFill>
              </a:rPr>
              <a:t>and</a:t>
            </a:r>
            <a:r>
              <a:rPr dirty="0" sz="3200" spc="-10">
                <a:solidFill>
                  <a:srgbClr val="000000"/>
                </a:solidFill>
              </a:rPr>
              <a:t> </a:t>
            </a:r>
            <a:r>
              <a:rPr dirty="0" sz="3200">
                <a:solidFill>
                  <a:srgbClr val="000000"/>
                </a:solidFill>
              </a:rPr>
              <a:t>3</a:t>
            </a:r>
            <a:r>
              <a:rPr dirty="0" baseline="25132" sz="3150">
                <a:solidFill>
                  <a:srgbClr val="000000"/>
                </a:solidFill>
              </a:rPr>
              <a:t>rd</a:t>
            </a:r>
            <a:r>
              <a:rPr dirty="0" baseline="25132" sz="3150" spc="419">
                <a:solidFill>
                  <a:srgbClr val="000000"/>
                </a:solidFill>
              </a:rPr>
              <a:t> </a:t>
            </a:r>
            <a:r>
              <a:rPr dirty="0" sz="3200" spc="-10">
                <a:solidFill>
                  <a:srgbClr val="000000"/>
                </a:solidFill>
              </a:rPr>
              <a:t>phase</a:t>
            </a:r>
            <a:endParaRPr sz="3200"/>
          </a:p>
          <a:p>
            <a:pPr marL="38100">
              <a:lnSpc>
                <a:spcPct val="100000"/>
              </a:lnSpc>
              <a:spcBef>
                <a:spcPts val="450"/>
              </a:spcBef>
            </a:pP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Subscription</a:t>
            </a:r>
            <a:r>
              <a:rPr dirty="0" sz="1800" spc="-6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“3x3”</a:t>
            </a:r>
            <a:r>
              <a:rPr dirty="0" sz="1800" spc="-4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asset</a:t>
            </a:r>
            <a:r>
              <a:rPr dirty="0" sz="1800" spc="-4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A21F1F"/>
                </a:solidFill>
                <a:latin typeface="Arial"/>
                <a:cs typeface="Arial"/>
              </a:rPr>
              <a:t>lifecycle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78633" y="1995042"/>
            <a:ext cx="202501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dirty="0" baseline="24305" sz="1200" b="1">
                <a:solidFill>
                  <a:srgbClr val="FFFFFF"/>
                </a:solidFill>
                <a:latin typeface="Arial"/>
                <a:cs typeface="Arial"/>
              </a:rPr>
              <a:t>st</a:t>
            </a:r>
            <a:r>
              <a:rPr dirty="0" baseline="24305" sz="1200" spc="10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Lifecycle</a:t>
            </a:r>
            <a:r>
              <a:rPr dirty="0" sz="12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phase</a:t>
            </a:r>
            <a:r>
              <a:rPr dirty="0" sz="12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FFFFFF"/>
                </a:solidFill>
                <a:latin typeface="Arial"/>
                <a:cs typeface="Arial"/>
              </a:rPr>
              <a:t>(years</a:t>
            </a:r>
            <a:r>
              <a:rPr dirty="0" sz="9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FFFFFF"/>
                </a:solidFill>
                <a:latin typeface="Arial"/>
                <a:cs typeface="Arial"/>
              </a:rPr>
              <a:t>1-</a:t>
            </a:r>
            <a:r>
              <a:rPr dirty="0" sz="900" spc="-25">
                <a:solidFill>
                  <a:srgbClr val="FFFFFF"/>
                </a:solidFill>
                <a:latin typeface="Arial"/>
                <a:cs typeface="Arial"/>
              </a:rPr>
              <a:t>3)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514088" y="2220467"/>
            <a:ext cx="4803775" cy="3636645"/>
            <a:chOff x="4514088" y="2220467"/>
            <a:chExt cx="4803775" cy="3636645"/>
          </a:xfrm>
        </p:grpSpPr>
        <p:sp>
          <p:nvSpPr>
            <p:cNvPr id="13" name="object 13"/>
            <p:cNvSpPr/>
            <p:nvPr/>
          </p:nvSpPr>
          <p:spPr>
            <a:xfrm>
              <a:off x="4533138" y="2239517"/>
              <a:ext cx="2567940" cy="3598545"/>
            </a:xfrm>
            <a:custGeom>
              <a:avLst/>
              <a:gdLst/>
              <a:ahLst/>
              <a:cxnLst/>
              <a:rect l="l" t="t" r="r" b="b"/>
              <a:pathLst>
                <a:path w="2567940" h="3598545">
                  <a:moveTo>
                    <a:pt x="0" y="3598163"/>
                  </a:moveTo>
                  <a:lnTo>
                    <a:pt x="44196" y="3598163"/>
                  </a:lnTo>
                  <a:lnTo>
                    <a:pt x="44196" y="0"/>
                  </a:lnTo>
                  <a:lnTo>
                    <a:pt x="0" y="0"/>
                  </a:lnTo>
                  <a:lnTo>
                    <a:pt x="0" y="3598163"/>
                  </a:lnTo>
                  <a:close/>
                </a:path>
                <a:path w="2567940" h="3598545">
                  <a:moveTo>
                    <a:pt x="2522219" y="3598163"/>
                  </a:moveTo>
                  <a:lnTo>
                    <a:pt x="2567940" y="3598163"/>
                  </a:lnTo>
                  <a:lnTo>
                    <a:pt x="2567940" y="0"/>
                  </a:lnTo>
                  <a:lnTo>
                    <a:pt x="2522219" y="0"/>
                  </a:lnTo>
                  <a:lnTo>
                    <a:pt x="2522219" y="3598163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9616" y="3557015"/>
              <a:ext cx="198120" cy="193548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4804283" y="1995042"/>
            <a:ext cx="20580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dirty="0" baseline="24305" sz="1200" b="1">
                <a:solidFill>
                  <a:srgbClr val="FFFFFF"/>
                </a:solidFill>
                <a:latin typeface="Arial"/>
                <a:cs typeface="Arial"/>
              </a:rPr>
              <a:t>nd</a:t>
            </a:r>
            <a:r>
              <a:rPr dirty="0" baseline="24305" sz="1200" spc="10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Lifecycle</a:t>
            </a:r>
            <a:r>
              <a:rPr dirty="0" sz="12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phase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FFFFFF"/>
                </a:solidFill>
                <a:latin typeface="Arial"/>
                <a:cs typeface="Arial"/>
              </a:rPr>
              <a:t>(years</a:t>
            </a:r>
            <a:r>
              <a:rPr dirty="0" sz="9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FFFFFF"/>
                </a:solidFill>
                <a:latin typeface="Arial"/>
                <a:cs typeface="Arial"/>
              </a:rPr>
              <a:t>4-</a:t>
            </a:r>
            <a:r>
              <a:rPr dirty="0" sz="900" spc="-25">
                <a:solidFill>
                  <a:srgbClr val="FFFFFF"/>
                </a:solidFill>
                <a:latin typeface="Arial"/>
                <a:cs typeface="Arial"/>
              </a:rPr>
              <a:t>6)</a:t>
            </a:r>
            <a:endParaRPr sz="9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327138" y="1995042"/>
            <a:ext cx="20358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dirty="0" baseline="24305" sz="1200" b="1">
                <a:solidFill>
                  <a:srgbClr val="FFFFFF"/>
                </a:solidFill>
                <a:latin typeface="Arial"/>
                <a:cs typeface="Arial"/>
              </a:rPr>
              <a:t>rd</a:t>
            </a:r>
            <a:r>
              <a:rPr dirty="0" baseline="24305" sz="1200" spc="10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Lifecycle</a:t>
            </a:r>
            <a:r>
              <a:rPr dirty="0" sz="12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phase</a:t>
            </a:r>
            <a:r>
              <a:rPr dirty="0" sz="12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FFFFFF"/>
                </a:solidFill>
                <a:latin typeface="Arial"/>
                <a:cs typeface="Arial"/>
              </a:rPr>
              <a:t>(years</a:t>
            </a:r>
            <a:r>
              <a:rPr dirty="0" sz="9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FFFFFF"/>
                </a:solidFill>
                <a:latin typeface="Arial"/>
                <a:cs typeface="Arial"/>
              </a:rPr>
              <a:t>7-</a:t>
            </a:r>
            <a:r>
              <a:rPr dirty="0" sz="900" spc="-25">
                <a:solidFill>
                  <a:srgbClr val="FFFFFF"/>
                </a:solidFill>
                <a:latin typeface="Arial"/>
                <a:cs typeface="Arial"/>
              </a:rPr>
              <a:t>9)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3483" y="2327148"/>
            <a:ext cx="1554480" cy="43751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123189" rIns="0" bIns="0" rtlCol="0" vert="horz">
            <a:spAutoFit/>
          </a:bodyPr>
          <a:lstStyle/>
          <a:p>
            <a:pPr marL="437515">
              <a:lnSpc>
                <a:spcPct val="100000"/>
              </a:lnSpc>
              <a:spcBef>
                <a:spcPts val="969"/>
              </a:spcBef>
            </a:pPr>
            <a:r>
              <a:rPr dirty="0" sz="1200" b="1">
                <a:latin typeface="Arial"/>
                <a:cs typeface="Arial"/>
              </a:rPr>
              <a:t>Residual</a:t>
            </a:r>
            <a:r>
              <a:rPr dirty="0" sz="1200" spc="-6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value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8912" y="3369564"/>
            <a:ext cx="1554480" cy="43624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31115" rIns="0" bIns="0" rtlCol="0" vert="horz">
            <a:spAutoFit/>
          </a:bodyPr>
          <a:lstStyle/>
          <a:p>
            <a:pPr marL="111760" marR="41910" indent="444500">
              <a:lnSpc>
                <a:spcPct val="100000"/>
              </a:lnSpc>
              <a:spcBef>
                <a:spcPts val="245"/>
              </a:spcBef>
            </a:pPr>
            <a:r>
              <a:rPr dirty="0" sz="1200" b="1">
                <a:latin typeface="Arial"/>
                <a:cs typeface="Arial"/>
              </a:rPr>
              <a:t>Revenue</a:t>
            </a:r>
            <a:r>
              <a:rPr dirty="0" sz="1200" spc="-65" b="1">
                <a:latin typeface="Arial"/>
                <a:cs typeface="Arial"/>
              </a:rPr>
              <a:t> </a:t>
            </a:r>
            <a:r>
              <a:rPr dirty="0" sz="1200" spc="-25" b="1">
                <a:latin typeface="Arial"/>
                <a:cs typeface="Arial"/>
              </a:rPr>
              <a:t>and </a:t>
            </a:r>
            <a:r>
              <a:rPr dirty="0" sz="1200" b="1">
                <a:latin typeface="Arial"/>
                <a:cs typeface="Arial"/>
              </a:rPr>
              <a:t>utilization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potential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40436" y="2848355"/>
            <a:ext cx="1554480" cy="43751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31750" rIns="0" bIns="0" rtlCol="0" vert="horz">
            <a:spAutoFit/>
          </a:bodyPr>
          <a:lstStyle/>
          <a:p>
            <a:pPr marL="389255" marR="40640" indent="-120650">
              <a:lnSpc>
                <a:spcPct val="100000"/>
              </a:lnSpc>
              <a:spcBef>
                <a:spcPts val="250"/>
              </a:spcBef>
            </a:pPr>
            <a:r>
              <a:rPr dirty="0" sz="1200" spc="-10" b="1">
                <a:latin typeface="Arial"/>
                <a:cs typeface="Arial"/>
              </a:rPr>
              <a:t>Maintenance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25" b="1">
                <a:latin typeface="Arial"/>
                <a:cs typeface="Arial"/>
              </a:rPr>
              <a:t>and </a:t>
            </a:r>
            <a:r>
              <a:rPr dirty="0" sz="1200" spc="-10" b="1">
                <a:latin typeface="Arial"/>
                <a:cs typeface="Arial"/>
              </a:rPr>
              <a:t>refurbishment</a:t>
            </a:r>
            <a:r>
              <a:rPr dirty="0" baseline="24305" sz="1200" spc="-15" b="1">
                <a:latin typeface="Arial"/>
                <a:cs typeface="Arial"/>
              </a:rPr>
              <a:t>1)</a:t>
            </a:r>
            <a:endParaRPr baseline="24305" sz="12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619233" y="3374517"/>
            <a:ext cx="2063114" cy="482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95"/>
              </a:spcBef>
              <a:buSzPct val="80000"/>
              <a:buChar char="•"/>
              <a:tabLst>
                <a:tab pos="184785" algn="l"/>
              </a:tabLst>
            </a:pPr>
            <a:r>
              <a:rPr dirty="0" sz="1000">
                <a:latin typeface="Arial"/>
                <a:cs typeface="Arial"/>
              </a:rPr>
              <a:t>In</a:t>
            </a:r>
            <a:r>
              <a:rPr dirty="0" sz="1000" spc="-3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accordance</a:t>
            </a:r>
            <a:r>
              <a:rPr dirty="0" sz="1000" spc="-4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with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residual</a:t>
            </a:r>
            <a:r>
              <a:rPr dirty="0" sz="1000" spc="-3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value</a:t>
            </a:r>
            <a:endParaRPr sz="1000">
              <a:latin typeface="Arial"/>
              <a:cs typeface="Arial"/>
            </a:endParaRPr>
          </a:p>
          <a:p>
            <a:pPr marL="184785" marR="50800" indent="-172720">
              <a:lnSpc>
                <a:spcPct val="100000"/>
              </a:lnSpc>
              <a:buSzPct val="80000"/>
              <a:buChar char="•"/>
              <a:tabLst>
                <a:tab pos="184785" algn="l"/>
              </a:tabLst>
            </a:pPr>
            <a:r>
              <a:rPr dirty="0" sz="1000">
                <a:latin typeface="Arial"/>
                <a:cs typeface="Arial"/>
              </a:rPr>
              <a:t>Additional</a:t>
            </a:r>
            <a:r>
              <a:rPr dirty="0" sz="1000" spc="-4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revenue</a:t>
            </a:r>
            <a:r>
              <a:rPr dirty="0" sz="1000" spc="-4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from</a:t>
            </a:r>
            <a:r>
              <a:rPr dirty="0" sz="1000" spc="-5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e.g., </a:t>
            </a:r>
            <a:r>
              <a:rPr dirty="0" sz="1000">
                <a:latin typeface="Arial"/>
                <a:cs typeface="Arial"/>
              </a:rPr>
              <a:t>contract</a:t>
            </a:r>
            <a:r>
              <a:rPr dirty="0" sz="1000" spc="-3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extras</a:t>
            </a:r>
            <a:r>
              <a:rPr dirty="0" sz="1000" spc="-3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or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repair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charges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07542" y="2052574"/>
            <a:ext cx="129921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A21F1F"/>
                </a:solidFill>
                <a:latin typeface="Arial"/>
                <a:cs typeface="Arial"/>
              </a:rPr>
              <a:t>Asset</a:t>
            </a:r>
            <a:r>
              <a:rPr dirty="0" sz="1400" spc="-4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A21F1F"/>
                </a:solidFill>
                <a:latin typeface="Arial"/>
                <a:cs typeface="Arial"/>
              </a:rPr>
              <a:t>potential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619233" y="2826257"/>
            <a:ext cx="1834514" cy="482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95"/>
              </a:spcBef>
              <a:buSzPct val="80000"/>
              <a:buChar char="•"/>
              <a:tabLst>
                <a:tab pos="184785" algn="l"/>
              </a:tabLst>
            </a:pPr>
            <a:r>
              <a:rPr dirty="0" sz="1000">
                <a:latin typeface="Arial"/>
                <a:cs typeface="Arial"/>
              </a:rPr>
              <a:t>Regular</a:t>
            </a:r>
            <a:r>
              <a:rPr dirty="0" sz="1000" spc="-3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maintenance</a:t>
            </a:r>
            <a:r>
              <a:rPr dirty="0" sz="1000" spc="-7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costs</a:t>
            </a:r>
            <a:endParaRPr sz="1000">
              <a:latin typeface="Arial"/>
              <a:cs typeface="Arial"/>
            </a:endParaRPr>
          </a:p>
          <a:p>
            <a:pPr marL="184785" indent="-172085">
              <a:lnSpc>
                <a:spcPct val="100000"/>
              </a:lnSpc>
              <a:buSzPct val="80000"/>
              <a:buChar char="•"/>
              <a:tabLst>
                <a:tab pos="184785" algn="l"/>
              </a:tabLst>
            </a:pPr>
            <a:r>
              <a:rPr dirty="0" sz="1000">
                <a:latin typeface="Arial"/>
                <a:cs typeface="Arial"/>
              </a:rPr>
              <a:t>Sporadic</a:t>
            </a:r>
            <a:r>
              <a:rPr dirty="0" sz="1000" spc="1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refurbishment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 spc="-20">
                <a:latin typeface="Arial"/>
                <a:cs typeface="Arial"/>
              </a:rPr>
              <a:t>costs</a:t>
            </a:r>
            <a:endParaRPr sz="1000">
              <a:latin typeface="Arial"/>
              <a:cs typeface="Arial"/>
            </a:endParaRPr>
          </a:p>
          <a:p>
            <a:pPr marL="184785" indent="-172085">
              <a:lnSpc>
                <a:spcPct val="100000"/>
              </a:lnSpc>
              <a:buSzPct val="80000"/>
              <a:buChar char="•"/>
              <a:tabLst>
                <a:tab pos="184785" algn="l"/>
              </a:tabLst>
            </a:pPr>
            <a:r>
              <a:rPr dirty="0" sz="1000">
                <a:latin typeface="Arial"/>
                <a:cs typeface="Arial"/>
              </a:rPr>
              <a:t>Potential</a:t>
            </a:r>
            <a:r>
              <a:rPr dirty="0" sz="1000" spc="-4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repair</a:t>
            </a:r>
            <a:r>
              <a:rPr dirty="0" sz="1000" spc="-4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costs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619233" y="2383027"/>
            <a:ext cx="196723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4785" marR="5080" indent="-172720">
              <a:lnSpc>
                <a:spcPct val="100000"/>
              </a:lnSpc>
              <a:spcBef>
                <a:spcPts val="95"/>
              </a:spcBef>
              <a:buSzPct val="80000"/>
              <a:buChar char="•"/>
              <a:tabLst>
                <a:tab pos="184785" algn="l"/>
              </a:tabLst>
            </a:pPr>
            <a:r>
              <a:rPr dirty="0" sz="1000">
                <a:latin typeface="Arial"/>
                <a:cs typeface="Arial"/>
              </a:rPr>
              <a:t>Depending</a:t>
            </a:r>
            <a:r>
              <a:rPr dirty="0" sz="1000" spc="-5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on</a:t>
            </a:r>
            <a:r>
              <a:rPr dirty="0" sz="1000" spc="-5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vehicle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utilization </a:t>
            </a:r>
            <a:r>
              <a:rPr dirty="0" sz="1000">
                <a:latin typeface="Arial"/>
                <a:cs typeface="Arial"/>
              </a:rPr>
              <a:t>in</a:t>
            </a:r>
            <a:r>
              <a:rPr dirty="0" sz="1000" spc="-5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respective</a:t>
            </a:r>
            <a:r>
              <a:rPr dirty="0" sz="1000" spc="-4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ownership</a:t>
            </a:r>
            <a:r>
              <a:rPr dirty="0" sz="1000" spc="-4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model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098357" y="2802445"/>
            <a:ext cx="9655810" cy="948690"/>
            <a:chOff x="2098357" y="2802445"/>
            <a:chExt cx="9655810" cy="948690"/>
          </a:xfrm>
        </p:grpSpPr>
        <p:sp>
          <p:nvSpPr>
            <p:cNvPr id="25" name="object 25"/>
            <p:cNvSpPr/>
            <p:nvPr/>
          </p:nvSpPr>
          <p:spPr>
            <a:xfrm>
              <a:off x="2103120" y="2807207"/>
              <a:ext cx="9646285" cy="0"/>
            </a:xfrm>
            <a:custGeom>
              <a:avLst/>
              <a:gdLst/>
              <a:ahLst/>
              <a:cxnLst/>
              <a:rect l="l" t="t" r="r" b="b"/>
              <a:pathLst>
                <a:path w="9646285" h="0">
                  <a:moveTo>
                    <a:pt x="0" y="0"/>
                  </a:moveTo>
                  <a:lnTo>
                    <a:pt x="9646031" y="0"/>
                  </a:lnTo>
                </a:path>
              </a:pathLst>
            </a:custGeom>
            <a:ln w="9525">
              <a:solidFill>
                <a:srgbClr val="7C7C7C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103120" y="3326891"/>
              <a:ext cx="9646285" cy="0"/>
            </a:xfrm>
            <a:custGeom>
              <a:avLst/>
              <a:gdLst/>
              <a:ahLst/>
              <a:cxnLst/>
              <a:rect l="l" t="t" r="r" b="b"/>
              <a:pathLst>
                <a:path w="9646285" h="0">
                  <a:moveTo>
                    <a:pt x="0" y="0"/>
                  </a:moveTo>
                  <a:lnTo>
                    <a:pt x="9646031" y="0"/>
                  </a:lnTo>
                </a:path>
              </a:pathLst>
            </a:custGeom>
            <a:ln w="9525">
              <a:solidFill>
                <a:srgbClr val="7C7C7C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16523" y="3557015"/>
              <a:ext cx="198120" cy="193548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2840227" y="3787902"/>
            <a:ext cx="9309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i="1">
                <a:latin typeface="Arial"/>
                <a:cs typeface="Arial"/>
              </a:rPr>
              <a:t>Contract</a:t>
            </a:r>
            <a:r>
              <a:rPr dirty="0" sz="1000" spc="-5" i="1">
                <a:latin typeface="Arial"/>
                <a:cs typeface="Arial"/>
              </a:rPr>
              <a:t> </a:t>
            </a:r>
            <a:r>
              <a:rPr dirty="0" sz="1000" spc="-10" i="1">
                <a:latin typeface="Arial"/>
                <a:cs typeface="Arial"/>
              </a:rPr>
              <a:t>add-</a:t>
            </a:r>
            <a:r>
              <a:rPr dirty="0" sz="1000" spc="-25" i="1">
                <a:latin typeface="Arial"/>
                <a:cs typeface="Arial"/>
              </a:rPr>
              <a:t>on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153411" y="1638109"/>
            <a:ext cx="7293609" cy="4188460"/>
            <a:chOff x="2153411" y="1638109"/>
            <a:chExt cx="7293609" cy="4188460"/>
          </a:xfrm>
        </p:grpSpPr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45735" y="2519172"/>
              <a:ext cx="198120" cy="193548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03008" y="2519172"/>
              <a:ext cx="198120" cy="19354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11789" y="1638109"/>
              <a:ext cx="207645" cy="203073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4433061" y="1656334"/>
              <a:ext cx="165100" cy="167005"/>
            </a:xfrm>
            <a:custGeom>
              <a:avLst/>
              <a:gdLst/>
              <a:ahLst/>
              <a:cxnLst/>
              <a:rect l="l" t="t" r="r" b="b"/>
              <a:pathLst>
                <a:path w="165100" h="167005">
                  <a:moveTo>
                    <a:pt x="0" y="166497"/>
                  </a:moveTo>
                  <a:lnTo>
                    <a:pt x="164973" y="166497"/>
                  </a:lnTo>
                  <a:lnTo>
                    <a:pt x="164973" y="0"/>
                  </a:lnTo>
                  <a:lnTo>
                    <a:pt x="0" y="0"/>
                  </a:lnTo>
                  <a:lnTo>
                    <a:pt x="0" y="16649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38771" y="1642872"/>
              <a:ext cx="198120" cy="19354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530013" y="1831847"/>
              <a:ext cx="2573020" cy="107950"/>
            </a:xfrm>
            <a:custGeom>
              <a:avLst/>
              <a:gdLst/>
              <a:ahLst/>
              <a:cxnLst/>
              <a:rect l="l" t="t" r="r" b="b"/>
              <a:pathLst>
                <a:path w="2573020" h="107950">
                  <a:moveTo>
                    <a:pt x="50749" y="57277"/>
                  </a:moveTo>
                  <a:lnTo>
                    <a:pt x="31711" y="57277"/>
                  </a:lnTo>
                  <a:lnTo>
                    <a:pt x="31826" y="0"/>
                  </a:lnTo>
                  <a:lnTo>
                    <a:pt x="19126" y="0"/>
                  </a:lnTo>
                  <a:lnTo>
                    <a:pt x="19011" y="57277"/>
                  </a:lnTo>
                  <a:lnTo>
                    <a:pt x="0" y="57277"/>
                  </a:lnTo>
                  <a:lnTo>
                    <a:pt x="25222" y="107950"/>
                  </a:lnTo>
                  <a:lnTo>
                    <a:pt x="44411" y="69850"/>
                  </a:lnTo>
                  <a:lnTo>
                    <a:pt x="50749" y="57277"/>
                  </a:lnTo>
                  <a:close/>
                </a:path>
                <a:path w="2573020" h="107950">
                  <a:moveTo>
                    <a:pt x="2572969" y="57277"/>
                  </a:moveTo>
                  <a:lnTo>
                    <a:pt x="2553932" y="57277"/>
                  </a:lnTo>
                  <a:lnTo>
                    <a:pt x="2554046" y="0"/>
                  </a:lnTo>
                  <a:lnTo>
                    <a:pt x="2541346" y="0"/>
                  </a:lnTo>
                  <a:lnTo>
                    <a:pt x="2541232" y="57277"/>
                  </a:lnTo>
                  <a:lnTo>
                    <a:pt x="2522220" y="57277"/>
                  </a:lnTo>
                  <a:lnTo>
                    <a:pt x="2547442" y="107950"/>
                  </a:lnTo>
                  <a:lnTo>
                    <a:pt x="2566632" y="69850"/>
                  </a:lnTo>
                  <a:lnTo>
                    <a:pt x="2572969" y="572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24783" y="3057144"/>
              <a:ext cx="198119" cy="193548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10583" y="3057144"/>
              <a:ext cx="198120" cy="193548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224783" y="3557016"/>
              <a:ext cx="198119" cy="193548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58327" y="3557016"/>
              <a:ext cx="198120" cy="193548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2549651" y="4937760"/>
              <a:ext cx="1489710" cy="76200"/>
            </a:xfrm>
            <a:custGeom>
              <a:avLst/>
              <a:gdLst/>
              <a:ahLst/>
              <a:cxnLst/>
              <a:rect l="l" t="t" r="r" b="b"/>
              <a:pathLst>
                <a:path w="148971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4450"/>
                  </a:lnTo>
                  <a:lnTo>
                    <a:pt x="63500" y="44450"/>
                  </a:lnTo>
                  <a:lnTo>
                    <a:pt x="63500" y="31750"/>
                  </a:lnTo>
                  <a:lnTo>
                    <a:pt x="76200" y="31750"/>
                  </a:lnTo>
                  <a:lnTo>
                    <a:pt x="76200" y="0"/>
                  </a:lnTo>
                  <a:close/>
                </a:path>
                <a:path w="1489710" h="76200">
                  <a:moveTo>
                    <a:pt x="1413256" y="0"/>
                  </a:moveTo>
                  <a:lnTo>
                    <a:pt x="1413256" y="76200"/>
                  </a:lnTo>
                  <a:lnTo>
                    <a:pt x="1476756" y="44450"/>
                  </a:lnTo>
                  <a:lnTo>
                    <a:pt x="1425956" y="44450"/>
                  </a:lnTo>
                  <a:lnTo>
                    <a:pt x="1425956" y="31750"/>
                  </a:lnTo>
                  <a:lnTo>
                    <a:pt x="1476756" y="31750"/>
                  </a:lnTo>
                  <a:lnTo>
                    <a:pt x="1413256" y="0"/>
                  </a:lnTo>
                  <a:close/>
                </a:path>
                <a:path w="1489710" h="76200">
                  <a:moveTo>
                    <a:pt x="76200" y="31750"/>
                  </a:moveTo>
                  <a:lnTo>
                    <a:pt x="63500" y="31750"/>
                  </a:lnTo>
                  <a:lnTo>
                    <a:pt x="63500" y="44450"/>
                  </a:lnTo>
                  <a:lnTo>
                    <a:pt x="76200" y="44450"/>
                  </a:lnTo>
                  <a:lnTo>
                    <a:pt x="76200" y="31750"/>
                  </a:lnTo>
                  <a:close/>
                </a:path>
                <a:path w="1489710" h="76200">
                  <a:moveTo>
                    <a:pt x="1413256" y="31750"/>
                  </a:moveTo>
                  <a:lnTo>
                    <a:pt x="76200" y="31750"/>
                  </a:lnTo>
                  <a:lnTo>
                    <a:pt x="76200" y="44450"/>
                  </a:lnTo>
                  <a:lnTo>
                    <a:pt x="1413256" y="44450"/>
                  </a:lnTo>
                  <a:lnTo>
                    <a:pt x="1413256" y="31750"/>
                  </a:lnTo>
                  <a:close/>
                </a:path>
                <a:path w="1489710" h="76200">
                  <a:moveTo>
                    <a:pt x="1476756" y="31750"/>
                  </a:moveTo>
                  <a:lnTo>
                    <a:pt x="1425956" y="31750"/>
                  </a:lnTo>
                  <a:lnTo>
                    <a:pt x="1425956" y="44450"/>
                  </a:lnTo>
                  <a:lnTo>
                    <a:pt x="1476756" y="44450"/>
                  </a:lnTo>
                  <a:lnTo>
                    <a:pt x="1489456" y="38100"/>
                  </a:lnTo>
                  <a:lnTo>
                    <a:pt x="1476756" y="31750"/>
                  </a:lnTo>
                  <a:close/>
                </a:path>
              </a:pathLst>
            </a:custGeom>
            <a:solidFill>
              <a:srgbClr val="7C7C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3166872" y="4826507"/>
              <a:ext cx="253365" cy="299085"/>
            </a:xfrm>
            <a:custGeom>
              <a:avLst/>
              <a:gdLst/>
              <a:ahLst/>
              <a:cxnLst/>
              <a:rect l="l" t="t" r="r" b="b"/>
              <a:pathLst>
                <a:path w="253364" h="299085">
                  <a:moveTo>
                    <a:pt x="252984" y="0"/>
                  </a:moveTo>
                  <a:lnTo>
                    <a:pt x="0" y="0"/>
                  </a:lnTo>
                  <a:lnTo>
                    <a:pt x="0" y="298704"/>
                  </a:lnTo>
                  <a:lnTo>
                    <a:pt x="252984" y="298704"/>
                  </a:lnTo>
                  <a:lnTo>
                    <a:pt x="2529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2907791" y="5289804"/>
              <a:ext cx="772160" cy="76200"/>
            </a:xfrm>
            <a:custGeom>
              <a:avLst/>
              <a:gdLst/>
              <a:ahLst/>
              <a:cxnLst/>
              <a:rect l="l" t="t" r="r" b="b"/>
              <a:pathLst>
                <a:path w="77216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4450"/>
                  </a:lnTo>
                  <a:lnTo>
                    <a:pt x="63500" y="44450"/>
                  </a:lnTo>
                  <a:lnTo>
                    <a:pt x="63500" y="31750"/>
                  </a:lnTo>
                  <a:lnTo>
                    <a:pt x="76200" y="31750"/>
                  </a:lnTo>
                  <a:lnTo>
                    <a:pt x="76200" y="0"/>
                  </a:lnTo>
                  <a:close/>
                </a:path>
                <a:path w="772160" h="76200">
                  <a:moveTo>
                    <a:pt x="695833" y="0"/>
                  </a:moveTo>
                  <a:lnTo>
                    <a:pt x="695833" y="76200"/>
                  </a:lnTo>
                  <a:lnTo>
                    <a:pt x="759333" y="44450"/>
                  </a:lnTo>
                  <a:lnTo>
                    <a:pt x="708533" y="44450"/>
                  </a:lnTo>
                  <a:lnTo>
                    <a:pt x="708533" y="31750"/>
                  </a:lnTo>
                  <a:lnTo>
                    <a:pt x="759333" y="31750"/>
                  </a:lnTo>
                  <a:lnTo>
                    <a:pt x="695833" y="0"/>
                  </a:lnTo>
                  <a:close/>
                </a:path>
                <a:path w="772160" h="76200">
                  <a:moveTo>
                    <a:pt x="76200" y="31750"/>
                  </a:moveTo>
                  <a:lnTo>
                    <a:pt x="63500" y="31750"/>
                  </a:lnTo>
                  <a:lnTo>
                    <a:pt x="63500" y="44450"/>
                  </a:lnTo>
                  <a:lnTo>
                    <a:pt x="76200" y="44450"/>
                  </a:lnTo>
                  <a:lnTo>
                    <a:pt x="76200" y="31750"/>
                  </a:lnTo>
                  <a:close/>
                </a:path>
                <a:path w="772160" h="76200">
                  <a:moveTo>
                    <a:pt x="695833" y="31750"/>
                  </a:moveTo>
                  <a:lnTo>
                    <a:pt x="76200" y="31750"/>
                  </a:lnTo>
                  <a:lnTo>
                    <a:pt x="76200" y="44450"/>
                  </a:lnTo>
                  <a:lnTo>
                    <a:pt x="695833" y="44450"/>
                  </a:lnTo>
                  <a:lnTo>
                    <a:pt x="695833" y="31750"/>
                  </a:lnTo>
                  <a:close/>
                </a:path>
                <a:path w="772160" h="76200">
                  <a:moveTo>
                    <a:pt x="759333" y="31750"/>
                  </a:moveTo>
                  <a:lnTo>
                    <a:pt x="708533" y="31750"/>
                  </a:lnTo>
                  <a:lnTo>
                    <a:pt x="708533" y="44450"/>
                  </a:lnTo>
                  <a:lnTo>
                    <a:pt x="759333" y="44450"/>
                  </a:lnTo>
                  <a:lnTo>
                    <a:pt x="772033" y="38100"/>
                  </a:lnTo>
                  <a:lnTo>
                    <a:pt x="759333" y="31750"/>
                  </a:lnTo>
                  <a:close/>
                </a:path>
              </a:pathLst>
            </a:custGeom>
            <a:solidFill>
              <a:srgbClr val="7C7C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3171444" y="5178551"/>
              <a:ext cx="245745" cy="299085"/>
            </a:xfrm>
            <a:custGeom>
              <a:avLst/>
              <a:gdLst/>
              <a:ahLst/>
              <a:cxnLst/>
              <a:rect l="l" t="t" r="r" b="b"/>
              <a:pathLst>
                <a:path w="245745" h="299085">
                  <a:moveTo>
                    <a:pt x="245364" y="0"/>
                  </a:moveTo>
                  <a:lnTo>
                    <a:pt x="0" y="0"/>
                  </a:lnTo>
                  <a:lnTo>
                    <a:pt x="0" y="298704"/>
                  </a:lnTo>
                  <a:lnTo>
                    <a:pt x="245364" y="298704"/>
                  </a:lnTo>
                  <a:lnTo>
                    <a:pt x="2453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2907791" y="5638800"/>
              <a:ext cx="772160" cy="76200"/>
            </a:xfrm>
            <a:custGeom>
              <a:avLst/>
              <a:gdLst/>
              <a:ahLst/>
              <a:cxnLst/>
              <a:rect l="l" t="t" r="r" b="b"/>
              <a:pathLst>
                <a:path w="77216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4450"/>
                  </a:lnTo>
                  <a:lnTo>
                    <a:pt x="63500" y="44450"/>
                  </a:lnTo>
                  <a:lnTo>
                    <a:pt x="63500" y="31750"/>
                  </a:lnTo>
                  <a:lnTo>
                    <a:pt x="76200" y="31750"/>
                  </a:lnTo>
                  <a:lnTo>
                    <a:pt x="76200" y="0"/>
                  </a:lnTo>
                  <a:close/>
                </a:path>
                <a:path w="772160" h="76200">
                  <a:moveTo>
                    <a:pt x="695833" y="0"/>
                  </a:moveTo>
                  <a:lnTo>
                    <a:pt x="695833" y="76200"/>
                  </a:lnTo>
                  <a:lnTo>
                    <a:pt x="759333" y="44450"/>
                  </a:lnTo>
                  <a:lnTo>
                    <a:pt x="708533" y="44450"/>
                  </a:lnTo>
                  <a:lnTo>
                    <a:pt x="708533" y="31750"/>
                  </a:lnTo>
                  <a:lnTo>
                    <a:pt x="759333" y="31750"/>
                  </a:lnTo>
                  <a:lnTo>
                    <a:pt x="695833" y="0"/>
                  </a:lnTo>
                  <a:close/>
                </a:path>
                <a:path w="772160" h="76200">
                  <a:moveTo>
                    <a:pt x="76200" y="31750"/>
                  </a:moveTo>
                  <a:lnTo>
                    <a:pt x="63500" y="31750"/>
                  </a:lnTo>
                  <a:lnTo>
                    <a:pt x="63500" y="44450"/>
                  </a:lnTo>
                  <a:lnTo>
                    <a:pt x="76200" y="44450"/>
                  </a:lnTo>
                  <a:lnTo>
                    <a:pt x="76200" y="31750"/>
                  </a:lnTo>
                  <a:close/>
                </a:path>
                <a:path w="772160" h="76200">
                  <a:moveTo>
                    <a:pt x="695833" y="31750"/>
                  </a:moveTo>
                  <a:lnTo>
                    <a:pt x="76200" y="31750"/>
                  </a:lnTo>
                  <a:lnTo>
                    <a:pt x="76200" y="44450"/>
                  </a:lnTo>
                  <a:lnTo>
                    <a:pt x="695833" y="44450"/>
                  </a:lnTo>
                  <a:lnTo>
                    <a:pt x="695833" y="31750"/>
                  </a:lnTo>
                  <a:close/>
                </a:path>
                <a:path w="772160" h="76200">
                  <a:moveTo>
                    <a:pt x="759333" y="31750"/>
                  </a:moveTo>
                  <a:lnTo>
                    <a:pt x="708533" y="31750"/>
                  </a:lnTo>
                  <a:lnTo>
                    <a:pt x="708533" y="44450"/>
                  </a:lnTo>
                  <a:lnTo>
                    <a:pt x="759333" y="44450"/>
                  </a:lnTo>
                  <a:lnTo>
                    <a:pt x="772033" y="38100"/>
                  </a:lnTo>
                  <a:lnTo>
                    <a:pt x="759333" y="31750"/>
                  </a:lnTo>
                  <a:close/>
                </a:path>
              </a:pathLst>
            </a:custGeom>
            <a:solidFill>
              <a:srgbClr val="7C7C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3171444" y="5527548"/>
              <a:ext cx="245745" cy="299085"/>
            </a:xfrm>
            <a:custGeom>
              <a:avLst/>
              <a:gdLst/>
              <a:ahLst/>
              <a:cxnLst/>
              <a:rect l="l" t="t" r="r" b="b"/>
              <a:pathLst>
                <a:path w="245745" h="299085">
                  <a:moveTo>
                    <a:pt x="245364" y="0"/>
                  </a:moveTo>
                  <a:lnTo>
                    <a:pt x="0" y="0"/>
                  </a:lnTo>
                  <a:lnTo>
                    <a:pt x="0" y="298703"/>
                  </a:lnTo>
                  <a:lnTo>
                    <a:pt x="245364" y="298703"/>
                  </a:lnTo>
                  <a:lnTo>
                    <a:pt x="2453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4713732" y="4584192"/>
              <a:ext cx="2209800" cy="76200"/>
            </a:xfrm>
            <a:custGeom>
              <a:avLst/>
              <a:gdLst/>
              <a:ahLst/>
              <a:cxnLst/>
              <a:rect l="l" t="t" r="r" b="b"/>
              <a:pathLst>
                <a:path w="2209800" h="76200">
                  <a:moveTo>
                    <a:pt x="76200" y="0"/>
                  </a:moveTo>
                  <a:lnTo>
                    <a:pt x="0" y="38099"/>
                  </a:lnTo>
                  <a:lnTo>
                    <a:pt x="76200" y="76199"/>
                  </a:lnTo>
                  <a:lnTo>
                    <a:pt x="76200" y="44449"/>
                  </a:lnTo>
                  <a:lnTo>
                    <a:pt x="63500" y="44449"/>
                  </a:lnTo>
                  <a:lnTo>
                    <a:pt x="63500" y="31749"/>
                  </a:lnTo>
                  <a:lnTo>
                    <a:pt x="76200" y="31749"/>
                  </a:lnTo>
                  <a:lnTo>
                    <a:pt x="76200" y="0"/>
                  </a:lnTo>
                  <a:close/>
                </a:path>
                <a:path w="2209800" h="76200">
                  <a:moveTo>
                    <a:pt x="2133346" y="0"/>
                  </a:moveTo>
                  <a:lnTo>
                    <a:pt x="2133346" y="76199"/>
                  </a:lnTo>
                  <a:lnTo>
                    <a:pt x="2196846" y="44449"/>
                  </a:lnTo>
                  <a:lnTo>
                    <a:pt x="2146046" y="44449"/>
                  </a:lnTo>
                  <a:lnTo>
                    <a:pt x="2146046" y="31749"/>
                  </a:lnTo>
                  <a:lnTo>
                    <a:pt x="2196846" y="31749"/>
                  </a:lnTo>
                  <a:lnTo>
                    <a:pt x="2133346" y="0"/>
                  </a:lnTo>
                  <a:close/>
                </a:path>
                <a:path w="2209800" h="76200">
                  <a:moveTo>
                    <a:pt x="76200" y="31749"/>
                  </a:moveTo>
                  <a:lnTo>
                    <a:pt x="63500" y="31749"/>
                  </a:lnTo>
                  <a:lnTo>
                    <a:pt x="63500" y="44449"/>
                  </a:lnTo>
                  <a:lnTo>
                    <a:pt x="76200" y="44449"/>
                  </a:lnTo>
                  <a:lnTo>
                    <a:pt x="76200" y="31749"/>
                  </a:lnTo>
                  <a:close/>
                </a:path>
                <a:path w="2209800" h="76200">
                  <a:moveTo>
                    <a:pt x="2133346" y="31749"/>
                  </a:moveTo>
                  <a:lnTo>
                    <a:pt x="76200" y="31749"/>
                  </a:lnTo>
                  <a:lnTo>
                    <a:pt x="76200" y="44449"/>
                  </a:lnTo>
                  <a:lnTo>
                    <a:pt x="2133346" y="44449"/>
                  </a:lnTo>
                  <a:lnTo>
                    <a:pt x="2133346" y="31749"/>
                  </a:lnTo>
                  <a:close/>
                </a:path>
                <a:path w="2209800" h="76200">
                  <a:moveTo>
                    <a:pt x="2196846" y="31749"/>
                  </a:moveTo>
                  <a:lnTo>
                    <a:pt x="2146046" y="31749"/>
                  </a:lnTo>
                  <a:lnTo>
                    <a:pt x="2146046" y="44449"/>
                  </a:lnTo>
                  <a:lnTo>
                    <a:pt x="2196846" y="44449"/>
                  </a:lnTo>
                  <a:lnTo>
                    <a:pt x="2209546" y="38099"/>
                  </a:lnTo>
                  <a:lnTo>
                    <a:pt x="2196846" y="31749"/>
                  </a:lnTo>
                  <a:close/>
                </a:path>
              </a:pathLst>
            </a:custGeom>
            <a:solidFill>
              <a:srgbClr val="7C7C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5669279" y="4472939"/>
              <a:ext cx="245745" cy="299085"/>
            </a:xfrm>
            <a:custGeom>
              <a:avLst/>
              <a:gdLst/>
              <a:ahLst/>
              <a:cxnLst/>
              <a:rect l="l" t="t" r="r" b="b"/>
              <a:pathLst>
                <a:path w="245745" h="299085">
                  <a:moveTo>
                    <a:pt x="245363" y="0"/>
                  </a:moveTo>
                  <a:lnTo>
                    <a:pt x="0" y="0"/>
                  </a:lnTo>
                  <a:lnTo>
                    <a:pt x="0" y="298704"/>
                  </a:lnTo>
                  <a:lnTo>
                    <a:pt x="245363" y="298704"/>
                  </a:lnTo>
                  <a:lnTo>
                    <a:pt x="2453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2153412" y="4584191"/>
              <a:ext cx="7293609" cy="76200"/>
            </a:xfrm>
            <a:custGeom>
              <a:avLst/>
              <a:gdLst/>
              <a:ahLst/>
              <a:cxnLst/>
              <a:rect l="l" t="t" r="r" b="b"/>
              <a:pathLst>
                <a:path w="7293609" h="76200">
                  <a:moveTo>
                    <a:pt x="2282444" y="38100"/>
                  </a:moveTo>
                  <a:lnTo>
                    <a:pt x="2269744" y="31750"/>
                  </a:lnTo>
                  <a:lnTo>
                    <a:pt x="2206244" y="0"/>
                  </a:lnTo>
                  <a:lnTo>
                    <a:pt x="2206244" y="31750"/>
                  </a:lnTo>
                  <a:lnTo>
                    <a:pt x="76200" y="31750"/>
                  </a:lnTo>
                  <a:lnTo>
                    <a:pt x="76200" y="0"/>
                  </a:lnTo>
                  <a:lnTo>
                    <a:pt x="0" y="38100"/>
                  </a:lnTo>
                  <a:lnTo>
                    <a:pt x="76200" y="76200"/>
                  </a:lnTo>
                  <a:lnTo>
                    <a:pt x="76200" y="44450"/>
                  </a:lnTo>
                  <a:lnTo>
                    <a:pt x="2206244" y="44450"/>
                  </a:lnTo>
                  <a:lnTo>
                    <a:pt x="2206244" y="76200"/>
                  </a:lnTo>
                  <a:lnTo>
                    <a:pt x="2269744" y="44450"/>
                  </a:lnTo>
                  <a:lnTo>
                    <a:pt x="2282444" y="38100"/>
                  </a:lnTo>
                  <a:close/>
                </a:path>
                <a:path w="7293609" h="76200">
                  <a:moveTo>
                    <a:pt x="7293610" y="38100"/>
                  </a:moveTo>
                  <a:lnTo>
                    <a:pt x="7280910" y="31750"/>
                  </a:lnTo>
                  <a:lnTo>
                    <a:pt x="7217410" y="0"/>
                  </a:lnTo>
                  <a:lnTo>
                    <a:pt x="7217410" y="31750"/>
                  </a:lnTo>
                  <a:lnTo>
                    <a:pt x="5160264" y="31750"/>
                  </a:lnTo>
                  <a:lnTo>
                    <a:pt x="5160264" y="0"/>
                  </a:lnTo>
                  <a:lnTo>
                    <a:pt x="5084064" y="38100"/>
                  </a:lnTo>
                  <a:lnTo>
                    <a:pt x="5160264" y="76200"/>
                  </a:lnTo>
                  <a:lnTo>
                    <a:pt x="5160264" y="44450"/>
                  </a:lnTo>
                  <a:lnTo>
                    <a:pt x="7217410" y="44450"/>
                  </a:lnTo>
                  <a:lnTo>
                    <a:pt x="7217410" y="76200"/>
                  </a:lnTo>
                  <a:lnTo>
                    <a:pt x="7280910" y="44450"/>
                  </a:lnTo>
                  <a:lnTo>
                    <a:pt x="7293610" y="38100"/>
                  </a:lnTo>
                  <a:close/>
                </a:path>
              </a:pathLst>
            </a:custGeom>
            <a:solidFill>
              <a:srgbClr val="7C7C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3176015" y="4472939"/>
              <a:ext cx="234950" cy="299085"/>
            </a:xfrm>
            <a:custGeom>
              <a:avLst/>
              <a:gdLst/>
              <a:ahLst/>
              <a:cxnLst/>
              <a:rect l="l" t="t" r="r" b="b"/>
              <a:pathLst>
                <a:path w="234950" h="299085">
                  <a:moveTo>
                    <a:pt x="234695" y="0"/>
                  </a:moveTo>
                  <a:lnTo>
                    <a:pt x="0" y="0"/>
                  </a:lnTo>
                  <a:lnTo>
                    <a:pt x="0" y="298704"/>
                  </a:lnTo>
                  <a:lnTo>
                    <a:pt x="234695" y="298704"/>
                  </a:lnTo>
                  <a:lnTo>
                    <a:pt x="2346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/>
          <p:cNvSpPr txBox="1"/>
          <p:nvPr/>
        </p:nvSpPr>
        <p:spPr>
          <a:xfrm>
            <a:off x="8968867" y="3782059"/>
            <a:ext cx="476884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 i="1">
                <a:latin typeface="Arial"/>
                <a:cs typeface="Arial"/>
              </a:rPr>
              <a:t>Recycle</a:t>
            </a:r>
            <a:endParaRPr sz="10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180079" y="4403018"/>
            <a:ext cx="229870" cy="143319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2000" spc="-50">
                <a:solidFill>
                  <a:srgbClr val="165C2C"/>
                </a:solidFill>
                <a:latin typeface="Segoe UI Symbol"/>
                <a:cs typeface="Segoe UI Symbol"/>
              </a:rPr>
              <a:t>✔</a:t>
            </a:r>
            <a:endParaRPr sz="20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sz="2000" spc="-50">
                <a:solidFill>
                  <a:srgbClr val="165C2C"/>
                </a:solidFill>
                <a:latin typeface="Segoe UI Symbol"/>
                <a:cs typeface="Segoe UI Symbol"/>
              </a:rPr>
              <a:t>✔</a:t>
            </a:r>
            <a:endParaRPr sz="20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2000" spc="-50">
                <a:solidFill>
                  <a:srgbClr val="165C2C"/>
                </a:solidFill>
                <a:latin typeface="Segoe UI Symbol"/>
                <a:cs typeface="Segoe UI Symbol"/>
              </a:rPr>
              <a:t>✔</a:t>
            </a:r>
            <a:endParaRPr sz="20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2000" spc="-50">
                <a:solidFill>
                  <a:srgbClr val="165C2C"/>
                </a:solidFill>
                <a:latin typeface="Segoe UI Symbol"/>
                <a:cs typeface="Segoe UI Symbol"/>
              </a:rPr>
              <a:t>✔</a:t>
            </a:r>
            <a:endParaRPr sz="2000">
              <a:latin typeface="Segoe UI Symbol"/>
              <a:cs typeface="Segoe UI Symbol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4713732" y="4826508"/>
            <a:ext cx="2209800" cy="1003300"/>
            <a:chOff x="4713732" y="4826508"/>
            <a:chExt cx="2209800" cy="1003300"/>
          </a:xfrm>
        </p:grpSpPr>
        <p:sp>
          <p:nvSpPr>
            <p:cNvPr id="53" name="object 53"/>
            <p:cNvSpPr/>
            <p:nvPr/>
          </p:nvSpPr>
          <p:spPr>
            <a:xfrm>
              <a:off x="4713732" y="4937760"/>
              <a:ext cx="2209800" cy="76200"/>
            </a:xfrm>
            <a:custGeom>
              <a:avLst/>
              <a:gdLst/>
              <a:ahLst/>
              <a:cxnLst/>
              <a:rect l="l" t="t" r="r" b="b"/>
              <a:pathLst>
                <a:path w="22098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4450"/>
                  </a:lnTo>
                  <a:lnTo>
                    <a:pt x="63500" y="44450"/>
                  </a:lnTo>
                  <a:lnTo>
                    <a:pt x="63500" y="31750"/>
                  </a:lnTo>
                  <a:lnTo>
                    <a:pt x="76200" y="31750"/>
                  </a:lnTo>
                  <a:lnTo>
                    <a:pt x="76200" y="0"/>
                  </a:lnTo>
                  <a:close/>
                </a:path>
                <a:path w="2209800" h="76200">
                  <a:moveTo>
                    <a:pt x="2133346" y="0"/>
                  </a:moveTo>
                  <a:lnTo>
                    <a:pt x="2133346" y="76200"/>
                  </a:lnTo>
                  <a:lnTo>
                    <a:pt x="2196846" y="44450"/>
                  </a:lnTo>
                  <a:lnTo>
                    <a:pt x="2146046" y="44450"/>
                  </a:lnTo>
                  <a:lnTo>
                    <a:pt x="2146046" y="31750"/>
                  </a:lnTo>
                  <a:lnTo>
                    <a:pt x="2196846" y="31750"/>
                  </a:lnTo>
                  <a:lnTo>
                    <a:pt x="2133346" y="0"/>
                  </a:lnTo>
                  <a:close/>
                </a:path>
                <a:path w="2209800" h="76200">
                  <a:moveTo>
                    <a:pt x="76200" y="31750"/>
                  </a:moveTo>
                  <a:lnTo>
                    <a:pt x="63500" y="31750"/>
                  </a:lnTo>
                  <a:lnTo>
                    <a:pt x="63500" y="44450"/>
                  </a:lnTo>
                  <a:lnTo>
                    <a:pt x="76200" y="44450"/>
                  </a:lnTo>
                  <a:lnTo>
                    <a:pt x="76200" y="31750"/>
                  </a:lnTo>
                  <a:close/>
                </a:path>
                <a:path w="2209800" h="76200">
                  <a:moveTo>
                    <a:pt x="2133346" y="31750"/>
                  </a:moveTo>
                  <a:lnTo>
                    <a:pt x="76200" y="31750"/>
                  </a:lnTo>
                  <a:lnTo>
                    <a:pt x="76200" y="44450"/>
                  </a:lnTo>
                  <a:lnTo>
                    <a:pt x="2133346" y="44450"/>
                  </a:lnTo>
                  <a:lnTo>
                    <a:pt x="2133346" y="31750"/>
                  </a:lnTo>
                  <a:close/>
                </a:path>
                <a:path w="2209800" h="76200">
                  <a:moveTo>
                    <a:pt x="2196846" y="31750"/>
                  </a:moveTo>
                  <a:lnTo>
                    <a:pt x="2146046" y="31750"/>
                  </a:lnTo>
                  <a:lnTo>
                    <a:pt x="2146046" y="44450"/>
                  </a:lnTo>
                  <a:lnTo>
                    <a:pt x="2196846" y="44450"/>
                  </a:lnTo>
                  <a:lnTo>
                    <a:pt x="2209546" y="38100"/>
                  </a:lnTo>
                  <a:lnTo>
                    <a:pt x="2196846" y="31750"/>
                  </a:lnTo>
                  <a:close/>
                </a:path>
              </a:pathLst>
            </a:custGeom>
            <a:solidFill>
              <a:srgbClr val="7C7C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5669280" y="4826508"/>
              <a:ext cx="245745" cy="299085"/>
            </a:xfrm>
            <a:custGeom>
              <a:avLst/>
              <a:gdLst/>
              <a:ahLst/>
              <a:cxnLst/>
              <a:rect l="l" t="t" r="r" b="b"/>
              <a:pathLst>
                <a:path w="245745" h="299085">
                  <a:moveTo>
                    <a:pt x="245363" y="0"/>
                  </a:moveTo>
                  <a:lnTo>
                    <a:pt x="0" y="0"/>
                  </a:lnTo>
                  <a:lnTo>
                    <a:pt x="0" y="298704"/>
                  </a:lnTo>
                  <a:lnTo>
                    <a:pt x="245363" y="298704"/>
                  </a:lnTo>
                  <a:lnTo>
                    <a:pt x="2453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5135880" y="5641848"/>
              <a:ext cx="1367790" cy="76200"/>
            </a:xfrm>
            <a:custGeom>
              <a:avLst/>
              <a:gdLst/>
              <a:ahLst/>
              <a:cxnLst/>
              <a:rect l="l" t="t" r="r" b="b"/>
              <a:pathLst>
                <a:path w="1367790" h="76200">
                  <a:moveTo>
                    <a:pt x="76200" y="0"/>
                  </a:moveTo>
                  <a:lnTo>
                    <a:pt x="0" y="38099"/>
                  </a:lnTo>
                  <a:lnTo>
                    <a:pt x="76200" y="76199"/>
                  </a:lnTo>
                  <a:lnTo>
                    <a:pt x="76200" y="44449"/>
                  </a:lnTo>
                  <a:lnTo>
                    <a:pt x="63500" y="44449"/>
                  </a:lnTo>
                  <a:lnTo>
                    <a:pt x="63500" y="31749"/>
                  </a:lnTo>
                  <a:lnTo>
                    <a:pt x="76200" y="31749"/>
                  </a:lnTo>
                  <a:lnTo>
                    <a:pt x="76200" y="0"/>
                  </a:lnTo>
                  <a:close/>
                </a:path>
                <a:path w="1367790" h="76200">
                  <a:moveTo>
                    <a:pt x="1291463" y="0"/>
                  </a:moveTo>
                  <a:lnTo>
                    <a:pt x="1291463" y="76199"/>
                  </a:lnTo>
                  <a:lnTo>
                    <a:pt x="1354963" y="44449"/>
                  </a:lnTo>
                  <a:lnTo>
                    <a:pt x="1304163" y="44449"/>
                  </a:lnTo>
                  <a:lnTo>
                    <a:pt x="1304163" y="31749"/>
                  </a:lnTo>
                  <a:lnTo>
                    <a:pt x="1354963" y="31749"/>
                  </a:lnTo>
                  <a:lnTo>
                    <a:pt x="1291463" y="0"/>
                  </a:lnTo>
                  <a:close/>
                </a:path>
                <a:path w="1367790" h="76200">
                  <a:moveTo>
                    <a:pt x="76200" y="31749"/>
                  </a:moveTo>
                  <a:lnTo>
                    <a:pt x="63500" y="31749"/>
                  </a:lnTo>
                  <a:lnTo>
                    <a:pt x="63500" y="44449"/>
                  </a:lnTo>
                  <a:lnTo>
                    <a:pt x="76200" y="44449"/>
                  </a:lnTo>
                  <a:lnTo>
                    <a:pt x="76200" y="31749"/>
                  </a:lnTo>
                  <a:close/>
                </a:path>
                <a:path w="1367790" h="76200">
                  <a:moveTo>
                    <a:pt x="1291463" y="31749"/>
                  </a:moveTo>
                  <a:lnTo>
                    <a:pt x="76200" y="31749"/>
                  </a:lnTo>
                  <a:lnTo>
                    <a:pt x="76200" y="44449"/>
                  </a:lnTo>
                  <a:lnTo>
                    <a:pt x="1291463" y="44449"/>
                  </a:lnTo>
                  <a:lnTo>
                    <a:pt x="1291463" y="31749"/>
                  </a:lnTo>
                  <a:close/>
                </a:path>
                <a:path w="1367790" h="76200">
                  <a:moveTo>
                    <a:pt x="1354963" y="31749"/>
                  </a:moveTo>
                  <a:lnTo>
                    <a:pt x="1304163" y="31749"/>
                  </a:lnTo>
                  <a:lnTo>
                    <a:pt x="1304163" y="44449"/>
                  </a:lnTo>
                  <a:lnTo>
                    <a:pt x="1354963" y="44449"/>
                  </a:lnTo>
                  <a:lnTo>
                    <a:pt x="1367663" y="38099"/>
                  </a:lnTo>
                  <a:lnTo>
                    <a:pt x="1354963" y="31749"/>
                  </a:lnTo>
                  <a:close/>
                </a:path>
              </a:pathLst>
            </a:custGeom>
            <a:solidFill>
              <a:srgbClr val="7C7C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5692140" y="5530596"/>
              <a:ext cx="253365" cy="299085"/>
            </a:xfrm>
            <a:custGeom>
              <a:avLst/>
              <a:gdLst/>
              <a:ahLst/>
              <a:cxnLst/>
              <a:rect l="l" t="t" r="r" b="b"/>
              <a:pathLst>
                <a:path w="253364" h="299085">
                  <a:moveTo>
                    <a:pt x="252984" y="0"/>
                  </a:moveTo>
                  <a:lnTo>
                    <a:pt x="0" y="0"/>
                  </a:lnTo>
                  <a:lnTo>
                    <a:pt x="0" y="298703"/>
                  </a:lnTo>
                  <a:lnTo>
                    <a:pt x="252984" y="298703"/>
                  </a:lnTo>
                  <a:lnTo>
                    <a:pt x="2529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/>
          <p:cNvSpPr txBox="1"/>
          <p:nvPr/>
        </p:nvSpPr>
        <p:spPr>
          <a:xfrm>
            <a:off x="5678170" y="4403526"/>
            <a:ext cx="256540" cy="143573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2000" spc="-50">
                <a:solidFill>
                  <a:srgbClr val="165C2C"/>
                </a:solidFill>
                <a:latin typeface="Segoe UI Symbol"/>
                <a:cs typeface="Segoe UI Symbol"/>
              </a:rPr>
              <a:t>✔</a:t>
            </a:r>
            <a:endParaRPr sz="20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sz="2000" spc="-50">
                <a:solidFill>
                  <a:srgbClr val="165C2C"/>
                </a:solidFill>
                <a:latin typeface="Segoe UI Symbol"/>
                <a:cs typeface="Segoe UI Symbol"/>
              </a:rPr>
              <a:t>✔</a:t>
            </a:r>
            <a:endParaRPr sz="2000">
              <a:latin typeface="Segoe UI Symbol"/>
              <a:cs typeface="Segoe UI Symbol"/>
            </a:endParaRPr>
          </a:p>
          <a:p>
            <a:pPr marL="17145">
              <a:lnSpc>
                <a:spcPct val="100000"/>
              </a:lnSpc>
              <a:spcBef>
                <a:spcPts val="125"/>
              </a:spcBef>
            </a:pPr>
            <a:r>
              <a:rPr dirty="0" sz="2400" spc="-50">
                <a:solidFill>
                  <a:srgbClr val="DF2F1E"/>
                </a:solidFill>
                <a:latin typeface="Segoe UI Symbol"/>
                <a:cs typeface="Segoe UI Symbol"/>
              </a:rPr>
              <a:t>🗶</a:t>
            </a:r>
            <a:endParaRPr sz="2400">
              <a:latin typeface="Segoe UI Symbol"/>
              <a:cs typeface="Segoe UI Symbol"/>
            </a:endParaRPr>
          </a:p>
          <a:p>
            <a:pPr marL="39370">
              <a:lnSpc>
                <a:spcPct val="100000"/>
              </a:lnSpc>
              <a:spcBef>
                <a:spcPts val="140"/>
              </a:spcBef>
            </a:pPr>
            <a:r>
              <a:rPr dirty="0" sz="2000" spc="-50">
                <a:solidFill>
                  <a:srgbClr val="165C2C"/>
                </a:solidFill>
                <a:latin typeface="Segoe UI Symbol"/>
                <a:cs typeface="Segoe UI Symbol"/>
              </a:rPr>
              <a:t>✔</a:t>
            </a:r>
            <a:endParaRPr sz="2000">
              <a:latin typeface="Segoe UI Symbol"/>
              <a:cs typeface="Segoe UI Symbol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7237476" y="4826508"/>
            <a:ext cx="2209800" cy="1003300"/>
            <a:chOff x="7237476" y="4826508"/>
            <a:chExt cx="2209800" cy="1003300"/>
          </a:xfrm>
        </p:grpSpPr>
        <p:sp>
          <p:nvSpPr>
            <p:cNvPr id="59" name="object 59"/>
            <p:cNvSpPr/>
            <p:nvPr/>
          </p:nvSpPr>
          <p:spPr>
            <a:xfrm>
              <a:off x="7237476" y="4937760"/>
              <a:ext cx="2209800" cy="76200"/>
            </a:xfrm>
            <a:custGeom>
              <a:avLst/>
              <a:gdLst/>
              <a:ahLst/>
              <a:cxnLst/>
              <a:rect l="l" t="t" r="r" b="b"/>
              <a:pathLst>
                <a:path w="22098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4450"/>
                  </a:lnTo>
                  <a:lnTo>
                    <a:pt x="63500" y="44450"/>
                  </a:lnTo>
                  <a:lnTo>
                    <a:pt x="63500" y="31750"/>
                  </a:lnTo>
                  <a:lnTo>
                    <a:pt x="76200" y="31750"/>
                  </a:lnTo>
                  <a:lnTo>
                    <a:pt x="76200" y="0"/>
                  </a:lnTo>
                  <a:close/>
                </a:path>
                <a:path w="2209800" h="76200">
                  <a:moveTo>
                    <a:pt x="2133346" y="0"/>
                  </a:moveTo>
                  <a:lnTo>
                    <a:pt x="2133346" y="76200"/>
                  </a:lnTo>
                  <a:lnTo>
                    <a:pt x="2196846" y="44450"/>
                  </a:lnTo>
                  <a:lnTo>
                    <a:pt x="2146046" y="44450"/>
                  </a:lnTo>
                  <a:lnTo>
                    <a:pt x="2146046" y="31750"/>
                  </a:lnTo>
                  <a:lnTo>
                    <a:pt x="2196846" y="31750"/>
                  </a:lnTo>
                  <a:lnTo>
                    <a:pt x="2133346" y="0"/>
                  </a:lnTo>
                  <a:close/>
                </a:path>
                <a:path w="2209800" h="76200">
                  <a:moveTo>
                    <a:pt x="76200" y="31750"/>
                  </a:moveTo>
                  <a:lnTo>
                    <a:pt x="63500" y="31750"/>
                  </a:lnTo>
                  <a:lnTo>
                    <a:pt x="63500" y="44450"/>
                  </a:lnTo>
                  <a:lnTo>
                    <a:pt x="76200" y="44450"/>
                  </a:lnTo>
                  <a:lnTo>
                    <a:pt x="76200" y="31750"/>
                  </a:lnTo>
                  <a:close/>
                </a:path>
                <a:path w="2209800" h="76200">
                  <a:moveTo>
                    <a:pt x="2133346" y="31750"/>
                  </a:moveTo>
                  <a:lnTo>
                    <a:pt x="76200" y="31750"/>
                  </a:lnTo>
                  <a:lnTo>
                    <a:pt x="76200" y="44450"/>
                  </a:lnTo>
                  <a:lnTo>
                    <a:pt x="2133346" y="44450"/>
                  </a:lnTo>
                  <a:lnTo>
                    <a:pt x="2133346" y="31750"/>
                  </a:lnTo>
                  <a:close/>
                </a:path>
                <a:path w="2209800" h="76200">
                  <a:moveTo>
                    <a:pt x="2196846" y="31750"/>
                  </a:moveTo>
                  <a:lnTo>
                    <a:pt x="2146046" y="31750"/>
                  </a:lnTo>
                  <a:lnTo>
                    <a:pt x="2146046" y="44450"/>
                  </a:lnTo>
                  <a:lnTo>
                    <a:pt x="2196846" y="44450"/>
                  </a:lnTo>
                  <a:lnTo>
                    <a:pt x="2209546" y="38100"/>
                  </a:lnTo>
                  <a:lnTo>
                    <a:pt x="2196846" y="31750"/>
                  </a:lnTo>
                  <a:close/>
                </a:path>
              </a:pathLst>
            </a:custGeom>
            <a:solidFill>
              <a:srgbClr val="7C7C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8049768" y="4826508"/>
              <a:ext cx="542925" cy="299085"/>
            </a:xfrm>
            <a:custGeom>
              <a:avLst/>
              <a:gdLst/>
              <a:ahLst/>
              <a:cxnLst/>
              <a:rect l="l" t="t" r="r" b="b"/>
              <a:pathLst>
                <a:path w="542925" h="299085">
                  <a:moveTo>
                    <a:pt x="542544" y="0"/>
                  </a:moveTo>
                  <a:lnTo>
                    <a:pt x="0" y="0"/>
                  </a:lnTo>
                  <a:lnTo>
                    <a:pt x="0" y="298704"/>
                  </a:lnTo>
                  <a:lnTo>
                    <a:pt x="542544" y="298704"/>
                  </a:lnTo>
                  <a:lnTo>
                    <a:pt x="5425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7237476" y="5641848"/>
              <a:ext cx="2209800" cy="76200"/>
            </a:xfrm>
            <a:custGeom>
              <a:avLst/>
              <a:gdLst/>
              <a:ahLst/>
              <a:cxnLst/>
              <a:rect l="l" t="t" r="r" b="b"/>
              <a:pathLst>
                <a:path w="2209800" h="76200">
                  <a:moveTo>
                    <a:pt x="76200" y="0"/>
                  </a:moveTo>
                  <a:lnTo>
                    <a:pt x="0" y="38099"/>
                  </a:lnTo>
                  <a:lnTo>
                    <a:pt x="76200" y="76199"/>
                  </a:lnTo>
                  <a:lnTo>
                    <a:pt x="76200" y="44449"/>
                  </a:lnTo>
                  <a:lnTo>
                    <a:pt x="63500" y="44449"/>
                  </a:lnTo>
                  <a:lnTo>
                    <a:pt x="63500" y="31749"/>
                  </a:lnTo>
                  <a:lnTo>
                    <a:pt x="76200" y="31749"/>
                  </a:lnTo>
                  <a:lnTo>
                    <a:pt x="76200" y="0"/>
                  </a:lnTo>
                  <a:close/>
                </a:path>
                <a:path w="2209800" h="76200">
                  <a:moveTo>
                    <a:pt x="2133346" y="0"/>
                  </a:moveTo>
                  <a:lnTo>
                    <a:pt x="2133346" y="76199"/>
                  </a:lnTo>
                  <a:lnTo>
                    <a:pt x="2196846" y="44449"/>
                  </a:lnTo>
                  <a:lnTo>
                    <a:pt x="2146046" y="44449"/>
                  </a:lnTo>
                  <a:lnTo>
                    <a:pt x="2146046" y="31749"/>
                  </a:lnTo>
                  <a:lnTo>
                    <a:pt x="2196846" y="31749"/>
                  </a:lnTo>
                  <a:lnTo>
                    <a:pt x="2133346" y="0"/>
                  </a:lnTo>
                  <a:close/>
                </a:path>
                <a:path w="2209800" h="76200">
                  <a:moveTo>
                    <a:pt x="76200" y="31749"/>
                  </a:moveTo>
                  <a:lnTo>
                    <a:pt x="63500" y="31749"/>
                  </a:lnTo>
                  <a:lnTo>
                    <a:pt x="63500" y="44449"/>
                  </a:lnTo>
                  <a:lnTo>
                    <a:pt x="76200" y="44449"/>
                  </a:lnTo>
                  <a:lnTo>
                    <a:pt x="76200" y="31749"/>
                  </a:lnTo>
                  <a:close/>
                </a:path>
                <a:path w="2209800" h="76200">
                  <a:moveTo>
                    <a:pt x="2133346" y="31749"/>
                  </a:moveTo>
                  <a:lnTo>
                    <a:pt x="76200" y="31749"/>
                  </a:lnTo>
                  <a:lnTo>
                    <a:pt x="76200" y="44449"/>
                  </a:lnTo>
                  <a:lnTo>
                    <a:pt x="2133346" y="44449"/>
                  </a:lnTo>
                  <a:lnTo>
                    <a:pt x="2133346" y="31749"/>
                  </a:lnTo>
                  <a:close/>
                </a:path>
                <a:path w="2209800" h="76200">
                  <a:moveTo>
                    <a:pt x="2196846" y="31749"/>
                  </a:moveTo>
                  <a:lnTo>
                    <a:pt x="2146046" y="31749"/>
                  </a:lnTo>
                  <a:lnTo>
                    <a:pt x="2146046" y="44449"/>
                  </a:lnTo>
                  <a:lnTo>
                    <a:pt x="2196846" y="44449"/>
                  </a:lnTo>
                  <a:lnTo>
                    <a:pt x="2209546" y="38099"/>
                  </a:lnTo>
                  <a:lnTo>
                    <a:pt x="2196846" y="31749"/>
                  </a:lnTo>
                  <a:close/>
                </a:path>
              </a:pathLst>
            </a:custGeom>
            <a:solidFill>
              <a:srgbClr val="7C7C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8191500" y="5530596"/>
              <a:ext cx="245745" cy="299085"/>
            </a:xfrm>
            <a:custGeom>
              <a:avLst/>
              <a:gdLst/>
              <a:ahLst/>
              <a:cxnLst/>
              <a:rect l="l" t="t" r="r" b="b"/>
              <a:pathLst>
                <a:path w="245745" h="299085">
                  <a:moveTo>
                    <a:pt x="245364" y="0"/>
                  </a:moveTo>
                  <a:lnTo>
                    <a:pt x="0" y="0"/>
                  </a:lnTo>
                  <a:lnTo>
                    <a:pt x="0" y="298703"/>
                  </a:lnTo>
                  <a:lnTo>
                    <a:pt x="245364" y="298703"/>
                  </a:lnTo>
                  <a:lnTo>
                    <a:pt x="2453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3" name="object 63"/>
          <p:cNvSpPr txBox="1"/>
          <p:nvPr/>
        </p:nvSpPr>
        <p:spPr>
          <a:xfrm>
            <a:off x="8201025" y="5508142"/>
            <a:ext cx="2292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0">
                <a:solidFill>
                  <a:srgbClr val="165C2C"/>
                </a:solidFill>
                <a:latin typeface="Segoe UI Symbol"/>
                <a:cs typeface="Segoe UI Symbol"/>
              </a:rPr>
              <a:t>✔</a:t>
            </a:r>
            <a:endParaRPr sz="2000">
              <a:latin typeface="Segoe UI Symbol"/>
              <a:cs typeface="Segoe UI Symbol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438912" y="4472940"/>
            <a:ext cx="1554480" cy="299085"/>
          </a:xfrm>
          <a:custGeom>
            <a:avLst/>
            <a:gdLst/>
            <a:ahLst/>
            <a:cxnLst/>
            <a:rect l="l" t="t" r="r" b="b"/>
            <a:pathLst>
              <a:path w="1554480" h="299085">
                <a:moveTo>
                  <a:pt x="1554480" y="0"/>
                </a:moveTo>
                <a:lnTo>
                  <a:pt x="0" y="0"/>
                </a:lnTo>
                <a:lnTo>
                  <a:pt x="0" y="298704"/>
                </a:lnTo>
                <a:lnTo>
                  <a:pt x="1554480" y="298704"/>
                </a:lnTo>
                <a:lnTo>
                  <a:pt x="155448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438912" y="4515104"/>
            <a:ext cx="15544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271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521010"/>
                </a:solidFill>
                <a:latin typeface="Arial"/>
                <a:cs typeface="Arial"/>
              </a:rPr>
              <a:t>Leasing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438912" y="4826508"/>
            <a:ext cx="1554480" cy="299085"/>
          </a:xfrm>
          <a:custGeom>
            <a:avLst/>
            <a:gdLst/>
            <a:ahLst/>
            <a:cxnLst/>
            <a:rect l="l" t="t" r="r" b="b"/>
            <a:pathLst>
              <a:path w="1554480" h="299085">
                <a:moveTo>
                  <a:pt x="1554480" y="0"/>
                </a:moveTo>
                <a:lnTo>
                  <a:pt x="0" y="0"/>
                </a:lnTo>
                <a:lnTo>
                  <a:pt x="0" y="298704"/>
                </a:lnTo>
                <a:lnTo>
                  <a:pt x="1554480" y="298704"/>
                </a:lnTo>
                <a:lnTo>
                  <a:pt x="155448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438912" y="4867097"/>
            <a:ext cx="155448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72135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A21F1F"/>
                </a:solidFill>
                <a:latin typeface="Arial"/>
                <a:cs typeface="Arial"/>
              </a:rPr>
              <a:t>Subscription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438912" y="5178552"/>
            <a:ext cx="1554480" cy="299085"/>
          </a:xfrm>
          <a:custGeom>
            <a:avLst/>
            <a:gdLst/>
            <a:ahLst/>
            <a:cxnLst/>
            <a:rect l="l" t="t" r="r" b="b"/>
            <a:pathLst>
              <a:path w="1554480" h="299085">
                <a:moveTo>
                  <a:pt x="1554480" y="0"/>
                </a:moveTo>
                <a:lnTo>
                  <a:pt x="0" y="0"/>
                </a:lnTo>
                <a:lnTo>
                  <a:pt x="0" y="298704"/>
                </a:lnTo>
                <a:lnTo>
                  <a:pt x="1554480" y="298704"/>
                </a:lnTo>
                <a:lnTo>
                  <a:pt x="155448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 txBox="1"/>
          <p:nvPr/>
        </p:nvSpPr>
        <p:spPr>
          <a:xfrm>
            <a:off x="438912" y="5220080"/>
            <a:ext cx="15544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4191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BA2740"/>
                </a:solidFill>
                <a:latin typeface="Arial"/>
                <a:cs typeface="Arial"/>
              </a:rPr>
              <a:t>Rental</a:t>
            </a:r>
            <a:endParaRPr sz="1200">
              <a:latin typeface="Arial"/>
              <a:cs typeface="Arial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438912" y="5539740"/>
            <a:ext cx="1554480" cy="299085"/>
          </a:xfrm>
          <a:custGeom>
            <a:avLst/>
            <a:gdLst/>
            <a:ahLst/>
            <a:cxnLst/>
            <a:rect l="l" t="t" r="r" b="b"/>
            <a:pathLst>
              <a:path w="1554480" h="299085">
                <a:moveTo>
                  <a:pt x="1554480" y="0"/>
                </a:moveTo>
                <a:lnTo>
                  <a:pt x="0" y="0"/>
                </a:lnTo>
                <a:lnTo>
                  <a:pt x="0" y="298704"/>
                </a:lnTo>
                <a:lnTo>
                  <a:pt x="1554480" y="298704"/>
                </a:lnTo>
                <a:lnTo>
                  <a:pt x="155448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 txBox="1"/>
          <p:nvPr/>
        </p:nvSpPr>
        <p:spPr>
          <a:xfrm>
            <a:off x="438912" y="5581599"/>
            <a:ext cx="15544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57225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DB526A"/>
                </a:solidFill>
                <a:latin typeface="Arial"/>
                <a:cs typeface="Arial"/>
              </a:rPr>
              <a:t>Car</a:t>
            </a:r>
            <a:r>
              <a:rPr dirty="0" sz="1200" spc="-30" b="1">
                <a:solidFill>
                  <a:srgbClr val="DB526A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DB526A"/>
                </a:solidFill>
                <a:latin typeface="Arial"/>
                <a:cs typeface="Arial"/>
              </a:rPr>
              <a:t>sharing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8590915" y="4422140"/>
            <a:ext cx="11557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7C7C7C"/>
                </a:solidFill>
                <a:latin typeface="Arial"/>
                <a:cs typeface="Arial"/>
              </a:rPr>
              <a:t>2)</a:t>
            </a:r>
            <a:endParaRPr sz="800">
              <a:latin typeface="Arial"/>
              <a:cs typeface="Arial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8068056" y="4799076"/>
            <a:ext cx="548640" cy="299085"/>
          </a:xfrm>
          <a:custGeom>
            <a:avLst/>
            <a:gdLst/>
            <a:ahLst/>
            <a:cxnLst/>
            <a:rect l="l" t="t" r="r" b="b"/>
            <a:pathLst>
              <a:path w="548640" h="299085">
                <a:moveTo>
                  <a:pt x="548640" y="0"/>
                </a:moveTo>
                <a:lnTo>
                  <a:pt x="0" y="0"/>
                </a:lnTo>
                <a:lnTo>
                  <a:pt x="0" y="298704"/>
                </a:lnTo>
                <a:lnTo>
                  <a:pt x="548640" y="298704"/>
                </a:lnTo>
                <a:lnTo>
                  <a:pt x="5486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 txBox="1"/>
          <p:nvPr/>
        </p:nvSpPr>
        <p:spPr>
          <a:xfrm>
            <a:off x="8116569" y="4741579"/>
            <a:ext cx="615315" cy="775335"/>
          </a:xfrm>
          <a:prstGeom prst="rect">
            <a:avLst/>
          </a:prstGeom>
        </p:spPr>
        <p:txBody>
          <a:bodyPr wrap="square" lIns="0" tIns="4889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84"/>
              </a:spcBef>
            </a:pPr>
            <a:r>
              <a:rPr dirty="0" sz="2000">
                <a:solidFill>
                  <a:srgbClr val="165C2C"/>
                </a:solidFill>
                <a:latin typeface="Arial"/>
                <a:cs typeface="Arial"/>
              </a:rPr>
              <a:t>(</a:t>
            </a:r>
            <a:r>
              <a:rPr dirty="0" sz="2000">
                <a:solidFill>
                  <a:srgbClr val="165C2C"/>
                </a:solidFill>
                <a:latin typeface="Segoe UI Symbol"/>
                <a:cs typeface="Segoe UI Symbol"/>
              </a:rPr>
              <a:t>✔</a:t>
            </a:r>
            <a:r>
              <a:rPr dirty="0" sz="2000">
                <a:solidFill>
                  <a:srgbClr val="165C2C"/>
                </a:solidFill>
                <a:latin typeface="Arial"/>
                <a:cs typeface="Arial"/>
              </a:rPr>
              <a:t>)</a:t>
            </a:r>
            <a:r>
              <a:rPr dirty="0" sz="2000" spc="30">
                <a:solidFill>
                  <a:srgbClr val="165C2C"/>
                </a:solidFill>
                <a:latin typeface="Arial"/>
                <a:cs typeface="Arial"/>
              </a:rPr>
              <a:t> </a:t>
            </a:r>
            <a:r>
              <a:rPr dirty="0" baseline="72916" sz="1200" spc="-37">
                <a:solidFill>
                  <a:srgbClr val="7C7C7C"/>
                </a:solidFill>
                <a:latin typeface="Arial"/>
                <a:cs typeface="Arial"/>
              </a:rPr>
              <a:t>3)</a:t>
            </a:r>
            <a:endParaRPr baseline="72916" sz="1200">
              <a:latin typeface="Arial"/>
              <a:cs typeface="Arial"/>
            </a:endParaRPr>
          </a:p>
          <a:p>
            <a:pPr marL="128905">
              <a:lnSpc>
                <a:spcPct val="100000"/>
              </a:lnSpc>
              <a:spcBef>
                <a:spcPts val="335"/>
              </a:spcBef>
            </a:pPr>
            <a:r>
              <a:rPr dirty="0" sz="2400" spc="-50">
                <a:solidFill>
                  <a:srgbClr val="DF2F1E"/>
                </a:solidFill>
                <a:latin typeface="Segoe UI Symbol"/>
                <a:cs typeface="Segoe UI Symbol"/>
              </a:rPr>
              <a:t>🗶</a:t>
            </a:r>
            <a:endParaRPr sz="2400">
              <a:latin typeface="Segoe UI Symbol"/>
              <a:cs typeface="Segoe UI Symbol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8218931" y="4472940"/>
            <a:ext cx="245745" cy="299085"/>
          </a:xfrm>
          <a:custGeom>
            <a:avLst/>
            <a:gdLst/>
            <a:ahLst/>
            <a:cxnLst/>
            <a:rect l="l" t="t" r="r" b="b"/>
            <a:pathLst>
              <a:path w="245745" h="299085">
                <a:moveTo>
                  <a:pt x="245364" y="0"/>
                </a:moveTo>
                <a:lnTo>
                  <a:pt x="0" y="0"/>
                </a:lnTo>
                <a:lnTo>
                  <a:pt x="0" y="298704"/>
                </a:lnTo>
                <a:lnTo>
                  <a:pt x="245364" y="298704"/>
                </a:lnTo>
                <a:lnTo>
                  <a:pt x="24536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 txBox="1"/>
          <p:nvPr/>
        </p:nvSpPr>
        <p:spPr>
          <a:xfrm>
            <a:off x="8228456" y="4450791"/>
            <a:ext cx="22987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0">
                <a:solidFill>
                  <a:srgbClr val="165C2C"/>
                </a:solidFill>
                <a:latin typeface="Segoe UI Symbol"/>
                <a:cs typeface="Segoe UI Symbol"/>
              </a:rPr>
              <a:t>✔</a:t>
            </a:r>
            <a:endParaRPr sz="2000">
              <a:latin typeface="Segoe UI Symbol"/>
              <a:cs typeface="Segoe UI Symbol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478536" y="3057144"/>
            <a:ext cx="8021320" cy="2740660"/>
            <a:chOff x="478536" y="3057144"/>
            <a:chExt cx="8021320" cy="2740660"/>
          </a:xfrm>
        </p:grpSpPr>
        <p:pic>
          <p:nvPicPr>
            <p:cNvPr id="78" name="object 7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03847" y="3057144"/>
              <a:ext cx="198120" cy="193548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01228" y="3057144"/>
              <a:ext cx="198120" cy="193548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480060" y="4515611"/>
              <a:ext cx="216535" cy="215265"/>
            </a:xfrm>
            <a:custGeom>
              <a:avLst/>
              <a:gdLst/>
              <a:ahLst/>
              <a:cxnLst/>
              <a:rect l="l" t="t" r="r" b="b"/>
              <a:pathLst>
                <a:path w="216534" h="215264">
                  <a:moveTo>
                    <a:pt x="216408" y="0"/>
                  </a:moveTo>
                  <a:lnTo>
                    <a:pt x="0" y="0"/>
                  </a:lnTo>
                  <a:lnTo>
                    <a:pt x="0" y="214883"/>
                  </a:lnTo>
                  <a:lnTo>
                    <a:pt x="216408" y="214883"/>
                  </a:lnTo>
                  <a:lnTo>
                    <a:pt x="216408" y="0"/>
                  </a:lnTo>
                  <a:close/>
                </a:path>
              </a:pathLst>
            </a:custGeom>
            <a:solidFill>
              <a:srgbClr val="52101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501396" y="4536947"/>
              <a:ext cx="173990" cy="172720"/>
            </a:xfrm>
            <a:custGeom>
              <a:avLst/>
              <a:gdLst/>
              <a:ahLst/>
              <a:cxnLst/>
              <a:rect l="l" t="t" r="r" b="b"/>
              <a:pathLst>
                <a:path w="173990" h="172720">
                  <a:moveTo>
                    <a:pt x="173736" y="0"/>
                  </a:moveTo>
                  <a:lnTo>
                    <a:pt x="130797" y="0"/>
                  </a:lnTo>
                  <a:lnTo>
                    <a:pt x="130797" y="149479"/>
                  </a:lnTo>
                  <a:lnTo>
                    <a:pt x="145351" y="172212"/>
                  </a:lnTo>
                  <a:lnTo>
                    <a:pt x="154120" y="158750"/>
                  </a:lnTo>
                  <a:lnTo>
                    <a:pt x="145351" y="158750"/>
                  </a:lnTo>
                  <a:lnTo>
                    <a:pt x="138442" y="147574"/>
                  </a:lnTo>
                  <a:lnTo>
                    <a:pt x="138442" y="65659"/>
                  </a:lnTo>
                  <a:lnTo>
                    <a:pt x="160159" y="65659"/>
                  </a:lnTo>
                  <a:lnTo>
                    <a:pt x="160159" y="58038"/>
                  </a:lnTo>
                  <a:lnTo>
                    <a:pt x="138442" y="58039"/>
                  </a:lnTo>
                  <a:lnTo>
                    <a:pt x="138442" y="7620"/>
                  </a:lnTo>
                  <a:lnTo>
                    <a:pt x="173736" y="7619"/>
                  </a:lnTo>
                  <a:lnTo>
                    <a:pt x="173736" y="0"/>
                  </a:lnTo>
                  <a:close/>
                </a:path>
                <a:path w="173990" h="172720">
                  <a:moveTo>
                    <a:pt x="160159" y="65659"/>
                  </a:moveTo>
                  <a:lnTo>
                    <a:pt x="152514" y="65659"/>
                  </a:lnTo>
                  <a:lnTo>
                    <a:pt x="152514" y="147574"/>
                  </a:lnTo>
                  <a:lnTo>
                    <a:pt x="145351" y="158750"/>
                  </a:lnTo>
                  <a:lnTo>
                    <a:pt x="154120" y="158750"/>
                  </a:lnTo>
                  <a:lnTo>
                    <a:pt x="160159" y="149479"/>
                  </a:lnTo>
                  <a:lnTo>
                    <a:pt x="160159" y="65659"/>
                  </a:lnTo>
                  <a:close/>
                </a:path>
                <a:path w="173990" h="172720">
                  <a:moveTo>
                    <a:pt x="173736" y="7619"/>
                  </a:moveTo>
                  <a:lnTo>
                    <a:pt x="166090" y="7620"/>
                  </a:lnTo>
                  <a:lnTo>
                    <a:pt x="166090" y="61722"/>
                  </a:lnTo>
                  <a:lnTo>
                    <a:pt x="173736" y="61722"/>
                  </a:lnTo>
                  <a:lnTo>
                    <a:pt x="173736" y="7619"/>
                  </a:lnTo>
                  <a:close/>
                </a:path>
                <a:path w="173990" h="172720">
                  <a:moveTo>
                    <a:pt x="160159" y="7619"/>
                  </a:moveTo>
                  <a:lnTo>
                    <a:pt x="152514" y="7620"/>
                  </a:lnTo>
                  <a:lnTo>
                    <a:pt x="152514" y="58039"/>
                  </a:lnTo>
                  <a:lnTo>
                    <a:pt x="160159" y="58038"/>
                  </a:lnTo>
                  <a:lnTo>
                    <a:pt x="160159" y="7619"/>
                  </a:lnTo>
                  <a:close/>
                </a:path>
                <a:path w="173990" h="172720">
                  <a:moveTo>
                    <a:pt x="115747" y="0"/>
                  </a:moveTo>
                  <a:lnTo>
                    <a:pt x="0" y="0"/>
                  </a:lnTo>
                  <a:lnTo>
                    <a:pt x="0" y="172212"/>
                  </a:lnTo>
                  <a:lnTo>
                    <a:pt x="115747" y="172212"/>
                  </a:lnTo>
                  <a:lnTo>
                    <a:pt x="115747" y="165099"/>
                  </a:lnTo>
                  <a:lnTo>
                    <a:pt x="7162" y="165100"/>
                  </a:lnTo>
                  <a:lnTo>
                    <a:pt x="7162" y="7620"/>
                  </a:lnTo>
                  <a:lnTo>
                    <a:pt x="115747" y="7619"/>
                  </a:lnTo>
                  <a:lnTo>
                    <a:pt x="115747" y="0"/>
                  </a:lnTo>
                  <a:close/>
                </a:path>
                <a:path w="173990" h="172720">
                  <a:moveTo>
                    <a:pt x="115747" y="7619"/>
                  </a:moveTo>
                  <a:lnTo>
                    <a:pt x="108343" y="7619"/>
                  </a:lnTo>
                  <a:lnTo>
                    <a:pt x="108343" y="165100"/>
                  </a:lnTo>
                  <a:lnTo>
                    <a:pt x="115747" y="165099"/>
                  </a:lnTo>
                  <a:lnTo>
                    <a:pt x="115747" y="7619"/>
                  </a:lnTo>
                  <a:close/>
                </a:path>
                <a:path w="173990" h="172720">
                  <a:moveTo>
                    <a:pt x="86868" y="129286"/>
                  </a:moveTo>
                  <a:lnTo>
                    <a:pt x="28879" y="129286"/>
                  </a:lnTo>
                  <a:lnTo>
                    <a:pt x="28879" y="136398"/>
                  </a:lnTo>
                  <a:lnTo>
                    <a:pt x="86868" y="136398"/>
                  </a:lnTo>
                  <a:lnTo>
                    <a:pt x="86868" y="129286"/>
                  </a:lnTo>
                  <a:close/>
                </a:path>
                <a:path w="173990" h="172720">
                  <a:moveTo>
                    <a:pt x="86868" y="98044"/>
                  </a:moveTo>
                  <a:lnTo>
                    <a:pt x="28879" y="98044"/>
                  </a:lnTo>
                  <a:lnTo>
                    <a:pt x="28879" y="105664"/>
                  </a:lnTo>
                  <a:lnTo>
                    <a:pt x="86868" y="105664"/>
                  </a:lnTo>
                  <a:lnTo>
                    <a:pt x="86868" y="98044"/>
                  </a:lnTo>
                  <a:close/>
                </a:path>
                <a:path w="173990" h="172720">
                  <a:moveTo>
                    <a:pt x="86868" y="67056"/>
                  </a:moveTo>
                  <a:lnTo>
                    <a:pt x="28879" y="67056"/>
                  </a:lnTo>
                  <a:lnTo>
                    <a:pt x="28879" y="74422"/>
                  </a:lnTo>
                  <a:lnTo>
                    <a:pt x="86868" y="74422"/>
                  </a:lnTo>
                  <a:lnTo>
                    <a:pt x="86868" y="67056"/>
                  </a:lnTo>
                  <a:close/>
                </a:path>
                <a:path w="173990" h="172720">
                  <a:moveTo>
                    <a:pt x="86868" y="36322"/>
                  </a:moveTo>
                  <a:lnTo>
                    <a:pt x="28879" y="36322"/>
                  </a:lnTo>
                  <a:lnTo>
                    <a:pt x="28879" y="43434"/>
                  </a:lnTo>
                  <a:lnTo>
                    <a:pt x="86868" y="43434"/>
                  </a:lnTo>
                  <a:lnTo>
                    <a:pt x="86868" y="363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2" name="object 8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78536" y="4867655"/>
              <a:ext cx="220979" cy="214884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80060" y="5580888"/>
              <a:ext cx="216408" cy="216408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80060" y="5219700"/>
              <a:ext cx="216408" cy="214884"/>
            </a:xfrm>
            <a:prstGeom prst="rect">
              <a:avLst/>
            </a:prstGeom>
          </p:spPr>
        </p:pic>
      </p:grpSp>
      <p:pic>
        <p:nvPicPr>
          <p:cNvPr id="85" name="object 8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601467" y="6007608"/>
            <a:ext cx="172212" cy="167639"/>
          </a:xfrm>
          <a:prstGeom prst="rect">
            <a:avLst/>
          </a:prstGeom>
        </p:spPr>
      </p:pic>
      <p:pic>
        <p:nvPicPr>
          <p:cNvPr id="86" name="object 8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947159" y="6007608"/>
            <a:ext cx="172212" cy="167639"/>
          </a:xfrm>
          <a:prstGeom prst="rect">
            <a:avLst/>
          </a:prstGeom>
        </p:spPr>
      </p:pic>
      <p:pic>
        <p:nvPicPr>
          <p:cNvPr id="87" name="object 8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205984" y="6007608"/>
            <a:ext cx="170687" cy="167639"/>
          </a:xfrm>
          <a:prstGeom prst="rect">
            <a:avLst/>
          </a:prstGeom>
        </p:spPr>
      </p:pic>
      <p:pic>
        <p:nvPicPr>
          <p:cNvPr id="88" name="object 8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200643" y="6007608"/>
            <a:ext cx="170688" cy="167639"/>
          </a:xfrm>
          <a:prstGeom prst="rect">
            <a:avLst/>
          </a:prstGeom>
        </p:spPr>
      </p:pic>
      <p:pic>
        <p:nvPicPr>
          <p:cNvPr id="89" name="object 89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813804" y="6007608"/>
            <a:ext cx="172211" cy="167639"/>
          </a:xfrm>
          <a:prstGeom prst="rect">
            <a:avLst/>
          </a:prstGeom>
        </p:spPr>
      </p:pic>
      <p:sp>
        <p:nvSpPr>
          <p:cNvPr id="90" name="object 90"/>
          <p:cNvSpPr txBox="1"/>
          <p:nvPr/>
        </p:nvSpPr>
        <p:spPr>
          <a:xfrm>
            <a:off x="2555748" y="5964935"/>
            <a:ext cx="7040880" cy="254635"/>
          </a:xfrm>
          <a:prstGeom prst="rect">
            <a:avLst/>
          </a:prstGeom>
          <a:ln w="9525">
            <a:solidFill>
              <a:srgbClr val="7E7E7E"/>
            </a:solidFill>
          </a:ln>
        </p:spPr>
        <p:txBody>
          <a:bodyPr wrap="square" lIns="0" tIns="67310" rIns="0" bIns="0" rtlCol="0" vert="horz">
            <a:spAutoFit/>
          </a:bodyPr>
          <a:lstStyle/>
          <a:p>
            <a:pPr marL="272415">
              <a:lnSpc>
                <a:spcPct val="100000"/>
              </a:lnSpc>
              <a:spcBef>
                <a:spcPts val="530"/>
              </a:spcBef>
              <a:tabLst>
                <a:tab pos="1611630" algn="l"/>
                <a:tab pos="2875915" algn="l"/>
                <a:tab pos="4482465" algn="l"/>
                <a:tab pos="5875020" algn="l"/>
              </a:tabLst>
            </a:pPr>
            <a:r>
              <a:rPr dirty="0" sz="900">
                <a:latin typeface="Arial"/>
                <a:cs typeface="Arial"/>
              </a:rPr>
              <a:t>Repurpose</a:t>
            </a:r>
            <a:r>
              <a:rPr dirty="0" sz="900" spc="-4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vehicle</a:t>
            </a:r>
            <a:r>
              <a:rPr dirty="0" sz="900">
                <a:latin typeface="Arial"/>
                <a:cs typeface="Arial"/>
              </a:rPr>
              <a:t>	Refurbish</a:t>
            </a:r>
            <a:r>
              <a:rPr dirty="0" sz="900" spc="-2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vehicle</a:t>
            </a:r>
            <a:r>
              <a:rPr dirty="0" sz="900">
                <a:latin typeface="Arial"/>
                <a:cs typeface="Arial"/>
              </a:rPr>
              <a:t>	</a:t>
            </a:r>
            <a:r>
              <a:rPr dirty="0" sz="900" spc="-10">
                <a:latin typeface="Arial"/>
                <a:cs typeface="Arial"/>
              </a:rPr>
              <a:t>Maintain/repair</a:t>
            </a:r>
            <a:r>
              <a:rPr dirty="0" sz="900" spc="7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vehicle</a:t>
            </a:r>
            <a:r>
              <a:rPr dirty="0" sz="900">
                <a:latin typeface="Arial"/>
                <a:cs typeface="Arial"/>
              </a:rPr>
              <a:t>	Add</a:t>
            </a:r>
            <a:r>
              <a:rPr dirty="0" sz="900" spc="-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contract</a:t>
            </a:r>
            <a:r>
              <a:rPr dirty="0" sz="900" spc="-2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extras</a:t>
            </a:r>
            <a:r>
              <a:rPr dirty="0" sz="900">
                <a:latin typeface="Arial"/>
                <a:cs typeface="Arial"/>
              </a:rPr>
              <a:t>	Recycle</a:t>
            </a:r>
            <a:r>
              <a:rPr dirty="0" sz="900" spc="-2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components</a:t>
            </a:r>
            <a:endParaRPr sz="900">
              <a:latin typeface="Arial"/>
              <a:cs typeface="Arial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9619233" y="4365116"/>
            <a:ext cx="2056764" cy="17786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4785" marR="94615" indent="-172720">
              <a:lnSpc>
                <a:spcPct val="100000"/>
              </a:lnSpc>
              <a:spcBef>
                <a:spcPts val="95"/>
              </a:spcBef>
              <a:buSzPct val="80000"/>
              <a:buChar char="•"/>
              <a:tabLst>
                <a:tab pos="184785" algn="l"/>
              </a:tabLst>
            </a:pPr>
            <a:r>
              <a:rPr dirty="0" sz="1000">
                <a:latin typeface="Arial"/>
                <a:cs typeface="Arial"/>
              </a:rPr>
              <a:t>Sequence</a:t>
            </a:r>
            <a:r>
              <a:rPr dirty="0" sz="1000" spc="-5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of</a:t>
            </a:r>
            <a:r>
              <a:rPr dirty="0" sz="1000" spc="-4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ownership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models </a:t>
            </a:r>
            <a:r>
              <a:rPr dirty="0" sz="1000">
                <a:latin typeface="Arial"/>
                <a:cs typeface="Arial"/>
              </a:rPr>
              <a:t>as</a:t>
            </a:r>
            <a:r>
              <a:rPr dirty="0" sz="1000" spc="-3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well</a:t>
            </a:r>
            <a:r>
              <a:rPr dirty="0" sz="1000" spc="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as</a:t>
            </a:r>
            <a:r>
              <a:rPr dirty="0" sz="1000" spc="-3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external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market </a:t>
            </a:r>
            <a:r>
              <a:rPr dirty="0" sz="1000">
                <a:latin typeface="Arial"/>
                <a:cs typeface="Arial"/>
              </a:rPr>
              <a:t>conditions</a:t>
            </a:r>
            <a:r>
              <a:rPr dirty="0" sz="1000" spc="-4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have</a:t>
            </a:r>
            <a:r>
              <a:rPr dirty="0" sz="1000" spc="-4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influence</a:t>
            </a:r>
            <a:r>
              <a:rPr dirty="0" sz="1000" spc="-55">
                <a:latin typeface="Arial"/>
                <a:cs typeface="Arial"/>
              </a:rPr>
              <a:t> </a:t>
            </a:r>
            <a:r>
              <a:rPr dirty="0" sz="1000" spc="-25">
                <a:latin typeface="Arial"/>
                <a:cs typeface="Arial"/>
              </a:rPr>
              <a:t>on </a:t>
            </a:r>
            <a:r>
              <a:rPr dirty="0" sz="1000">
                <a:latin typeface="Arial"/>
                <a:cs typeface="Arial"/>
              </a:rPr>
              <a:t>most</a:t>
            </a:r>
            <a:r>
              <a:rPr dirty="0" sz="1000" spc="-4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suitable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selection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for</a:t>
            </a:r>
            <a:r>
              <a:rPr dirty="0" sz="1000" spc="-35">
                <a:latin typeface="Arial"/>
                <a:cs typeface="Arial"/>
              </a:rPr>
              <a:t> </a:t>
            </a:r>
            <a:r>
              <a:rPr dirty="0" sz="1000" spc="-20">
                <a:latin typeface="Arial"/>
                <a:cs typeface="Arial"/>
              </a:rPr>
              <a:t>each </a:t>
            </a:r>
            <a:r>
              <a:rPr dirty="0" sz="1000">
                <a:latin typeface="Arial"/>
                <a:cs typeface="Arial"/>
              </a:rPr>
              <a:t>lifecycle</a:t>
            </a:r>
            <a:r>
              <a:rPr dirty="0" sz="1000" spc="-40">
                <a:latin typeface="Arial"/>
                <a:cs typeface="Arial"/>
              </a:rPr>
              <a:t> </a:t>
            </a:r>
            <a:r>
              <a:rPr dirty="0" sz="1000" spc="-20">
                <a:latin typeface="Arial"/>
                <a:cs typeface="Arial"/>
              </a:rPr>
              <a:t>phase</a:t>
            </a:r>
            <a:endParaRPr sz="1000">
              <a:latin typeface="Arial"/>
              <a:cs typeface="Arial"/>
            </a:endParaRPr>
          </a:p>
          <a:p>
            <a:pPr marL="184785" marR="27305" indent="-172720">
              <a:lnSpc>
                <a:spcPct val="100000"/>
              </a:lnSpc>
              <a:spcBef>
                <a:spcPts val="300"/>
              </a:spcBef>
              <a:buSzPct val="80000"/>
              <a:buChar char="•"/>
              <a:tabLst>
                <a:tab pos="184785" algn="l"/>
              </a:tabLst>
            </a:pPr>
            <a:r>
              <a:rPr dirty="0" sz="1000">
                <a:latin typeface="Arial"/>
                <a:cs typeface="Arial"/>
              </a:rPr>
              <a:t>For</a:t>
            </a:r>
            <a:r>
              <a:rPr dirty="0" sz="1000" spc="-4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certain</a:t>
            </a:r>
            <a:r>
              <a:rPr dirty="0" sz="1000" spc="-4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ownership</a:t>
            </a:r>
            <a:r>
              <a:rPr dirty="0" sz="1000" spc="-3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models, </a:t>
            </a:r>
            <a:r>
              <a:rPr dirty="0" sz="1000">
                <a:latin typeface="Arial"/>
                <a:cs typeface="Arial"/>
              </a:rPr>
              <a:t>assets</a:t>
            </a:r>
            <a:r>
              <a:rPr dirty="0" sz="1000" spc="-4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that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are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viewed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as</a:t>
            </a:r>
            <a:r>
              <a:rPr dirty="0" sz="1000" spc="-3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too</a:t>
            </a:r>
            <a:r>
              <a:rPr dirty="0" sz="1000" spc="-25">
                <a:latin typeface="Arial"/>
                <a:cs typeface="Arial"/>
              </a:rPr>
              <a:t> old </a:t>
            </a:r>
            <a:r>
              <a:rPr dirty="0" sz="1000">
                <a:latin typeface="Arial"/>
                <a:cs typeface="Arial"/>
              </a:rPr>
              <a:t>may</a:t>
            </a:r>
            <a:r>
              <a:rPr dirty="0" sz="1000" spc="-3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not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be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favored</a:t>
            </a:r>
            <a:endParaRPr sz="1000">
              <a:latin typeface="Arial"/>
              <a:cs typeface="Arial"/>
            </a:endParaRPr>
          </a:p>
          <a:p>
            <a:pPr marL="184785" marR="5080" indent="-172720">
              <a:lnSpc>
                <a:spcPct val="100000"/>
              </a:lnSpc>
              <a:spcBef>
                <a:spcPts val="300"/>
              </a:spcBef>
              <a:buSzPct val="80000"/>
              <a:buChar char="•"/>
              <a:tabLst>
                <a:tab pos="184785" algn="l"/>
              </a:tabLst>
            </a:pPr>
            <a:r>
              <a:rPr dirty="0" sz="1000">
                <a:latin typeface="Arial"/>
                <a:cs typeface="Arial"/>
              </a:rPr>
              <a:t>The</a:t>
            </a:r>
            <a:r>
              <a:rPr dirty="0" sz="1000" spc="-4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younger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the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asset,</a:t>
            </a:r>
            <a:r>
              <a:rPr dirty="0" sz="1000" spc="-35">
                <a:latin typeface="Arial"/>
                <a:cs typeface="Arial"/>
              </a:rPr>
              <a:t> </a:t>
            </a:r>
            <a:r>
              <a:rPr dirty="0" sz="1000" spc="-25">
                <a:latin typeface="Arial"/>
                <a:cs typeface="Arial"/>
              </a:rPr>
              <a:t>the </a:t>
            </a:r>
            <a:r>
              <a:rPr dirty="0" sz="1000">
                <a:latin typeface="Arial"/>
                <a:cs typeface="Arial"/>
              </a:rPr>
              <a:t>shorter</a:t>
            </a:r>
            <a:r>
              <a:rPr dirty="0" sz="1000" spc="-4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the</a:t>
            </a:r>
            <a:r>
              <a:rPr dirty="0" sz="1000" spc="-4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duration</a:t>
            </a:r>
            <a:r>
              <a:rPr dirty="0" sz="1000" spc="-3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-</a:t>
            </a:r>
            <a:r>
              <a:rPr dirty="0" sz="1000" spc="-3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especially</a:t>
            </a:r>
            <a:r>
              <a:rPr dirty="0" sz="1000" spc="-30">
                <a:latin typeface="Arial"/>
                <a:cs typeface="Arial"/>
              </a:rPr>
              <a:t> </a:t>
            </a:r>
            <a:r>
              <a:rPr dirty="0" sz="1000" spc="-25">
                <a:latin typeface="Arial"/>
                <a:cs typeface="Arial"/>
              </a:rPr>
              <a:t>if </a:t>
            </a:r>
            <a:r>
              <a:rPr dirty="0" sz="1000">
                <a:latin typeface="Arial"/>
                <a:cs typeface="Arial"/>
              </a:rPr>
              <a:t>utilization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is</a:t>
            </a:r>
            <a:r>
              <a:rPr dirty="0" sz="1000" spc="-55">
                <a:latin typeface="Arial"/>
                <a:cs typeface="Arial"/>
              </a:rPr>
              <a:t> </a:t>
            </a:r>
            <a:r>
              <a:rPr dirty="0" sz="1000" spc="-20">
                <a:latin typeface="Arial"/>
                <a:cs typeface="Arial"/>
              </a:rPr>
              <a:t>high</a:t>
            </a:r>
            <a:endParaRPr sz="1000">
              <a:latin typeface="Arial"/>
              <a:cs typeface="Arial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2578354" y="6271971"/>
            <a:ext cx="4491990" cy="3695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3825" indent="-111125">
              <a:lnSpc>
                <a:spcPct val="100000"/>
              </a:lnSpc>
              <a:spcBef>
                <a:spcPts val="105"/>
              </a:spcBef>
              <a:buAutoNum type="arabicParenR"/>
              <a:tabLst>
                <a:tab pos="123825" algn="l"/>
              </a:tabLst>
            </a:pPr>
            <a:r>
              <a:rPr dirty="0" sz="750">
                <a:latin typeface="Arial"/>
                <a:cs typeface="Arial"/>
              </a:rPr>
              <a:t>Annual</a:t>
            </a:r>
            <a:r>
              <a:rPr dirty="0" sz="750" spc="-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OEM-</a:t>
            </a:r>
            <a:r>
              <a:rPr dirty="0" sz="750" spc="-10">
                <a:latin typeface="Arial"/>
                <a:cs typeface="Arial"/>
              </a:rPr>
              <a:t>prescribed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maintenance/service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intervals</a:t>
            </a:r>
            <a:r>
              <a:rPr dirty="0" sz="750" spc="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and</a:t>
            </a:r>
            <a:r>
              <a:rPr dirty="0" sz="750" spc="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use-based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repairs</a:t>
            </a:r>
            <a:r>
              <a:rPr dirty="0" sz="750" spc="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–</a:t>
            </a:r>
            <a:r>
              <a:rPr dirty="0" sz="750" spc="4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sporadic</a:t>
            </a:r>
            <a:r>
              <a:rPr dirty="0" sz="75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refurbishment;</a:t>
            </a:r>
            <a:endParaRPr sz="750">
              <a:latin typeface="Arial"/>
              <a:cs typeface="Arial"/>
            </a:endParaRPr>
          </a:p>
          <a:p>
            <a:pPr marL="123825" indent="-111125">
              <a:lnSpc>
                <a:spcPct val="100000"/>
              </a:lnSpc>
              <a:buAutoNum type="arabicParenR"/>
              <a:tabLst>
                <a:tab pos="123825" algn="l"/>
              </a:tabLst>
            </a:pPr>
            <a:r>
              <a:rPr dirty="0" sz="750">
                <a:latin typeface="Arial"/>
                <a:cs typeface="Arial"/>
              </a:rPr>
              <a:t>Depending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on</a:t>
            </a:r>
            <a:r>
              <a:rPr dirty="0" sz="750" spc="-1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specific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regulatory</a:t>
            </a:r>
            <a:r>
              <a:rPr dirty="0" sz="750" spc="-3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environment</a:t>
            </a:r>
            <a:r>
              <a:rPr dirty="0" sz="750" spc="-3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allowing</a:t>
            </a:r>
            <a:r>
              <a:rPr dirty="0" sz="750" spc="-1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“prolonged</a:t>
            </a:r>
            <a:r>
              <a:rPr dirty="0" sz="750" spc="-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lease”;</a:t>
            </a:r>
            <a:r>
              <a:rPr dirty="0" sz="750" spc="-2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3)</a:t>
            </a:r>
            <a:r>
              <a:rPr dirty="0" sz="750" spc="-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As </a:t>
            </a:r>
            <a:r>
              <a:rPr dirty="0" sz="750" spc="-10">
                <a:latin typeface="Arial"/>
                <a:cs typeface="Arial"/>
              </a:rPr>
              <a:t>low-</a:t>
            </a:r>
            <a:r>
              <a:rPr dirty="0" sz="750">
                <a:latin typeface="Arial"/>
                <a:cs typeface="Arial"/>
              </a:rPr>
              <a:t>budget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option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50">
                <a:latin typeface="Arial"/>
                <a:cs typeface="Arial"/>
              </a:rPr>
              <a:t>Source: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Strategy&amp;</a:t>
            </a:r>
            <a:r>
              <a:rPr dirty="0" sz="750" spc="-1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analysis</a:t>
            </a:r>
            <a:endParaRPr sz="750">
              <a:latin typeface="Arial"/>
              <a:cs typeface="Arial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11612626" y="6500876"/>
            <a:ext cx="132080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 spc="-25">
                <a:latin typeface="Arial"/>
                <a:cs typeface="Arial"/>
              </a:rPr>
              <a:t>31</a:t>
            </a:r>
            <a:endParaRPr sz="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6341160"/>
            <a:ext cx="1062355" cy="3003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300"/>
              </a:lnSpc>
              <a:spcBef>
                <a:spcPts val="95"/>
              </a:spcBef>
            </a:pPr>
            <a:r>
              <a:rPr dirty="0" sz="750">
                <a:latin typeface="Arial"/>
                <a:cs typeface="Arial"/>
              </a:rPr>
              <a:t>Digital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Auto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Report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-20">
                <a:latin typeface="Arial"/>
                <a:cs typeface="Arial"/>
              </a:rPr>
              <a:t>2023</a:t>
            </a:r>
            <a:r>
              <a:rPr dirty="0" sz="750" spc="-10">
                <a:latin typeface="Arial"/>
                <a:cs typeface="Arial"/>
              </a:rPr>
              <a:t> Strategy&amp;</a:t>
            </a:r>
            <a:endParaRPr sz="7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30174" y="296926"/>
            <a:ext cx="10886440" cy="1260475"/>
          </a:xfrm>
          <a:prstGeom prst="rect"/>
        </p:spPr>
        <p:txBody>
          <a:bodyPr wrap="square" lIns="0" tIns="88265" rIns="0" bIns="0" rtlCol="0" vert="horz">
            <a:spAutoFit/>
          </a:bodyPr>
          <a:lstStyle/>
          <a:p>
            <a:pPr marL="12700" marR="5080">
              <a:lnSpc>
                <a:spcPts val="3260"/>
              </a:lnSpc>
              <a:spcBef>
                <a:spcPts val="695"/>
              </a:spcBef>
            </a:pPr>
            <a:r>
              <a:rPr dirty="0">
                <a:solidFill>
                  <a:srgbClr val="000000"/>
                </a:solidFill>
              </a:rPr>
              <a:t>Alternative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ownership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models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are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on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rise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and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offer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profit </a:t>
            </a:r>
            <a:r>
              <a:rPr dirty="0">
                <a:solidFill>
                  <a:srgbClr val="000000"/>
                </a:solidFill>
              </a:rPr>
              <a:t>potential</a:t>
            </a:r>
            <a:r>
              <a:rPr dirty="0" spc="-4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for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OEMs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–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if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 asset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life cycle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is managed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 spc="-20">
                <a:solidFill>
                  <a:srgbClr val="000000"/>
                </a:solidFill>
              </a:rPr>
              <a:t>well</a:t>
            </a: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800" spc="-10" b="1">
                <a:solidFill>
                  <a:srgbClr val="A21F1F"/>
                </a:solidFill>
                <a:latin typeface="Arial"/>
                <a:cs typeface="Arial"/>
              </a:rPr>
              <a:t>Vehicle</a:t>
            </a:r>
            <a:r>
              <a:rPr dirty="0" sz="1800" spc="-3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ownership</a:t>
            </a:r>
            <a:r>
              <a:rPr dirty="0" sz="1800" spc="-4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model</a:t>
            </a:r>
            <a:r>
              <a:rPr dirty="0" sz="1800" spc="-2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split</a:t>
            </a:r>
            <a:r>
              <a:rPr dirty="0" sz="1800" spc="-3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and</a:t>
            </a:r>
            <a:r>
              <a:rPr dirty="0" sz="1800" spc="-1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profitability</a:t>
            </a:r>
            <a:r>
              <a:rPr dirty="0" sz="1800" spc="-3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A21F1F"/>
                </a:solidFill>
                <a:latin typeface="Arial"/>
                <a:cs typeface="Arial"/>
              </a:rPr>
              <a:t>–</a:t>
            </a:r>
            <a:r>
              <a:rPr dirty="0" sz="1800" spc="-20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A21F1F"/>
                </a:solidFill>
                <a:latin typeface="Arial"/>
                <a:cs typeface="Arial"/>
              </a:rPr>
              <a:t>Indicative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78354" y="6271971"/>
            <a:ext cx="5716905" cy="3695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3825" indent="-111125">
              <a:lnSpc>
                <a:spcPct val="100000"/>
              </a:lnSpc>
              <a:spcBef>
                <a:spcPts val="105"/>
              </a:spcBef>
              <a:buAutoNum type="arabicParenR"/>
              <a:tabLst>
                <a:tab pos="123825" algn="l"/>
              </a:tabLst>
            </a:pPr>
            <a:r>
              <a:rPr dirty="0" sz="750">
                <a:latin typeface="Arial"/>
                <a:cs typeface="Arial"/>
              </a:rPr>
              <a:t>Estimate</a:t>
            </a:r>
            <a:r>
              <a:rPr dirty="0" sz="750" spc="-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of</a:t>
            </a:r>
            <a:r>
              <a:rPr dirty="0" sz="750" spc="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share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development</a:t>
            </a:r>
            <a:r>
              <a:rPr dirty="0" sz="750" spc="-3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for</a:t>
            </a:r>
            <a:r>
              <a:rPr dirty="0" sz="750" spc="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ownership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model</a:t>
            </a:r>
            <a:r>
              <a:rPr dirty="0" sz="750" spc="-3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depends</a:t>
            </a:r>
            <a:r>
              <a:rPr dirty="0" sz="750" spc="-3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on shares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of</a:t>
            </a:r>
            <a:r>
              <a:rPr dirty="0" sz="750" spc="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competing</a:t>
            </a:r>
            <a:r>
              <a:rPr dirty="0" sz="750" spc="-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models;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LCP:</a:t>
            </a:r>
            <a:r>
              <a:rPr dirty="0" sz="750" spc="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Life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cycle</a:t>
            </a:r>
            <a:r>
              <a:rPr dirty="0" sz="750" spc="-1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phase;</a:t>
            </a:r>
            <a:endParaRPr sz="750">
              <a:latin typeface="Arial"/>
              <a:cs typeface="Arial"/>
            </a:endParaRPr>
          </a:p>
          <a:p>
            <a:pPr marL="123825" indent="-111125">
              <a:lnSpc>
                <a:spcPct val="100000"/>
              </a:lnSpc>
              <a:buAutoNum type="arabicParenR"/>
              <a:tabLst>
                <a:tab pos="123825" algn="l"/>
              </a:tabLst>
            </a:pPr>
            <a:r>
              <a:rPr dirty="0" sz="750">
                <a:latin typeface="Arial"/>
                <a:cs typeface="Arial"/>
              </a:rPr>
              <a:t>Profitability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estimate</a:t>
            </a:r>
            <a:r>
              <a:rPr dirty="0" sz="750" spc="-3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based</a:t>
            </a:r>
            <a:r>
              <a:rPr dirty="0" sz="750" spc="-3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on individual</a:t>
            </a:r>
            <a:r>
              <a:rPr dirty="0" sz="750" spc="-3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consideration</a:t>
            </a:r>
            <a:r>
              <a:rPr dirty="0" sz="750" spc="-3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of</a:t>
            </a:r>
            <a:r>
              <a:rPr dirty="0" sz="750" spc="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ownership</a:t>
            </a:r>
            <a:r>
              <a:rPr dirty="0" sz="750" spc="-2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model</a:t>
            </a:r>
            <a:r>
              <a:rPr dirty="0" sz="750" spc="-2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for</a:t>
            </a:r>
            <a:r>
              <a:rPr dirty="0" sz="750" spc="-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average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middle</a:t>
            </a:r>
            <a:r>
              <a:rPr dirty="0" sz="750" spc="-3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class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passenger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EV (price</a:t>
            </a:r>
            <a:r>
              <a:rPr dirty="0" sz="750" spc="-3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53.5k</a:t>
            </a:r>
            <a:r>
              <a:rPr dirty="0" sz="750" spc="-10">
                <a:latin typeface="Arial"/>
                <a:cs typeface="Arial"/>
              </a:rPr>
              <a:t> </a:t>
            </a:r>
            <a:r>
              <a:rPr dirty="0" sz="750" spc="-20">
                <a:latin typeface="Arial"/>
                <a:cs typeface="Arial"/>
              </a:rPr>
              <a:t>EUR)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50">
                <a:latin typeface="Arial"/>
                <a:cs typeface="Arial"/>
              </a:rPr>
              <a:t>Source: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Strategy&amp;</a:t>
            </a:r>
            <a:r>
              <a:rPr dirty="0" sz="750" spc="-1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analysis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49580" y="2403157"/>
            <a:ext cx="3321050" cy="2851785"/>
            <a:chOff x="449580" y="2403157"/>
            <a:chExt cx="3321050" cy="2851785"/>
          </a:xfrm>
        </p:grpSpPr>
        <p:sp>
          <p:nvSpPr>
            <p:cNvPr id="6" name="object 6"/>
            <p:cNvSpPr/>
            <p:nvPr/>
          </p:nvSpPr>
          <p:spPr>
            <a:xfrm>
              <a:off x="957072" y="4062984"/>
              <a:ext cx="92075" cy="0"/>
            </a:xfrm>
            <a:custGeom>
              <a:avLst/>
              <a:gdLst/>
              <a:ahLst/>
              <a:cxnLst/>
              <a:rect l="l" t="t" r="r" b="b"/>
              <a:pathLst>
                <a:path w="92075" h="0">
                  <a:moveTo>
                    <a:pt x="0" y="0"/>
                  </a:moveTo>
                  <a:lnTo>
                    <a:pt x="92075" y="0"/>
                  </a:lnTo>
                </a:path>
              </a:pathLst>
            </a:custGeom>
            <a:ln w="952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510283" y="2787396"/>
              <a:ext cx="92075" cy="0"/>
            </a:xfrm>
            <a:custGeom>
              <a:avLst/>
              <a:gdLst/>
              <a:ahLst/>
              <a:cxnLst/>
              <a:rect l="l" t="t" r="r" b="b"/>
              <a:pathLst>
                <a:path w="92075" h="0">
                  <a:moveTo>
                    <a:pt x="0" y="0"/>
                  </a:moveTo>
                  <a:lnTo>
                    <a:pt x="92075" y="0"/>
                  </a:lnTo>
                </a:path>
              </a:pathLst>
            </a:custGeom>
            <a:ln w="952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063496" y="2729484"/>
              <a:ext cx="92075" cy="0"/>
            </a:xfrm>
            <a:custGeom>
              <a:avLst/>
              <a:gdLst/>
              <a:ahLst/>
              <a:cxnLst/>
              <a:rect l="l" t="t" r="r" b="b"/>
              <a:pathLst>
                <a:path w="92075" h="0">
                  <a:moveTo>
                    <a:pt x="0" y="0"/>
                  </a:moveTo>
                  <a:lnTo>
                    <a:pt x="92075" y="0"/>
                  </a:lnTo>
                </a:path>
              </a:pathLst>
            </a:custGeom>
            <a:ln w="952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618231" y="2441448"/>
              <a:ext cx="92075" cy="0"/>
            </a:xfrm>
            <a:custGeom>
              <a:avLst/>
              <a:gdLst/>
              <a:ahLst/>
              <a:cxnLst/>
              <a:rect l="l" t="t" r="r" b="b"/>
              <a:pathLst>
                <a:path w="92075" h="0">
                  <a:moveTo>
                    <a:pt x="0" y="0"/>
                  </a:moveTo>
                  <a:lnTo>
                    <a:pt x="92075" y="0"/>
                  </a:lnTo>
                </a:path>
              </a:pathLst>
            </a:custGeom>
            <a:ln w="952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169919" y="2407920"/>
              <a:ext cx="92075" cy="0"/>
            </a:xfrm>
            <a:custGeom>
              <a:avLst/>
              <a:gdLst/>
              <a:ahLst/>
              <a:cxnLst/>
              <a:rect l="l" t="t" r="r" b="b"/>
              <a:pathLst>
                <a:path w="92075" h="0">
                  <a:moveTo>
                    <a:pt x="0" y="0"/>
                  </a:moveTo>
                  <a:lnTo>
                    <a:pt x="92075" y="0"/>
                  </a:lnTo>
                </a:path>
              </a:pathLst>
            </a:custGeom>
            <a:ln w="952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95300" y="4062984"/>
              <a:ext cx="462280" cy="1187450"/>
            </a:xfrm>
            <a:custGeom>
              <a:avLst/>
              <a:gdLst/>
              <a:ahLst/>
              <a:cxnLst/>
              <a:rect l="l" t="t" r="r" b="b"/>
              <a:pathLst>
                <a:path w="462280" h="1187450">
                  <a:moveTo>
                    <a:pt x="461772" y="0"/>
                  </a:moveTo>
                  <a:lnTo>
                    <a:pt x="0" y="0"/>
                  </a:lnTo>
                  <a:lnTo>
                    <a:pt x="0" y="1187195"/>
                  </a:lnTo>
                  <a:lnTo>
                    <a:pt x="461772" y="1187195"/>
                  </a:lnTo>
                  <a:lnTo>
                    <a:pt x="461772" y="0"/>
                  </a:lnTo>
                  <a:close/>
                </a:path>
              </a:pathLst>
            </a:custGeom>
            <a:solidFill>
              <a:srgbClr val="7C7C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95300" y="4062984"/>
              <a:ext cx="462280" cy="1187450"/>
            </a:xfrm>
            <a:custGeom>
              <a:avLst/>
              <a:gdLst/>
              <a:ahLst/>
              <a:cxnLst/>
              <a:rect l="l" t="t" r="r" b="b"/>
              <a:pathLst>
                <a:path w="462280" h="1187450">
                  <a:moveTo>
                    <a:pt x="0" y="1187195"/>
                  </a:moveTo>
                  <a:lnTo>
                    <a:pt x="461772" y="1187195"/>
                  </a:lnTo>
                  <a:lnTo>
                    <a:pt x="461772" y="0"/>
                  </a:lnTo>
                  <a:lnTo>
                    <a:pt x="0" y="0"/>
                  </a:lnTo>
                  <a:lnTo>
                    <a:pt x="0" y="1187195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601724" y="2729484"/>
              <a:ext cx="462280" cy="58419"/>
            </a:xfrm>
            <a:custGeom>
              <a:avLst/>
              <a:gdLst/>
              <a:ahLst/>
              <a:cxnLst/>
              <a:rect l="l" t="t" r="r" b="b"/>
              <a:pathLst>
                <a:path w="462280" h="58419">
                  <a:moveTo>
                    <a:pt x="461772" y="0"/>
                  </a:moveTo>
                  <a:lnTo>
                    <a:pt x="0" y="0"/>
                  </a:lnTo>
                  <a:lnTo>
                    <a:pt x="0" y="57912"/>
                  </a:lnTo>
                  <a:lnTo>
                    <a:pt x="461772" y="57912"/>
                  </a:lnTo>
                  <a:lnTo>
                    <a:pt x="461772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601724" y="2729484"/>
              <a:ext cx="462280" cy="58419"/>
            </a:xfrm>
            <a:custGeom>
              <a:avLst/>
              <a:gdLst/>
              <a:ahLst/>
              <a:cxnLst/>
              <a:rect l="l" t="t" r="r" b="b"/>
              <a:pathLst>
                <a:path w="462280" h="58419">
                  <a:moveTo>
                    <a:pt x="0" y="57912"/>
                  </a:moveTo>
                  <a:lnTo>
                    <a:pt x="461772" y="57912"/>
                  </a:lnTo>
                  <a:lnTo>
                    <a:pt x="461772" y="0"/>
                  </a:lnTo>
                  <a:lnTo>
                    <a:pt x="0" y="0"/>
                  </a:lnTo>
                  <a:lnTo>
                    <a:pt x="0" y="57912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156459" y="2441448"/>
              <a:ext cx="460375" cy="288290"/>
            </a:xfrm>
            <a:custGeom>
              <a:avLst/>
              <a:gdLst/>
              <a:ahLst/>
              <a:cxnLst/>
              <a:rect l="l" t="t" r="r" b="b"/>
              <a:pathLst>
                <a:path w="460375" h="288289">
                  <a:moveTo>
                    <a:pt x="460248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460248" y="288036"/>
                  </a:lnTo>
                  <a:lnTo>
                    <a:pt x="460248" y="0"/>
                  </a:lnTo>
                  <a:close/>
                </a:path>
              </a:pathLst>
            </a:custGeom>
            <a:solidFill>
              <a:srgbClr val="BA27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156459" y="2441448"/>
              <a:ext cx="460375" cy="288290"/>
            </a:xfrm>
            <a:custGeom>
              <a:avLst/>
              <a:gdLst/>
              <a:ahLst/>
              <a:cxnLst/>
              <a:rect l="l" t="t" r="r" b="b"/>
              <a:pathLst>
                <a:path w="460375" h="288289">
                  <a:moveTo>
                    <a:pt x="0" y="288036"/>
                  </a:moveTo>
                  <a:lnTo>
                    <a:pt x="460248" y="288036"/>
                  </a:lnTo>
                  <a:lnTo>
                    <a:pt x="460248" y="0"/>
                  </a:lnTo>
                  <a:lnTo>
                    <a:pt x="0" y="0"/>
                  </a:lnTo>
                  <a:lnTo>
                    <a:pt x="0" y="288036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709672" y="2407920"/>
              <a:ext cx="460375" cy="33655"/>
            </a:xfrm>
            <a:custGeom>
              <a:avLst/>
              <a:gdLst/>
              <a:ahLst/>
              <a:cxnLst/>
              <a:rect l="l" t="t" r="r" b="b"/>
              <a:pathLst>
                <a:path w="460375" h="33655">
                  <a:moveTo>
                    <a:pt x="460248" y="0"/>
                  </a:moveTo>
                  <a:lnTo>
                    <a:pt x="0" y="0"/>
                  </a:lnTo>
                  <a:lnTo>
                    <a:pt x="0" y="33527"/>
                  </a:lnTo>
                  <a:lnTo>
                    <a:pt x="460248" y="33527"/>
                  </a:lnTo>
                  <a:lnTo>
                    <a:pt x="460248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709672" y="2407920"/>
              <a:ext cx="460375" cy="33655"/>
            </a:xfrm>
            <a:custGeom>
              <a:avLst/>
              <a:gdLst/>
              <a:ahLst/>
              <a:cxnLst/>
              <a:rect l="l" t="t" r="r" b="b"/>
              <a:pathLst>
                <a:path w="460375" h="33655">
                  <a:moveTo>
                    <a:pt x="0" y="33527"/>
                  </a:moveTo>
                  <a:lnTo>
                    <a:pt x="460248" y="33527"/>
                  </a:lnTo>
                  <a:lnTo>
                    <a:pt x="460248" y="0"/>
                  </a:lnTo>
                  <a:lnTo>
                    <a:pt x="0" y="0"/>
                  </a:lnTo>
                  <a:lnTo>
                    <a:pt x="0" y="33527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048512" y="2787396"/>
              <a:ext cx="462280" cy="1275715"/>
            </a:xfrm>
            <a:custGeom>
              <a:avLst/>
              <a:gdLst/>
              <a:ahLst/>
              <a:cxnLst/>
              <a:rect l="l" t="t" r="r" b="b"/>
              <a:pathLst>
                <a:path w="462280" h="1275714">
                  <a:moveTo>
                    <a:pt x="461772" y="0"/>
                  </a:moveTo>
                  <a:lnTo>
                    <a:pt x="0" y="0"/>
                  </a:lnTo>
                  <a:lnTo>
                    <a:pt x="0" y="1275587"/>
                  </a:lnTo>
                  <a:lnTo>
                    <a:pt x="461772" y="1275587"/>
                  </a:lnTo>
                  <a:lnTo>
                    <a:pt x="461772" y="0"/>
                  </a:lnTo>
                  <a:close/>
                </a:path>
              </a:pathLst>
            </a:custGeom>
            <a:solidFill>
              <a:srgbClr val="52101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048512" y="2787396"/>
              <a:ext cx="462280" cy="1275715"/>
            </a:xfrm>
            <a:custGeom>
              <a:avLst/>
              <a:gdLst/>
              <a:ahLst/>
              <a:cxnLst/>
              <a:rect l="l" t="t" r="r" b="b"/>
              <a:pathLst>
                <a:path w="462280" h="1275714">
                  <a:moveTo>
                    <a:pt x="0" y="1275587"/>
                  </a:moveTo>
                  <a:lnTo>
                    <a:pt x="461772" y="1275587"/>
                  </a:lnTo>
                  <a:lnTo>
                    <a:pt x="461772" y="0"/>
                  </a:lnTo>
                  <a:lnTo>
                    <a:pt x="0" y="0"/>
                  </a:lnTo>
                  <a:lnTo>
                    <a:pt x="0" y="1275587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49580" y="5250180"/>
              <a:ext cx="3321050" cy="0"/>
            </a:xfrm>
            <a:custGeom>
              <a:avLst/>
              <a:gdLst/>
              <a:ahLst/>
              <a:cxnLst/>
              <a:rect l="l" t="t" r="r" b="b"/>
              <a:pathLst>
                <a:path w="3321050" h="0">
                  <a:moveTo>
                    <a:pt x="0" y="0"/>
                  </a:moveTo>
                  <a:lnTo>
                    <a:pt x="3320796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2847044" y="5289448"/>
            <a:ext cx="196215" cy="59372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sz="1200" spc="-10" b="1">
                <a:solidFill>
                  <a:srgbClr val="E17385"/>
                </a:solidFill>
                <a:latin typeface="Arial"/>
                <a:cs typeface="Arial"/>
              </a:rPr>
              <a:t>Sharing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95300" y="4062984"/>
            <a:ext cx="462280" cy="1187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90"/>
              </a:spcBef>
            </a:pPr>
            <a:endParaRPr sz="1200">
              <a:latin typeface="Times New Roman"/>
              <a:cs typeface="Times New Roman"/>
            </a:endParaRPr>
          </a:p>
          <a:p>
            <a:pPr marL="77470">
              <a:lnSpc>
                <a:spcPct val="100000"/>
              </a:lnSpc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42%</a:t>
            </a:r>
            <a:endParaRPr sz="12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262884" y="2407920"/>
            <a:ext cx="462280" cy="2842260"/>
          </a:xfrm>
          <a:prstGeom prst="rect">
            <a:avLst/>
          </a:prstGeom>
          <a:solidFill>
            <a:srgbClr val="B4B4B4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1200">
              <a:latin typeface="Times New Roman"/>
              <a:cs typeface="Times New Roman"/>
            </a:endParaRPr>
          </a:p>
          <a:p>
            <a:pPr marL="34290">
              <a:lnSpc>
                <a:spcPct val="100000"/>
              </a:lnSpc>
            </a:pPr>
            <a:r>
              <a:rPr dirty="0" sz="1200" spc="-20">
                <a:latin typeface="Arial"/>
                <a:cs typeface="Arial"/>
              </a:rPr>
              <a:t>100%</a:t>
            </a:r>
            <a:endParaRPr sz="12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156460" y="2441448"/>
            <a:ext cx="460375" cy="288290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76835">
              <a:lnSpc>
                <a:spcPct val="100000"/>
              </a:lnSpc>
              <a:spcBef>
                <a:spcPts val="3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10%</a:t>
            </a:r>
            <a:endParaRPr sz="12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86138" y="5289801"/>
            <a:ext cx="196215" cy="60261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sz="1200" spc="-10" b="1">
                <a:solidFill>
                  <a:srgbClr val="7C1A2B"/>
                </a:solidFill>
                <a:latin typeface="Arial"/>
                <a:cs typeface="Arial"/>
              </a:rPr>
              <a:t>Leasing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697735" y="2674620"/>
            <a:ext cx="269875" cy="166370"/>
          </a:xfrm>
          <a:prstGeom prst="rect">
            <a:avLst/>
          </a:prstGeom>
          <a:solidFill>
            <a:srgbClr val="A21F1F"/>
          </a:solidFill>
        </p:spPr>
        <p:txBody>
          <a:bodyPr wrap="square" lIns="0" tIns="0" rIns="0" bIns="0" rtlCol="0" vert="horz">
            <a:spAutoFit/>
          </a:bodyPr>
          <a:lstStyle/>
          <a:p>
            <a:pPr marL="24765">
              <a:lnSpc>
                <a:spcPts val="1270"/>
              </a:lnSpc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2%</a:t>
            </a:r>
            <a:endParaRPr sz="12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738842" y="5288557"/>
            <a:ext cx="196215" cy="95821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sz="1200" spc="-10" b="1">
                <a:solidFill>
                  <a:srgbClr val="A21F1F"/>
                </a:solidFill>
                <a:latin typeface="Arial"/>
                <a:cs typeface="Arial"/>
              </a:rPr>
              <a:t>Subscription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32062" y="5288607"/>
            <a:ext cx="196215" cy="71501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sz="1200" spc="-10" b="1">
                <a:solidFill>
                  <a:srgbClr val="7E7E7E"/>
                </a:solidFill>
                <a:latin typeface="Arial"/>
                <a:cs typeface="Arial"/>
              </a:rPr>
              <a:t>Purchase</a:t>
            </a:r>
            <a:endParaRPr sz="12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48511" y="2787395"/>
            <a:ext cx="462280" cy="12757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Times New Roman"/>
              <a:cs typeface="Times New Roman"/>
            </a:endParaRPr>
          </a:p>
          <a:p>
            <a:pPr marL="78740">
              <a:lnSpc>
                <a:spcPct val="100000"/>
              </a:lnSpc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45%</a:t>
            </a:r>
            <a:endParaRPr sz="12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292943" y="5290033"/>
            <a:ext cx="196215" cy="49149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sz="1200" spc="-10" b="1">
                <a:solidFill>
                  <a:srgbClr val="BA2740"/>
                </a:solidFill>
                <a:latin typeface="Arial"/>
                <a:cs typeface="Arial"/>
              </a:rPr>
              <a:t>Rental</a:t>
            </a:r>
            <a:endParaRPr sz="12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805683" y="2340864"/>
            <a:ext cx="269875" cy="166370"/>
          </a:xfrm>
          <a:prstGeom prst="rect">
            <a:avLst/>
          </a:prstGeom>
          <a:solidFill>
            <a:srgbClr val="DB526A"/>
          </a:solidFill>
        </p:spPr>
        <p:txBody>
          <a:bodyPr wrap="square" lIns="0" tIns="0" rIns="0" bIns="0" rtlCol="0" vert="horz">
            <a:spAutoFit/>
          </a:bodyPr>
          <a:lstStyle/>
          <a:p>
            <a:pPr marL="24765">
              <a:lnSpc>
                <a:spcPts val="1270"/>
              </a:lnSpc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1%</a:t>
            </a:r>
            <a:endParaRPr sz="12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162303" y="2562301"/>
            <a:ext cx="23876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6.0</a:t>
            </a:r>
            <a:endParaRPr sz="12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08177" y="3837813"/>
            <a:ext cx="2381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5.6</a:t>
            </a:r>
            <a:endParaRPr sz="12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714626" y="2475357"/>
            <a:ext cx="2381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0.3</a:t>
            </a:r>
            <a:endParaRPr sz="12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268727" y="2216658"/>
            <a:ext cx="2381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1.4</a:t>
            </a:r>
            <a:endParaRPr sz="12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822829" y="2141982"/>
            <a:ext cx="831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700" algn="l"/>
              </a:tabLst>
            </a:pPr>
            <a:r>
              <a:rPr dirty="0" sz="1200" spc="-25" b="1">
                <a:latin typeface="Arial"/>
                <a:cs typeface="Arial"/>
              </a:rPr>
              <a:t>0.2</a:t>
            </a:r>
            <a:r>
              <a:rPr dirty="0" sz="1200" b="1">
                <a:latin typeface="Arial"/>
                <a:cs typeface="Arial"/>
              </a:rPr>
              <a:t>	</a:t>
            </a:r>
            <a:r>
              <a:rPr dirty="0" sz="1200" spc="-20" b="1">
                <a:latin typeface="Arial"/>
                <a:cs typeface="Arial"/>
              </a:rPr>
              <a:t>13.4</a:t>
            </a:r>
            <a:endParaRPr sz="12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449580" y="2051304"/>
            <a:ext cx="5262880" cy="35560"/>
          </a:xfrm>
          <a:custGeom>
            <a:avLst/>
            <a:gdLst/>
            <a:ahLst/>
            <a:cxnLst/>
            <a:rect l="l" t="t" r="r" b="b"/>
            <a:pathLst>
              <a:path w="5262880" h="35560">
                <a:moveTo>
                  <a:pt x="5262372" y="0"/>
                </a:moveTo>
                <a:lnTo>
                  <a:pt x="0" y="0"/>
                </a:lnTo>
                <a:lnTo>
                  <a:pt x="0" y="35051"/>
                </a:lnTo>
                <a:lnTo>
                  <a:pt x="5262372" y="35051"/>
                </a:lnTo>
                <a:lnTo>
                  <a:pt x="5262372" y="0"/>
                </a:lnTo>
                <a:close/>
              </a:path>
            </a:pathLst>
          </a:custGeom>
          <a:solidFill>
            <a:srgbClr val="A21F1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9" name="object 39" descr="europäische-union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23915" y="1850135"/>
            <a:ext cx="281939" cy="152400"/>
          </a:xfrm>
          <a:prstGeom prst="rect">
            <a:avLst/>
          </a:prstGeom>
        </p:spPr>
      </p:pic>
      <p:sp>
        <p:nvSpPr>
          <p:cNvPr id="40" name="object 40"/>
          <p:cNvSpPr txBox="1"/>
          <p:nvPr/>
        </p:nvSpPr>
        <p:spPr>
          <a:xfrm>
            <a:off x="4833365" y="1811528"/>
            <a:ext cx="5581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8270" marR="5080" indent="-116205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latin typeface="Arial"/>
                <a:cs typeface="Arial"/>
              </a:rPr>
              <a:t>Region</a:t>
            </a:r>
            <a:r>
              <a:rPr dirty="0" sz="600" spc="15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Europe,</a:t>
            </a:r>
            <a:r>
              <a:rPr dirty="0" sz="600" spc="50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40</a:t>
            </a:r>
            <a:r>
              <a:rPr dirty="0" sz="600" spc="-25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countries</a:t>
            </a:r>
            <a:endParaRPr sz="6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11480" y="1791081"/>
            <a:ext cx="893572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5981065" algn="l"/>
              </a:tabLst>
            </a:pPr>
            <a:r>
              <a:rPr dirty="0" sz="1400" b="1">
                <a:latin typeface="Arial"/>
                <a:cs typeface="Arial"/>
              </a:rPr>
              <a:t>Ownership</a:t>
            </a:r>
            <a:r>
              <a:rPr dirty="0" sz="1400" spc="-6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model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split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2023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[m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units]</a:t>
            </a:r>
            <a:r>
              <a:rPr dirty="0" sz="1400">
                <a:latin typeface="Arial"/>
                <a:cs typeface="Arial"/>
              </a:rPr>
              <a:t>	</a:t>
            </a:r>
            <a:r>
              <a:rPr dirty="0" sz="1400" spc="-10" b="1">
                <a:latin typeface="Arial"/>
                <a:cs typeface="Arial"/>
              </a:rPr>
              <a:t>Profitability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of ownership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models</a:t>
            </a:r>
            <a:r>
              <a:rPr dirty="0" baseline="24691" sz="1350" spc="-15" b="1">
                <a:latin typeface="Arial"/>
                <a:cs typeface="Arial"/>
              </a:rPr>
              <a:t>2)</a:t>
            </a:r>
            <a:endParaRPr baseline="24691" sz="135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6391655" y="2051304"/>
            <a:ext cx="5356860" cy="35560"/>
          </a:xfrm>
          <a:custGeom>
            <a:avLst/>
            <a:gdLst/>
            <a:ahLst/>
            <a:cxnLst/>
            <a:rect l="l" t="t" r="r" b="b"/>
            <a:pathLst>
              <a:path w="5356859" h="35560">
                <a:moveTo>
                  <a:pt x="5356859" y="0"/>
                </a:moveTo>
                <a:lnTo>
                  <a:pt x="0" y="0"/>
                </a:lnTo>
                <a:lnTo>
                  <a:pt x="0" y="35051"/>
                </a:lnTo>
                <a:lnTo>
                  <a:pt x="5356859" y="35051"/>
                </a:lnTo>
                <a:lnTo>
                  <a:pt x="5356859" y="0"/>
                </a:lnTo>
                <a:close/>
              </a:path>
            </a:pathLst>
          </a:custGeom>
          <a:solidFill>
            <a:srgbClr val="A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6380479" y="2630804"/>
            <a:ext cx="68135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latin typeface="Arial"/>
                <a:cs typeface="Arial"/>
              </a:rPr>
              <a:t>Ownership models</a:t>
            </a:r>
            <a:endParaRPr sz="10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205598" y="2212974"/>
            <a:ext cx="14363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Arial"/>
                <a:cs typeface="Arial"/>
              </a:rPr>
              <a:t>Traditional</a:t>
            </a:r>
            <a:r>
              <a:rPr dirty="0" sz="1000" spc="-5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car</a:t>
            </a:r>
            <a:r>
              <a:rPr dirty="0" sz="1000" spc="-4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ownership</a:t>
            </a:r>
            <a:endParaRPr sz="10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0357866" y="2212974"/>
            <a:ext cx="1232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A21F1F"/>
                </a:solidFill>
                <a:latin typeface="Arial"/>
                <a:cs typeface="Arial"/>
              </a:rPr>
              <a:t>Alternative</a:t>
            </a:r>
            <a:r>
              <a:rPr dirty="0" sz="1000" spc="-60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A21F1F"/>
                </a:solidFill>
                <a:latin typeface="Arial"/>
                <a:cs typeface="Arial"/>
              </a:rPr>
              <a:t>ownership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6" name="object 4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07250" y="2394966"/>
            <a:ext cx="4466844" cy="76200"/>
          </a:xfrm>
          <a:prstGeom prst="rect">
            <a:avLst/>
          </a:prstGeom>
        </p:spPr>
      </p:pic>
      <p:sp>
        <p:nvSpPr>
          <p:cNvPr id="47" name="object 47"/>
          <p:cNvSpPr txBox="1"/>
          <p:nvPr/>
        </p:nvSpPr>
        <p:spPr>
          <a:xfrm>
            <a:off x="7270750" y="2747848"/>
            <a:ext cx="5943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solidFill>
                  <a:srgbClr val="7E7E7E"/>
                </a:solidFill>
                <a:latin typeface="Arial"/>
                <a:cs typeface="Arial"/>
              </a:rPr>
              <a:t>Purchase</a:t>
            </a:r>
            <a:endParaRPr sz="10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244331" y="2747848"/>
            <a:ext cx="50419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solidFill>
                  <a:srgbClr val="6E6E6E"/>
                </a:solidFill>
                <a:latin typeface="Arial"/>
                <a:cs typeface="Arial"/>
              </a:rPr>
              <a:t>Leasing</a:t>
            </a:r>
            <a:endParaRPr sz="10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9026397" y="2747848"/>
            <a:ext cx="79946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solidFill>
                  <a:srgbClr val="A21F1F"/>
                </a:solidFill>
                <a:latin typeface="Arial"/>
                <a:cs typeface="Arial"/>
              </a:rPr>
              <a:t>Subscription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0146030" y="2747848"/>
            <a:ext cx="4127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solidFill>
                  <a:srgbClr val="BA2740"/>
                </a:solidFill>
                <a:latin typeface="Arial"/>
                <a:cs typeface="Arial"/>
              </a:rPr>
              <a:t>Rental</a:t>
            </a:r>
            <a:endParaRPr sz="10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1031093" y="2747848"/>
            <a:ext cx="495934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solidFill>
                  <a:srgbClr val="DB526A"/>
                </a:solidFill>
                <a:latin typeface="Arial"/>
                <a:cs typeface="Arial"/>
              </a:rPr>
              <a:t>Sharing</a:t>
            </a:r>
            <a:endParaRPr sz="10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380988" y="3064764"/>
            <a:ext cx="704215" cy="353695"/>
          </a:xfrm>
          <a:prstGeom prst="rect">
            <a:avLst/>
          </a:prstGeom>
          <a:ln w="9525">
            <a:solidFill>
              <a:srgbClr val="D9D9D9"/>
            </a:solidFill>
          </a:ln>
        </p:spPr>
        <p:txBody>
          <a:bodyPr wrap="square" lIns="0" tIns="21590" rIns="0" bIns="0" rtlCol="0" vert="horz">
            <a:spAutoFit/>
          </a:bodyPr>
          <a:lstStyle/>
          <a:p>
            <a:pPr marL="153035">
              <a:lnSpc>
                <a:spcPct val="100000"/>
              </a:lnSpc>
              <a:spcBef>
                <a:spcPts val="170"/>
              </a:spcBef>
            </a:pPr>
            <a:r>
              <a:rPr dirty="0" sz="1000" b="1">
                <a:latin typeface="Arial"/>
                <a:cs typeface="Arial"/>
              </a:rPr>
              <a:t>LCP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spc="-50" b="1"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  <a:p>
            <a:pPr marL="101600">
              <a:lnSpc>
                <a:spcPct val="100000"/>
              </a:lnSpc>
            </a:pPr>
            <a:r>
              <a:rPr dirty="0" sz="1000">
                <a:latin typeface="Arial"/>
                <a:cs typeface="Arial"/>
              </a:rPr>
              <a:t>year</a:t>
            </a:r>
            <a:r>
              <a:rPr dirty="0" sz="1000" spc="-3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1-</a:t>
            </a:r>
            <a:r>
              <a:rPr dirty="0" sz="1000" spc="-50"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380988" y="3491484"/>
            <a:ext cx="704215" cy="353695"/>
          </a:xfrm>
          <a:prstGeom prst="rect">
            <a:avLst/>
          </a:prstGeom>
          <a:ln w="9525">
            <a:solidFill>
              <a:srgbClr val="D9D9D9"/>
            </a:solidFill>
          </a:ln>
        </p:spPr>
        <p:txBody>
          <a:bodyPr wrap="square" lIns="0" tIns="22225" rIns="0" bIns="0" rtlCol="0" vert="horz">
            <a:spAutoFit/>
          </a:bodyPr>
          <a:lstStyle/>
          <a:p>
            <a:pPr marL="153035">
              <a:lnSpc>
                <a:spcPct val="100000"/>
              </a:lnSpc>
              <a:spcBef>
                <a:spcPts val="175"/>
              </a:spcBef>
            </a:pPr>
            <a:r>
              <a:rPr dirty="0" sz="1000" b="1">
                <a:latin typeface="Arial"/>
                <a:cs typeface="Arial"/>
              </a:rPr>
              <a:t>LCP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spc="-50" b="1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  <a:p>
            <a:pPr marL="101600">
              <a:lnSpc>
                <a:spcPct val="100000"/>
              </a:lnSpc>
            </a:pPr>
            <a:r>
              <a:rPr dirty="0" sz="1000">
                <a:latin typeface="Arial"/>
                <a:cs typeface="Arial"/>
              </a:rPr>
              <a:t>year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4-</a:t>
            </a:r>
            <a:r>
              <a:rPr dirty="0" sz="1000" spc="-50">
                <a:latin typeface="Arial"/>
                <a:cs typeface="Arial"/>
              </a:rPr>
              <a:t>6</a:t>
            </a:r>
            <a:endParaRPr sz="10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380988" y="3919728"/>
            <a:ext cx="704215" cy="352425"/>
          </a:xfrm>
          <a:prstGeom prst="rect">
            <a:avLst/>
          </a:prstGeom>
          <a:ln w="9525">
            <a:solidFill>
              <a:srgbClr val="D9D9D9"/>
            </a:solidFill>
          </a:ln>
        </p:spPr>
        <p:txBody>
          <a:bodyPr wrap="square" lIns="0" tIns="20320" rIns="0" bIns="0" rtlCol="0" vert="horz">
            <a:spAutoFit/>
          </a:bodyPr>
          <a:lstStyle/>
          <a:p>
            <a:pPr marL="153035">
              <a:lnSpc>
                <a:spcPct val="100000"/>
              </a:lnSpc>
              <a:spcBef>
                <a:spcPts val="160"/>
              </a:spcBef>
            </a:pPr>
            <a:r>
              <a:rPr dirty="0" sz="1000" b="1">
                <a:latin typeface="Arial"/>
                <a:cs typeface="Arial"/>
              </a:rPr>
              <a:t>LCP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spc="-50" b="1"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  <a:p>
            <a:pPr marL="101600">
              <a:lnSpc>
                <a:spcPct val="100000"/>
              </a:lnSpc>
            </a:pPr>
            <a:r>
              <a:rPr dirty="0" sz="1000">
                <a:latin typeface="Arial"/>
                <a:cs typeface="Arial"/>
              </a:rPr>
              <a:t>year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7-</a:t>
            </a:r>
            <a:r>
              <a:rPr dirty="0" sz="1000" spc="-50">
                <a:latin typeface="Arial"/>
                <a:cs typeface="Arial"/>
              </a:rPr>
              <a:t>9</a:t>
            </a:r>
            <a:endParaRPr sz="10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217664" y="3064764"/>
            <a:ext cx="704215" cy="353695"/>
          </a:xfrm>
          <a:prstGeom prst="rect">
            <a:avLst/>
          </a:prstGeom>
          <a:solidFill>
            <a:srgbClr val="D9D9D9">
              <a:alpha val="90979"/>
            </a:srgbClr>
          </a:solidFill>
        </p:spPr>
        <p:txBody>
          <a:bodyPr wrap="square" lIns="0" tIns="97790" rIns="0" bIns="0" rtlCol="0" vert="horz">
            <a:spAutoFit/>
          </a:bodyPr>
          <a:lstStyle/>
          <a:p>
            <a:pPr algn="ctr" marR="29209">
              <a:lnSpc>
                <a:spcPct val="100000"/>
              </a:lnSpc>
              <a:spcBef>
                <a:spcPts val="770"/>
              </a:spcBef>
            </a:pPr>
            <a:r>
              <a:rPr dirty="0" sz="1000" spc="-25">
                <a:latin typeface="Arial"/>
                <a:cs typeface="Arial"/>
              </a:rPr>
              <a:t>7%</a:t>
            </a:r>
            <a:endParaRPr sz="10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217664" y="3491484"/>
            <a:ext cx="704215" cy="353695"/>
          </a:xfrm>
          <a:prstGeom prst="rect">
            <a:avLst/>
          </a:prstGeom>
          <a:solidFill>
            <a:srgbClr val="A6A6A6">
              <a:alpha val="90979"/>
            </a:srgbClr>
          </a:solidFill>
        </p:spPr>
        <p:txBody>
          <a:bodyPr wrap="square" lIns="0" tIns="98425" rIns="0" bIns="0" rtlCol="0" vert="horz">
            <a:spAutoFit/>
          </a:bodyPr>
          <a:lstStyle/>
          <a:p>
            <a:pPr algn="ctr" marR="29209">
              <a:lnSpc>
                <a:spcPct val="100000"/>
              </a:lnSpc>
              <a:spcBef>
                <a:spcPts val="775"/>
              </a:spcBef>
            </a:pPr>
            <a:r>
              <a:rPr dirty="0" sz="1000" spc="-25">
                <a:latin typeface="Arial"/>
                <a:cs typeface="Arial"/>
              </a:rPr>
              <a:t>9%</a:t>
            </a:r>
            <a:endParaRPr sz="10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217664" y="3919728"/>
            <a:ext cx="704215" cy="352425"/>
          </a:xfrm>
          <a:prstGeom prst="rect">
            <a:avLst/>
          </a:prstGeom>
          <a:solidFill>
            <a:srgbClr val="585858">
              <a:alpha val="90979"/>
            </a:srgbClr>
          </a:solidFill>
        </p:spPr>
        <p:txBody>
          <a:bodyPr wrap="square" lIns="0" tIns="96520" rIns="0" bIns="0" rtlCol="0" vert="horz">
            <a:spAutoFit/>
          </a:bodyPr>
          <a:lstStyle/>
          <a:p>
            <a:pPr marL="207010">
              <a:lnSpc>
                <a:spcPct val="100000"/>
              </a:lnSpc>
              <a:spcBef>
                <a:spcPts val="760"/>
              </a:spcBef>
            </a:pPr>
            <a:r>
              <a:rPr dirty="0" sz="1000" spc="-25">
                <a:solidFill>
                  <a:srgbClr val="FFFFFF"/>
                </a:solidFill>
                <a:latin typeface="Arial"/>
                <a:cs typeface="Arial"/>
              </a:rPr>
              <a:t>11%</a:t>
            </a:r>
            <a:endParaRPr sz="10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8145780" y="3064764"/>
            <a:ext cx="704215" cy="353695"/>
          </a:xfrm>
          <a:prstGeom prst="rect">
            <a:avLst/>
          </a:prstGeom>
          <a:solidFill>
            <a:srgbClr val="D9D9D9">
              <a:alpha val="90979"/>
            </a:srgbClr>
          </a:solidFill>
        </p:spPr>
        <p:txBody>
          <a:bodyPr wrap="square" lIns="0" tIns="97790" rIns="0" bIns="0" rtlCol="0" vert="horz">
            <a:spAutoFit/>
          </a:bodyPr>
          <a:lstStyle/>
          <a:p>
            <a:pPr marL="150495">
              <a:lnSpc>
                <a:spcPct val="100000"/>
              </a:lnSpc>
              <a:spcBef>
                <a:spcPts val="770"/>
              </a:spcBef>
            </a:pPr>
            <a:r>
              <a:rPr dirty="0" sz="1000" spc="-10">
                <a:latin typeface="Arial"/>
                <a:cs typeface="Arial"/>
              </a:rPr>
              <a:t>-</a:t>
            </a:r>
            <a:r>
              <a:rPr dirty="0" sz="1000" spc="-20">
                <a:latin typeface="Arial"/>
                <a:cs typeface="Arial"/>
              </a:rPr>
              <a:t>115%</a:t>
            </a:r>
            <a:endParaRPr sz="10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8145780" y="3491484"/>
            <a:ext cx="704215" cy="353695"/>
          </a:xfrm>
          <a:prstGeom prst="rect">
            <a:avLst/>
          </a:prstGeom>
          <a:solidFill>
            <a:srgbClr val="A6A6A6">
              <a:alpha val="90979"/>
            </a:srgbClr>
          </a:solidFill>
        </p:spPr>
        <p:txBody>
          <a:bodyPr wrap="square" lIns="0" tIns="98425" rIns="0" bIns="0" rtlCol="0" vert="horz">
            <a:spAutoFit/>
          </a:bodyPr>
          <a:lstStyle/>
          <a:p>
            <a:pPr marL="207010">
              <a:lnSpc>
                <a:spcPct val="100000"/>
              </a:lnSpc>
              <a:spcBef>
                <a:spcPts val="775"/>
              </a:spcBef>
            </a:pPr>
            <a:r>
              <a:rPr dirty="0" sz="1000" spc="-25">
                <a:latin typeface="Arial"/>
                <a:cs typeface="Arial"/>
              </a:rPr>
              <a:t>83%</a:t>
            </a:r>
            <a:endParaRPr sz="10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8145780" y="3919728"/>
            <a:ext cx="704215" cy="352425"/>
          </a:xfrm>
          <a:prstGeom prst="rect">
            <a:avLst/>
          </a:prstGeom>
          <a:solidFill>
            <a:srgbClr val="585858">
              <a:alpha val="90979"/>
            </a:srgbClr>
          </a:solidFill>
        </p:spPr>
        <p:txBody>
          <a:bodyPr wrap="square" lIns="0" tIns="96520" rIns="0" bIns="0" rtlCol="0" vert="horz">
            <a:spAutoFit/>
          </a:bodyPr>
          <a:lstStyle/>
          <a:p>
            <a:pPr marL="207010">
              <a:lnSpc>
                <a:spcPct val="100000"/>
              </a:lnSpc>
              <a:spcBef>
                <a:spcPts val="760"/>
              </a:spcBef>
            </a:pPr>
            <a:r>
              <a:rPr dirty="0" sz="1000" spc="-25">
                <a:solidFill>
                  <a:srgbClr val="FFFFFF"/>
                </a:solidFill>
                <a:latin typeface="Arial"/>
                <a:cs typeface="Arial"/>
              </a:rPr>
              <a:t>76%</a:t>
            </a:r>
            <a:endParaRPr sz="10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9072371" y="3064764"/>
            <a:ext cx="706120" cy="353695"/>
          </a:xfrm>
          <a:prstGeom prst="rect">
            <a:avLst/>
          </a:prstGeom>
          <a:solidFill>
            <a:srgbClr val="D9D9D9">
              <a:alpha val="90979"/>
            </a:srgbClr>
          </a:solidFill>
        </p:spPr>
        <p:txBody>
          <a:bodyPr wrap="square" lIns="0" tIns="97790" rIns="0" bIns="0" rtlCol="0" vert="horz">
            <a:spAutoFit/>
          </a:bodyPr>
          <a:lstStyle/>
          <a:p>
            <a:pPr marL="186690">
              <a:lnSpc>
                <a:spcPct val="100000"/>
              </a:lnSpc>
              <a:spcBef>
                <a:spcPts val="770"/>
              </a:spcBef>
            </a:pPr>
            <a:r>
              <a:rPr dirty="0" sz="1000" spc="-10">
                <a:latin typeface="Arial"/>
                <a:cs typeface="Arial"/>
              </a:rPr>
              <a:t>-</a:t>
            </a:r>
            <a:r>
              <a:rPr dirty="0" sz="1000" spc="-25">
                <a:latin typeface="Arial"/>
                <a:cs typeface="Arial"/>
              </a:rPr>
              <a:t>91%</a:t>
            </a:r>
            <a:endParaRPr sz="10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9072371" y="3491484"/>
            <a:ext cx="706120" cy="353695"/>
          </a:xfrm>
          <a:prstGeom prst="rect">
            <a:avLst/>
          </a:prstGeom>
          <a:solidFill>
            <a:srgbClr val="A6A6A6">
              <a:alpha val="90979"/>
            </a:srgbClr>
          </a:solidFill>
        </p:spPr>
        <p:txBody>
          <a:bodyPr wrap="square" lIns="0" tIns="98425" rIns="0" bIns="0" rtlCol="0" vert="horz">
            <a:spAutoFit/>
          </a:bodyPr>
          <a:lstStyle/>
          <a:p>
            <a:pPr marL="208279">
              <a:lnSpc>
                <a:spcPct val="100000"/>
              </a:lnSpc>
              <a:spcBef>
                <a:spcPts val="775"/>
              </a:spcBef>
            </a:pPr>
            <a:r>
              <a:rPr dirty="0" sz="1000" spc="-25">
                <a:latin typeface="Arial"/>
                <a:cs typeface="Arial"/>
              </a:rPr>
              <a:t>78%</a:t>
            </a:r>
            <a:endParaRPr sz="10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9072371" y="3919728"/>
            <a:ext cx="706120" cy="352425"/>
          </a:xfrm>
          <a:prstGeom prst="rect">
            <a:avLst/>
          </a:prstGeom>
          <a:solidFill>
            <a:srgbClr val="585858">
              <a:alpha val="90979"/>
            </a:srgbClr>
          </a:solidFill>
        </p:spPr>
        <p:txBody>
          <a:bodyPr wrap="square" lIns="0" tIns="96520" rIns="0" bIns="0" rtlCol="0" vert="horz">
            <a:spAutoFit/>
          </a:bodyPr>
          <a:lstStyle/>
          <a:p>
            <a:pPr marL="208279">
              <a:lnSpc>
                <a:spcPct val="100000"/>
              </a:lnSpc>
              <a:spcBef>
                <a:spcPts val="760"/>
              </a:spcBef>
            </a:pPr>
            <a:r>
              <a:rPr dirty="0" sz="1000" spc="-25">
                <a:solidFill>
                  <a:srgbClr val="FFFFFF"/>
                </a:solidFill>
                <a:latin typeface="Arial"/>
                <a:cs typeface="Arial"/>
              </a:rPr>
              <a:t>71%</a:t>
            </a:r>
            <a:endParaRPr sz="10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0000488" y="3064764"/>
            <a:ext cx="706120" cy="353695"/>
          </a:xfrm>
          <a:prstGeom prst="rect">
            <a:avLst/>
          </a:prstGeom>
          <a:solidFill>
            <a:srgbClr val="D9D9D9">
              <a:alpha val="90979"/>
            </a:srgbClr>
          </a:solidFill>
        </p:spPr>
        <p:txBody>
          <a:bodyPr wrap="square" lIns="0" tIns="97790" rIns="0" bIns="0" rtlCol="0" vert="horz">
            <a:spAutoFit/>
          </a:bodyPr>
          <a:lstStyle/>
          <a:p>
            <a:pPr marL="116205">
              <a:lnSpc>
                <a:spcPct val="100000"/>
              </a:lnSpc>
              <a:spcBef>
                <a:spcPts val="770"/>
              </a:spcBef>
            </a:pPr>
            <a:r>
              <a:rPr dirty="0" sz="1000" spc="-10">
                <a:latin typeface="Arial"/>
                <a:cs typeface="Arial"/>
              </a:rPr>
              <a:t>10-</a:t>
            </a:r>
            <a:r>
              <a:rPr dirty="0" sz="1000" spc="-25">
                <a:latin typeface="Arial"/>
                <a:cs typeface="Arial"/>
              </a:rPr>
              <a:t>15%</a:t>
            </a:r>
            <a:endParaRPr sz="10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0000488" y="3491484"/>
            <a:ext cx="706120" cy="353695"/>
          </a:xfrm>
          <a:prstGeom prst="rect">
            <a:avLst/>
          </a:prstGeom>
          <a:solidFill>
            <a:srgbClr val="A6A6A6">
              <a:alpha val="90979"/>
            </a:srgbClr>
          </a:solidFill>
        </p:spPr>
        <p:txBody>
          <a:bodyPr wrap="square" lIns="0" tIns="98425" rIns="0" bIns="0" rtlCol="0" vert="horz">
            <a:spAutoFit/>
          </a:bodyPr>
          <a:lstStyle/>
          <a:p>
            <a:pPr algn="ctr" marR="27940">
              <a:lnSpc>
                <a:spcPct val="100000"/>
              </a:lnSpc>
              <a:spcBef>
                <a:spcPts val="775"/>
              </a:spcBef>
            </a:pPr>
            <a:r>
              <a:rPr dirty="0" sz="1000" spc="-50">
                <a:latin typeface="Arial"/>
                <a:cs typeface="Arial"/>
              </a:rPr>
              <a:t>–</a:t>
            </a:r>
            <a:endParaRPr sz="100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0000488" y="3919728"/>
            <a:ext cx="706120" cy="352425"/>
          </a:xfrm>
          <a:prstGeom prst="rect">
            <a:avLst/>
          </a:prstGeom>
          <a:solidFill>
            <a:srgbClr val="585858">
              <a:alpha val="90979"/>
            </a:srgbClr>
          </a:solidFill>
        </p:spPr>
        <p:txBody>
          <a:bodyPr wrap="square" lIns="0" tIns="96520" rIns="0" bIns="0" rtlCol="0" vert="horz">
            <a:spAutoFit/>
          </a:bodyPr>
          <a:lstStyle/>
          <a:p>
            <a:pPr algn="ctr" marR="27940">
              <a:lnSpc>
                <a:spcPct val="100000"/>
              </a:lnSpc>
              <a:spcBef>
                <a:spcPts val="760"/>
              </a:spcBef>
            </a:pPr>
            <a:r>
              <a:rPr dirty="0" sz="1000" spc="-5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endParaRPr sz="10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0928604" y="3064764"/>
            <a:ext cx="706120" cy="353695"/>
          </a:xfrm>
          <a:prstGeom prst="rect">
            <a:avLst/>
          </a:prstGeom>
          <a:solidFill>
            <a:srgbClr val="D9D9D9">
              <a:alpha val="90979"/>
            </a:srgbClr>
          </a:solidFill>
        </p:spPr>
        <p:txBody>
          <a:bodyPr wrap="square" lIns="0" tIns="97790" rIns="0" bIns="0" rtlCol="0" vert="horz">
            <a:spAutoFit/>
          </a:bodyPr>
          <a:lstStyle/>
          <a:p>
            <a:pPr marL="206375">
              <a:lnSpc>
                <a:spcPct val="100000"/>
              </a:lnSpc>
              <a:spcBef>
                <a:spcPts val="770"/>
              </a:spcBef>
            </a:pPr>
            <a:r>
              <a:rPr dirty="0" sz="1000" spc="-25">
                <a:latin typeface="Arial"/>
                <a:cs typeface="Arial"/>
              </a:rPr>
              <a:t>&lt;5%</a:t>
            </a:r>
            <a:endParaRPr sz="1000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0928604" y="3491484"/>
            <a:ext cx="706120" cy="353695"/>
          </a:xfrm>
          <a:prstGeom prst="rect">
            <a:avLst/>
          </a:prstGeom>
          <a:solidFill>
            <a:srgbClr val="A6A6A6">
              <a:alpha val="90979"/>
            </a:srgbClr>
          </a:solidFill>
        </p:spPr>
        <p:txBody>
          <a:bodyPr wrap="square" lIns="0" tIns="98425" rIns="0" bIns="0" rtlCol="0" vert="horz">
            <a:spAutoFit/>
          </a:bodyPr>
          <a:lstStyle/>
          <a:p>
            <a:pPr marL="206375">
              <a:lnSpc>
                <a:spcPct val="100000"/>
              </a:lnSpc>
              <a:spcBef>
                <a:spcPts val="775"/>
              </a:spcBef>
            </a:pPr>
            <a:r>
              <a:rPr dirty="0" sz="1000" spc="-25">
                <a:latin typeface="Arial"/>
                <a:cs typeface="Arial"/>
              </a:rPr>
              <a:t>&lt;5%</a:t>
            </a:r>
            <a:endParaRPr sz="100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0928604" y="3919728"/>
            <a:ext cx="706120" cy="352425"/>
          </a:xfrm>
          <a:prstGeom prst="rect">
            <a:avLst/>
          </a:prstGeom>
          <a:solidFill>
            <a:srgbClr val="585858">
              <a:alpha val="90979"/>
            </a:srgbClr>
          </a:solidFill>
        </p:spPr>
        <p:txBody>
          <a:bodyPr wrap="square" lIns="0" tIns="96520" rIns="0" bIns="0" rtlCol="0" vert="horz">
            <a:spAutoFit/>
          </a:bodyPr>
          <a:lstStyle/>
          <a:p>
            <a:pPr marL="206375">
              <a:lnSpc>
                <a:spcPct val="100000"/>
              </a:lnSpc>
              <a:spcBef>
                <a:spcPts val="760"/>
              </a:spcBef>
            </a:pPr>
            <a:r>
              <a:rPr dirty="0" sz="1000" spc="-25">
                <a:solidFill>
                  <a:srgbClr val="FFFFFF"/>
                </a:solidFill>
                <a:latin typeface="Arial"/>
                <a:cs typeface="Arial"/>
              </a:rPr>
              <a:t>&lt;5%</a:t>
            </a:r>
            <a:endParaRPr sz="100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6380988" y="4436364"/>
            <a:ext cx="704215" cy="353695"/>
          </a:xfrm>
          <a:prstGeom prst="rect">
            <a:avLst/>
          </a:prstGeom>
          <a:ln w="9525">
            <a:solidFill>
              <a:srgbClr val="D9D9D9"/>
            </a:solidFill>
          </a:ln>
        </p:spPr>
        <p:txBody>
          <a:bodyPr wrap="square" lIns="0" tIns="97790" rIns="0" bIns="0" rtlCol="0" vert="horz">
            <a:spAutoFit/>
          </a:bodyPr>
          <a:lstStyle/>
          <a:p>
            <a:pPr marL="180975">
              <a:lnSpc>
                <a:spcPct val="100000"/>
              </a:lnSpc>
              <a:spcBef>
                <a:spcPts val="770"/>
              </a:spcBef>
            </a:pPr>
            <a:r>
              <a:rPr dirty="0" u="heavy" sz="10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Total</a:t>
            </a:r>
            <a:endParaRPr sz="100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7217664" y="4436364"/>
            <a:ext cx="704215" cy="353695"/>
          </a:xfrm>
          <a:prstGeom prst="rect">
            <a:avLst/>
          </a:prstGeom>
          <a:solidFill>
            <a:srgbClr val="000000">
              <a:alpha val="90979"/>
            </a:srgbClr>
          </a:solidFill>
        </p:spPr>
        <p:txBody>
          <a:bodyPr wrap="square" lIns="0" tIns="97790" rIns="0" bIns="0" rtlCol="0" vert="horz">
            <a:spAutoFit/>
          </a:bodyPr>
          <a:lstStyle/>
          <a:p>
            <a:pPr marL="187325">
              <a:lnSpc>
                <a:spcPct val="100000"/>
              </a:lnSpc>
              <a:spcBef>
                <a:spcPts val="770"/>
              </a:spcBef>
            </a:pPr>
            <a:r>
              <a:rPr dirty="0" u="heavy" sz="1000" spc="-1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5-</a:t>
            </a:r>
            <a:r>
              <a:rPr dirty="0" u="heavy" sz="1000" spc="-2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7%</a:t>
            </a:r>
            <a:endParaRPr sz="10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8145780" y="4436364"/>
            <a:ext cx="704215" cy="353695"/>
          </a:xfrm>
          <a:prstGeom prst="rect">
            <a:avLst/>
          </a:prstGeom>
          <a:solidFill>
            <a:srgbClr val="000000">
              <a:alpha val="90979"/>
            </a:srgbClr>
          </a:solidFill>
        </p:spPr>
        <p:txBody>
          <a:bodyPr wrap="square" lIns="0" tIns="97790" rIns="0" bIns="0" rtlCol="0" vert="horz">
            <a:spAutoFit/>
          </a:bodyPr>
          <a:lstStyle/>
          <a:p>
            <a:pPr marL="116839">
              <a:lnSpc>
                <a:spcPct val="100000"/>
              </a:lnSpc>
              <a:spcBef>
                <a:spcPts val="770"/>
              </a:spcBef>
            </a:pPr>
            <a:r>
              <a:rPr dirty="0" u="heavy" sz="1000" spc="-1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10-</a:t>
            </a:r>
            <a:r>
              <a:rPr dirty="0" u="heavy" sz="1000" spc="-2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15%</a:t>
            </a:r>
            <a:endParaRPr sz="100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9072371" y="4436364"/>
            <a:ext cx="706120" cy="353695"/>
          </a:xfrm>
          <a:prstGeom prst="rect">
            <a:avLst/>
          </a:prstGeom>
          <a:solidFill>
            <a:srgbClr val="000000">
              <a:alpha val="90979"/>
            </a:srgbClr>
          </a:solidFill>
        </p:spPr>
        <p:txBody>
          <a:bodyPr wrap="square" lIns="0" tIns="97790" rIns="0" bIns="0" rtlCol="0" vert="horz">
            <a:spAutoFit/>
          </a:bodyPr>
          <a:lstStyle/>
          <a:p>
            <a:pPr marL="118110">
              <a:lnSpc>
                <a:spcPct val="100000"/>
              </a:lnSpc>
              <a:spcBef>
                <a:spcPts val="770"/>
              </a:spcBef>
            </a:pPr>
            <a:r>
              <a:rPr dirty="0" u="heavy" sz="1000" spc="-1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10-</a:t>
            </a:r>
            <a:r>
              <a:rPr dirty="0" u="heavy" sz="1000" spc="-2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15%</a:t>
            </a:r>
            <a:endParaRPr sz="100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0000488" y="4436364"/>
            <a:ext cx="706120" cy="353695"/>
          </a:xfrm>
          <a:prstGeom prst="rect">
            <a:avLst/>
          </a:prstGeom>
          <a:solidFill>
            <a:srgbClr val="000000">
              <a:alpha val="90979"/>
            </a:srgbClr>
          </a:solidFill>
        </p:spPr>
        <p:txBody>
          <a:bodyPr wrap="square" lIns="0" tIns="97790" rIns="0" bIns="0" rtlCol="0" vert="horz">
            <a:spAutoFit/>
          </a:bodyPr>
          <a:lstStyle/>
          <a:p>
            <a:pPr marL="118110">
              <a:lnSpc>
                <a:spcPct val="100000"/>
              </a:lnSpc>
              <a:spcBef>
                <a:spcPts val="770"/>
              </a:spcBef>
            </a:pPr>
            <a:r>
              <a:rPr dirty="0" u="heavy" sz="1000" spc="-1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10-</a:t>
            </a:r>
            <a:r>
              <a:rPr dirty="0" u="heavy" sz="1000" spc="-2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15%</a:t>
            </a:r>
            <a:endParaRPr sz="100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0928604" y="4436364"/>
            <a:ext cx="706120" cy="353695"/>
          </a:xfrm>
          <a:prstGeom prst="rect">
            <a:avLst/>
          </a:prstGeom>
          <a:solidFill>
            <a:srgbClr val="000000">
              <a:alpha val="90979"/>
            </a:srgbClr>
          </a:solidFill>
        </p:spPr>
        <p:txBody>
          <a:bodyPr wrap="square" lIns="0" tIns="97790" rIns="0" bIns="0" rtlCol="0" vert="horz">
            <a:spAutoFit/>
          </a:bodyPr>
          <a:lstStyle/>
          <a:p>
            <a:pPr marL="207645">
              <a:lnSpc>
                <a:spcPct val="100000"/>
              </a:lnSpc>
              <a:spcBef>
                <a:spcPts val="770"/>
              </a:spcBef>
            </a:pPr>
            <a:r>
              <a:rPr dirty="0" u="heavy" sz="1000" spc="-2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&lt;5%</a:t>
            </a:r>
            <a:endParaRPr sz="1000">
              <a:latin typeface="Arial"/>
              <a:cs typeface="Arial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3915283" y="2494026"/>
            <a:ext cx="1797685" cy="832485"/>
          </a:xfrm>
          <a:custGeom>
            <a:avLst/>
            <a:gdLst/>
            <a:ahLst/>
            <a:cxnLst/>
            <a:rect l="l" t="t" r="r" b="b"/>
            <a:pathLst>
              <a:path w="1797685" h="832485">
                <a:moveTo>
                  <a:pt x="220090" y="0"/>
                </a:moveTo>
                <a:lnTo>
                  <a:pt x="482980" y="0"/>
                </a:lnTo>
                <a:lnTo>
                  <a:pt x="877315" y="0"/>
                </a:lnTo>
                <a:lnTo>
                  <a:pt x="1797430" y="0"/>
                </a:lnTo>
                <a:lnTo>
                  <a:pt x="1797430" y="138684"/>
                </a:lnTo>
                <a:lnTo>
                  <a:pt x="1797430" y="346710"/>
                </a:lnTo>
                <a:lnTo>
                  <a:pt x="1797430" y="832104"/>
                </a:lnTo>
                <a:lnTo>
                  <a:pt x="877315" y="832104"/>
                </a:lnTo>
                <a:lnTo>
                  <a:pt x="482980" y="832104"/>
                </a:lnTo>
                <a:lnTo>
                  <a:pt x="220090" y="832104"/>
                </a:lnTo>
                <a:lnTo>
                  <a:pt x="220090" y="346710"/>
                </a:lnTo>
                <a:lnTo>
                  <a:pt x="0" y="252222"/>
                </a:lnTo>
                <a:lnTo>
                  <a:pt x="220090" y="138684"/>
                </a:lnTo>
                <a:lnTo>
                  <a:pt x="220090" y="0"/>
                </a:lnTo>
                <a:close/>
              </a:path>
            </a:pathLst>
          </a:custGeom>
          <a:ln w="19050">
            <a:solidFill>
              <a:srgbClr val="7C1A2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 txBox="1"/>
          <p:nvPr/>
        </p:nvSpPr>
        <p:spPr>
          <a:xfrm>
            <a:off x="4184269" y="2527553"/>
            <a:ext cx="147764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7C1A2B"/>
                </a:solidFill>
                <a:latin typeface="Arial"/>
                <a:cs typeface="Arial"/>
              </a:rPr>
              <a:t>Subscription</a:t>
            </a:r>
            <a:endParaRPr sz="1200">
              <a:latin typeface="Arial"/>
              <a:cs typeface="Arial"/>
            </a:endParaRPr>
          </a:p>
          <a:p>
            <a:pPr algn="ctr" marL="38100" marR="30480">
              <a:lnSpc>
                <a:spcPct val="100000"/>
              </a:lnSpc>
            </a:pPr>
            <a:r>
              <a:rPr dirty="0" sz="1200">
                <a:latin typeface="Arial"/>
                <a:cs typeface="Arial"/>
              </a:rPr>
              <a:t>has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potential</a:t>
            </a:r>
            <a:r>
              <a:rPr dirty="0" sz="1200" spc="-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grow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2-</a:t>
            </a:r>
            <a:r>
              <a:rPr dirty="0" sz="1200" b="1">
                <a:latin typeface="Arial"/>
                <a:cs typeface="Arial"/>
              </a:rPr>
              <a:t>4m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units</a:t>
            </a:r>
            <a:endParaRPr sz="1200">
              <a:latin typeface="Arial"/>
              <a:cs typeface="Arial"/>
            </a:endParaRPr>
          </a:p>
          <a:p>
            <a:pPr algn="ctr" marL="635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by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2035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</a:t>
            </a:r>
            <a:r>
              <a:rPr dirty="0" sz="1200" spc="-10">
                <a:latin typeface="Arial"/>
                <a:cs typeface="Arial"/>
              </a:rPr>
              <a:t> Europe</a:t>
            </a:r>
            <a:r>
              <a:rPr dirty="0" baseline="24305" sz="1200" spc="-15" b="1">
                <a:latin typeface="Arial"/>
                <a:cs typeface="Arial"/>
              </a:rPr>
              <a:t>1)</a:t>
            </a:r>
            <a:endParaRPr baseline="24305" sz="1200">
              <a:latin typeface="Arial"/>
              <a:cs typeface="Arial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3915283" y="3996690"/>
            <a:ext cx="1797685" cy="830580"/>
          </a:xfrm>
          <a:custGeom>
            <a:avLst/>
            <a:gdLst/>
            <a:ahLst/>
            <a:cxnLst/>
            <a:rect l="l" t="t" r="r" b="b"/>
            <a:pathLst>
              <a:path w="1797685" h="830579">
                <a:moveTo>
                  <a:pt x="220090" y="0"/>
                </a:moveTo>
                <a:lnTo>
                  <a:pt x="482980" y="0"/>
                </a:lnTo>
                <a:lnTo>
                  <a:pt x="877315" y="0"/>
                </a:lnTo>
                <a:lnTo>
                  <a:pt x="1797430" y="0"/>
                </a:lnTo>
                <a:lnTo>
                  <a:pt x="1797430" y="138430"/>
                </a:lnTo>
                <a:lnTo>
                  <a:pt x="1797430" y="346075"/>
                </a:lnTo>
                <a:lnTo>
                  <a:pt x="1797430" y="830580"/>
                </a:lnTo>
                <a:lnTo>
                  <a:pt x="877315" y="830580"/>
                </a:lnTo>
                <a:lnTo>
                  <a:pt x="482980" y="830580"/>
                </a:lnTo>
                <a:lnTo>
                  <a:pt x="220090" y="830580"/>
                </a:lnTo>
                <a:lnTo>
                  <a:pt x="220090" y="346075"/>
                </a:lnTo>
                <a:lnTo>
                  <a:pt x="0" y="251714"/>
                </a:lnTo>
                <a:lnTo>
                  <a:pt x="220090" y="138430"/>
                </a:lnTo>
                <a:lnTo>
                  <a:pt x="220090" y="0"/>
                </a:lnTo>
                <a:close/>
              </a:path>
            </a:pathLst>
          </a:custGeom>
          <a:ln w="19050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 txBox="1"/>
          <p:nvPr/>
        </p:nvSpPr>
        <p:spPr>
          <a:xfrm>
            <a:off x="4184269" y="4028694"/>
            <a:ext cx="1477645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7E7E7E"/>
                </a:solidFill>
                <a:latin typeface="Arial"/>
                <a:cs typeface="Arial"/>
              </a:rPr>
              <a:t>Leasing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1200">
                <a:latin typeface="Arial"/>
                <a:cs typeface="Arial"/>
              </a:rPr>
              <a:t>has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potential</a:t>
            </a:r>
            <a:r>
              <a:rPr dirty="0" sz="1200" spc="-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grow</a:t>
            </a:r>
            <a:endParaRPr sz="1200">
              <a:latin typeface="Arial"/>
              <a:cs typeface="Arial"/>
            </a:endParaRPr>
          </a:p>
          <a:p>
            <a:pPr algn="ctr" marL="41910">
              <a:lnSpc>
                <a:spcPct val="100000"/>
              </a:lnSpc>
            </a:pP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7-</a:t>
            </a:r>
            <a:r>
              <a:rPr dirty="0" sz="1200" b="1">
                <a:latin typeface="Arial"/>
                <a:cs typeface="Arial"/>
              </a:rPr>
              <a:t>8m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units</a:t>
            </a:r>
            <a:endParaRPr sz="1200">
              <a:latin typeface="Arial"/>
              <a:cs typeface="Arial"/>
            </a:endParaRPr>
          </a:p>
          <a:p>
            <a:pPr algn="ctr" marL="635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by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2035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</a:t>
            </a:r>
            <a:r>
              <a:rPr dirty="0" sz="1200" spc="-10">
                <a:latin typeface="Arial"/>
                <a:cs typeface="Arial"/>
              </a:rPr>
              <a:t> Europe</a:t>
            </a:r>
            <a:r>
              <a:rPr dirty="0" baseline="24305" sz="1200" spc="-15" b="1">
                <a:latin typeface="Arial"/>
                <a:cs typeface="Arial"/>
              </a:rPr>
              <a:t>1)</a:t>
            </a:r>
            <a:endParaRPr baseline="24305" sz="1200">
              <a:latin typeface="Arial"/>
              <a:cs typeface="Arial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6408420" y="4931664"/>
            <a:ext cx="353695" cy="353060"/>
            <a:chOff x="6408420" y="4931664"/>
            <a:chExt cx="353695" cy="353060"/>
          </a:xfrm>
        </p:grpSpPr>
        <p:sp>
          <p:nvSpPr>
            <p:cNvPr id="81" name="object 81"/>
            <p:cNvSpPr/>
            <p:nvPr/>
          </p:nvSpPr>
          <p:spPr>
            <a:xfrm>
              <a:off x="6408420" y="4931664"/>
              <a:ext cx="353695" cy="353060"/>
            </a:xfrm>
            <a:custGeom>
              <a:avLst/>
              <a:gdLst/>
              <a:ahLst/>
              <a:cxnLst/>
              <a:rect l="l" t="t" r="r" b="b"/>
              <a:pathLst>
                <a:path w="353695" h="353060">
                  <a:moveTo>
                    <a:pt x="353568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0" y="339090"/>
                  </a:lnTo>
                  <a:lnTo>
                    <a:pt x="0" y="353060"/>
                  </a:lnTo>
                  <a:lnTo>
                    <a:pt x="353568" y="353060"/>
                  </a:lnTo>
                  <a:lnTo>
                    <a:pt x="353568" y="339090"/>
                  </a:lnTo>
                  <a:lnTo>
                    <a:pt x="14986" y="339090"/>
                  </a:lnTo>
                  <a:lnTo>
                    <a:pt x="14986" y="15240"/>
                  </a:lnTo>
                  <a:lnTo>
                    <a:pt x="338582" y="15240"/>
                  </a:lnTo>
                  <a:lnTo>
                    <a:pt x="338582" y="338582"/>
                  </a:lnTo>
                  <a:lnTo>
                    <a:pt x="353568" y="338582"/>
                  </a:lnTo>
                  <a:lnTo>
                    <a:pt x="353568" y="15240"/>
                  </a:lnTo>
                  <a:lnTo>
                    <a:pt x="353568" y="14986"/>
                  </a:lnTo>
                  <a:lnTo>
                    <a:pt x="353568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2" name="object 8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10528" y="4985004"/>
              <a:ext cx="150875" cy="243839"/>
            </a:xfrm>
            <a:prstGeom prst="rect">
              <a:avLst/>
            </a:prstGeom>
          </p:spPr>
        </p:pic>
      </p:grpSp>
      <p:sp>
        <p:nvSpPr>
          <p:cNvPr id="83" name="object 83"/>
          <p:cNvSpPr/>
          <p:nvPr/>
        </p:nvSpPr>
        <p:spPr>
          <a:xfrm>
            <a:off x="6408420" y="5384291"/>
            <a:ext cx="353695" cy="352425"/>
          </a:xfrm>
          <a:custGeom>
            <a:avLst/>
            <a:gdLst/>
            <a:ahLst/>
            <a:cxnLst/>
            <a:rect l="l" t="t" r="r" b="b"/>
            <a:pathLst>
              <a:path w="353695" h="352425">
                <a:moveTo>
                  <a:pt x="353568" y="0"/>
                </a:moveTo>
                <a:lnTo>
                  <a:pt x="0" y="0"/>
                </a:lnTo>
                <a:lnTo>
                  <a:pt x="0" y="352044"/>
                </a:lnTo>
                <a:lnTo>
                  <a:pt x="353568" y="352044"/>
                </a:lnTo>
                <a:lnTo>
                  <a:pt x="353568" y="337375"/>
                </a:lnTo>
                <a:lnTo>
                  <a:pt x="15367" y="337375"/>
                </a:lnTo>
                <a:lnTo>
                  <a:pt x="15367" y="15240"/>
                </a:lnTo>
                <a:lnTo>
                  <a:pt x="353568" y="15240"/>
                </a:lnTo>
                <a:lnTo>
                  <a:pt x="353568" y="0"/>
                </a:lnTo>
                <a:close/>
              </a:path>
              <a:path w="353695" h="352425">
                <a:moveTo>
                  <a:pt x="108551" y="234086"/>
                </a:moveTo>
                <a:lnTo>
                  <a:pt x="85344" y="234086"/>
                </a:lnTo>
                <a:lnTo>
                  <a:pt x="110845" y="260192"/>
                </a:lnTo>
                <a:lnTo>
                  <a:pt x="125142" y="291688"/>
                </a:lnTo>
                <a:lnTo>
                  <a:pt x="131420" y="319805"/>
                </a:lnTo>
                <a:lnTo>
                  <a:pt x="131510" y="320206"/>
                </a:lnTo>
                <a:lnTo>
                  <a:pt x="133223" y="337375"/>
                </a:lnTo>
                <a:lnTo>
                  <a:pt x="148590" y="337375"/>
                </a:lnTo>
                <a:lnTo>
                  <a:pt x="148018" y="330539"/>
                </a:lnTo>
                <a:lnTo>
                  <a:pt x="146918" y="320206"/>
                </a:lnTo>
                <a:lnTo>
                  <a:pt x="146875" y="319805"/>
                </a:lnTo>
                <a:lnTo>
                  <a:pt x="144589" y="306089"/>
                </a:lnTo>
                <a:lnTo>
                  <a:pt x="140589" y="290309"/>
                </a:lnTo>
                <a:lnTo>
                  <a:pt x="131492" y="265958"/>
                </a:lnTo>
                <a:lnTo>
                  <a:pt x="119157" y="245389"/>
                </a:lnTo>
                <a:lnTo>
                  <a:pt x="108551" y="234086"/>
                </a:lnTo>
                <a:close/>
              </a:path>
              <a:path w="353695" h="352425">
                <a:moveTo>
                  <a:pt x="112151" y="171069"/>
                </a:moveTo>
                <a:lnTo>
                  <a:pt x="95758" y="171069"/>
                </a:lnTo>
                <a:lnTo>
                  <a:pt x="89662" y="184531"/>
                </a:lnTo>
                <a:lnTo>
                  <a:pt x="97536" y="187579"/>
                </a:lnTo>
                <a:lnTo>
                  <a:pt x="105749" y="191388"/>
                </a:lnTo>
                <a:lnTo>
                  <a:pt x="125428" y="204719"/>
                </a:lnTo>
                <a:lnTo>
                  <a:pt x="149131" y="230425"/>
                </a:lnTo>
                <a:lnTo>
                  <a:pt x="169418" y="271360"/>
                </a:lnTo>
                <a:lnTo>
                  <a:pt x="165764" y="285802"/>
                </a:lnTo>
                <a:lnTo>
                  <a:pt x="163052" y="301620"/>
                </a:lnTo>
                <a:lnTo>
                  <a:pt x="161363" y="318811"/>
                </a:lnTo>
                <a:lnTo>
                  <a:pt x="160782" y="337375"/>
                </a:lnTo>
                <a:lnTo>
                  <a:pt x="175514" y="337375"/>
                </a:lnTo>
                <a:lnTo>
                  <a:pt x="188212" y="263350"/>
                </a:lnTo>
                <a:lnTo>
                  <a:pt x="196301" y="249974"/>
                </a:lnTo>
                <a:lnTo>
                  <a:pt x="177419" y="249974"/>
                </a:lnTo>
                <a:lnTo>
                  <a:pt x="174063" y="242411"/>
                </a:lnTo>
                <a:lnTo>
                  <a:pt x="170481" y="235305"/>
                </a:lnTo>
                <a:lnTo>
                  <a:pt x="166685" y="228657"/>
                </a:lnTo>
                <a:lnTo>
                  <a:pt x="162687" y="222465"/>
                </a:lnTo>
                <a:lnTo>
                  <a:pt x="162687" y="204139"/>
                </a:lnTo>
                <a:lnTo>
                  <a:pt x="147320" y="204139"/>
                </a:lnTo>
                <a:lnTo>
                  <a:pt x="136465" y="193912"/>
                </a:lnTo>
                <a:lnTo>
                  <a:pt x="126301" y="186045"/>
                </a:lnTo>
                <a:lnTo>
                  <a:pt x="117280" y="180354"/>
                </a:lnTo>
                <a:lnTo>
                  <a:pt x="109855" y="176657"/>
                </a:lnTo>
                <a:lnTo>
                  <a:pt x="112151" y="171069"/>
                </a:lnTo>
                <a:close/>
              </a:path>
              <a:path w="353695" h="352425">
                <a:moveTo>
                  <a:pt x="276860" y="213309"/>
                </a:moveTo>
                <a:lnTo>
                  <a:pt x="236267" y="245389"/>
                </a:lnTo>
                <a:lnTo>
                  <a:pt x="214884" y="290309"/>
                </a:lnTo>
                <a:lnTo>
                  <a:pt x="207436" y="330539"/>
                </a:lnTo>
                <a:lnTo>
                  <a:pt x="206883" y="337375"/>
                </a:lnTo>
                <a:lnTo>
                  <a:pt x="222250" y="337375"/>
                </a:lnTo>
                <a:lnTo>
                  <a:pt x="223891" y="320206"/>
                </a:lnTo>
                <a:lnTo>
                  <a:pt x="230235" y="291688"/>
                </a:lnTo>
                <a:lnTo>
                  <a:pt x="244479" y="260362"/>
                </a:lnTo>
                <a:lnTo>
                  <a:pt x="244556" y="260192"/>
                </a:lnTo>
                <a:lnTo>
                  <a:pt x="270129" y="234086"/>
                </a:lnTo>
                <a:lnTo>
                  <a:pt x="296670" y="234086"/>
                </a:lnTo>
                <a:lnTo>
                  <a:pt x="300508" y="227355"/>
                </a:lnTo>
                <a:lnTo>
                  <a:pt x="282956" y="227355"/>
                </a:lnTo>
                <a:lnTo>
                  <a:pt x="276860" y="213309"/>
                </a:lnTo>
                <a:close/>
              </a:path>
              <a:path w="353695" h="352425">
                <a:moveTo>
                  <a:pt x="353568" y="15240"/>
                </a:moveTo>
                <a:lnTo>
                  <a:pt x="338201" y="15240"/>
                </a:lnTo>
                <a:lnTo>
                  <a:pt x="338201" y="337375"/>
                </a:lnTo>
                <a:lnTo>
                  <a:pt x="353568" y="337375"/>
                </a:lnTo>
                <a:lnTo>
                  <a:pt x="353568" y="15240"/>
                </a:lnTo>
                <a:close/>
              </a:path>
              <a:path w="353695" h="352425">
                <a:moveTo>
                  <a:pt x="122173" y="146685"/>
                </a:moveTo>
                <a:lnTo>
                  <a:pt x="26416" y="177292"/>
                </a:lnTo>
                <a:lnTo>
                  <a:pt x="73563" y="260192"/>
                </a:lnTo>
                <a:lnTo>
                  <a:pt x="73660" y="260362"/>
                </a:lnTo>
                <a:lnTo>
                  <a:pt x="85344" y="234086"/>
                </a:lnTo>
                <a:lnTo>
                  <a:pt x="108551" y="234086"/>
                </a:lnTo>
                <a:lnTo>
                  <a:pt x="103727" y="228944"/>
                </a:lnTo>
                <a:lnTo>
                  <a:pt x="101288" y="227355"/>
                </a:lnTo>
                <a:lnTo>
                  <a:pt x="72390" y="227355"/>
                </a:lnTo>
                <a:lnTo>
                  <a:pt x="48514" y="185801"/>
                </a:lnTo>
                <a:lnTo>
                  <a:pt x="95758" y="171069"/>
                </a:lnTo>
                <a:lnTo>
                  <a:pt x="112151" y="171069"/>
                </a:lnTo>
                <a:lnTo>
                  <a:pt x="122173" y="146685"/>
                </a:lnTo>
                <a:close/>
              </a:path>
              <a:path w="353695" h="352425">
                <a:moveTo>
                  <a:pt x="296670" y="234086"/>
                </a:moveTo>
                <a:lnTo>
                  <a:pt x="270129" y="234086"/>
                </a:lnTo>
                <a:lnTo>
                  <a:pt x="281611" y="260192"/>
                </a:lnTo>
                <a:lnTo>
                  <a:pt x="281686" y="260362"/>
                </a:lnTo>
                <a:lnTo>
                  <a:pt x="296670" y="234086"/>
                </a:lnTo>
                <a:close/>
              </a:path>
              <a:path w="353695" h="352425">
                <a:moveTo>
                  <a:pt x="195108" y="63500"/>
                </a:moveTo>
                <a:lnTo>
                  <a:pt x="176149" y="63500"/>
                </a:lnTo>
                <a:lnTo>
                  <a:pt x="203835" y="101473"/>
                </a:lnTo>
                <a:lnTo>
                  <a:pt x="189611" y="101473"/>
                </a:lnTo>
                <a:lnTo>
                  <a:pt x="189611" y="226745"/>
                </a:lnTo>
                <a:lnTo>
                  <a:pt x="186455" y="232011"/>
                </a:lnTo>
                <a:lnTo>
                  <a:pt x="183324" y="237674"/>
                </a:lnTo>
                <a:lnTo>
                  <a:pt x="180288" y="243680"/>
                </a:lnTo>
                <a:lnTo>
                  <a:pt x="177419" y="249974"/>
                </a:lnTo>
                <a:lnTo>
                  <a:pt x="196301" y="249974"/>
                </a:lnTo>
                <a:lnTo>
                  <a:pt x="215757" y="217800"/>
                </a:lnTo>
                <a:lnTo>
                  <a:pt x="228557" y="207187"/>
                </a:lnTo>
                <a:lnTo>
                  <a:pt x="204978" y="207187"/>
                </a:lnTo>
                <a:lnTo>
                  <a:pt x="204978" y="116078"/>
                </a:lnTo>
                <a:lnTo>
                  <a:pt x="232664" y="116078"/>
                </a:lnTo>
                <a:lnTo>
                  <a:pt x="195108" y="63500"/>
                </a:lnTo>
                <a:close/>
              </a:path>
              <a:path w="353695" h="352425">
                <a:moveTo>
                  <a:pt x="78613" y="213309"/>
                </a:moveTo>
                <a:lnTo>
                  <a:pt x="72390" y="227355"/>
                </a:lnTo>
                <a:lnTo>
                  <a:pt x="101288" y="227355"/>
                </a:lnTo>
                <a:lnTo>
                  <a:pt x="85344" y="216966"/>
                </a:lnTo>
                <a:lnTo>
                  <a:pt x="78613" y="213309"/>
                </a:lnTo>
                <a:close/>
              </a:path>
              <a:path w="353695" h="352425">
                <a:moveTo>
                  <a:pt x="309587" y="171069"/>
                </a:moveTo>
                <a:lnTo>
                  <a:pt x="259588" y="171069"/>
                </a:lnTo>
                <a:lnTo>
                  <a:pt x="306959" y="185801"/>
                </a:lnTo>
                <a:lnTo>
                  <a:pt x="282956" y="227355"/>
                </a:lnTo>
                <a:lnTo>
                  <a:pt x="300508" y="227355"/>
                </a:lnTo>
                <a:lnTo>
                  <a:pt x="329057" y="177292"/>
                </a:lnTo>
                <a:lnTo>
                  <a:pt x="309587" y="171069"/>
                </a:lnTo>
                <a:close/>
              </a:path>
              <a:path w="353695" h="352425">
                <a:moveTo>
                  <a:pt x="233299" y="146685"/>
                </a:moveTo>
                <a:lnTo>
                  <a:pt x="245490" y="176657"/>
                </a:lnTo>
                <a:lnTo>
                  <a:pt x="237553" y="180795"/>
                </a:lnTo>
                <a:lnTo>
                  <a:pt x="227806" y="187093"/>
                </a:lnTo>
                <a:lnTo>
                  <a:pt x="216773" y="195805"/>
                </a:lnTo>
                <a:lnTo>
                  <a:pt x="204978" y="207187"/>
                </a:lnTo>
                <a:lnTo>
                  <a:pt x="228557" y="207187"/>
                </a:lnTo>
                <a:lnTo>
                  <a:pt x="243754" y="194588"/>
                </a:lnTo>
                <a:lnTo>
                  <a:pt x="257810" y="187579"/>
                </a:lnTo>
                <a:lnTo>
                  <a:pt x="265811" y="184531"/>
                </a:lnTo>
                <a:lnTo>
                  <a:pt x="259588" y="171069"/>
                </a:lnTo>
                <a:lnTo>
                  <a:pt x="309587" y="171069"/>
                </a:lnTo>
                <a:lnTo>
                  <a:pt x="233299" y="146685"/>
                </a:lnTo>
                <a:close/>
              </a:path>
              <a:path w="353695" h="352425">
                <a:moveTo>
                  <a:pt x="176784" y="37846"/>
                </a:moveTo>
                <a:lnTo>
                  <a:pt x="119126" y="116078"/>
                </a:lnTo>
                <a:lnTo>
                  <a:pt x="147320" y="116078"/>
                </a:lnTo>
                <a:lnTo>
                  <a:pt x="147320" y="204139"/>
                </a:lnTo>
                <a:lnTo>
                  <a:pt x="162687" y="204139"/>
                </a:lnTo>
                <a:lnTo>
                  <a:pt x="162687" y="101473"/>
                </a:lnTo>
                <a:lnTo>
                  <a:pt x="148590" y="101473"/>
                </a:lnTo>
                <a:lnTo>
                  <a:pt x="176149" y="63500"/>
                </a:lnTo>
                <a:lnTo>
                  <a:pt x="195108" y="63500"/>
                </a:lnTo>
                <a:lnTo>
                  <a:pt x="176784" y="37846"/>
                </a:lnTo>
                <a:close/>
              </a:path>
            </a:pathLst>
          </a:custGeom>
          <a:solidFill>
            <a:srgbClr val="A21F1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4" name="object 84"/>
          <p:cNvGrpSpPr/>
          <p:nvPr/>
        </p:nvGrpSpPr>
        <p:grpSpPr>
          <a:xfrm>
            <a:off x="6408420" y="5838444"/>
            <a:ext cx="353695" cy="351790"/>
            <a:chOff x="6408420" y="5838444"/>
            <a:chExt cx="353695" cy="351790"/>
          </a:xfrm>
        </p:grpSpPr>
        <p:sp>
          <p:nvSpPr>
            <p:cNvPr id="85" name="object 85"/>
            <p:cNvSpPr/>
            <p:nvPr/>
          </p:nvSpPr>
          <p:spPr>
            <a:xfrm>
              <a:off x="6408420" y="5838443"/>
              <a:ext cx="353695" cy="351790"/>
            </a:xfrm>
            <a:custGeom>
              <a:avLst/>
              <a:gdLst/>
              <a:ahLst/>
              <a:cxnLst/>
              <a:rect l="l" t="t" r="r" b="b"/>
              <a:pathLst>
                <a:path w="353695" h="351789">
                  <a:moveTo>
                    <a:pt x="353568" y="14020"/>
                  </a:moveTo>
                  <a:lnTo>
                    <a:pt x="339471" y="14020"/>
                  </a:lnTo>
                  <a:lnTo>
                    <a:pt x="339471" y="337223"/>
                  </a:lnTo>
                  <a:lnTo>
                    <a:pt x="353568" y="337223"/>
                  </a:lnTo>
                  <a:lnTo>
                    <a:pt x="353568" y="14020"/>
                  </a:lnTo>
                  <a:close/>
                </a:path>
                <a:path w="353695" h="351789">
                  <a:moveTo>
                    <a:pt x="353568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0" y="337820"/>
                  </a:lnTo>
                  <a:lnTo>
                    <a:pt x="0" y="351790"/>
                  </a:lnTo>
                  <a:lnTo>
                    <a:pt x="353568" y="351790"/>
                  </a:lnTo>
                  <a:lnTo>
                    <a:pt x="353568" y="337820"/>
                  </a:lnTo>
                  <a:lnTo>
                    <a:pt x="14097" y="337820"/>
                  </a:lnTo>
                  <a:lnTo>
                    <a:pt x="14097" y="13970"/>
                  </a:lnTo>
                  <a:lnTo>
                    <a:pt x="353568" y="13970"/>
                  </a:lnTo>
                  <a:lnTo>
                    <a:pt x="353568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6" name="object 8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41948" y="5858256"/>
              <a:ext cx="288036" cy="304800"/>
            </a:xfrm>
            <a:prstGeom prst="rect">
              <a:avLst/>
            </a:prstGeom>
          </p:spPr>
        </p:pic>
      </p:grpSp>
      <p:sp>
        <p:nvSpPr>
          <p:cNvPr id="87" name="object 87"/>
          <p:cNvSpPr/>
          <p:nvPr/>
        </p:nvSpPr>
        <p:spPr>
          <a:xfrm>
            <a:off x="8031480" y="2776727"/>
            <a:ext cx="0" cy="2012950"/>
          </a:xfrm>
          <a:custGeom>
            <a:avLst/>
            <a:gdLst/>
            <a:ahLst/>
            <a:cxnLst/>
            <a:rect l="l" t="t" r="r" b="b"/>
            <a:pathLst>
              <a:path w="0" h="2012950">
                <a:moveTo>
                  <a:pt x="0" y="0"/>
                </a:moveTo>
                <a:lnTo>
                  <a:pt x="0" y="2012950"/>
                </a:lnTo>
              </a:path>
            </a:pathLst>
          </a:custGeom>
          <a:ln w="12700">
            <a:solidFill>
              <a:srgbClr val="A6A6A6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 txBox="1"/>
          <p:nvPr/>
        </p:nvSpPr>
        <p:spPr>
          <a:xfrm>
            <a:off x="11612626" y="6500876"/>
            <a:ext cx="132080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 spc="-25">
                <a:latin typeface="Arial"/>
                <a:cs typeface="Arial"/>
              </a:rPr>
              <a:t>32</a:t>
            </a:r>
            <a:endParaRPr sz="750">
              <a:latin typeface="Arial"/>
              <a:cs typeface="Arial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6044946" y="2082545"/>
            <a:ext cx="0" cy="1741805"/>
          </a:xfrm>
          <a:custGeom>
            <a:avLst/>
            <a:gdLst/>
            <a:ahLst/>
            <a:cxnLst/>
            <a:rect l="l" t="t" r="r" b="b"/>
            <a:pathLst>
              <a:path w="0" h="1741804">
                <a:moveTo>
                  <a:pt x="0" y="0"/>
                </a:moveTo>
                <a:lnTo>
                  <a:pt x="0" y="1741424"/>
                </a:lnTo>
              </a:path>
            </a:pathLst>
          </a:custGeom>
          <a:ln w="19050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6044946" y="4473702"/>
            <a:ext cx="0" cy="1741805"/>
          </a:xfrm>
          <a:custGeom>
            <a:avLst/>
            <a:gdLst/>
            <a:ahLst/>
            <a:cxnLst/>
            <a:rect l="l" t="t" r="r" b="b"/>
            <a:pathLst>
              <a:path w="0" h="1741804">
                <a:moveTo>
                  <a:pt x="0" y="0"/>
                </a:moveTo>
                <a:lnTo>
                  <a:pt x="0" y="1741487"/>
                </a:lnTo>
              </a:path>
            </a:pathLst>
          </a:custGeom>
          <a:ln w="19050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91" name="object 91"/>
          <p:cNvGrpSpPr/>
          <p:nvPr/>
        </p:nvGrpSpPr>
        <p:grpSpPr>
          <a:xfrm>
            <a:off x="5937503" y="3942588"/>
            <a:ext cx="228600" cy="411480"/>
            <a:chOff x="5937503" y="3942588"/>
            <a:chExt cx="228600" cy="411480"/>
          </a:xfrm>
        </p:grpSpPr>
        <p:sp>
          <p:nvSpPr>
            <p:cNvPr id="92" name="object 92"/>
            <p:cNvSpPr/>
            <p:nvPr/>
          </p:nvSpPr>
          <p:spPr>
            <a:xfrm>
              <a:off x="6018275" y="3942588"/>
              <a:ext cx="147955" cy="411480"/>
            </a:xfrm>
            <a:custGeom>
              <a:avLst/>
              <a:gdLst/>
              <a:ahLst/>
              <a:cxnLst/>
              <a:rect l="l" t="t" r="r" b="b"/>
              <a:pathLst>
                <a:path w="147954" h="411479">
                  <a:moveTo>
                    <a:pt x="65151" y="0"/>
                  </a:moveTo>
                  <a:lnTo>
                    <a:pt x="0" y="0"/>
                  </a:lnTo>
                  <a:lnTo>
                    <a:pt x="82677" y="205740"/>
                  </a:lnTo>
                  <a:lnTo>
                    <a:pt x="0" y="411480"/>
                  </a:lnTo>
                  <a:lnTo>
                    <a:pt x="65151" y="411480"/>
                  </a:lnTo>
                  <a:lnTo>
                    <a:pt x="147828" y="205740"/>
                  </a:lnTo>
                  <a:lnTo>
                    <a:pt x="65151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5937503" y="4003548"/>
              <a:ext cx="116205" cy="289560"/>
            </a:xfrm>
            <a:custGeom>
              <a:avLst/>
              <a:gdLst/>
              <a:ahLst/>
              <a:cxnLst/>
              <a:rect l="l" t="t" r="r" b="b"/>
              <a:pathLst>
                <a:path w="116204" h="289560">
                  <a:moveTo>
                    <a:pt x="57912" y="0"/>
                  </a:moveTo>
                  <a:lnTo>
                    <a:pt x="0" y="0"/>
                  </a:lnTo>
                  <a:lnTo>
                    <a:pt x="57912" y="144780"/>
                  </a:lnTo>
                  <a:lnTo>
                    <a:pt x="0" y="289560"/>
                  </a:lnTo>
                  <a:lnTo>
                    <a:pt x="57912" y="289560"/>
                  </a:lnTo>
                  <a:lnTo>
                    <a:pt x="115823" y="144780"/>
                  </a:lnTo>
                  <a:lnTo>
                    <a:pt x="57912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4" name="object 94"/>
          <p:cNvSpPr txBox="1"/>
          <p:nvPr/>
        </p:nvSpPr>
        <p:spPr>
          <a:xfrm>
            <a:off x="6912991" y="4957393"/>
            <a:ext cx="4528820" cy="3473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b="1" i="1">
                <a:solidFill>
                  <a:srgbClr val="A21F1F"/>
                </a:solidFill>
                <a:latin typeface="Arial"/>
                <a:cs typeface="Arial"/>
              </a:rPr>
              <a:t>Overall</a:t>
            </a:r>
            <a:r>
              <a:rPr dirty="0" sz="1050" spc="-20" b="1" i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050" b="1" i="1">
                <a:solidFill>
                  <a:srgbClr val="A21F1F"/>
                </a:solidFill>
                <a:latin typeface="Arial"/>
                <a:cs typeface="Arial"/>
              </a:rPr>
              <a:t>profitability</a:t>
            </a:r>
            <a:r>
              <a:rPr dirty="0" sz="1050" spc="-35" b="1" i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050" b="1" i="1">
                <a:solidFill>
                  <a:srgbClr val="A21F1F"/>
                </a:solidFill>
                <a:latin typeface="Arial"/>
                <a:cs typeface="Arial"/>
              </a:rPr>
              <a:t>potential</a:t>
            </a:r>
            <a:r>
              <a:rPr dirty="0" sz="1050" spc="-55" b="1" i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050" b="1" i="1">
                <a:solidFill>
                  <a:srgbClr val="A21F1F"/>
                </a:solidFill>
                <a:latin typeface="Arial"/>
                <a:cs typeface="Arial"/>
              </a:rPr>
              <a:t>higher</a:t>
            </a:r>
            <a:r>
              <a:rPr dirty="0" sz="1050" spc="-35" b="1" i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050" b="1" i="1">
                <a:solidFill>
                  <a:srgbClr val="A21F1F"/>
                </a:solidFill>
                <a:latin typeface="Arial"/>
                <a:cs typeface="Arial"/>
              </a:rPr>
              <a:t>for</a:t>
            </a:r>
            <a:r>
              <a:rPr dirty="0" sz="1050" spc="-15" b="1" i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050" b="1" i="1">
                <a:solidFill>
                  <a:srgbClr val="A21F1F"/>
                </a:solidFill>
                <a:latin typeface="Arial"/>
                <a:cs typeface="Arial"/>
              </a:rPr>
              <a:t>leasing,</a:t>
            </a:r>
            <a:r>
              <a:rPr dirty="0" sz="1050" spc="-40" b="1" i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050" b="1" i="1">
                <a:solidFill>
                  <a:srgbClr val="A21F1F"/>
                </a:solidFill>
                <a:latin typeface="Arial"/>
                <a:cs typeface="Arial"/>
              </a:rPr>
              <a:t>subscription</a:t>
            </a:r>
            <a:r>
              <a:rPr dirty="0" sz="1050" spc="-65" b="1" i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050" b="1" i="1">
                <a:solidFill>
                  <a:srgbClr val="A21F1F"/>
                </a:solidFill>
                <a:latin typeface="Arial"/>
                <a:cs typeface="Arial"/>
              </a:rPr>
              <a:t>and</a:t>
            </a:r>
            <a:r>
              <a:rPr dirty="0" sz="1050" spc="-20" b="1" i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050" spc="-10" b="1" i="1">
                <a:solidFill>
                  <a:srgbClr val="A21F1F"/>
                </a:solidFill>
                <a:latin typeface="Arial"/>
                <a:cs typeface="Arial"/>
              </a:rPr>
              <a:t>rental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50" b="1" i="1">
                <a:solidFill>
                  <a:srgbClr val="A21F1F"/>
                </a:solidFill>
                <a:latin typeface="Arial"/>
                <a:cs typeface="Arial"/>
              </a:rPr>
              <a:t>than</a:t>
            </a:r>
            <a:r>
              <a:rPr dirty="0" sz="1050" spc="-35" b="1" i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050" b="1" i="1">
                <a:solidFill>
                  <a:srgbClr val="A21F1F"/>
                </a:solidFill>
                <a:latin typeface="Arial"/>
                <a:cs typeface="Arial"/>
              </a:rPr>
              <a:t>for</a:t>
            </a:r>
            <a:r>
              <a:rPr dirty="0" sz="1050" spc="-10" b="1" i="1">
                <a:solidFill>
                  <a:srgbClr val="A21F1F"/>
                </a:solidFill>
                <a:latin typeface="Arial"/>
                <a:cs typeface="Arial"/>
              </a:rPr>
              <a:t> purchase</a:t>
            </a:r>
            <a:endParaRPr sz="1050">
              <a:latin typeface="Arial"/>
              <a:cs typeface="Arial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6912991" y="5412485"/>
            <a:ext cx="4535170" cy="8013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b="1" i="1">
                <a:solidFill>
                  <a:srgbClr val="A21F1F"/>
                </a:solidFill>
                <a:latin typeface="Arial"/>
                <a:cs typeface="Arial"/>
              </a:rPr>
              <a:t>Profitability</a:t>
            </a:r>
            <a:r>
              <a:rPr dirty="0" sz="1050" spc="-45" b="1" i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050" b="1" i="1">
                <a:solidFill>
                  <a:srgbClr val="A21F1F"/>
                </a:solidFill>
                <a:latin typeface="Arial"/>
                <a:cs typeface="Arial"/>
              </a:rPr>
              <a:t>across</a:t>
            </a:r>
            <a:r>
              <a:rPr dirty="0" sz="1050" spc="-30" b="1" i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050" b="1" i="1">
                <a:solidFill>
                  <a:srgbClr val="A21F1F"/>
                </a:solidFill>
                <a:latin typeface="Arial"/>
                <a:cs typeface="Arial"/>
              </a:rPr>
              <a:t>LCPs</a:t>
            </a:r>
            <a:r>
              <a:rPr dirty="0" sz="1050" spc="-45" b="1" i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050" b="1" i="1">
                <a:solidFill>
                  <a:srgbClr val="A21F1F"/>
                </a:solidFill>
                <a:latin typeface="Arial"/>
                <a:cs typeface="Arial"/>
              </a:rPr>
              <a:t>varies</a:t>
            </a:r>
            <a:r>
              <a:rPr dirty="0" sz="1050" spc="-10" b="1" i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A21F1F"/>
                </a:solidFill>
                <a:latin typeface="Arial"/>
                <a:cs typeface="Arial"/>
              </a:rPr>
              <a:t>–</a:t>
            </a:r>
            <a:r>
              <a:rPr dirty="0" sz="1050" spc="235" i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A21F1F"/>
                </a:solidFill>
                <a:latin typeface="Arial"/>
                <a:cs typeface="Arial"/>
              </a:rPr>
              <a:t>from</a:t>
            </a:r>
            <a:r>
              <a:rPr dirty="0" sz="1050" spc="-25" i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A21F1F"/>
                </a:solidFill>
                <a:latin typeface="Arial"/>
                <a:cs typeface="Arial"/>
              </a:rPr>
              <a:t>relatively</a:t>
            </a:r>
            <a:r>
              <a:rPr dirty="0" sz="1050" spc="-35" i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A21F1F"/>
                </a:solidFill>
                <a:latin typeface="Arial"/>
                <a:cs typeface="Arial"/>
              </a:rPr>
              <a:t>constant</a:t>
            </a:r>
            <a:r>
              <a:rPr dirty="0" sz="1050" spc="-40" i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A21F1F"/>
                </a:solidFill>
                <a:latin typeface="Arial"/>
                <a:cs typeface="Arial"/>
              </a:rPr>
              <a:t>to</a:t>
            </a:r>
            <a:r>
              <a:rPr dirty="0" sz="1050" spc="-20" i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A21F1F"/>
                </a:solidFill>
                <a:latin typeface="Arial"/>
                <a:cs typeface="Arial"/>
              </a:rPr>
              <a:t>a</a:t>
            </a:r>
            <a:r>
              <a:rPr dirty="0" sz="1050" spc="-20" i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050" spc="-10" i="1">
                <a:solidFill>
                  <a:srgbClr val="A21F1F"/>
                </a:solidFill>
                <a:latin typeface="Arial"/>
                <a:cs typeface="Arial"/>
              </a:rPr>
              <a:t>sharp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50" i="1">
                <a:solidFill>
                  <a:srgbClr val="A21F1F"/>
                </a:solidFill>
                <a:latin typeface="Arial"/>
                <a:cs typeface="Arial"/>
              </a:rPr>
              <a:t>increase.</a:t>
            </a:r>
            <a:r>
              <a:rPr dirty="0" sz="1050" spc="-35" i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A21F1F"/>
                </a:solidFill>
                <a:latin typeface="Arial"/>
                <a:cs typeface="Arial"/>
              </a:rPr>
              <a:t>With</a:t>
            </a:r>
            <a:r>
              <a:rPr dirty="0" sz="1050" spc="-40" i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A21F1F"/>
                </a:solidFill>
                <a:latin typeface="Arial"/>
                <a:cs typeface="Arial"/>
              </a:rPr>
              <a:t>rental,</a:t>
            </a:r>
            <a:r>
              <a:rPr dirty="0" sz="1050" spc="-20" i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A21F1F"/>
                </a:solidFill>
                <a:latin typeface="Arial"/>
                <a:cs typeface="Arial"/>
              </a:rPr>
              <a:t>there</a:t>
            </a:r>
            <a:r>
              <a:rPr dirty="0" sz="1050" spc="-15" i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A21F1F"/>
                </a:solidFill>
                <a:latin typeface="Arial"/>
                <a:cs typeface="Arial"/>
              </a:rPr>
              <a:t>is</a:t>
            </a:r>
            <a:r>
              <a:rPr dirty="0" sz="1050" spc="-25" i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A21F1F"/>
                </a:solidFill>
                <a:latin typeface="Arial"/>
                <a:cs typeface="Arial"/>
              </a:rPr>
              <a:t>only</a:t>
            </a:r>
            <a:r>
              <a:rPr dirty="0" sz="1050" spc="-15" i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A21F1F"/>
                </a:solidFill>
                <a:latin typeface="Arial"/>
                <a:cs typeface="Arial"/>
              </a:rPr>
              <a:t>one</a:t>
            </a:r>
            <a:r>
              <a:rPr dirty="0" sz="1050" spc="-20" i="1">
                <a:solidFill>
                  <a:srgbClr val="A21F1F"/>
                </a:solidFill>
                <a:latin typeface="Arial"/>
                <a:cs typeface="Arial"/>
              </a:rPr>
              <a:t> LCP.</a:t>
            </a:r>
            <a:endParaRPr sz="10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060"/>
              </a:spcBef>
            </a:pPr>
            <a:r>
              <a:rPr dirty="0" sz="1050" i="1">
                <a:solidFill>
                  <a:srgbClr val="A21F1F"/>
                </a:solidFill>
                <a:latin typeface="Arial"/>
                <a:cs typeface="Arial"/>
              </a:rPr>
              <a:t>It</a:t>
            </a:r>
            <a:r>
              <a:rPr dirty="0" sz="1050" spc="-15" i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A21F1F"/>
                </a:solidFill>
                <a:latin typeface="Arial"/>
                <a:cs typeface="Arial"/>
              </a:rPr>
              <a:t>is</a:t>
            </a:r>
            <a:r>
              <a:rPr dirty="0" sz="1050" spc="-25" i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A21F1F"/>
                </a:solidFill>
                <a:latin typeface="Arial"/>
                <a:cs typeface="Arial"/>
              </a:rPr>
              <a:t>not</a:t>
            </a:r>
            <a:r>
              <a:rPr dirty="0" sz="1050" spc="-10" i="1">
                <a:solidFill>
                  <a:srgbClr val="A21F1F"/>
                </a:solidFill>
                <a:latin typeface="Arial"/>
                <a:cs typeface="Arial"/>
              </a:rPr>
              <a:t> individual</a:t>
            </a:r>
            <a:r>
              <a:rPr dirty="0" sz="1050" spc="-15" i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A21F1F"/>
                </a:solidFill>
                <a:latin typeface="Arial"/>
                <a:cs typeface="Arial"/>
              </a:rPr>
              <a:t>consideration</a:t>
            </a:r>
            <a:r>
              <a:rPr dirty="0" sz="1050" spc="-20" i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A21F1F"/>
                </a:solidFill>
                <a:latin typeface="Arial"/>
                <a:cs typeface="Arial"/>
              </a:rPr>
              <a:t>but</a:t>
            </a:r>
            <a:r>
              <a:rPr dirty="0" sz="1050" spc="-10" i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A21F1F"/>
                </a:solidFill>
                <a:latin typeface="Arial"/>
                <a:cs typeface="Arial"/>
              </a:rPr>
              <a:t>a</a:t>
            </a:r>
            <a:r>
              <a:rPr dirty="0" sz="1050" spc="-5" i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050" b="1" i="1">
                <a:solidFill>
                  <a:srgbClr val="A21F1F"/>
                </a:solidFill>
                <a:latin typeface="Arial"/>
                <a:cs typeface="Arial"/>
              </a:rPr>
              <a:t>merged</a:t>
            </a:r>
            <a:r>
              <a:rPr dirty="0" sz="1050" spc="-30" b="1" i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050" b="1" i="1">
                <a:solidFill>
                  <a:srgbClr val="A21F1F"/>
                </a:solidFill>
                <a:latin typeface="Arial"/>
                <a:cs typeface="Arial"/>
              </a:rPr>
              <a:t>portfolio</a:t>
            </a:r>
            <a:r>
              <a:rPr dirty="0" sz="1050" spc="-40" b="1" i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050" b="1" i="1">
                <a:solidFill>
                  <a:srgbClr val="A21F1F"/>
                </a:solidFill>
                <a:latin typeface="Arial"/>
                <a:cs typeface="Arial"/>
              </a:rPr>
              <a:t>view</a:t>
            </a:r>
            <a:r>
              <a:rPr dirty="0" sz="1050" spc="-15" b="1" i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050" b="1" i="1">
                <a:solidFill>
                  <a:srgbClr val="A21F1F"/>
                </a:solidFill>
                <a:latin typeface="Arial"/>
                <a:cs typeface="Arial"/>
              </a:rPr>
              <a:t>that</a:t>
            </a:r>
            <a:r>
              <a:rPr dirty="0" sz="1050" spc="-25" b="1" i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050" b="1" i="1">
                <a:solidFill>
                  <a:srgbClr val="A21F1F"/>
                </a:solidFill>
                <a:latin typeface="Arial"/>
                <a:cs typeface="Arial"/>
              </a:rPr>
              <a:t>is</a:t>
            </a:r>
            <a:r>
              <a:rPr dirty="0" sz="1050" spc="-5" b="1" i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050" spc="-10" b="1" i="1">
                <a:solidFill>
                  <a:srgbClr val="A21F1F"/>
                </a:solidFill>
                <a:latin typeface="Arial"/>
                <a:cs typeface="Arial"/>
              </a:rPr>
              <a:t>crucial</a:t>
            </a:r>
            <a:r>
              <a:rPr dirty="0" sz="1050" spc="-10" b="1" i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050" b="1" i="1">
                <a:solidFill>
                  <a:srgbClr val="A21F1F"/>
                </a:solidFill>
                <a:latin typeface="Arial"/>
                <a:cs typeface="Arial"/>
              </a:rPr>
              <a:t>for</a:t>
            </a:r>
            <a:r>
              <a:rPr dirty="0" sz="1050" spc="-15" b="1" i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050" spc="-20" b="1" i="1">
                <a:solidFill>
                  <a:srgbClr val="A21F1F"/>
                </a:solidFill>
                <a:latin typeface="Arial"/>
                <a:cs typeface="Arial"/>
              </a:rPr>
              <a:t>OEMs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6341160"/>
            <a:ext cx="1062355" cy="3003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300"/>
              </a:lnSpc>
              <a:spcBef>
                <a:spcPts val="95"/>
              </a:spcBef>
            </a:pPr>
            <a:r>
              <a:rPr dirty="0" sz="750">
                <a:latin typeface="Arial"/>
                <a:cs typeface="Arial"/>
              </a:rPr>
              <a:t>Digital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Auto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Report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-20">
                <a:latin typeface="Arial"/>
                <a:cs typeface="Arial"/>
              </a:rPr>
              <a:t>2023</a:t>
            </a:r>
            <a:r>
              <a:rPr dirty="0" sz="750" spc="-10">
                <a:latin typeface="Arial"/>
                <a:cs typeface="Arial"/>
              </a:rPr>
              <a:t> Strategy&amp;</a:t>
            </a:r>
            <a:endParaRPr sz="7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30174" y="296926"/>
            <a:ext cx="10593070" cy="1260475"/>
          </a:xfrm>
          <a:prstGeom prst="rect"/>
        </p:spPr>
        <p:txBody>
          <a:bodyPr wrap="square" lIns="0" tIns="88265" rIns="0" bIns="0" rtlCol="0" vert="horz">
            <a:spAutoFit/>
          </a:bodyPr>
          <a:lstStyle/>
          <a:p>
            <a:pPr marL="12700" marR="5080">
              <a:lnSpc>
                <a:spcPts val="3260"/>
              </a:lnSpc>
              <a:spcBef>
                <a:spcPts val="695"/>
              </a:spcBef>
            </a:pPr>
            <a:r>
              <a:rPr dirty="0">
                <a:solidFill>
                  <a:srgbClr val="000000"/>
                </a:solidFill>
              </a:rPr>
              <a:t>More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flexible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ownership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models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offer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benefits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and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risks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 spc="-25">
                <a:solidFill>
                  <a:srgbClr val="000000"/>
                </a:solidFill>
              </a:rPr>
              <a:t>for </a:t>
            </a:r>
            <a:r>
              <a:rPr dirty="0">
                <a:solidFill>
                  <a:srgbClr val="000000"/>
                </a:solidFill>
              </a:rPr>
              <a:t>OEMs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and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customers –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 </a:t>
            </a:r>
            <a:r>
              <a:rPr dirty="0" spc="-10">
                <a:solidFill>
                  <a:srgbClr val="000000"/>
                </a:solidFill>
              </a:rPr>
              <a:t>win-</a:t>
            </a:r>
            <a:r>
              <a:rPr dirty="0">
                <a:solidFill>
                  <a:srgbClr val="000000"/>
                </a:solidFill>
              </a:rPr>
              <a:t>win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solution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is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required</a:t>
            </a: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800" spc="-10" b="1">
                <a:solidFill>
                  <a:srgbClr val="A21F1F"/>
                </a:solidFill>
                <a:latin typeface="Arial"/>
                <a:cs typeface="Arial"/>
              </a:rPr>
              <a:t>Vehicle</a:t>
            </a:r>
            <a:r>
              <a:rPr dirty="0" sz="1800" spc="-5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subscription</a:t>
            </a:r>
            <a:r>
              <a:rPr dirty="0" sz="1800" spc="-4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benefit</a:t>
            </a:r>
            <a:r>
              <a:rPr dirty="0" sz="1800" spc="-3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and</a:t>
            </a:r>
            <a:r>
              <a:rPr dirty="0" sz="1800" spc="-3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risk</a:t>
            </a:r>
            <a:r>
              <a:rPr dirty="0" sz="1800" spc="-4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A21F1F"/>
                </a:solidFill>
                <a:latin typeface="Arial"/>
                <a:cs typeface="Arial"/>
              </a:rPr>
              <a:t>perspective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17532" y="2051431"/>
            <a:ext cx="2526030" cy="245491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193675" marR="5080" indent="-181610">
              <a:lnSpc>
                <a:spcPct val="90000"/>
              </a:lnSpc>
              <a:spcBef>
                <a:spcPts val="270"/>
              </a:spcBef>
              <a:buSzPct val="78571"/>
              <a:buChar char="•"/>
              <a:tabLst>
                <a:tab pos="193675" algn="l"/>
              </a:tabLst>
            </a:pPr>
            <a:r>
              <a:rPr dirty="0" sz="1400">
                <a:latin typeface="Arial"/>
                <a:cs typeface="Arial"/>
              </a:rPr>
              <a:t>Alternative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ownership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models </a:t>
            </a:r>
            <a:r>
              <a:rPr dirty="0" sz="1400">
                <a:latin typeface="Arial"/>
                <a:cs typeface="Arial"/>
              </a:rPr>
              <a:t>need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create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 </a:t>
            </a:r>
            <a:r>
              <a:rPr dirty="0" sz="1400" spc="-10" b="1">
                <a:latin typeface="Arial"/>
                <a:cs typeface="Arial"/>
              </a:rPr>
              <a:t>win-</a:t>
            </a:r>
            <a:r>
              <a:rPr dirty="0" sz="1400" spc="-25" b="1">
                <a:latin typeface="Arial"/>
                <a:cs typeface="Arial"/>
              </a:rPr>
              <a:t>win </a:t>
            </a:r>
            <a:r>
              <a:rPr dirty="0" sz="1400" b="1">
                <a:latin typeface="Arial"/>
                <a:cs typeface="Arial"/>
              </a:rPr>
              <a:t>situation</a:t>
            </a:r>
            <a:r>
              <a:rPr dirty="0" sz="1400" spc="-55" b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for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customers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and </a:t>
            </a:r>
            <a:r>
              <a:rPr dirty="0" sz="1400" spc="-20">
                <a:latin typeface="Arial"/>
                <a:cs typeface="Arial"/>
              </a:rPr>
              <a:t>OEMs</a:t>
            </a:r>
            <a:endParaRPr sz="1400">
              <a:latin typeface="Arial"/>
              <a:cs typeface="Arial"/>
            </a:endParaRPr>
          </a:p>
          <a:p>
            <a:pPr marL="193675" marR="13970" indent="-181610">
              <a:lnSpc>
                <a:spcPts val="1510"/>
              </a:lnSpc>
              <a:spcBef>
                <a:spcPts val="430"/>
              </a:spcBef>
              <a:buSzPct val="78571"/>
              <a:buChar char="•"/>
              <a:tabLst>
                <a:tab pos="193675" algn="l"/>
              </a:tabLst>
            </a:pPr>
            <a:r>
              <a:rPr dirty="0" sz="1400" spc="-10">
                <a:latin typeface="Arial"/>
                <a:cs typeface="Arial"/>
              </a:rPr>
              <a:t>Currently,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they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mostly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 spc="-20" b="1">
                <a:latin typeface="Arial"/>
                <a:cs typeface="Arial"/>
              </a:rPr>
              <a:t>play </a:t>
            </a:r>
            <a:r>
              <a:rPr dirty="0" sz="1400" b="1">
                <a:latin typeface="Arial"/>
                <a:cs typeface="Arial"/>
              </a:rPr>
              <a:t>into</a:t>
            </a:r>
            <a:r>
              <a:rPr dirty="0" sz="1400" spc="-5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the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strategic</a:t>
            </a:r>
            <a:r>
              <a:rPr dirty="0" sz="1400" spc="-6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agenda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 spc="-25" b="1">
                <a:latin typeface="Arial"/>
                <a:cs typeface="Arial"/>
              </a:rPr>
              <a:t>of </a:t>
            </a:r>
            <a:r>
              <a:rPr dirty="0" sz="1400" spc="-20" b="1">
                <a:latin typeface="Arial"/>
                <a:cs typeface="Arial"/>
              </a:rPr>
              <a:t>OEMs</a:t>
            </a:r>
            <a:endParaRPr sz="1400">
              <a:latin typeface="Arial"/>
              <a:cs typeface="Arial"/>
            </a:endParaRPr>
          </a:p>
          <a:p>
            <a:pPr marL="193675" marR="112395" indent="-181610">
              <a:lnSpc>
                <a:spcPct val="90000"/>
              </a:lnSpc>
              <a:spcBef>
                <a:spcPts val="380"/>
              </a:spcBef>
              <a:buSzPct val="78571"/>
              <a:buChar char="•"/>
              <a:tabLst>
                <a:tab pos="193675" algn="l"/>
              </a:tabLst>
            </a:pPr>
            <a:r>
              <a:rPr dirty="0" sz="1400">
                <a:latin typeface="Arial"/>
                <a:cs typeface="Arial"/>
              </a:rPr>
              <a:t>Strong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customer</a:t>
            </a:r>
            <a:r>
              <a:rPr dirty="0" sz="1400" spc="-5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centricity </a:t>
            </a:r>
            <a:r>
              <a:rPr dirty="0" sz="1400">
                <a:latin typeface="Arial"/>
                <a:cs typeface="Arial"/>
              </a:rPr>
              <a:t>and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efficient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asset </a:t>
            </a:r>
            <a:r>
              <a:rPr dirty="0" sz="1400" b="1">
                <a:latin typeface="Arial"/>
                <a:cs typeface="Arial"/>
              </a:rPr>
              <a:t>management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of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used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cars </a:t>
            </a:r>
            <a:r>
              <a:rPr dirty="0" sz="1400">
                <a:latin typeface="Arial"/>
                <a:cs typeface="Arial"/>
              </a:rPr>
              <a:t>are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needed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reach </a:t>
            </a:r>
            <a:r>
              <a:rPr dirty="0" sz="1400" spc="-10" b="1">
                <a:latin typeface="Arial"/>
                <a:cs typeface="Arial"/>
              </a:rPr>
              <a:t>profitability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407652" y="4740783"/>
            <a:ext cx="2341245" cy="1474470"/>
          </a:xfrm>
          <a:custGeom>
            <a:avLst/>
            <a:gdLst/>
            <a:ahLst/>
            <a:cxnLst/>
            <a:rect l="l" t="t" r="r" b="b"/>
            <a:pathLst>
              <a:path w="2341245" h="1474470">
                <a:moveTo>
                  <a:pt x="384937" y="0"/>
                </a:moveTo>
                <a:lnTo>
                  <a:pt x="390144" y="244220"/>
                </a:lnTo>
                <a:lnTo>
                  <a:pt x="0" y="244220"/>
                </a:lnTo>
                <a:lnTo>
                  <a:pt x="0" y="1474089"/>
                </a:lnTo>
                <a:lnTo>
                  <a:pt x="2340864" y="1474089"/>
                </a:lnTo>
                <a:lnTo>
                  <a:pt x="2340864" y="244220"/>
                </a:lnTo>
                <a:lnTo>
                  <a:pt x="975360" y="244220"/>
                </a:lnTo>
                <a:lnTo>
                  <a:pt x="384937" y="0"/>
                </a:lnTo>
                <a:close/>
              </a:path>
            </a:pathLst>
          </a:custGeom>
          <a:solidFill>
            <a:srgbClr val="DB52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429115" y="4984191"/>
            <a:ext cx="2299335" cy="1200150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algn="ctr" marL="12065" marR="5080" indent="635">
              <a:lnSpc>
                <a:spcPct val="90000"/>
              </a:lnSpc>
              <a:spcBef>
                <a:spcPts val="275"/>
              </a:spcBef>
            </a:pP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OEMs</a:t>
            </a:r>
            <a:r>
              <a:rPr dirty="0" sz="14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may</a:t>
            </a:r>
            <a:r>
              <a:rPr dirty="0" sz="14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leverage</a:t>
            </a:r>
            <a:r>
              <a:rPr dirty="0" sz="14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Arial"/>
                <a:cs typeface="Arial"/>
              </a:rPr>
              <a:t>their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existing</a:t>
            </a:r>
            <a:r>
              <a:rPr dirty="0" sz="14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retail</a:t>
            </a:r>
            <a:r>
              <a:rPr dirty="0" sz="14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network</a:t>
            </a:r>
            <a:r>
              <a:rPr dirty="0" sz="14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preferential</a:t>
            </a:r>
            <a:r>
              <a:rPr dirty="0" sz="1400" spc="-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vehicle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acquisition</a:t>
            </a:r>
            <a:r>
              <a:rPr dirty="0" sz="1400" spc="-10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conditions</a:t>
            </a:r>
            <a:r>
              <a:rPr dirty="0" sz="1400" spc="-8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dirty="0" sz="1400" spc="-10">
                <a:solidFill>
                  <a:srgbClr val="FFFFFF"/>
                </a:solidFill>
                <a:latin typeface="Arial"/>
                <a:cs typeface="Arial"/>
              </a:rPr>
              <a:t>differentiate</a:t>
            </a:r>
            <a:r>
              <a:rPr dirty="0" sz="14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themselves</a:t>
            </a:r>
            <a:r>
              <a:rPr dirty="0" sz="14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Arial"/>
                <a:cs typeface="Arial"/>
              </a:rPr>
              <a:t>from </a:t>
            </a: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start-up</a:t>
            </a:r>
            <a:r>
              <a:rPr dirty="0" sz="14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Arial"/>
                <a:cs typeface="Arial"/>
              </a:rPr>
              <a:t>competitors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09016" y="3229355"/>
            <a:ext cx="3607435" cy="45720"/>
          </a:xfrm>
          <a:custGeom>
            <a:avLst/>
            <a:gdLst/>
            <a:ahLst/>
            <a:cxnLst/>
            <a:rect l="l" t="t" r="r" b="b"/>
            <a:pathLst>
              <a:path w="3607435" h="45720">
                <a:moveTo>
                  <a:pt x="3607308" y="0"/>
                </a:moveTo>
                <a:lnTo>
                  <a:pt x="0" y="0"/>
                </a:lnTo>
                <a:lnTo>
                  <a:pt x="0" y="45720"/>
                </a:lnTo>
                <a:lnTo>
                  <a:pt x="3607308" y="45720"/>
                </a:lnTo>
                <a:lnTo>
                  <a:pt x="3607308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09016" y="3906011"/>
            <a:ext cx="3608070" cy="0"/>
          </a:xfrm>
          <a:custGeom>
            <a:avLst/>
            <a:gdLst/>
            <a:ahLst/>
            <a:cxnLst/>
            <a:rect l="l" t="t" r="r" b="b"/>
            <a:pathLst>
              <a:path w="3608070" h="0">
                <a:moveTo>
                  <a:pt x="0" y="0"/>
                </a:moveTo>
                <a:lnTo>
                  <a:pt x="3607689" y="0"/>
                </a:lnTo>
              </a:path>
            </a:pathLst>
          </a:custGeom>
          <a:ln w="12700">
            <a:solidFill>
              <a:srgbClr val="BEBEBE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09016" y="4418076"/>
            <a:ext cx="3608070" cy="0"/>
          </a:xfrm>
          <a:custGeom>
            <a:avLst/>
            <a:gdLst/>
            <a:ahLst/>
            <a:cxnLst/>
            <a:rect l="l" t="t" r="r" b="b"/>
            <a:pathLst>
              <a:path w="3608070" h="0">
                <a:moveTo>
                  <a:pt x="0" y="0"/>
                </a:moveTo>
                <a:lnTo>
                  <a:pt x="3607689" y="0"/>
                </a:lnTo>
              </a:path>
            </a:pathLst>
          </a:custGeom>
          <a:ln w="12700">
            <a:solidFill>
              <a:srgbClr val="BEBEBE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791455" y="2929127"/>
            <a:ext cx="3609340" cy="44450"/>
          </a:xfrm>
          <a:custGeom>
            <a:avLst/>
            <a:gdLst/>
            <a:ahLst/>
            <a:cxnLst/>
            <a:rect l="l" t="t" r="r" b="b"/>
            <a:pathLst>
              <a:path w="3609340" h="44450">
                <a:moveTo>
                  <a:pt x="3608832" y="0"/>
                </a:moveTo>
                <a:lnTo>
                  <a:pt x="0" y="0"/>
                </a:lnTo>
                <a:lnTo>
                  <a:pt x="0" y="44196"/>
                </a:lnTo>
                <a:lnTo>
                  <a:pt x="3608832" y="44196"/>
                </a:lnTo>
                <a:lnTo>
                  <a:pt x="3608832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791455" y="3622547"/>
            <a:ext cx="3608070" cy="0"/>
          </a:xfrm>
          <a:custGeom>
            <a:avLst/>
            <a:gdLst/>
            <a:ahLst/>
            <a:cxnLst/>
            <a:rect l="l" t="t" r="r" b="b"/>
            <a:pathLst>
              <a:path w="3608070" h="0">
                <a:moveTo>
                  <a:pt x="0" y="0"/>
                </a:moveTo>
                <a:lnTo>
                  <a:pt x="3607689" y="0"/>
                </a:lnTo>
              </a:path>
            </a:pathLst>
          </a:custGeom>
          <a:ln w="12700">
            <a:solidFill>
              <a:srgbClr val="BEBEBE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791455" y="4146803"/>
            <a:ext cx="3608070" cy="0"/>
          </a:xfrm>
          <a:custGeom>
            <a:avLst/>
            <a:gdLst/>
            <a:ahLst/>
            <a:cxnLst/>
            <a:rect l="l" t="t" r="r" b="b"/>
            <a:pathLst>
              <a:path w="3608070" h="0">
                <a:moveTo>
                  <a:pt x="0" y="0"/>
                </a:moveTo>
                <a:lnTo>
                  <a:pt x="3607689" y="0"/>
                </a:lnTo>
              </a:path>
            </a:pathLst>
          </a:custGeom>
          <a:ln w="12700">
            <a:solidFill>
              <a:srgbClr val="BEBEBE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791455" y="4672584"/>
            <a:ext cx="3608070" cy="0"/>
          </a:xfrm>
          <a:custGeom>
            <a:avLst/>
            <a:gdLst/>
            <a:ahLst/>
            <a:cxnLst/>
            <a:rect l="l" t="t" r="r" b="b"/>
            <a:pathLst>
              <a:path w="3608070" h="0">
                <a:moveTo>
                  <a:pt x="0" y="0"/>
                </a:moveTo>
                <a:lnTo>
                  <a:pt x="3607689" y="0"/>
                </a:lnTo>
              </a:path>
            </a:pathLst>
          </a:custGeom>
          <a:ln w="12700">
            <a:solidFill>
              <a:srgbClr val="BEBEBE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grpSp>
        <p:nvGrpSpPr>
          <p:cNvPr id="14" name="object 14"/>
          <p:cNvGrpSpPr/>
          <p:nvPr/>
        </p:nvGrpSpPr>
        <p:grpSpPr>
          <a:xfrm>
            <a:off x="438721" y="1901063"/>
            <a:ext cx="8044180" cy="4062095"/>
            <a:chOff x="438721" y="1901063"/>
            <a:chExt cx="8044180" cy="4062095"/>
          </a:xfrm>
        </p:grpSpPr>
        <p:sp>
          <p:nvSpPr>
            <p:cNvPr id="15" name="object 15"/>
            <p:cNvSpPr/>
            <p:nvPr/>
          </p:nvSpPr>
          <p:spPr>
            <a:xfrm>
              <a:off x="4733543" y="2279904"/>
              <a:ext cx="3744595" cy="291465"/>
            </a:xfrm>
            <a:custGeom>
              <a:avLst/>
              <a:gdLst/>
              <a:ahLst/>
              <a:cxnLst/>
              <a:rect l="l" t="t" r="r" b="b"/>
              <a:pathLst>
                <a:path w="3744595" h="291464">
                  <a:moveTo>
                    <a:pt x="0" y="291084"/>
                  </a:moveTo>
                  <a:lnTo>
                    <a:pt x="1873885" y="0"/>
                  </a:lnTo>
                  <a:lnTo>
                    <a:pt x="3744467" y="291084"/>
                  </a:lnTo>
                  <a:lnTo>
                    <a:pt x="0" y="291084"/>
                  </a:lnTo>
                  <a:close/>
                </a:path>
              </a:pathLst>
            </a:custGeom>
            <a:ln w="952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606539" y="2103120"/>
              <a:ext cx="0" cy="176530"/>
            </a:xfrm>
            <a:custGeom>
              <a:avLst/>
              <a:gdLst/>
              <a:ahLst/>
              <a:cxnLst/>
              <a:rect l="l" t="t" r="r" b="b"/>
              <a:pathLst>
                <a:path w="0" h="176530">
                  <a:moveTo>
                    <a:pt x="0" y="0"/>
                  </a:moveTo>
                  <a:lnTo>
                    <a:pt x="0" y="176530"/>
                  </a:lnTo>
                </a:path>
              </a:pathLst>
            </a:custGeom>
            <a:ln w="952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43483" y="2584704"/>
              <a:ext cx="3744595" cy="291465"/>
            </a:xfrm>
            <a:custGeom>
              <a:avLst/>
              <a:gdLst/>
              <a:ahLst/>
              <a:cxnLst/>
              <a:rect l="l" t="t" r="r" b="b"/>
              <a:pathLst>
                <a:path w="3744595" h="291464">
                  <a:moveTo>
                    <a:pt x="0" y="291084"/>
                  </a:moveTo>
                  <a:lnTo>
                    <a:pt x="1873885" y="0"/>
                  </a:lnTo>
                  <a:lnTo>
                    <a:pt x="3744467" y="291084"/>
                  </a:lnTo>
                  <a:lnTo>
                    <a:pt x="0" y="291084"/>
                  </a:lnTo>
                  <a:close/>
                </a:path>
              </a:pathLst>
            </a:custGeom>
            <a:ln w="952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314955" y="2412492"/>
              <a:ext cx="0" cy="176530"/>
            </a:xfrm>
            <a:custGeom>
              <a:avLst/>
              <a:gdLst/>
              <a:ahLst/>
              <a:cxnLst/>
              <a:rect l="l" t="t" r="r" b="b"/>
              <a:pathLst>
                <a:path w="0" h="176530">
                  <a:moveTo>
                    <a:pt x="0" y="0"/>
                  </a:moveTo>
                  <a:lnTo>
                    <a:pt x="0" y="176530"/>
                  </a:lnTo>
                </a:path>
              </a:pathLst>
            </a:custGeom>
            <a:ln w="952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79386" y="1901062"/>
              <a:ext cx="7576820" cy="4062095"/>
            </a:xfrm>
            <a:custGeom>
              <a:avLst/>
              <a:gdLst/>
              <a:ahLst/>
              <a:cxnLst/>
              <a:rect l="l" t="t" r="r" b="b"/>
              <a:pathLst>
                <a:path w="7576820" h="4062095">
                  <a:moveTo>
                    <a:pt x="7576629" y="62103"/>
                  </a:moveTo>
                  <a:lnTo>
                    <a:pt x="7569619" y="36563"/>
                  </a:lnTo>
                  <a:lnTo>
                    <a:pt x="7553922" y="16344"/>
                  </a:lnTo>
                  <a:lnTo>
                    <a:pt x="7531798" y="3479"/>
                  </a:lnTo>
                  <a:lnTo>
                    <a:pt x="7505509" y="0"/>
                  </a:lnTo>
                  <a:lnTo>
                    <a:pt x="3963886" y="237363"/>
                  </a:lnTo>
                  <a:lnTo>
                    <a:pt x="3961396" y="230390"/>
                  </a:lnTo>
                  <a:lnTo>
                    <a:pt x="3938625" y="194741"/>
                  </a:lnTo>
                  <a:lnTo>
                    <a:pt x="3908768" y="164998"/>
                  </a:lnTo>
                  <a:lnTo>
                    <a:pt x="3872979" y="142328"/>
                  </a:lnTo>
                  <a:lnTo>
                    <a:pt x="3832402" y="127889"/>
                  </a:lnTo>
                  <a:lnTo>
                    <a:pt x="3788219" y="122809"/>
                  </a:lnTo>
                  <a:lnTo>
                    <a:pt x="3744023" y="127889"/>
                  </a:lnTo>
                  <a:lnTo>
                    <a:pt x="3703447" y="142328"/>
                  </a:lnTo>
                  <a:lnTo>
                    <a:pt x="3667658" y="164998"/>
                  </a:lnTo>
                  <a:lnTo>
                    <a:pt x="3637800" y="194741"/>
                  </a:lnTo>
                  <a:lnTo>
                    <a:pt x="3615029" y="230390"/>
                  </a:lnTo>
                  <a:lnTo>
                    <a:pt x="3603866" y="261493"/>
                  </a:lnTo>
                  <a:lnTo>
                    <a:pt x="62166" y="498856"/>
                  </a:lnTo>
                  <a:lnTo>
                    <a:pt x="36576" y="505866"/>
                  </a:lnTo>
                  <a:lnTo>
                    <a:pt x="16357" y="521563"/>
                  </a:lnTo>
                  <a:lnTo>
                    <a:pt x="3492" y="543687"/>
                  </a:lnTo>
                  <a:lnTo>
                    <a:pt x="0" y="569976"/>
                  </a:lnTo>
                  <a:lnTo>
                    <a:pt x="6972" y="595579"/>
                  </a:lnTo>
                  <a:lnTo>
                    <a:pt x="22669" y="615797"/>
                  </a:lnTo>
                  <a:lnTo>
                    <a:pt x="44805" y="628637"/>
                  </a:lnTo>
                  <a:lnTo>
                    <a:pt x="71094" y="632079"/>
                  </a:lnTo>
                  <a:lnTo>
                    <a:pt x="3613366" y="394677"/>
                  </a:lnTo>
                  <a:lnTo>
                    <a:pt x="3615029" y="399288"/>
                  </a:lnTo>
                  <a:lnTo>
                    <a:pt x="3637800" y="434936"/>
                  </a:lnTo>
                  <a:lnTo>
                    <a:pt x="3667658" y="464680"/>
                  </a:lnTo>
                  <a:lnTo>
                    <a:pt x="3703447" y="487349"/>
                  </a:lnTo>
                  <a:lnTo>
                    <a:pt x="3728021" y="496100"/>
                  </a:lnTo>
                  <a:lnTo>
                    <a:pt x="3728021" y="2171306"/>
                  </a:lnTo>
                  <a:lnTo>
                    <a:pt x="3652075" y="3957193"/>
                  </a:lnTo>
                  <a:lnTo>
                    <a:pt x="3409505" y="3957193"/>
                  </a:lnTo>
                  <a:lnTo>
                    <a:pt x="3409505" y="3959733"/>
                  </a:lnTo>
                  <a:lnTo>
                    <a:pt x="3409505" y="3996563"/>
                  </a:lnTo>
                  <a:lnTo>
                    <a:pt x="3728021" y="3996563"/>
                  </a:lnTo>
                  <a:lnTo>
                    <a:pt x="3728021" y="3996817"/>
                  </a:lnTo>
                  <a:lnTo>
                    <a:pt x="3226625" y="3996817"/>
                  </a:lnTo>
                  <a:lnTo>
                    <a:pt x="3226625" y="3999357"/>
                  </a:lnTo>
                  <a:lnTo>
                    <a:pt x="3226625" y="4022725"/>
                  </a:lnTo>
                  <a:lnTo>
                    <a:pt x="3045269" y="4022725"/>
                  </a:lnTo>
                  <a:lnTo>
                    <a:pt x="3045269" y="4025265"/>
                  </a:lnTo>
                  <a:lnTo>
                    <a:pt x="3045269" y="4062095"/>
                  </a:lnTo>
                  <a:lnTo>
                    <a:pt x="4531169" y="4062095"/>
                  </a:lnTo>
                  <a:lnTo>
                    <a:pt x="4531169" y="4025265"/>
                  </a:lnTo>
                  <a:lnTo>
                    <a:pt x="4529493" y="4025265"/>
                  </a:lnTo>
                  <a:lnTo>
                    <a:pt x="4529493" y="4022725"/>
                  </a:lnTo>
                  <a:lnTo>
                    <a:pt x="4349813" y="4022725"/>
                  </a:lnTo>
                  <a:lnTo>
                    <a:pt x="4349813" y="3999357"/>
                  </a:lnTo>
                  <a:lnTo>
                    <a:pt x="4348137" y="3999357"/>
                  </a:lnTo>
                  <a:lnTo>
                    <a:pt x="4348137" y="3996817"/>
                  </a:lnTo>
                  <a:lnTo>
                    <a:pt x="3849941" y="3996817"/>
                  </a:lnTo>
                  <a:lnTo>
                    <a:pt x="3849941" y="3996563"/>
                  </a:lnTo>
                  <a:lnTo>
                    <a:pt x="4168457" y="3996563"/>
                  </a:lnTo>
                  <a:lnTo>
                    <a:pt x="4168457" y="3959733"/>
                  </a:lnTo>
                  <a:lnTo>
                    <a:pt x="4166781" y="3959733"/>
                  </a:lnTo>
                  <a:lnTo>
                    <a:pt x="4166781" y="3957193"/>
                  </a:lnTo>
                  <a:lnTo>
                    <a:pt x="3924363" y="3957193"/>
                  </a:lnTo>
                  <a:lnTo>
                    <a:pt x="3850830" y="2111883"/>
                  </a:lnTo>
                  <a:lnTo>
                    <a:pt x="3849941" y="2111870"/>
                  </a:lnTo>
                  <a:lnTo>
                    <a:pt x="3849941" y="495554"/>
                  </a:lnTo>
                  <a:lnTo>
                    <a:pt x="3872979" y="487349"/>
                  </a:lnTo>
                  <a:lnTo>
                    <a:pt x="3908768" y="464680"/>
                  </a:lnTo>
                  <a:lnTo>
                    <a:pt x="3938625" y="434936"/>
                  </a:lnTo>
                  <a:lnTo>
                    <a:pt x="3961396" y="399288"/>
                  </a:lnTo>
                  <a:lnTo>
                    <a:pt x="3971658" y="370662"/>
                  </a:lnTo>
                  <a:lnTo>
                    <a:pt x="7514399" y="133223"/>
                  </a:lnTo>
                  <a:lnTo>
                    <a:pt x="7539990" y="126276"/>
                  </a:lnTo>
                  <a:lnTo>
                    <a:pt x="7560221" y="110578"/>
                  </a:lnTo>
                  <a:lnTo>
                    <a:pt x="7573099" y="88417"/>
                  </a:lnTo>
                  <a:lnTo>
                    <a:pt x="7576629" y="62103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49305" y="2096833"/>
              <a:ext cx="236600" cy="23812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22693" y="1957832"/>
              <a:ext cx="7480934" cy="527050"/>
            </a:xfrm>
            <a:custGeom>
              <a:avLst/>
              <a:gdLst/>
              <a:ahLst/>
              <a:cxnLst/>
              <a:rect l="l" t="t" r="r" b="b"/>
              <a:pathLst>
                <a:path w="7480934" h="527050">
                  <a:moveTo>
                    <a:pt x="7473124" y="0"/>
                  </a:moveTo>
                  <a:lnTo>
                    <a:pt x="7465758" y="381"/>
                  </a:lnTo>
                  <a:lnTo>
                    <a:pt x="5562" y="500507"/>
                  </a:lnTo>
                  <a:lnTo>
                    <a:pt x="0" y="506857"/>
                  </a:lnTo>
                  <a:lnTo>
                    <a:pt x="990" y="521462"/>
                  </a:lnTo>
                  <a:lnTo>
                    <a:pt x="7353" y="527050"/>
                  </a:lnTo>
                  <a:lnTo>
                    <a:pt x="7474902" y="26543"/>
                  </a:lnTo>
                  <a:lnTo>
                    <a:pt x="7480490" y="20193"/>
                  </a:lnTo>
                  <a:lnTo>
                    <a:pt x="7479474" y="5461"/>
                  </a:lnTo>
                  <a:lnTo>
                    <a:pt x="74731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443483" y="2875788"/>
            <a:ext cx="3744595" cy="2719070"/>
          </a:xfrm>
          <a:prstGeom prst="rect">
            <a:avLst/>
          </a:prstGeom>
          <a:ln w="9525">
            <a:solidFill>
              <a:srgbClr val="BEBEBE"/>
            </a:solidFill>
          </a:ln>
        </p:spPr>
        <p:txBody>
          <a:bodyPr wrap="square" lIns="0" tIns="108585" rIns="0" bIns="0" rtlCol="0" vert="horz">
            <a:spAutoFit/>
          </a:bodyPr>
          <a:lstStyle/>
          <a:p>
            <a:pPr marL="85725">
              <a:lnSpc>
                <a:spcPct val="100000"/>
              </a:lnSpc>
              <a:spcBef>
                <a:spcPts val="855"/>
              </a:spcBef>
            </a:pPr>
            <a:r>
              <a:rPr dirty="0" sz="1400" spc="-25" b="1">
                <a:solidFill>
                  <a:srgbClr val="585858"/>
                </a:solidFill>
                <a:latin typeface="Arial"/>
                <a:cs typeface="Arial"/>
              </a:rPr>
              <a:t>OEM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1400">
              <a:latin typeface="Arial"/>
              <a:cs typeface="Arial"/>
            </a:endParaRPr>
          </a:p>
          <a:p>
            <a:pPr marL="614680" marR="282575">
              <a:lnSpc>
                <a:spcPct val="100000"/>
              </a:lnSpc>
            </a:pPr>
            <a:r>
              <a:rPr dirty="0" sz="1100" b="1">
                <a:latin typeface="Arial"/>
                <a:cs typeface="Arial"/>
              </a:rPr>
              <a:t>Keeping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track</a:t>
            </a:r>
            <a:r>
              <a:rPr dirty="0" sz="1100" spc="-4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of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battery</a:t>
            </a:r>
            <a:r>
              <a:rPr dirty="0" sz="1100" spc="-5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lifecycle/recycling </a:t>
            </a:r>
            <a:r>
              <a:rPr dirty="0" sz="1100" b="1">
                <a:latin typeface="Arial"/>
                <a:cs typeface="Arial"/>
              </a:rPr>
              <a:t>requirements</a:t>
            </a:r>
            <a:r>
              <a:rPr dirty="0" sz="1100" spc="-6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according</a:t>
            </a:r>
            <a:r>
              <a:rPr dirty="0" sz="1100" spc="-3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to</a:t>
            </a:r>
            <a:r>
              <a:rPr dirty="0" sz="1100" spc="-4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regulations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100">
              <a:latin typeface="Arial"/>
              <a:cs typeface="Arial"/>
            </a:endParaRPr>
          </a:p>
          <a:p>
            <a:pPr marL="614680" marR="510540">
              <a:lnSpc>
                <a:spcPct val="100000"/>
              </a:lnSpc>
            </a:pPr>
            <a:r>
              <a:rPr dirty="0" sz="1100" b="1">
                <a:latin typeface="Arial"/>
                <a:cs typeface="Arial"/>
              </a:rPr>
              <a:t>Product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piloting</a:t>
            </a:r>
            <a:r>
              <a:rPr dirty="0" sz="1100" spc="-6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and</a:t>
            </a:r>
            <a:r>
              <a:rPr dirty="0" sz="1100" spc="-1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learning</a:t>
            </a:r>
            <a:r>
              <a:rPr dirty="0" sz="1100" spc="-4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from</a:t>
            </a:r>
            <a:r>
              <a:rPr dirty="0" sz="1100" spc="-35" b="1">
                <a:latin typeface="Arial"/>
                <a:cs typeface="Arial"/>
              </a:rPr>
              <a:t> </a:t>
            </a:r>
            <a:r>
              <a:rPr dirty="0" sz="1100" spc="-20" b="1">
                <a:latin typeface="Arial"/>
                <a:cs typeface="Arial"/>
              </a:rPr>
              <a:t>data </a:t>
            </a:r>
            <a:r>
              <a:rPr dirty="0" sz="1100" b="1">
                <a:latin typeface="Arial"/>
                <a:cs typeface="Arial"/>
              </a:rPr>
              <a:t>insights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into</a:t>
            </a:r>
            <a:r>
              <a:rPr dirty="0" sz="1100" spc="-10" b="1">
                <a:latin typeface="Arial"/>
                <a:cs typeface="Arial"/>
              </a:rPr>
              <a:t> longer-</a:t>
            </a:r>
            <a:r>
              <a:rPr dirty="0" sz="1100" b="1">
                <a:latin typeface="Arial"/>
                <a:cs typeface="Arial"/>
              </a:rPr>
              <a:t>term</a:t>
            </a:r>
            <a:r>
              <a:rPr dirty="0" sz="1100" spc="-4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car</a:t>
            </a:r>
            <a:r>
              <a:rPr dirty="0" sz="1100" spc="5" b="1">
                <a:latin typeface="Arial"/>
                <a:cs typeface="Arial"/>
              </a:rPr>
              <a:t> </a:t>
            </a:r>
            <a:r>
              <a:rPr dirty="0" sz="1100" spc="-20" b="1">
                <a:latin typeface="Arial"/>
                <a:cs typeface="Arial"/>
              </a:rPr>
              <a:t>usage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100">
              <a:latin typeface="Arial"/>
              <a:cs typeface="Arial"/>
            </a:endParaRPr>
          </a:p>
          <a:p>
            <a:pPr marL="614680">
              <a:lnSpc>
                <a:spcPct val="100000"/>
              </a:lnSpc>
            </a:pPr>
            <a:r>
              <a:rPr dirty="0" sz="1100" b="1">
                <a:latin typeface="Arial"/>
                <a:cs typeface="Arial"/>
              </a:rPr>
              <a:t>Customers</a:t>
            </a:r>
            <a:r>
              <a:rPr dirty="0" sz="1100" spc="-4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willingness</a:t>
            </a:r>
            <a:r>
              <a:rPr dirty="0" sz="1100" spc="-5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to</a:t>
            </a:r>
            <a:r>
              <a:rPr dirty="0" sz="1100" spc="-4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pay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and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spc="-20" b="1">
                <a:latin typeface="Arial"/>
                <a:cs typeface="Arial"/>
              </a:rPr>
              <a:t>price</a:t>
            </a:r>
            <a:endParaRPr sz="1100">
              <a:latin typeface="Arial"/>
              <a:cs typeface="Arial"/>
            </a:endParaRPr>
          </a:p>
          <a:p>
            <a:pPr marL="614680">
              <a:lnSpc>
                <a:spcPct val="100000"/>
              </a:lnSpc>
            </a:pPr>
            <a:r>
              <a:rPr dirty="0" sz="1100" b="1">
                <a:latin typeface="Arial"/>
                <a:cs typeface="Arial"/>
              </a:rPr>
              <a:t>pressure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for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alt.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ownership</a:t>
            </a:r>
            <a:r>
              <a:rPr dirty="0" sz="1100" spc="-4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offering</a:t>
            </a:r>
            <a:endParaRPr sz="1100">
              <a:latin typeface="Arial"/>
              <a:cs typeface="Arial"/>
            </a:endParaRPr>
          </a:p>
          <a:p>
            <a:pPr marL="614680" marR="429259">
              <a:lnSpc>
                <a:spcPct val="100000"/>
              </a:lnSpc>
              <a:spcBef>
                <a:spcPts val="1245"/>
              </a:spcBef>
            </a:pPr>
            <a:r>
              <a:rPr dirty="0" sz="1100" b="1">
                <a:latin typeface="Arial"/>
                <a:cs typeface="Arial"/>
              </a:rPr>
              <a:t>Residual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value</a:t>
            </a:r>
            <a:r>
              <a:rPr dirty="0" sz="1100" spc="-1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risk</a:t>
            </a:r>
            <a:r>
              <a:rPr dirty="0" sz="1100" spc="-4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at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end</a:t>
            </a:r>
            <a:r>
              <a:rPr dirty="0" sz="1100" spc="-1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of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lifetime</a:t>
            </a:r>
            <a:r>
              <a:rPr dirty="0" sz="1100" spc="-55" b="1">
                <a:latin typeface="Arial"/>
                <a:cs typeface="Arial"/>
              </a:rPr>
              <a:t> </a:t>
            </a:r>
            <a:r>
              <a:rPr dirty="0" sz="1100" spc="-25" b="1">
                <a:latin typeface="Arial"/>
                <a:cs typeface="Arial"/>
              </a:rPr>
              <a:t>and </a:t>
            </a:r>
            <a:r>
              <a:rPr dirty="0" sz="1100" b="1">
                <a:latin typeface="Arial"/>
                <a:cs typeface="Arial"/>
              </a:rPr>
              <a:t>need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for</a:t>
            </a:r>
            <a:r>
              <a:rPr dirty="0" sz="1100" spc="-5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strong</a:t>
            </a:r>
            <a:r>
              <a:rPr dirty="0" sz="1100" spc="-3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operational</a:t>
            </a:r>
            <a:r>
              <a:rPr dirty="0" sz="1100" spc="-5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excellence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09016" y="3194304"/>
            <a:ext cx="4693920" cy="2157095"/>
            <a:chOff x="509016" y="3194304"/>
            <a:chExt cx="4693920" cy="2157095"/>
          </a:xfrm>
        </p:grpSpPr>
        <p:sp>
          <p:nvSpPr>
            <p:cNvPr id="24" name="object 24"/>
            <p:cNvSpPr/>
            <p:nvPr/>
          </p:nvSpPr>
          <p:spPr>
            <a:xfrm>
              <a:off x="509016" y="4928616"/>
              <a:ext cx="3608070" cy="0"/>
            </a:xfrm>
            <a:custGeom>
              <a:avLst/>
              <a:gdLst/>
              <a:ahLst/>
              <a:cxnLst/>
              <a:rect l="l" t="t" r="r" b="b"/>
              <a:pathLst>
                <a:path w="3608070" h="0">
                  <a:moveTo>
                    <a:pt x="0" y="0"/>
                  </a:moveTo>
                  <a:lnTo>
                    <a:pt x="3607689" y="0"/>
                  </a:lnTo>
                </a:path>
              </a:pathLst>
            </a:custGeom>
            <a:ln w="12700">
              <a:solidFill>
                <a:srgbClr val="BEBEBE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25869" y="4834127"/>
              <a:ext cx="221900" cy="19811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872228" y="4768595"/>
              <a:ext cx="330835" cy="332740"/>
            </a:xfrm>
            <a:custGeom>
              <a:avLst/>
              <a:gdLst/>
              <a:ahLst/>
              <a:cxnLst/>
              <a:rect l="l" t="t" r="r" b="b"/>
              <a:pathLst>
                <a:path w="330835" h="332739">
                  <a:moveTo>
                    <a:pt x="330708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0" y="318770"/>
                  </a:lnTo>
                  <a:lnTo>
                    <a:pt x="0" y="332740"/>
                  </a:lnTo>
                  <a:lnTo>
                    <a:pt x="330708" y="332740"/>
                  </a:lnTo>
                  <a:lnTo>
                    <a:pt x="330708" y="319278"/>
                  </a:lnTo>
                  <a:lnTo>
                    <a:pt x="330708" y="318770"/>
                  </a:lnTo>
                  <a:lnTo>
                    <a:pt x="330708" y="12954"/>
                  </a:lnTo>
                  <a:lnTo>
                    <a:pt x="313690" y="12954"/>
                  </a:lnTo>
                  <a:lnTo>
                    <a:pt x="313690" y="318770"/>
                  </a:lnTo>
                  <a:lnTo>
                    <a:pt x="12700" y="318770"/>
                  </a:lnTo>
                  <a:lnTo>
                    <a:pt x="12700" y="12700"/>
                  </a:lnTo>
                  <a:lnTo>
                    <a:pt x="330708" y="12700"/>
                  </a:lnTo>
                  <a:lnTo>
                    <a:pt x="330708" y="0"/>
                  </a:lnTo>
                  <a:close/>
                </a:path>
              </a:pathLst>
            </a:custGeom>
            <a:solidFill>
              <a:srgbClr val="DF2F1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25869" y="4308348"/>
              <a:ext cx="221900" cy="19811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4872228" y="4244339"/>
              <a:ext cx="330835" cy="330200"/>
            </a:xfrm>
            <a:custGeom>
              <a:avLst/>
              <a:gdLst/>
              <a:ahLst/>
              <a:cxnLst/>
              <a:rect l="l" t="t" r="r" b="b"/>
              <a:pathLst>
                <a:path w="330835" h="330200">
                  <a:moveTo>
                    <a:pt x="330708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0" y="317500"/>
                  </a:lnTo>
                  <a:lnTo>
                    <a:pt x="0" y="330200"/>
                  </a:lnTo>
                  <a:lnTo>
                    <a:pt x="330708" y="330200"/>
                  </a:lnTo>
                  <a:lnTo>
                    <a:pt x="330708" y="317881"/>
                  </a:lnTo>
                  <a:lnTo>
                    <a:pt x="330708" y="317500"/>
                  </a:lnTo>
                  <a:lnTo>
                    <a:pt x="330708" y="12827"/>
                  </a:lnTo>
                  <a:lnTo>
                    <a:pt x="313690" y="12827"/>
                  </a:lnTo>
                  <a:lnTo>
                    <a:pt x="313690" y="317500"/>
                  </a:lnTo>
                  <a:lnTo>
                    <a:pt x="12700" y="317500"/>
                  </a:lnTo>
                  <a:lnTo>
                    <a:pt x="12700" y="12700"/>
                  </a:lnTo>
                  <a:lnTo>
                    <a:pt x="330708" y="12700"/>
                  </a:lnTo>
                  <a:lnTo>
                    <a:pt x="330708" y="0"/>
                  </a:lnTo>
                  <a:close/>
                </a:path>
              </a:pathLst>
            </a:custGeom>
            <a:solidFill>
              <a:srgbClr val="DF2F1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1404" y="5082539"/>
              <a:ext cx="221942" cy="198119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56260" y="5018532"/>
              <a:ext cx="332740" cy="332740"/>
            </a:xfrm>
            <a:custGeom>
              <a:avLst/>
              <a:gdLst/>
              <a:ahLst/>
              <a:cxnLst/>
              <a:rect l="l" t="t" r="r" b="b"/>
              <a:pathLst>
                <a:path w="332740" h="332739">
                  <a:moveTo>
                    <a:pt x="332232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0" y="318770"/>
                  </a:lnTo>
                  <a:lnTo>
                    <a:pt x="0" y="332740"/>
                  </a:lnTo>
                  <a:lnTo>
                    <a:pt x="332232" y="332740"/>
                  </a:lnTo>
                  <a:lnTo>
                    <a:pt x="332232" y="319278"/>
                  </a:lnTo>
                  <a:lnTo>
                    <a:pt x="332232" y="318770"/>
                  </a:lnTo>
                  <a:lnTo>
                    <a:pt x="332232" y="12954"/>
                  </a:lnTo>
                  <a:lnTo>
                    <a:pt x="315188" y="12954"/>
                  </a:lnTo>
                  <a:lnTo>
                    <a:pt x="315188" y="318770"/>
                  </a:lnTo>
                  <a:lnTo>
                    <a:pt x="12776" y="318770"/>
                  </a:lnTo>
                  <a:lnTo>
                    <a:pt x="12776" y="12700"/>
                  </a:lnTo>
                  <a:lnTo>
                    <a:pt x="332232" y="12700"/>
                  </a:lnTo>
                  <a:lnTo>
                    <a:pt x="332232" y="0"/>
                  </a:lnTo>
                  <a:close/>
                </a:path>
              </a:pathLst>
            </a:custGeom>
            <a:solidFill>
              <a:srgbClr val="DF2F1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1404" y="4572000"/>
              <a:ext cx="221942" cy="198119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556260" y="4507991"/>
              <a:ext cx="332740" cy="330200"/>
            </a:xfrm>
            <a:custGeom>
              <a:avLst/>
              <a:gdLst/>
              <a:ahLst/>
              <a:cxnLst/>
              <a:rect l="l" t="t" r="r" b="b"/>
              <a:pathLst>
                <a:path w="332740" h="330200">
                  <a:moveTo>
                    <a:pt x="332232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0" y="317500"/>
                  </a:lnTo>
                  <a:lnTo>
                    <a:pt x="0" y="330200"/>
                  </a:lnTo>
                  <a:lnTo>
                    <a:pt x="332232" y="330200"/>
                  </a:lnTo>
                  <a:lnTo>
                    <a:pt x="332232" y="317881"/>
                  </a:lnTo>
                  <a:lnTo>
                    <a:pt x="332232" y="317500"/>
                  </a:lnTo>
                  <a:lnTo>
                    <a:pt x="332232" y="12827"/>
                  </a:lnTo>
                  <a:lnTo>
                    <a:pt x="315188" y="12827"/>
                  </a:lnTo>
                  <a:lnTo>
                    <a:pt x="315188" y="317500"/>
                  </a:lnTo>
                  <a:lnTo>
                    <a:pt x="12776" y="317500"/>
                  </a:lnTo>
                  <a:lnTo>
                    <a:pt x="12776" y="12700"/>
                  </a:lnTo>
                  <a:lnTo>
                    <a:pt x="332232" y="12700"/>
                  </a:lnTo>
                  <a:lnTo>
                    <a:pt x="332232" y="0"/>
                  </a:lnTo>
                  <a:close/>
                </a:path>
              </a:pathLst>
            </a:custGeom>
            <a:solidFill>
              <a:srgbClr val="DF2F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4872228" y="3720083"/>
              <a:ext cx="330835" cy="330200"/>
            </a:xfrm>
            <a:custGeom>
              <a:avLst/>
              <a:gdLst/>
              <a:ahLst/>
              <a:cxnLst/>
              <a:rect l="l" t="t" r="r" b="b"/>
              <a:pathLst>
                <a:path w="330835" h="330200">
                  <a:moveTo>
                    <a:pt x="330708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0" y="317500"/>
                  </a:lnTo>
                  <a:lnTo>
                    <a:pt x="0" y="330200"/>
                  </a:lnTo>
                  <a:lnTo>
                    <a:pt x="330708" y="330200"/>
                  </a:lnTo>
                  <a:lnTo>
                    <a:pt x="330708" y="317500"/>
                  </a:lnTo>
                  <a:lnTo>
                    <a:pt x="16129" y="317500"/>
                  </a:lnTo>
                  <a:lnTo>
                    <a:pt x="16129" y="15240"/>
                  </a:lnTo>
                  <a:lnTo>
                    <a:pt x="316992" y="15240"/>
                  </a:lnTo>
                  <a:lnTo>
                    <a:pt x="316992" y="316992"/>
                  </a:lnTo>
                  <a:lnTo>
                    <a:pt x="330708" y="316992"/>
                  </a:lnTo>
                  <a:lnTo>
                    <a:pt x="330708" y="15240"/>
                  </a:lnTo>
                  <a:lnTo>
                    <a:pt x="330708" y="14986"/>
                  </a:lnTo>
                  <a:lnTo>
                    <a:pt x="330708" y="0"/>
                  </a:lnTo>
                  <a:close/>
                </a:path>
              </a:pathLst>
            </a:custGeom>
            <a:solidFill>
              <a:srgbClr val="165C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35734" y="3819352"/>
              <a:ext cx="206089" cy="144619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872228" y="3194303"/>
              <a:ext cx="330835" cy="332740"/>
            </a:xfrm>
            <a:custGeom>
              <a:avLst/>
              <a:gdLst/>
              <a:ahLst/>
              <a:cxnLst/>
              <a:rect l="l" t="t" r="r" b="b"/>
              <a:pathLst>
                <a:path w="330835" h="332739">
                  <a:moveTo>
                    <a:pt x="330708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0" y="318770"/>
                  </a:lnTo>
                  <a:lnTo>
                    <a:pt x="0" y="332740"/>
                  </a:lnTo>
                  <a:lnTo>
                    <a:pt x="330708" y="332740"/>
                  </a:lnTo>
                  <a:lnTo>
                    <a:pt x="330708" y="318770"/>
                  </a:lnTo>
                  <a:lnTo>
                    <a:pt x="16129" y="318770"/>
                  </a:lnTo>
                  <a:lnTo>
                    <a:pt x="16129" y="15240"/>
                  </a:lnTo>
                  <a:lnTo>
                    <a:pt x="316992" y="15240"/>
                  </a:lnTo>
                  <a:lnTo>
                    <a:pt x="316992" y="318389"/>
                  </a:lnTo>
                  <a:lnTo>
                    <a:pt x="330708" y="318389"/>
                  </a:lnTo>
                  <a:lnTo>
                    <a:pt x="330708" y="15240"/>
                  </a:lnTo>
                  <a:lnTo>
                    <a:pt x="330708" y="14986"/>
                  </a:lnTo>
                  <a:lnTo>
                    <a:pt x="330708" y="0"/>
                  </a:lnTo>
                  <a:close/>
                </a:path>
              </a:pathLst>
            </a:custGeom>
            <a:solidFill>
              <a:srgbClr val="165C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35734" y="3295096"/>
              <a:ext cx="206089" cy="144619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544068" y="3995927"/>
              <a:ext cx="330835" cy="332740"/>
            </a:xfrm>
            <a:custGeom>
              <a:avLst/>
              <a:gdLst/>
              <a:ahLst/>
              <a:cxnLst/>
              <a:rect l="l" t="t" r="r" b="b"/>
              <a:pathLst>
                <a:path w="330834" h="332739">
                  <a:moveTo>
                    <a:pt x="330708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0" y="318770"/>
                  </a:lnTo>
                  <a:lnTo>
                    <a:pt x="0" y="332740"/>
                  </a:lnTo>
                  <a:lnTo>
                    <a:pt x="330708" y="332740"/>
                  </a:lnTo>
                  <a:lnTo>
                    <a:pt x="330708" y="318770"/>
                  </a:lnTo>
                  <a:lnTo>
                    <a:pt x="16167" y="318770"/>
                  </a:lnTo>
                  <a:lnTo>
                    <a:pt x="16167" y="15240"/>
                  </a:lnTo>
                  <a:lnTo>
                    <a:pt x="317030" y="15240"/>
                  </a:lnTo>
                  <a:lnTo>
                    <a:pt x="317030" y="318389"/>
                  </a:lnTo>
                  <a:lnTo>
                    <a:pt x="330708" y="318389"/>
                  </a:lnTo>
                  <a:lnTo>
                    <a:pt x="330708" y="15240"/>
                  </a:lnTo>
                  <a:lnTo>
                    <a:pt x="330708" y="14986"/>
                  </a:lnTo>
                  <a:lnTo>
                    <a:pt x="330708" y="0"/>
                  </a:lnTo>
                  <a:close/>
                </a:path>
              </a:pathLst>
            </a:custGeom>
            <a:solidFill>
              <a:srgbClr val="165C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7574" y="4096720"/>
              <a:ext cx="206089" cy="144619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544068" y="3485387"/>
              <a:ext cx="330835" cy="330200"/>
            </a:xfrm>
            <a:custGeom>
              <a:avLst/>
              <a:gdLst/>
              <a:ahLst/>
              <a:cxnLst/>
              <a:rect l="l" t="t" r="r" b="b"/>
              <a:pathLst>
                <a:path w="330834" h="330200">
                  <a:moveTo>
                    <a:pt x="330708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0" y="317500"/>
                  </a:lnTo>
                  <a:lnTo>
                    <a:pt x="0" y="330200"/>
                  </a:lnTo>
                  <a:lnTo>
                    <a:pt x="330708" y="330200"/>
                  </a:lnTo>
                  <a:lnTo>
                    <a:pt x="330708" y="317500"/>
                  </a:lnTo>
                  <a:lnTo>
                    <a:pt x="16167" y="317500"/>
                  </a:lnTo>
                  <a:lnTo>
                    <a:pt x="16167" y="15240"/>
                  </a:lnTo>
                  <a:lnTo>
                    <a:pt x="317030" y="15240"/>
                  </a:lnTo>
                  <a:lnTo>
                    <a:pt x="317030" y="316992"/>
                  </a:lnTo>
                  <a:lnTo>
                    <a:pt x="330708" y="316992"/>
                  </a:lnTo>
                  <a:lnTo>
                    <a:pt x="330708" y="15240"/>
                  </a:lnTo>
                  <a:lnTo>
                    <a:pt x="330708" y="14986"/>
                  </a:lnTo>
                  <a:lnTo>
                    <a:pt x="330708" y="0"/>
                  </a:lnTo>
                  <a:close/>
                </a:path>
              </a:pathLst>
            </a:custGeom>
            <a:solidFill>
              <a:srgbClr val="165C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7574" y="3584656"/>
              <a:ext cx="206089" cy="144619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4733544" y="2570988"/>
            <a:ext cx="3744595" cy="2764790"/>
          </a:xfrm>
          <a:prstGeom prst="rect">
            <a:avLst/>
          </a:prstGeom>
          <a:ln w="9525">
            <a:solidFill>
              <a:srgbClr val="BEBEBE"/>
            </a:solidFill>
          </a:ln>
        </p:spPr>
        <p:txBody>
          <a:bodyPr wrap="square" lIns="0" tIns="112395" rIns="0" bIns="0" rtlCol="0" vert="horz">
            <a:spAutoFit/>
          </a:bodyPr>
          <a:lstStyle/>
          <a:p>
            <a:pPr marL="78740">
              <a:lnSpc>
                <a:spcPct val="100000"/>
              </a:lnSpc>
              <a:spcBef>
                <a:spcPts val="885"/>
              </a:spcBef>
            </a:pPr>
            <a:r>
              <a:rPr dirty="0" sz="1400" spc="-10" b="1">
                <a:solidFill>
                  <a:srgbClr val="585858"/>
                </a:solidFill>
                <a:latin typeface="Arial"/>
                <a:cs typeface="Arial"/>
              </a:rPr>
              <a:t>Customer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1400">
              <a:latin typeface="Arial"/>
              <a:cs typeface="Arial"/>
            </a:endParaRPr>
          </a:p>
          <a:p>
            <a:pPr marL="609600" marR="648335">
              <a:lnSpc>
                <a:spcPct val="100000"/>
              </a:lnSpc>
            </a:pPr>
            <a:r>
              <a:rPr dirty="0" sz="1100" b="1">
                <a:latin typeface="Arial"/>
                <a:cs typeface="Arial"/>
              </a:rPr>
              <a:t>Flexibility</a:t>
            </a:r>
            <a:r>
              <a:rPr dirty="0" sz="1100" spc="-4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of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car</a:t>
            </a:r>
            <a:r>
              <a:rPr dirty="0" sz="1100" spc="-1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ownership</a:t>
            </a:r>
            <a:r>
              <a:rPr dirty="0" sz="1100" spc="-5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in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case</a:t>
            </a:r>
            <a:r>
              <a:rPr dirty="0" sz="1100" spc="-5" b="1">
                <a:latin typeface="Arial"/>
                <a:cs typeface="Arial"/>
              </a:rPr>
              <a:t> </a:t>
            </a:r>
            <a:r>
              <a:rPr dirty="0" sz="1100" spc="-25" b="1">
                <a:latin typeface="Arial"/>
                <a:cs typeface="Arial"/>
              </a:rPr>
              <a:t>of </a:t>
            </a:r>
            <a:r>
              <a:rPr dirty="0" sz="1100" b="1">
                <a:latin typeface="Arial"/>
                <a:cs typeface="Arial"/>
              </a:rPr>
              <a:t>changing</a:t>
            </a:r>
            <a:r>
              <a:rPr dirty="0" sz="1100" spc="-1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life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circumstance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1100">
              <a:latin typeface="Arial"/>
              <a:cs typeface="Arial"/>
            </a:endParaRPr>
          </a:p>
          <a:p>
            <a:pPr marL="609600" marR="150495">
              <a:lnSpc>
                <a:spcPct val="100000"/>
              </a:lnSpc>
            </a:pPr>
            <a:r>
              <a:rPr dirty="0" sz="1100" b="1">
                <a:latin typeface="Arial"/>
                <a:cs typeface="Arial"/>
              </a:rPr>
              <a:t>Residual</a:t>
            </a:r>
            <a:r>
              <a:rPr dirty="0" sz="1100" spc="-3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value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and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admin</a:t>
            </a:r>
            <a:r>
              <a:rPr dirty="0" sz="1100" spc="-4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process </a:t>
            </a:r>
            <a:r>
              <a:rPr dirty="0" sz="1100" b="1">
                <a:latin typeface="Arial"/>
                <a:cs typeface="Arial"/>
              </a:rPr>
              <a:t>(insurance,</a:t>
            </a:r>
            <a:r>
              <a:rPr dirty="0" sz="1100" spc="-4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maintenance,</a:t>
            </a:r>
            <a:r>
              <a:rPr dirty="0" sz="1100" spc="-5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etc.)</a:t>
            </a:r>
            <a:r>
              <a:rPr dirty="0" sz="1100" spc="-5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peace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of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spc="-20" b="1">
                <a:latin typeface="Arial"/>
                <a:cs typeface="Arial"/>
              </a:rPr>
              <a:t>mind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100">
              <a:latin typeface="Arial"/>
              <a:cs typeface="Arial"/>
            </a:endParaRPr>
          </a:p>
          <a:p>
            <a:pPr marL="609600" marR="1027430">
              <a:lnSpc>
                <a:spcPct val="100000"/>
              </a:lnSpc>
            </a:pPr>
            <a:r>
              <a:rPr dirty="0" sz="1100" b="1">
                <a:latin typeface="Arial"/>
                <a:cs typeface="Arial"/>
              </a:rPr>
              <a:t>Opaque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pricing</a:t>
            </a:r>
            <a:r>
              <a:rPr dirty="0" sz="1100" spc="-4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and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difficulty</a:t>
            </a:r>
            <a:r>
              <a:rPr dirty="0" sz="1100" spc="-50" b="1">
                <a:latin typeface="Arial"/>
                <a:cs typeface="Arial"/>
              </a:rPr>
              <a:t> </a:t>
            </a:r>
            <a:r>
              <a:rPr dirty="0" sz="1100" spc="-25" b="1">
                <a:latin typeface="Arial"/>
                <a:cs typeface="Arial"/>
              </a:rPr>
              <a:t>of </a:t>
            </a:r>
            <a:r>
              <a:rPr dirty="0" sz="1100" b="1">
                <a:latin typeface="Arial"/>
                <a:cs typeface="Arial"/>
              </a:rPr>
              <a:t>comparing</a:t>
            </a:r>
            <a:r>
              <a:rPr dirty="0" sz="1100" spc="-4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offerings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85"/>
              </a:spcBef>
            </a:pPr>
            <a:endParaRPr sz="1100">
              <a:latin typeface="Arial"/>
              <a:cs typeface="Arial"/>
            </a:endParaRPr>
          </a:p>
          <a:p>
            <a:pPr marL="609600">
              <a:lnSpc>
                <a:spcPct val="100000"/>
              </a:lnSpc>
              <a:spcBef>
                <a:spcPts val="5"/>
              </a:spcBef>
            </a:pPr>
            <a:r>
              <a:rPr dirty="0" sz="1100" b="1">
                <a:latin typeface="Arial"/>
                <a:cs typeface="Arial"/>
              </a:rPr>
              <a:t>Perception</a:t>
            </a:r>
            <a:r>
              <a:rPr dirty="0" sz="1100" spc="-3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of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ownership</a:t>
            </a:r>
            <a:r>
              <a:rPr dirty="0" sz="1100" spc="-4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is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absent</a:t>
            </a:r>
            <a:endParaRPr sz="11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578354" y="6500876"/>
            <a:ext cx="1170940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>
                <a:latin typeface="Arial"/>
                <a:cs typeface="Arial"/>
              </a:rPr>
              <a:t>Source: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Strategy&amp;</a:t>
            </a:r>
            <a:r>
              <a:rPr dirty="0" sz="750" spc="-1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analysis</a:t>
            </a:r>
            <a:endParaRPr sz="75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1612626" y="6500876"/>
            <a:ext cx="132080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 spc="-25">
                <a:latin typeface="Arial"/>
                <a:cs typeface="Arial"/>
              </a:rPr>
              <a:t>33</a:t>
            </a:r>
            <a:endParaRPr sz="75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217532" y="1688337"/>
            <a:ext cx="14687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Arial"/>
                <a:cs typeface="Arial"/>
              </a:rPr>
              <a:t>Key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takeaways</a:t>
            </a:r>
            <a:endParaRPr sz="160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9230106" y="1997201"/>
            <a:ext cx="2520315" cy="0"/>
          </a:xfrm>
          <a:custGeom>
            <a:avLst/>
            <a:gdLst/>
            <a:ahLst/>
            <a:cxnLst/>
            <a:rect l="l" t="t" r="r" b="b"/>
            <a:pathLst>
              <a:path w="2520315" h="0">
                <a:moveTo>
                  <a:pt x="0" y="0"/>
                </a:moveTo>
                <a:lnTo>
                  <a:pt x="2520061" y="0"/>
                </a:lnTo>
              </a:path>
            </a:pathLst>
          </a:custGeom>
          <a:ln w="38100">
            <a:solidFill>
              <a:srgbClr val="A2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8846057" y="1773173"/>
            <a:ext cx="0" cy="1871980"/>
          </a:xfrm>
          <a:custGeom>
            <a:avLst/>
            <a:gdLst/>
            <a:ahLst/>
            <a:cxnLst/>
            <a:rect l="l" t="t" r="r" b="b"/>
            <a:pathLst>
              <a:path w="0" h="1871979">
                <a:moveTo>
                  <a:pt x="0" y="0"/>
                </a:moveTo>
                <a:lnTo>
                  <a:pt x="0" y="1871980"/>
                </a:lnTo>
              </a:path>
            </a:pathLst>
          </a:custGeom>
          <a:ln w="19050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8846057" y="4342638"/>
            <a:ext cx="0" cy="1872614"/>
          </a:xfrm>
          <a:custGeom>
            <a:avLst/>
            <a:gdLst/>
            <a:ahLst/>
            <a:cxnLst/>
            <a:rect l="l" t="t" r="r" b="b"/>
            <a:pathLst>
              <a:path w="0" h="1872614">
                <a:moveTo>
                  <a:pt x="0" y="0"/>
                </a:moveTo>
                <a:lnTo>
                  <a:pt x="0" y="1872005"/>
                </a:lnTo>
              </a:path>
            </a:pathLst>
          </a:custGeom>
          <a:ln w="19050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8" name="object 48"/>
          <p:cNvGrpSpPr/>
          <p:nvPr/>
        </p:nvGrpSpPr>
        <p:grpSpPr>
          <a:xfrm>
            <a:off x="8740140" y="3771900"/>
            <a:ext cx="227329" cy="443865"/>
            <a:chOff x="8740140" y="3771900"/>
            <a:chExt cx="227329" cy="443865"/>
          </a:xfrm>
        </p:grpSpPr>
        <p:sp>
          <p:nvSpPr>
            <p:cNvPr id="49" name="object 49"/>
            <p:cNvSpPr/>
            <p:nvPr/>
          </p:nvSpPr>
          <p:spPr>
            <a:xfrm>
              <a:off x="8819388" y="3771900"/>
              <a:ext cx="147955" cy="443865"/>
            </a:xfrm>
            <a:custGeom>
              <a:avLst/>
              <a:gdLst/>
              <a:ahLst/>
              <a:cxnLst/>
              <a:rect l="l" t="t" r="r" b="b"/>
              <a:pathLst>
                <a:path w="147954" h="443864">
                  <a:moveTo>
                    <a:pt x="65151" y="0"/>
                  </a:moveTo>
                  <a:lnTo>
                    <a:pt x="0" y="0"/>
                  </a:lnTo>
                  <a:lnTo>
                    <a:pt x="82677" y="221742"/>
                  </a:lnTo>
                  <a:lnTo>
                    <a:pt x="0" y="443484"/>
                  </a:lnTo>
                  <a:lnTo>
                    <a:pt x="65151" y="443484"/>
                  </a:lnTo>
                  <a:lnTo>
                    <a:pt x="147828" y="221742"/>
                  </a:lnTo>
                  <a:lnTo>
                    <a:pt x="65151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8740140" y="3838956"/>
              <a:ext cx="116205" cy="309880"/>
            </a:xfrm>
            <a:custGeom>
              <a:avLst/>
              <a:gdLst/>
              <a:ahLst/>
              <a:cxnLst/>
              <a:rect l="l" t="t" r="r" b="b"/>
              <a:pathLst>
                <a:path w="116204" h="309879">
                  <a:moveTo>
                    <a:pt x="57912" y="0"/>
                  </a:moveTo>
                  <a:lnTo>
                    <a:pt x="0" y="0"/>
                  </a:lnTo>
                  <a:lnTo>
                    <a:pt x="57912" y="154686"/>
                  </a:lnTo>
                  <a:lnTo>
                    <a:pt x="0" y="309372"/>
                  </a:lnTo>
                  <a:lnTo>
                    <a:pt x="57912" y="309372"/>
                  </a:lnTo>
                  <a:lnTo>
                    <a:pt x="115823" y="154686"/>
                  </a:lnTo>
                  <a:lnTo>
                    <a:pt x="57912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402336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42874" y="6385205"/>
            <a:ext cx="11289665" cy="2451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35"/>
              </a:lnSpc>
            </a:pPr>
            <a:r>
              <a:rPr dirty="0" sz="750">
                <a:latin typeface="Arial"/>
                <a:cs typeface="Arial"/>
              </a:rPr>
              <a:t>Digital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Auto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Report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-20">
                <a:latin typeface="Arial"/>
                <a:cs typeface="Arial"/>
              </a:rPr>
              <a:t>2023</a:t>
            </a: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0"/>
              </a:spcBef>
              <a:tabLst>
                <a:tab pos="11182350" algn="l"/>
              </a:tabLst>
            </a:pPr>
            <a:r>
              <a:rPr dirty="0" sz="750" spc="-10">
                <a:latin typeface="Arial"/>
                <a:cs typeface="Arial"/>
              </a:rPr>
              <a:t>Strategy&amp;</a:t>
            </a:r>
            <a:r>
              <a:rPr dirty="0" sz="750">
                <a:latin typeface="Arial"/>
                <a:cs typeface="Arial"/>
              </a:rPr>
              <a:t>	</a:t>
            </a:r>
            <a:r>
              <a:rPr dirty="0" sz="750" spc="-25">
                <a:latin typeface="Arial"/>
                <a:cs typeface="Arial"/>
              </a:rPr>
              <a:t>34</a:t>
            </a:r>
            <a:endParaRPr sz="75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450716" y="4977510"/>
            <a:ext cx="570738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i="1">
                <a:solidFill>
                  <a:srgbClr val="A21F1F"/>
                </a:solidFill>
                <a:latin typeface="Georgia"/>
                <a:cs typeface="Georgia"/>
              </a:rPr>
              <a:t>Going</a:t>
            </a:r>
            <a:r>
              <a:rPr dirty="0" sz="4000" spc="-110" i="1">
                <a:solidFill>
                  <a:srgbClr val="A21F1F"/>
                </a:solidFill>
                <a:latin typeface="Georgia"/>
                <a:cs typeface="Georgia"/>
              </a:rPr>
              <a:t> </a:t>
            </a:r>
            <a:r>
              <a:rPr dirty="0" sz="4000" i="1">
                <a:solidFill>
                  <a:srgbClr val="A21F1F"/>
                </a:solidFill>
                <a:latin typeface="Georgia"/>
                <a:cs typeface="Georgia"/>
              </a:rPr>
              <a:t>beyond</a:t>
            </a:r>
            <a:r>
              <a:rPr dirty="0" sz="4000" spc="-75" i="1">
                <a:solidFill>
                  <a:srgbClr val="A21F1F"/>
                </a:solidFill>
                <a:latin typeface="Georgia"/>
                <a:cs typeface="Georgia"/>
              </a:rPr>
              <a:t> </a:t>
            </a:r>
            <a:r>
              <a:rPr dirty="0" sz="4000" i="1">
                <a:solidFill>
                  <a:srgbClr val="A21F1F"/>
                </a:solidFill>
                <a:latin typeface="Georgia"/>
                <a:cs typeface="Georgia"/>
              </a:rPr>
              <a:t>the</a:t>
            </a:r>
            <a:r>
              <a:rPr dirty="0" sz="4000" spc="-110" i="1">
                <a:solidFill>
                  <a:srgbClr val="A21F1F"/>
                </a:solidFill>
                <a:latin typeface="Georgia"/>
                <a:cs typeface="Georgia"/>
              </a:rPr>
              <a:t> </a:t>
            </a:r>
            <a:r>
              <a:rPr dirty="0" sz="4000" spc="-10" i="1">
                <a:solidFill>
                  <a:srgbClr val="A21F1F"/>
                </a:solidFill>
                <a:latin typeface="Georgia"/>
                <a:cs typeface="Georgia"/>
              </a:rPr>
              <a:t>vehicle</a:t>
            </a:r>
            <a:endParaRPr sz="40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6700" y="6217920"/>
            <a:ext cx="11633200" cy="457200"/>
          </a:xfrm>
          <a:custGeom>
            <a:avLst/>
            <a:gdLst/>
            <a:ahLst/>
            <a:cxnLst/>
            <a:rect l="l" t="t" r="r" b="b"/>
            <a:pathLst>
              <a:path w="11633200" h="457200">
                <a:moveTo>
                  <a:pt x="11632692" y="0"/>
                </a:moveTo>
                <a:lnTo>
                  <a:pt x="0" y="0"/>
                </a:lnTo>
                <a:lnTo>
                  <a:pt x="0" y="457199"/>
                </a:lnTo>
                <a:lnTo>
                  <a:pt x="11632692" y="457199"/>
                </a:lnTo>
                <a:lnTo>
                  <a:pt x="1163269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6341160"/>
            <a:ext cx="1062355" cy="3003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300"/>
              </a:lnSpc>
              <a:spcBef>
                <a:spcPts val="95"/>
              </a:spcBef>
            </a:pPr>
            <a:r>
              <a:rPr dirty="0" sz="750">
                <a:latin typeface="Arial"/>
                <a:cs typeface="Arial"/>
              </a:rPr>
              <a:t>Digital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Auto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Report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-20">
                <a:latin typeface="Arial"/>
                <a:cs typeface="Arial"/>
              </a:rPr>
              <a:t>2023</a:t>
            </a:r>
            <a:r>
              <a:rPr dirty="0" sz="750" spc="-10">
                <a:latin typeface="Arial"/>
                <a:cs typeface="Arial"/>
              </a:rPr>
              <a:t> Strategy&amp;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1647444"/>
            <a:ext cx="12192000" cy="4514215"/>
            <a:chOff x="0" y="1647444"/>
            <a:chExt cx="12192000" cy="45142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" y="1647444"/>
              <a:ext cx="12182856" cy="451408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1647444"/>
              <a:ext cx="12192000" cy="4514215"/>
            </a:xfrm>
            <a:custGeom>
              <a:avLst/>
              <a:gdLst/>
              <a:ahLst/>
              <a:cxnLst/>
              <a:rect l="l" t="t" r="r" b="b"/>
              <a:pathLst>
                <a:path w="12192000" h="4514215">
                  <a:moveTo>
                    <a:pt x="12192000" y="0"/>
                  </a:moveTo>
                  <a:lnTo>
                    <a:pt x="6096000" y="0"/>
                  </a:lnTo>
                  <a:lnTo>
                    <a:pt x="0" y="0"/>
                  </a:lnTo>
                  <a:lnTo>
                    <a:pt x="0" y="4514088"/>
                  </a:lnTo>
                  <a:lnTo>
                    <a:pt x="12192000" y="451408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>
                <a:alpha val="81175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30174" y="296926"/>
            <a:ext cx="10497185" cy="1260475"/>
          </a:xfrm>
          <a:prstGeom prst="rect"/>
        </p:spPr>
        <p:txBody>
          <a:bodyPr wrap="square" lIns="0" tIns="88265" rIns="0" bIns="0" rtlCol="0" vert="horz">
            <a:spAutoFit/>
          </a:bodyPr>
          <a:lstStyle/>
          <a:p>
            <a:pPr marL="12700" marR="5080">
              <a:lnSpc>
                <a:spcPts val="3260"/>
              </a:lnSpc>
              <a:spcBef>
                <a:spcPts val="695"/>
              </a:spcBef>
            </a:pPr>
            <a:r>
              <a:rPr dirty="0">
                <a:solidFill>
                  <a:srgbClr val="000000"/>
                </a:solidFill>
              </a:rPr>
              <a:t>Rise</a:t>
            </a:r>
            <a:r>
              <a:rPr dirty="0" spc="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of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 spc="-20">
                <a:solidFill>
                  <a:srgbClr val="000000"/>
                </a:solidFill>
              </a:rPr>
              <a:t>e-</a:t>
            </a:r>
            <a:r>
              <a:rPr dirty="0">
                <a:solidFill>
                  <a:srgbClr val="000000"/>
                </a:solidFill>
              </a:rPr>
              <a:t>mobility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provides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ample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opportunities</a:t>
            </a:r>
            <a:r>
              <a:rPr dirty="0" spc="-5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to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capture </a:t>
            </a:r>
            <a:r>
              <a:rPr dirty="0">
                <a:solidFill>
                  <a:srgbClr val="000000"/>
                </a:solidFill>
              </a:rPr>
              <a:t>value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beyond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vehicle –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e.g.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with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batteries</a:t>
            </a:r>
            <a:r>
              <a:rPr dirty="0" spc="-3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and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charging</a:t>
            </a: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800" spc="-10" b="1">
                <a:solidFill>
                  <a:srgbClr val="A21F1F"/>
                </a:solidFill>
                <a:latin typeface="Arial"/>
                <a:cs typeface="Arial"/>
              </a:rPr>
              <a:t>Value</a:t>
            </a:r>
            <a:r>
              <a:rPr dirty="0" sz="1800" spc="-5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pools</a:t>
            </a:r>
            <a:r>
              <a:rPr dirty="0" sz="1800" spc="-5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beyond</a:t>
            </a:r>
            <a:r>
              <a:rPr dirty="0" sz="1800" spc="-3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the</a:t>
            </a:r>
            <a:r>
              <a:rPr dirty="0" sz="1800" spc="-3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vehicle</a:t>
            </a:r>
            <a:r>
              <a:rPr dirty="0" sz="1800" spc="1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–</a:t>
            </a:r>
            <a:r>
              <a:rPr dirty="0" sz="1800" spc="-4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Focus</a:t>
            </a:r>
            <a:r>
              <a:rPr dirty="0" sz="1800" spc="-4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A21F1F"/>
                </a:solidFill>
                <a:latin typeface="Arial"/>
                <a:cs typeface="Arial"/>
              </a:rPr>
              <a:t>e-mobility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78354" y="6500876"/>
            <a:ext cx="1170940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>
                <a:latin typeface="Arial"/>
                <a:cs typeface="Arial"/>
              </a:rPr>
              <a:t>Source: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Strategy&amp;</a:t>
            </a:r>
            <a:r>
              <a:rPr dirty="0" sz="750" spc="-1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analysis</a:t>
            </a:r>
            <a:endParaRPr sz="7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612626" y="6500876"/>
            <a:ext cx="132080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 spc="-25">
                <a:latin typeface="Arial"/>
                <a:cs typeface="Arial"/>
              </a:rPr>
              <a:t>35</a:t>
            </a:r>
            <a:endParaRPr sz="7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96298" y="2069719"/>
            <a:ext cx="165227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A21F1F"/>
                </a:solidFill>
                <a:latin typeface="Arial"/>
                <a:cs typeface="Arial"/>
              </a:rPr>
              <a:t>Battery</a:t>
            </a:r>
            <a:r>
              <a:rPr dirty="0" sz="1400" spc="-6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A21F1F"/>
                </a:solidFill>
                <a:latin typeface="Arial"/>
                <a:cs typeface="Arial"/>
              </a:rPr>
              <a:t>value</a:t>
            </a:r>
            <a:r>
              <a:rPr dirty="0" sz="1400" spc="-4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400" spc="-20" b="1">
                <a:solidFill>
                  <a:srgbClr val="A21F1F"/>
                </a:solidFill>
                <a:latin typeface="Arial"/>
                <a:cs typeface="Arial"/>
              </a:rPr>
              <a:t>chain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609203" y="2310002"/>
            <a:ext cx="103505" cy="20320"/>
          </a:xfrm>
          <a:custGeom>
            <a:avLst/>
            <a:gdLst/>
            <a:ahLst/>
            <a:cxnLst/>
            <a:rect l="l" t="t" r="r" b="b"/>
            <a:pathLst>
              <a:path w="103504" h="20319">
                <a:moveTo>
                  <a:pt x="102996" y="0"/>
                </a:moveTo>
                <a:lnTo>
                  <a:pt x="0" y="0"/>
                </a:lnTo>
                <a:lnTo>
                  <a:pt x="0" y="19811"/>
                </a:lnTo>
                <a:lnTo>
                  <a:pt x="102996" y="19811"/>
                </a:lnTo>
                <a:lnTo>
                  <a:pt x="102996" y="0"/>
                </a:lnTo>
                <a:close/>
              </a:path>
            </a:pathLst>
          </a:custGeom>
          <a:solidFill>
            <a:srgbClr val="A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869807" y="1999233"/>
            <a:ext cx="19685" cy="421005"/>
          </a:xfrm>
          <a:custGeom>
            <a:avLst/>
            <a:gdLst/>
            <a:ahLst/>
            <a:cxnLst/>
            <a:rect l="l" t="t" r="r" b="b"/>
            <a:pathLst>
              <a:path w="19684" h="421005">
                <a:moveTo>
                  <a:pt x="19685" y="220345"/>
                </a:moveTo>
                <a:lnTo>
                  <a:pt x="0" y="220345"/>
                </a:lnTo>
                <a:lnTo>
                  <a:pt x="0" y="421005"/>
                </a:lnTo>
                <a:lnTo>
                  <a:pt x="19685" y="421005"/>
                </a:lnTo>
                <a:lnTo>
                  <a:pt x="19685" y="220345"/>
                </a:lnTo>
                <a:close/>
              </a:path>
              <a:path w="19684" h="421005">
                <a:moveTo>
                  <a:pt x="19685" y="0"/>
                </a:moveTo>
                <a:lnTo>
                  <a:pt x="0" y="0"/>
                </a:lnTo>
                <a:lnTo>
                  <a:pt x="0" y="200660"/>
                </a:lnTo>
                <a:lnTo>
                  <a:pt x="19685" y="200660"/>
                </a:lnTo>
                <a:lnTo>
                  <a:pt x="19685" y="0"/>
                </a:lnTo>
                <a:close/>
              </a:path>
            </a:pathLst>
          </a:custGeom>
          <a:solidFill>
            <a:srgbClr val="A21F1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" name="object 12"/>
          <p:cNvGrpSpPr/>
          <p:nvPr/>
        </p:nvGrpSpPr>
        <p:grpSpPr>
          <a:xfrm>
            <a:off x="813816" y="1934972"/>
            <a:ext cx="8075930" cy="1755139"/>
            <a:chOff x="813816" y="1934972"/>
            <a:chExt cx="8075930" cy="1755139"/>
          </a:xfrm>
        </p:grpSpPr>
        <p:sp>
          <p:nvSpPr>
            <p:cNvPr id="13" name="object 13"/>
            <p:cNvSpPr/>
            <p:nvPr/>
          </p:nvSpPr>
          <p:spPr>
            <a:xfrm>
              <a:off x="8430768" y="1934971"/>
              <a:ext cx="459105" cy="505459"/>
            </a:xfrm>
            <a:custGeom>
              <a:avLst/>
              <a:gdLst/>
              <a:ahLst/>
              <a:cxnLst/>
              <a:rect l="l" t="t" r="r" b="b"/>
              <a:pathLst>
                <a:path w="459104" h="505460">
                  <a:moveTo>
                    <a:pt x="281432" y="155956"/>
                  </a:moveTo>
                  <a:lnTo>
                    <a:pt x="238633" y="155956"/>
                  </a:lnTo>
                  <a:lnTo>
                    <a:pt x="238633" y="115316"/>
                  </a:lnTo>
                  <a:lnTo>
                    <a:pt x="220091" y="115316"/>
                  </a:lnTo>
                  <a:lnTo>
                    <a:pt x="220091" y="155956"/>
                  </a:lnTo>
                  <a:lnTo>
                    <a:pt x="178435" y="155956"/>
                  </a:lnTo>
                  <a:lnTo>
                    <a:pt x="178435" y="175641"/>
                  </a:lnTo>
                  <a:lnTo>
                    <a:pt x="220091" y="175641"/>
                  </a:lnTo>
                  <a:lnTo>
                    <a:pt x="220091" y="217424"/>
                  </a:lnTo>
                  <a:lnTo>
                    <a:pt x="238633" y="217424"/>
                  </a:lnTo>
                  <a:lnTo>
                    <a:pt x="238633" y="175641"/>
                  </a:lnTo>
                  <a:lnTo>
                    <a:pt x="281432" y="175641"/>
                  </a:lnTo>
                  <a:lnTo>
                    <a:pt x="281432" y="155956"/>
                  </a:lnTo>
                  <a:close/>
                </a:path>
                <a:path w="459104" h="505460">
                  <a:moveTo>
                    <a:pt x="458724" y="45720"/>
                  </a:moveTo>
                  <a:lnTo>
                    <a:pt x="353314" y="45720"/>
                  </a:lnTo>
                  <a:lnTo>
                    <a:pt x="353314" y="21590"/>
                  </a:lnTo>
                  <a:lnTo>
                    <a:pt x="353314" y="21336"/>
                  </a:lnTo>
                  <a:lnTo>
                    <a:pt x="353314" y="0"/>
                  </a:lnTo>
                  <a:lnTo>
                    <a:pt x="333629" y="0"/>
                  </a:lnTo>
                  <a:lnTo>
                    <a:pt x="333629" y="21590"/>
                  </a:lnTo>
                  <a:lnTo>
                    <a:pt x="333629" y="45720"/>
                  </a:lnTo>
                  <a:lnTo>
                    <a:pt x="125095" y="45720"/>
                  </a:lnTo>
                  <a:lnTo>
                    <a:pt x="125095" y="21590"/>
                  </a:lnTo>
                  <a:lnTo>
                    <a:pt x="333629" y="21590"/>
                  </a:lnTo>
                  <a:lnTo>
                    <a:pt x="333629" y="0"/>
                  </a:lnTo>
                  <a:lnTo>
                    <a:pt x="106553" y="0"/>
                  </a:lnTo>
                  <a:lnTo>
                    <a:pt x="106553" y="21590"/>
                  </a:lnTo>
                  <a:lnTo>
                    <a:pt x="106553" y="45720"/>
                  </a:lnTo>
                  <a:lnTo>
                    <a:pt x="0" y="45720"/>
                  </a:lnTo>
                  <a:lnTo>
                    <a:pt x="0" y="64770"/>
                  </a:lnTo>
                  <a:lnTo>
                    <a:pt x="0" y="265430"/>
                  </a:lnTo>
                  <a:lnTo>
                    <a:pt x="0" y="284480"/>
                  </a:lnTo>
                  <a:lnTo>
                    <a:pt x="0" y="485140"/>
                  </a:lnTo>
                  <a:lnTo>
                    <a:pt x="0" y="505460"/>
                  </a:lnTo>
                  <a:lnTo>
                    <a:pt x="458724" y="505460"/>
                  </a:lnTo>
                  <a:lnTo>
                    <a:pt x="458724" y="485140"/>
                  </a:lnTo>
                  <a:lnTo>
                    <a:pt x="19685" y="485140"/>
                  </a:lnTo>
                  <a:lnTo>
                    <a:pt x="19685" y="284480"/>
                  </a:lnTo>
                  <a:lnTo>
                    <a:pt x="458724" y="284480"/>
                  </a:lnTo>
                  <a:lnTo>
                    <a:pt x="458724" y="265430"/>
                  </a:lnTo>
                  <a:lnTo>
                    <a:pt x="19685" y="265430"/>
                  </a:lnTo>
                  <a:lnTo>
                    <a:pt x="19685" y="64770"/>
                  </a:lnTo>
                  <a:lnTo>
                    <a:pt x="458724" y="64770"/>
                  </a:lnTo>
                  <a:lnTo>
                    <a:pt x="458724" y="4572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813816" y="3185159"/>
              <a:ext cx="504825" cy="504825"/>
            </a:xfrm>
            <a:custGeom>
              <a:avLst/>
              <a:gdLst/>
              <a:ahLst/>
              <a:cxnLst/>
              <a:rect l="l" t="t" r="r" b="b"/>
              <a:pathLst>
                <a:path w="504825" h="504825">
                  <a:moveTo>
                    <a:pt x="387096" y="91948"/>
                  </a:moveTo>
                  <a:lnTo>
                    <a:pt x="249936" y="91948"/>
                  </a:lnTo>
                  <a:lnTo>
                    <a:pt x="249936" y="113538"/>
                  </a:lnTo>
                  <a:lnTo>
                    <a:pt x="249936" y="188468"/>
                  </a:lnTo>
                  <a:lnTo>
                    <a:pt x="249936" y="208788"/>
                  </a:lnTo>
                  <a:lnTo>
                    <a:pt x="387096" y="208788"/>
                  </a:lnTo>
                  <a:lnTo>
                    <a:pt x="387096" y="188468"/>
                  </a:lnTo>
                  <a:lnTo>
                    <a:pt x="270903" y="188468"/>
                  </a:lnTo>
                  <a:lnTo>
                    <a:pt x="270903" y="113538"/>
                  </a:lnTo>
                  <a:lnTo>
                    <a:pt x="366128" y="113538"/>
                  </a:lnTo>
                  <a:lnTo>
                    <a:pt x="366128" y="187960"/>
                  </a:lnTo>
                  <a:lnTo>
                    <a:pt x="387096" y="187960"/>
                  </a:lnTo>
                  <a:lnTo>
                    <a:pt x="387096" y="113538"/>
                  </a:lnTo>
                  <a:lnTo>
                    <a:pt x="387096" y="113157"/>
                  </a:lnTo>
                  <a:lnTo>
                    <a:pt x="387096" y="91948"/>
                  </a:lnTo>
                  <a:close/>
                </a:path>
                <a:path w="504825" h="504825">
                  <a:moveTo>
                    <a:pt x="429768" y="47244"/>
                  </a:moveTo>
                  <a:lnTo>
                    <a:pt x="408914" y="47244"/>
                  </a:lnTo>
                  <a:lnTo>
                    <a:pt x="408914" y="67310"/>
                  </a:lnTo>
                  <a:lnTo>
                    <a:pt x="408914" y="434086"/>
                  </a:lnTo>
                  <a:lnTo>
                    <a:pt x="231673" y="434086"/>
                  </a:lnTo>
                  <a:lnTo>
                    <a:pt x="231673" y="235458"/>
                  </a:lnTo>
                  <a:lnTo>
                    <a:pt x="231673" y="67310"/>
                  </a:lnTo>
                  <a:lnTo>
                    <a:pt x="408914" y="67310"/>
                  </a:lnTo>
                  <a:lnTo>
                    <a:pt x="408914" y="47244"/>
                  </a:lnTo>
                  <a:lnTo>
                    <a:pt x="210820" y="47244"/>
                  </a:lnTo>
                  <a:lnTo>
                    <a:pt x="210820" y="212852"/>
                  </a:lnTo>
                  <a:lnTo>
                    <a:pt x="207352" y="213614"/>
                  </a:lnTo>
                  <a:lnTo>
                    <a:pt x="203009" y="213614"/>
                  </a:lnTo>
                  <a:lnTo>
                    <a:pt x="190322" y="218020"/>
                  </a:lnTo>
                  <a:lnTo>
                    <a:pt x="173405" y="345567"/>
                  </a:lnTo>
                  <a:lnTo>
                    <a:pt x="173139" y="351561"/>
                  </a:lnTo>
                  <a:lnTo>
                    <a:pt x="172275" y="357733"/>
                  </a:lnTo>
                  <a:lnTo>
                    <a:pt x="172161" y="358622"/>
                  </a:lnTo>
                  <a:lnTo>
                    <a:pt x="170522" y="365544"/>
                  </a:lnTo>
                  <a:lnTo>
                    <a:pt x="143929" y="400177"/>
                  </a:lnTo>
                  <a:lnTo>
                    <a:pt x="131038" y="403313"/>
                  </a:lnTo>
                  <a:lnTo>
                    <a:pt x="117741" y="402323"/>
                  </a:lnTo>
                  <a:lnTo>
                    <a:pt x="104940" y="397421"/>
                  </a:lnTo>
                  <a:lnTo>
                    <a:pt x="93535" y="388747"/>
                  </a:lnTo>
                  <a:lnTo>
                    <a:pt x="85725" y="378117"/>
                  </a:lnTo>
                  <a:lnTo>
                    <a:pt x="81902" y="366039"/>
                  </a:lnTo>
                  <a:lnTo>
                    <a:pt x="82029" y="360045"/>
                  </a:lnTo>
                  <a:lnTo>
                    <a:pt x="82067" y="357733"/>
                  </a:lnTo>
                  <a:lnTo>
                    <a:pt x="100139" y="317195"/>
                  </a:lnTo>
                  <a:lnTo>
                    <a:pt x="104825" y="309499"/>
                  </a:lnTo>
                  <a:lnTo>
                    <a:pt x="117335" y="289242"/>
                  </a:lnTo>
                  <a:lnTo>
                    <a:pt x="142697" y="248742"/>
                  </a:lnTo>
                  <a:lnTo>
                    <a:pt x="155219" y="228473"/>
                  </a:lnTo>
                  <a:lnTo>
                    <a:pt x="162369" y="215239"/>
                  </a:lnTo>
                  <a:lnTo>
                    <a:pt x="168135" y="201485"/>
                  </a:lnTo>
                  <a:lnTo>
                    <a:pt x="172440" y="187083"/>
                  </a:lnTo>
                  <a:lnTo>
                    <a:pt x="175209" y="171831"/>
                  </a:lnTo>
                  <a:lnTo>
                    <a:pt x="175209" y="170942"/>
                  </a:lnTo>
                  <a:lnTo>
                    <a:pt x="176936" y="169291"/>
                  </a:lnTo>
                  <a:lnTo>
                    <a:pt x="177812" y="168402"/>
                  </a:lnTo>
                  <a:lnTo>
                    <a:pt x="183794" y="164592"/>
                  </a:lnTo>
                  <a:lnTo>
                    <a:pt x="188556" y="159829"/>
                  </a:lnTo>
                  <a:lnTo>
                    <a:pt x="191858" y="154114"/>
                  </a:lnTo>
                  <a:lnTo>
                    <a:pt x="193446" y="147447"/>
                  </a:lnTo>
                  <a:lnTo>
                    <a:pt x="193725" y="142240"/>
                  </a:lnTo>
                  <a:lnTo>
                    <a:pt x="193763" y="133819"/>
                  </a:lnTo>
                  <a:lnTo>
                    <a:pt x="193560" y="126720"/>
                  </a:lnTo>
                  <a:lnTo>
                    <a:pt x="193446" y="119507"/>
                  </a:lnTo>
                  <a:lnTo>
                    <a:pt x="183896" y="119507"/>
                  </a:lnTo>
                  <a:lnTo>
                    <a:pt x="183896" y="86487"/>
                  </a:lnTo>
                  <a:lnTo>
                    <a:pt x="171729" y="86487"/>
                  </a:lnTo>
                  <a:lnTo>
                    <a:pt x="171729" y="119507"/>
                  </a:lnTo>
                  <a:lnTo>
                    <a:pt x="156959" y="119507"/>
                  </a:lnTo>
                  <a:lnTo>
                    <a:pt x="156959" y="86487"/>
                  </a:lnTo>
                  <a:lnTo>
                    <a:pt x="144792" y="86487"/>
                  </a:lnTo>
                  <a:lnTo>
                    <a:pt x="144792" y="119507"/>
                  </a:lnTo>
                  <a:lnTo>
                    <a:pt x="134366" y="119507"/>
                  </a:lnTo>
                  <a:lnTo>
                    <a:pt x="134366" y="142240"/>
                  </a:lnTo>
                  <a:lnTo>
                    <a:pt x="150876" y="168402"/>
                  </a:lnTo>
                  <a:lnTo>
                    <a:pt x="152615" y="170053"/>
                  </a:lnTo>
                  <a:lnTo>
                    <a:pt x="149136" y="185801"/>
                  </a:lnTo>
                  <a:lnTo>
                    <a:pt x="145669" y="193675"/>
                  </a:lnTo>
                  <a:lnTo>
                    <a:pt x="138531" y="210210"/>
                  </a:lnTo>
                  <a:lnTo>
                    <a:pt x="111772" y="257175"/>
                  </a:lnTo>
                  <a:lnTo>
                    <a:pt x="79756" y="306222"/>
                  </a:lnTo>
                  <a:lnTo>
                    <a:pt x="69202" y="322580"/>
                  </a:lnTo>
                  <a:lnTo>
                    <a:pt x="63804" y="333883"/>
                  </a:lnTo>
                  <a:lnTo>
                    <a:pt x="60718" y="345186"/>
                  </a:lnTo>
                  <a:lnTo>
                    <a:pt x="60617" y="345567"/>
                  </a:lnTo>
                  <a:lnTo>
                    <a:pt x="59550" y="357733"/>
                  </a:lnTo>
                  <a:lnTo>
                    <a:pt x="60515" y="370459"/>
                  </a:lnTo>
                  <a:lnTo>
                    <a:pt x="65659" y="388086"/>
                  </a:lnTo>
                  <a:lnTo>
                    <a:pt x="65773" y="388493"/>
                  </a:lnTo>
                  <a:lnTo>
                    <a:pt x="65849" y="388747"/>
                  </a:lnTo>
                  <a:lnTo>
                    <a:pt x="65913" y="388975"/>
                  </a:lnTo>
                  <a:lnTo>
                    <a:pt x="76365" y="404710"/>
                  </a:lnTo>
                  <a:lnTo>
                    <a:pt x="91059" y="416852"/>
                  </a:lnTo>
                  <a:lnTo>
                    <a:pt x="109169" y="424561"/>
                  </a:lnTo>
                  <a:lnTo>
                    <a:pt x="128828" y="426770"/>
                  </a:lnTo>
                  <a:lnTo>
                    <a:pt x="147828" y="423227"/>
                  </a:lnTo>
                  <a:lnTo>
                    <a:pt x="186512" y="388086"/>
                  </a:lnTo>
                  <a:lnTo>
                    <a:pt x="196011" y="345567"/>
                  </a:lnTo>
                  <a:lnTo>
                    <a:pt x="196316" y="289242"/>
                  </a:lnTo>
                  <a:lnTo>
                    <a:pt x="196189" y="273545"/>
                  </a:lnTo>
                  <a:lnTo>
                    <a:pt x="196062" y="248742"/>
                  </a:lnTo>
                  <a:lnTo>
                    <a:pt x="196049" y="243332"/>
                  </a:lnTo>
                  <a:lnTo>
                    <a:pt x="196926" y="240665"/>
                  </a:lnTo>
                  <a:lnTo>
                    <a:pt x="199529" y="239776"/>
                  </a:lnTo>
                  <a:lnTo>
                    <a:pt x="203009" y="238125"/>
                  </a:lnTo>
                  <a:lnTo>
                    <a:pt x="206476" y="237236"/>
                  </a:lnTo>
                  <a:lnTo>
                    <a:pt x="210820" y="235458"/>
                  </a:lnTo>
                  <a:lnTo>
                    <a:pt x="210820" y="454152"/>
                  </a:lnTo>
                  <a:lnTo>
                    <a:pt x="429768" y="454152"/>
                  </a:lnTo>
                  <a:lnTo>
                    <a:pt x="429768" y="434086"/>
                  </a:lnTo>
                  <a:lnTo>
                    <a:pt x="429768" y="67310"/>
                  </a:lnTo>
                  <a:lnTo>
                    <a:pt x="429768" y="47244"/>
                  </a:lnTo>
                  <a:close/>
                </a:path>
                <a:path w="504825" h="504825">
                  <a:moveTo>
                    <a:pt x="501396" y="0"/>
                  </a:moveTo>
                  <a:lnTo>
                    <a:pt x="3479" y="0"/>
                  </a:lnTo>
                  <a:lnTo>
                    <a:pt x="2235" y="0"/>
                  </a:lnTo>
                  <a:lnTo>
                    <a:pt x="0" y="0"/>
                  </a:lnTo>
                  <a:lnTo>
                    <a:pt x="0" y="889"/>
                  </a:lnTo>
                  <a:lnTo>
                    <a:pt x="1739" y="889"/>
                  </a:lnTo>
                  <a:lnTo>
                    <a:pt x="2235" y="647"/>
                  </a:lnTo>
                  <a:lnTo>
                    <a:pt x="2235" y="1270"/>
                  </a:lnTo>
                  <a:lnTo>
                    <a:pt x="0" y="1270"/>
                  </a:lnTo>
                  <a:lnTo>
                    <a:pt x="0" y="22860"/>
                  </a:lnTo>
                  <a:lnTo>
                    <a:pt x="0" y="481330"/>
                  </a:lnTo>
                  <a:lnTo>
                    <a:pt x="0" y="502920"/>
                  </a:lnTo>
                  <a:lnTo>
                    <a:pt x="501396" y="502920"/>
                  </a:lnTo>
                  <a:lnTo>
                    <a:pt x="501396" y="481330"/>
                  </a:lnTo>
                  <a:lnTo>
                    <a:pt x="21767" y="481330"/>
                  </a:lnTo>
                  <a:lnTo>
                    <a:pt x="21767" y="22860"/>
                  </a:lnTo>
                  <a:lnTo>
                    <a:pt x="479679" y="22860"/>
                  </a:lnTo>
                  <a:lnTo>
                    <a:pt x="479679" y="481076"/>
                  </a:lnTo>
                  <a:lnTo>
                    <a:pt x="501396" y="481076"/>
                  </a:lnTo>
                  <a:lnTo>
                    <a:pt x="501396" y="22860"/>
                  </a:lnTo>
                  <a:lnTo>
                    <a:pt x="501396" y="22606"/>
                  </a:lnTo>
                  <a:lnTo>
                    <a:pt x="501396" y="1270"/>
                  </a:lnTo>
                  <a:lnTo>
                    <a:pt x="501396" y="0"/>
                  </a:lnTo>
                  <a:close/>
                </a:path>
                <a:path w="504825" h="504825">
                  <a:moveTo>
                    <a:pt x="504444" y="635"/>
                  </a:moveTo>
                  <a:lnTo>
                    <a:pt x="501777" y="635"/>
                  </a:lnTo>
                  <a:lnTo>
                    <a:pt x="501777" y="503555"/>
                  </a:lnTo>
                  <a:lnTo>
                    <a:pt x="2108" y="503555"/>
                  </a:lnTo>
                  <a:lnTo>
                    <a:pt x="2108" y="504825"/>
                  </a:lnTo>
                  <a:lnTo>
                    <a:pt x="504444" y="504825"/>
                  </a:lnTo>
                  <a:lnTo>
                    <a:pt x="504444" y="503555"/>
                  </a:lnTo>
                  <a:lnTo>
                    <a:pt x="504444" y="635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2040" y="3413760"/>
              <a:ext cx="99042" cy="181355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403350" y="3306571"/>
            <a:ext cx="181991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DB526A"/>
                </a:solidFill>
                <a:latin typeface="Arial"/>
                <a:cs typeface="Arial"/>
              </a:rPr>
              <a:t>Charging</a:t>
            </a:r>
            <a:r>
              <a:rPr dirty="0" sz="1400" spc="-60" b="1">
                <a:solidFill>
                  <a:srgbClr val="DB526A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DB526A"/>
                </a:solidFill>
                <a:latin typeface="Arial"/>
                <a:cs typeface="Arial"/>
              </a:rPr>
              <a:t>value</a:t>
            </a:r>
            <a:r>
              <a:rPr dirty="0" sz="1400" spc="-55" b="1">
                <a:solidFill>
                  <a:srgbClr val="DB526A"/>
                </a:solidFill>
                <a:latin typeface="Arial"/>
                <a:cs typeface="Arial"/>
              </a:rPr>
              <a:t> </a:t>
            </a:r>
            <a:r>
              <a:rPr dirty="0" sz="1400" spc="-20" b="1">
                <a:solidFill>
                  <a:srgbClr val="DB526A"/>
                </a:solidFill>
                <a:latin typeface="Arial"/>
                <a:cs typeface="Arial"/>
              </a:rPr>
              <a:t>chain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253219" y="5124450"/>
            <a:ext cx="249999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464646"/>
                </a:solidFill>
                <a:latin typeface="Arial"/>
                <a:cs typeface="Arial"/>
              </a:rPr>
              <a:t>Adjacent</a:t>
            </a:r>
            <a:r>
              <a:rPr dirty="0" sz="1400" spc="-70" b="1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464646"/>
                </a:solidFill>
                <a:latin typeface="Arial"/>
                <a:cs typeface="Arial"/>
              </a:rPr>
              <a:t>ecosystem</a:t>
            </a:r>
            <a:r>
              <a:rPr dirty="0" sz="1400" spc="-70" b="1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464646"/>
                </a:solidFill>
                <a:latin typeface="Arial"/>
                <a:cs typeface="Arial"/>
              </a:rPr>
              <a:t>services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60831" y="1748027"/>
            <a:ext cx="9058910" cy="3764279"/>
            <a:chOff x="560831" y="1748027"/>
            <a:chExt cx="9058910" cy="3764279"/>
          </a:xfrm>
        </p:grpSpPr>
        <p:sp>
          <p:nvSpPr>
            <p:cNvPr id="19" name="object 19"/>
            <p:cNvSpPr/>
            <p:nvPr/>
          </p:nvSpPr>
          <p:spPr>
            <a:xfrm>
              <a:off x="8654796" y="5008118"/>
              <a:ext cx="504825" cy="504190"/>
            </a:xfrm>
            <a:custGeom>
              <a:avLst/>
              <a:gdLst/>
              <a:ahLst/>
              <a:cxnLst/>
              <a:rect l="l" t="t" r="r" b="b"/>
              <a:pathLst>
                <a:path w="504825" h="504189">
                  <a:moveTo>
                    <a:pt x="504444" y="0"/>
                  </a:moveTo>
                  <a:lnTo>
                    <a:pt x="0" y="0"/>
                  </a:lnTo>
                  <a:lnTo>
                    <a:pt x="0" y="504190"/>
                  </a:lnTo>
                  <a:lnTo>
                    <a:pt x="504444" y="504190"/>
                  </a:lnTo>
                  <a:lnTo>
                    <a:pt x="504444" y="483870"/>
                  </a:lnTo>
                  <a:lnTo>
                    <a:pt x="21463" y="483870"/>
                  </a:lnTo>
                  <a:lnTo>
                    <a:pt x="21463" y="21590"/>
                  </a:lnTo>
                  <a:lnTo>
                    <a:pt x="504444" y="21590"/>
                  </a:lnTo>
                  <a:lnTo>
                    <a:pt x="504444" y="0"/>
                  </a:lnTo>
                  <a:close/>
                </a:path>
                <a:path w="504825" h="504189">
                  <a:moveTo>
                    <a:pt x="504444" y="21590"/>
                  </a:moveTo>
                  <a:lnTo>
                    <a:pt x="482854" y="21590"/>
                  </a:lnTo>
                  <a:lnTo>
                    <a:pt x="482981" y="483870"/>
                  </a:lnTo>
                  <a:lnTo>
                    <a:pt x="504444" y="483870"/>
                  </a:lnTo>
                  <a:lnTo>
                    <a:pt x="504444" y="21590"/>
                  </a:lnTo>
                  <a:close/>
                </a:path>
                <a:path w="504825" h="504189">
                  <a:moveTo>
                    <a:pt x="397764" y="342900"/>
                  </a:moveTo>
                  <a:lnTo>
                    <a:pt x="342392" y="342900"/>
                  </a:lnTo>
                  <a:lnTo>
                    <a:pt x="342392" y="450850"/>
                  </a:lnTo>
                  <a:lnTo>
                    <a:pt x="404114" y="450850"/>
                  </a:lnTo>
                  <a:lnTo>
                    <a:pt x="413131" y="448310"/>
                  </a:lnTo>
                  <a:lnTo>
                    <a:pt x="417322" y="445770"/>
                  </a:lnTo>
                  <a:lnTo>
                    <a:pt x="421005" y="444500"/>
                  </a:lnTo>
                  <a:lnTo>
                    <a:pt x="424561" y="440690"/>
                  </a:lnTo>
                  <a:lnTo>
                    <a:pt x="427481" y="438150"/>
                  </a:lnTo>
                  <a:lnTo>
                    <a:pt x="429514" y="434340"/>
                  </a:lnTo>
                  <a:lnTo>
                    <a:pt x="430085" y="433070"/>
                  </a:lnTo>
                  <a:lnTo>
                    <a:pt x="366014" y="433070"/>
                  </a:lnTo>
                  <a:lnTo>
                    <a:pt x="366014" y="402590"/>
                  </a:lnTo>
                  <a:lnTo>
                    <a:pt x="427863" y="402590"/>
                  </a:lnTo>
                  <a:lnTo>
                    <a:pt x="424180" y="397510"/>
                  </a:lnTo>
                  <a:lnTo>
                    <a:pt x="418973" y="393700"/>
                  </a:lnTo>
                  <a:lnTo>
                    <a:pt x="412877" y="392430"/>
                  </a:lnTo>
                  <a:lnTo>
                    <a:pt x="417322" y="391160"/>
                  </a:lnTo>
                  <a:lnTo>
                    <a:pt x="421131" y="387350"/>
                  </a:lnTo>
                  <a:lnTo>
                    <a:pt x="366141" y="387350"/>
                  </a:lnTo>
                  <a:lnTo>
                    <a:pt x="366141" y="361950"/>
                  </a:lnTo>
                  <a:lnTo>
                    <a:pt x="426720" y="361950"/>
                  </a:lnTo>
                  <a:lnTo>
                    <a:pt x="424942" y="356870"/>
                  </a:lnTo>
                  <a:lnTo>
                    <a:pt x="402463" y="344170"/>
                  </a:lnTo>
                  <a:lnTo>
                    <a:pt x="397764" y="342900"/>
                  </a:lnTo>
                  <a:close/>
                </a:path>
                <a:path w="504825" h="504189">
                  <a:moveTo>
                    <a:pt x="427863" y="402590"/>
                  </a:moveTo>
                  <a:lnTo>
                    <a:pt x="396240" y="402590"/>
                  </a:lnTo>
                  <a:lnTo>
                    <a:pt x="400558" y="403860"/>
                  </a:lnTo>
                  <a:lnTo>
                    <a:pt x="404241" y="406400"/>
                  </a:lnTo>
                  <a:lnTo>
                    <a:pt x="407670" y="410210"/>
                  </a:lnTo>
                  <a:lnTo>
                    <a:pt x="409320" y="414020"/>
                  </a:lnTo>
                  <a:lnTo>
                    <a:pt x="409035" y="417830"/>
                  </a:lnTo>
                  <a:lnTo>
                    <a:pt x="409067" y="420370"/>
                  </a:lnTo>
                  <a:lnTo>
                    <a:pt x="408559" y="422910"/>
                  </a:lnTo>
                  <a:lnTo>
                    <a:pt x="407543" y="425450"/>
                  </a:lnTo>
                  <a:lnTo>
                    <a:pt x="406654" y="426720"/>
                  </a:lnTo>
                  <a:lnTo>
                    <a:pt x="405257" y="429260"/>
                  </a:lnTo>
                  <a:lnTo>
                    <a:pt x="403606" y="430530"/>
                  </a:lnTo>
                  <a:lnTo>
                    <a:pt x="401955" y="430530"/>
                  </a:lnTo>
                  <a:lnTo>
                    <a:pt x="400050" y="431800"/>
                  </a:lnTo>
                  <a:lnTo>
                    <a:pt x="398018" y="431800"/>
                  </a:lnTo>
                  <a:lnTo>
                    <a:pt x="395859" y="433070"/>
                  </a:lnTo>
                  <a:lnTo>
                    <a:pt x="430085" y="433070"/>
                  </a:lnTo>
                  <a:lnTo>
                    <a:pt x="431800" y="429260"/>
                  </a:lnTo>
                  <a:lnTo>
                    <a:pt x="432816" y="425450"/>
                  </a:lnTo>
                  <a:lnTo>
                    <a:pt x="432790" y="417830"/>
                  </a:lnTo>
                  <a:lnTo>
                    <a:pt x="432943" y="414020"/>
                  </a:lnTo>
                  <a:lnTo>
                    <a:pt x="431165" y="407670"/>
                  </a:lnTo>
                  <a:lnTo>
                    <a:pt x="427863" y="402590"/>
                  </a:lnTo>
                  <a:close/>
                </a:path>
                <a:path w="504825" h="504189">
                  <a:moveTo>
                    <a:pt x="138303" y="398780"/>
                  </a:moveTo>
                  <a:lnTo>
                    <a:pt x="130302" y="417830"/>
                  </a:lnTo>
                  <a:lnTo>
                    <a:pt x="137922" y="420370"/>
                  </a:lnTo>
                  <a:lnTo>
                    <a:pt x="146050" y="422910"/>
                  </a:lnTo>
                  <a:lnTo>
                    <a:pt x="154305" y="422910"/>
                  </a:lnTo>
                  <a:lnTo>
                    <a:pt x="154753" y="410210"/>
                  </a:lnTo>
                  <a:lnTo>
                    <a:pt x="154842" y="407670"/>
                  </a:lnTo>
                  <a:lnTo>
                    <a:pt x="154932" y="405130"/>
                  </a:lnTo>
                  <a:lnTo>
                    <a:pt x="155022" y="402590"/>
                  </a:lnTo>
                  <a:lnTo>
                    <a:pt x="155067" y="401320"/>
                  </a:lnTo>
                  <a:lnTo>
                    <a:pt x="149352" y="401320"/>
                  </a:lnTo>
                  <a:lnTo>
                    <a:pt x="143637" y="400050"/>
                  </a:lnTo>
                  <a:lnTo>
                    <a:pt x="138303" y="398780"/>
                  </a:lnTo>
                  <a:close/>
                </a:path>
                <a:path w="504825" h="504189">
                  <a:moveTo>
                    <a:pt x="196723" y="402590"/>
                  </a:moveTo>
                  <a:lnTo>
                    <a:pt x="175768" y="402590"/>
                  </a:lnTo>
                  <a:lnTo>
                    <a:pt x="175768" y="422910"/>
                  </a:lnTo>
                  <a:lnTo>
                    <a:pt x="196723" y="422910"/>
                  </a:lnTo>
                  <a:lnTo>
                    <a:pt x="196723" y="402590"/>
                  </a:lnTo>
                  <a:close/>
                </a:path>
                <a:path w="504825" h="504189">
                  <a:moveTo>
                    <a:pt x="238760" y="402590"/>
                  </a:moveTo>
                  <a:lnTo>
                    <a:pt x="217804" y="402590"/>
                  </a:lnTo>
                  <a:lnTo>
                    <a:pt x="217804" y="422910"/>
                  </a:lnTo>
                  <a:lnTo>
                    <a:pt x="238760" y="422910"/>
                  </a:lnTo>
                  <a:lnTo>
                    <a:pt x="238760" y="402590"/>
                  </a:lnTo>
                  <a:close/>
                </a:path>
                <a:path w="504825" h="504189">
                  <a:moveTo>
                    <a:pt x="280797" y="402590"/>
                  </a:moveTo>
                  <a:lnTo>
                    <a:pt x="259842" y="402590"/>
                  </a:lnTo>
                  <a:lnTo>
                    <a:pt x="259842" y="422910"/>
                  </a:lnTo>
                  <a:lnTo>
                    <a:pt x="280797" y="422910"/>
                  </a:lnTo>
                  <a:lnTo>
                    <a:pt x="280797" y="402590"/>
                  </a:lnTo>
                  <a:close/>
                </a:path>
                <a:path w="504825" h="504189">
                  <a:moveTo>
                    <a:pt x="322834" y="402590"/>
                  </a:moveTo>
                  <a:lnTo>
                    <a:pt x="301879" y="402590"/>
                  </a:lnTo>
                  <a:lnTo>
                    <a:pt x="301879" y="422910"/>
                  </a:lnTo>
                  <a:lnTo>
                    <a:pt x="322834" y="422910"/>
                  </a:lnTo>
                  <a:lnTo>
                    <a:pt x="322834" y="402590"/>
                  </a:lnTo>
                  <a:close/>
                </a:path>
                <a:path w="504825" h="504189">
                  <a:moveTo>
                    <a:pt x="112522" y="375920"/>
                  </a:moveTo>
                  <a:lnTo>
                    <a:pt x="94361" y="386080"/>
                  </a:lnTo>
                  <a:lnTo>
                    <a:pt x="98552" y="393700"/>
                  </a:lnTo>
                  <a:lnTo>
                    <a:pt x="103632" y="400050"/>
                  </a:lnTo>
                  <a:lnTo>
                    <a:pt x="109728" y="405130"/>
                  </a:lnTo>
                  <a:lnTo>
                    <a:pt x="123698" y="388620"/>
                  </a:lnTo>
                  <a:lnTo>
                    <a:pt x="119253" y="384810"/>
                  </a:lnTo>
                  <a:lnTo>
                    <a:pt x="115443" y="381000"/>
                  </a:lnTo>
                  <a:lnTo>
                    <a:pt x="112522" y="375920"/>
                  </a:lnTo>
                  <a:close/>
                </a:path>
                <a:path w="504825" h="504189">
                  <a:moveTo>
                    <a:pt x="426720" y="361950"/>
                  </a:moveTo>
                  <a:lnTo>
                    <a:pt x="396367" y="361950"/>
                  </a:lnTo>
                  <a:lnTo>
                    <a:pt x="398145" y="363220"/>
                  </a:lnTo>
                  <a:lnTo>
                    <a:pt x="399796" y="364490"/>
                  </a:lnTo>
                  <a:lnTo>
                    <a:pt x="401193" y="364490"/>
                  </a:lnTo>
                  <a:lnTo>
                    <a:pt x="402463" y="367030"/>
                  </a:lnTo>
                  <a:lnTo>
                    <a:pt x="403225" y="368300"/>
                  </a:lnTo>
                  <a:lnTo>
                    <a:pt x="404241" y="369570"/>
                  </a:lnTo>
                  <a:lnTo>
                    <a:pt x="404749" y="372110"/>
                  </a:lnTo>
                  <a:lnTo>
                    <a:pt x="404622" y="374650"/>
                  </a:lnTo>
                  <a:lnTo>
                    <a:pt x="405003" y="377190"/>
                  </a:lnTo>
                  <a:lnTo>
                    <a:pt x="403479" y="381000"/>
                  </a:lnTo>
                  <a:lnTo>
                    <a:pt x="400558" y="383540"/>
                  </a:lnTo>
                  <a:lnTo>
                    <a:pt x="397510" y="386080"/>
                  </a:lnTo>
                  <a:lnTo>
                    <a:pt x="393827" y="387350"/>
                  </a:lnTo>
                  <a:lnTo>
                    <a:pt x="421131" y="387350"/>
                  </a:lnTo>
                  <a:lnTo>
                    <a:pt x="423926" y="383540"/>
                  </a:lnTo>
                  <a:lnTo>
                    <a:pt x="426466" y="379730"/>
                  </a:lnTo>
                  <a:lnTo>
                    <a:pt x="427736" y="374650"/>
                  </a:lnTo>
                  <a:lnTo>
                    <a:pt x="427609" y="365760"/>
                  </a:lnTo>
                  <a:lnTo>
                    <a:pt x="426720" y="361950"/>
                  </a:lnTo>
                  <a:close/>
                </a:path>
                <a:path w="504825" h="504189">
                  <a:moveTo>
                    <a:pt x="103759" y="340360"/>
                  </a:moveTo>
                  <a:lnTo>
                    <a:pt x="82804" y="340360"/>
                  </a:lnTo>
                  <a:lnTo>
                    <a:pt x="82804" y="350520"/>
                  </a:lnTo>
                  <a:lnTo>
                    <a:pt x="83566" y="356870"/>
                  </a:lnTo>
                  <a:lnTo>
                    <a:pt x="85217" y="364490"/>
                  </a:lnTo>
                  <a:lnTo>
                    <a:pt x="105664" y="359410"/>
                  </a:lnTo>
                  <a:lnTo>
                    <a:pt x="104394" y="354330"/>
                  </a:lnTo>
                  <a:lnTo>
                    <a:pt x="103759" y="349250"/>
                  </a:lnTo>
                  <a:lnTo>
                    <a:pt x="103759" y="340360"/>
                  </a:lnTo>
                  <a:close/>
                </a:path>
                <a:path w="504825" h="504189">
                  <a:moveTo>
                    <a:pt x="90678" y="294640"/>
                  </a:moveTo>
                  <a:lnTo>
                    <a:pt x="87376" y="302260"/>
                  </a:lnTo>
                  <a:lnTo>
                    <a:pt x="84963" y="309880"/>
                  </a:lnTo>
                  <a:lnTo>
                    <a:pt x="83693" y="317500"/>
                  </a:lnTo>
                  <a:lnTo>
                    <a:pt x="104521" y="321310"/>
                  </a:lnTo>
                  <a:lnTo>
                    <a:pt x="105537" y="314960"/>
                  </a:lnTo>
                  <a:lnTo>
                    <a:pt x="107314" y="309880"/>
                  </a:lnTo>
                  <a:lnTo>
                    <a:pt x="109728" y="303530"/>
                  </a:lnTo>
                  <a:lnTo>
                    <a:pt x="90678" y="294640"/>
                  </a:lnTo>
                  <a:close/>
                </a:path>
                <a:path w="504825" h="504189">
                  <a:moveTo>
                    <a:pt x="123317" y="260350"/>
                  </a:moveTo>
                  <a:lnTo>
                    <a:pt x="116205" y="264160"/>
                  </a:lnTo>
                  <a:lnTo>
                    <a:pt x="109728" y="269240"/>
                  </a:lnTo>
                  <a:lnTo>
                    <a:pt x="104139" y="275590"/>
                  </a:lnTo>
                  <a:lnTo>
                    <a:pt x="119634" y="289560"/>
                  </a:lnTo>
                  <a:lnTo>
                    <a:pt x="123698" y="284480"/>
                  </a:lnTo>
                  <a:lnTo>
                    <a:pt x="128270" y="281940"/>
                  </a:lnTo>
                  <a:lnTo>
                    <a:pt x="133350" y="278130"/>
                  </a:lnTo>
                  <a:lnTo>
                    <a:pt x="123317" y="260350"/>
                  </a:lnTo>
                  <a:close/>
                </a:path>
                <a:path w="504825" h="504189">
                  <a:moveTo>
                    <a:pt x="337312" y="252730"/>
                  </a:moveTo>
                  <a:lnTo>
                    <a:pt x="316357" y="252730"/>
                  </a:lnTo>
                  <a:lnTo>
                    <a:pt x="316357" y="274320"/>
                  </a:lnTo>
                  <a:lnTo>
                    <a:pt x="337312" y="274320"/>
                  </a:lnTo>
                  <a:lnTo>
                    <a:pt x="337312" y="252730"/>
                  </a:lnTo>
                  <a:close/>
                </a:path>
                <a:path w="504825" h="504189">
                  <a:moveTo>
                    <a:pt x="375285" y="250190"/>
                  </a:moveTo>
                  <a:lnTo>
                    <a:pt x="369824" y="251460"/>
                  </a:lnTo>
                  <a:lnTo>
                    <a:pt x="364109" y="252730"/>
                  </a:lnTo>
                  <a:lnTo>
                    <a:pt x="358394" y="252730"/>
                  </a:lnTo>
                  <a:lnTo>
                    <a:pt x="358394" y="274320"/>
                  </a:lnTo>
                  <a:lnTo>
                    <a:pt x="366649" y="274320"/>
                  </a:lnTo>
                  <a:lnTo>
                    <a:pt x="374777" y="273050"/>
                  </a:lnTo>
                  <a:lnTo>
                    <a:pt x="382524" y="269240"/>
                  </a:lnTo>
                  <a:lnTo>
                    <a:pt x="375285" y="250190"/>
                  </a:lnTo>
                  <a:close/>
                </a:path>
                <a:path w="504825" h="504189">
                  <a:moveTo>
                    <a:pt x="169291" y="251460"/>
                  </a:moveTo>
                  <a:lnTo>
                    <a:pt x="150114" y="251460"/>
                  </a:lnTo>
                  <a:lnTo>
                    <a:pt x="146685" y="252730"/>
                  </a:lnTo>
                  <a:lnTo>
                    <a:pt x="149860" y="273050"/>
                  </a:lnTo>
                  <a:lnTo>
                    <a:pt x="169291" y="273050"/>
                  </a:lnTo>
                  <a:lnTo>
                    <a:pt x="169291" y="251460"/>
                  </a:lnTo>
                  <a:close/>
                </a:path>
                <a:path w="504825" h="504189">
                  <a:moveTo>
                    <a:pt x="211201" y="251460"/>
                  </a:moveTo>
                  <a:lnTo>
                    <a:pt x="190246" y="251460"/>
                  </a:lnTo>
                  <a:lnTo>
                    <a:pt x="190246" y="273050"/>
                  </a:lnTo>
                  <a:lnTo>
                    <a:pt x="211201" y="273050"/>
                  </a:lnTo>
                  <a:lnTo>
                    <a:pt x="211201" y="251460"/>
                  </a:lnTo>
                  <a:close/>
                </a:path>
                <a:path w="504825" h="504189">
                  <a:moveTo>
                    <a:pt x="253238" y="252730"/>
                  </a:moveTo>
                  <a:lnTo>
                    <a:pt x="232283" y="252730"/>
                  </a:lnTo>
                  <a:lnTo>
                    <a:pt x="232283" y="273050"/>
                  </a:lnTo>
                  <a:lnTo>
                    <a:pt x="253238" y="273050"/>
                  </a:lnTo>
                  <a:lnTo>
                    <a:pt x="253238" y="252730"/>
                  </a:lnTo>
                  <a:close/>
                </a:path>
                <a:path w="504825" h="504189">
                  <a:moveTo>
                    <a:pt x="295275" y="252730"/>
                  </a:moveTo>
                  <a:lnTo>
                    <a:pt x="274320" y="252730"/>
                  </a:lnTo>
                  <a:lnTo>
                    <a:pt x="274320" y="273050"/>
                  </a:lnTo>
                  <a:lnTo>
                    <a:pt x="295275" y="273050"/>
                  </a:lnTo>
                  <a:lnTo>
                    <a:pt x="295275" y="252730"/>
                  </a:lnTo>
                  <a:close/>
                </a:path>
                <a:path w="504825" h="504189">
                  <a:moveTo>
                    <a:pt x="402082" y="228600"/>
                  </a:moveTo>
                  <a:lnTo>
                    <a:pt x="398907" y="233680"/>
                  </a:lnTo>
                  <a:lnTo>
                    <a:pt x="394970" y="237490"/>
                  </a:lnTo>
                  <a:lnTo>
                    <a:pt x="390398" y="241300"/>
                  </a:lnTo>
                  <a:lnTo>
                    <a:pt x="403860" y="257810"/>
                  </a:lnTo>
                  <a:lnTo>
                    <a:pt x="403860" y="256540"/>
                  </a:lnTo>
                  <a:lnTo>
                    <a:pt x="410083" y="252730"/>
                  </a:lnTo>
                  <a:lnTo>
                    <a:pt x="415417" y="246380"/>
                  </a:lnTo>
                  <a:lnTo>
                    <a:pt x="419862" y="238760"/>
                  </a:lnTo>
                  <a:lnTo>
                    <a:pt x="402082" y="228600"/>
                  </a:lnTo>
                  <a:close/>
                </a:path>
                <a:path w="504825" h="504189">
                  <a:moveTo>
                    <a:pt x="432689" y="194310"/>
                  </a:moveTo>
                  <a:lnTo>
                    <a:pt x="411606" y="194310"/>
                  </a:lnTo>
                  <a:lnTo>
                    <a:pt x="411606" y="200660"/>
                  </a:lnTo>
                  <a:lnTo>
                    <a:pt x="410845" y="205740"/>
                  </a:lnTo>
                  <a:lnTo>
                    <a:pt x="409320" y="212090"/>
                  </a:lnTo>
                  <a:lnTo>
                    <a:pt x="429641" y="217170"/>
                  </a:lnTo>
                  <a:lnTo>
                    <a:pt x="431545" y="209550"/>
                  </a:lnTo>
                  <a:lnTo>
                    <a:pt x="432689" y="201930"/>
                  </a:lnTo>
                  <a:lnTo>
                    <a:pt x="432689" y="194310"/>
                  </a:lnTo>
                  <a:close/>
                </a:path>
                <a:path w="504825" h="504189">
                  <a:moveTo>
                    <a:pt x="425577" y="148590"/>
                  </a:moveTo>
                  <a:lnTo>
                    <a:pt x="406273" y="157480"/>
                  </a:lnTo>
                  <a:lnTo>
                    <a:pt x="408686" y="162560"/>
                  </a:lnTo>
                  <a:lnTo>
                    <a:pt x="410337" y="167640"/>
                  </a:lnTo>
                  <a:lnTo>
                    <a:pt x="411098" y="173990"/>
                  </a:lnTo>
                  <a:lnTo>
                    <a:pt x="431927" y="171450"/>
                  </a:lnTo>
                  <a:lnTo>
                    <a:pt x="430911" y="163830"/>
                  </a:lnTo>
                  <a:lnTo>
                    <a:pt x="428752" y="156210"/>
                  </a:lnTo>
                  <a:lnTo>
                    <a:pt x="425577" y="148590"/>
                  </a:lnTo>
                  <a:close/>
                </a:path>
                <a:path w="504825" h="504189">
                  <a:moveTo>
                    <a:pt x="136652" y="53340"/>
                  </a:moveTo>
                  <a:lnTo>
                    <a:pt x="112395" y="53340"/>
                  </a:lnTo>
                  <a:lnTo>
                    <a:pt x="71501" y="161290"/>
                  </a:lnTo>
                  <a:lnTo>
                    <a:pt x="95377" y="161290"/>
                  </a:lnTo>
                  <a:lnTo>
                    <a:pt x="103886" y="138430"/>
                  </a:lnTo>
                  <a:lnTo>
                    <a:pt x="168485" y="138430"/>
                  </a:lnTo>
                  <a:lnTo>
                    <a:pt x="161833" y="120650"/>
                  </a:lnTo>
                  <a:lnTo>
                    <a:pt x="109982" y="120650"/>
                  </a:lnTo>
                  <a:lnTo>
                    <a:pt x="124079" y="80010"/>
                  </a:lnTo>
                  <a:lnTo>
                    <a:pt x="146629" y="80010"/>
                  </a:lnTo>
                  <a:lnTo>
                    <a:pt x="136652" y="53340"/>
                  </a:lnTo>
                  <a:close/>
                </a:path>
                <a:path w="504825" h="504189">
                  <a:moveTo>
                    <a:pt x="168485" y="138430"/>
                  </a:moveTo>
                  <a:lnTo>
                    <a:pt x="144272" y="138430"/>
                  </a:lnTo>
                  <a:lnTo>
                    <a:pt x="152527" y="161290"/>
                  </a:lnTo>
                  <a:lnTo>
                    <a:pt x="177038" y="161290"/>
                  </a:lnTo>
                  <a:lnTo>
                    <a:pt x="168485" y="138430"/>
                  </a:lnTo>
                  <a:close/>
                </a:path>
                <a:path w="504825" h="504189">
                  <a:moveTo>
                    <a:pt x="393827" y="113030"/>
                  </a:moveTo>
                  <a:lnTo>
                    <a:pt x="383286" y="130810"/>
                  </a:lnTo>
                  <a:lnTo>
                    <a:pt x="388366" y="133350"/>
                  </a:lnTo>
                  <a:lnTo>
                    <a:pt x="392938" y="137160"/>
                  </a:lnTo>
                  <a:lnTo>
                    <a:pt x="396748" y="142240"/>
                  </a:lnTo>
                  <a:lnTo>
                    <a:pt x="412495" y="128270"/>
                  </a:lnTo>
                  <a:lnTo>
                    <a:pt x="407162" y="121920"/>
                  </a:lnTo>
                  <a:lnTo>
                    <a:pt x="400812" y="116840"/>
                  </a:lnTo>
                  <a:lnTo>
                    <a:pt x="393827" y="113030"/>
                  </a:lnTo>
                  <a:close/>
                </a:path>
                <a:path w="504825" h="504189">
                  <a:moveTo>
                    <a:pt x="200914" y="102870"/>
                  </a:moveTo>
                  <a:lnTo>
                    <a:pt x="179959" y="102870"/>
                  </a:lnTo>
                  <a:lnTo>
                    <a:pt x="179959" y="124460"/>
                  </a:lnTo>
                  <a:lnTo>
                    <a:pt x="200914" y="124460"/>
                  </a:lnTo>
                  <a:lnTo>
                    <a:pt x="200914" y="102870"/>
                  </a:lnTo>
                  <a:close/>
                </a:path>
                <a:path w="504825" h="504189">
                  <a:moveTo>
                    <a:pt x="242951" y="102870"/>
                  </a:moveTo>
                  <a:lnTo>
                    <a:pt x="221996" y="102870"/>
                  </a:lnTo>
                  <a:lnTo>
                    <a:pt x="221996" y="124460"/>
                  </a:lnTo>
                  <a:lnTo>
                    <a:pt x="242951" y="124460"/>
                  </a:lnTo>
                  <a:lnTo>
                    <a:pt x="242951" y="102870"/>
                  </a:lnTo>
                  <a:close/>
                </a:path>
                <a:path w="504825" h="504189">
                  <a:moveTo>
                    <a:pt x="284988" y="102870"/>
                  </a:moveTo>
                  <a:lnTo>
                    <a:pt x="264033" y="102870"/>
                  </a:lnTo>
                  <a:lnTo>
                    <a:pt x="264033" y="124460"/>
                  </a:lnTo>
                  <a:lnTo>
                    <a:pt x="284988" y="124460"/>
                  </a:lnTo>
                  <a:lnTo>
                    <a:pt x="284988" y="102870"/>
                  </a:lnTo>
                  <a:close/>
                </a:path>
                <a:path w="504825" h="504189">
                  <a:moveTo>
                    <a:pt x="327025" y="102870"/>
                  </a:moveTo>
                  <a:lnTo>
                    <a:pt x="306070" y="102870"/>
                  </a:lnTo>
                  <a:lnTo>
                    <a:pt x="306070" y="124460"/>
                  </a:lnTo>
                  <a:lnTo>
                    <a:pt x="327025" y="124460"/>
                  </a:lnTo>
                  <a:lnTo>
                    <a:pt x="327025" y="102870"/>
                  </a:lnTo>
                  <a:close/>
                </a:path>
                <a:path w="504825" h="504189">
                  <a:moveTo>
                    <a:pt x="366776" y="102870"/>
                  </a:moveTo>
                  <a:lnTo>
                    <a:pt x="347980" y="102870"/>
                  </a:lnTo>
                  <a:lnTo>
                    <a:pt x="347980" y="124460"/>
                  </a:lnTo>
                  <a:lnTo>
                    <a:pt x="367157" y="124460"/>
                  </a:lnTo>
                  <a:lnTo>
                    <a:pt x="370840" y="104140"/>
                  </a:lnTo>
                  <a:lnTo>
                    <a:pt x="366776" y="102870"/>
                  </a:lnTo>
                  <a:close/>
                </a:path>
                <a:path w="504825" h="504189">
                  <a:moveTo>
                    <a:pt x="146629" y="80010"/>
                  </a:moveTo>
                  <a:lnTo>
                    <a:pt x="124332" y="80010"/>
                  </a:lnTo>
                  <a:lnTo>
                    <a:pt x="137922" y="120650"/>
                  </a:lnTo>
                  <a:lnTo>
                    <a:pt x="161833" y="120650"/>
                  </a:lnTo>
                  <a:lnTo>
                    <a:pt x="146629" y="80010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85787" y="1748027"/>
              <a:ext cx="1607820" cy="38404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0831" y="3774948"/>
              <a:ext cx="252984" cy="41452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472684" y="2857500"/>
              <a:ext cx="4043679" cy="2287905"/>
            </a:xfrm>
            <a:custGeom>
              <a:avLst/>
              <a:gdLst/>
              <a:ahLst/>
              <a:cxnLst/>
              <a:rect l="l" t="t" r="r" b="b"/>
              <a:pathLst>
                <a:path w="4043679" h="2287904">
                  <a:moveTo>
                    <a:pt x="2021586" y="0"/>
                  </a:moveTo>
                  <a:lnTo>
                    <a:pt x="1960902" y="505"/>
                  </a:lnTo>
                  <a:lnTo>
                    <a:pt x="1900662" y="2012"/>
                  </a:lnTo>
                  <a:lnTo>
                    <a:pt x="1840891" y="4506"/>
                  </a:lnTo>
                  <a:lnTo>
                    <a:pt x="1781615" y="7974"/>
                  </a:lnTo>
                  <a:lnTo>
                    <a:pt x="1722858" y="12400"/>
                  </a:lnTo>
                  <a:lnTo>
                    <a:pt x="1664645" y="17772"/>
                  </a:lnTo>
                  <a:lnTo>
                    <a:pt x="1607002" y="24074"/>
                  </a:lnTo>
                  <a:lnTo>
                    <a:pt x="1549953" y="31293"/>
                  </a:lnTo>
                  <a:lnTo>
                    <a:pt x="1493523" y="39414"/>
                  </a:lnTo>
                  <a:lnTo>
                    <a:pt x="1437737" y="48424"/>
                  </a:lnTo>
                  <a:lnTo>
                    <a:pt x="1382621" y="58308"/>
                  </a:lnTo>
                  <a:lnTo>
                    <a:pt x="1328199" y="69051"/>
                  </a:lnTo>
                  <a:lnTo>
                    <a:pt x="1274497" y="80641"/>
                  </a:lnTo>
                  <a:lnTo>
                    <a:pt x="1221539" y="93062"/>
                  </a:lnTo>
                  <a:lnTo>
                    <a:pt x="1169351" y="106301"/>
                  </a:lnTo>
                  <a:lnTo>
                    <a:pt x="1117957" y="120343"/>
                  </a:lnTo>
                  <a:lnTo>
                    <a:pt x="1067382" y="135175"/>
                  </a:lnTo>
                  <a:lnTo>
                    <a:pt x="1017652" y="150781"/>
                  </a:lnTo>
                  <a:lnTo>
                    <a:pt x="968792" y="167148"/>
                  </a:lnTo>
                  <a:lnTo>
                    <a:pt x="920826" y="184263"/>
                  </a:lnTo>
                  <a:lnTo>
                    <a:pt x="873780" y="202109"/>
                  </a:lnTo>
                  <a:lnTo>
                    <a:pt x="827678" y="220675"/>
                  </a:lnTo>
                  <a:lnTo>
                    <a:pt x="782546" y="239944"/>
                  </a:lnTo>
                  <a:lnTo>
                    <a:pt x="738408" y="259904"/>
                  </a:lnTo>
                  <a:lnTo>
                    <a:pt x="695290" y="280540"/>
                  </a:lnTo>
                  <a:lnTo>
                    <a:pt x="653217" y="301837"/>
                  </a:lnTo>
                  <a:lnTo>
                    <a:pt x="612214" y="323783"/>
                  </a:lnTo>
                  <a:lnTo>
                    <a:pt x="572305" y="346361"/>
                  </a:lnTo>
                  <a:lnTo>
                    <a:pt x="533516" y="369560"/>
                  </a:lnTo>
                  <a:lnTo>
                    <a:pt x="495872" y="393363"/>
                  </a:lnTo>
                  <a:lnTo>
                    <a:pt x="459398" y="417758"/>
                  </a:lnTo>
                  <a:lnTo>
                    <a:pt x="424118" y="442729"/>
                  </a:lnTo>
                  <a:lnTo>
                    <a:pt x="390058" y="468264"/>
                  </a:lnTo>
                  <a:lnTo>
                    <a:pt x="357243" y="494347"/>
                  </a:lnTo>
                  <a:lnTo>
                    <a:pt x="325698" y="520964"/>
                  </a:lnTo>
                  <a:lnTo>
                    <a:pt x="295448" y="548102"/>
                  </a:lnTo>
                  <a:lnTo>
                    <a:pt x="266518" y="575746"/>
                  </a:lnTo>
                  <a:lnTo>
                    <a:pt x="238932" y="603882"/>
                  </a:lnTo>
                  <a:lnTo>
                    <a:pt x="212717" y="632496"/>
                  </a:lnTo>
                  <a:lnTo>
                    <a:pt x="187896" y="661574"/>
                  </a:lnTo>
                  <a:lnTo>
                    <a:pt x="142540" y="721063"/>
                  </a:lnTo>
                  <a:lnTo>
                    <a:pt x="103065" y="782238"/>
                  </a:lnTo>
                  <a:lnTo>
                    <a:pt x="69669" y="844985"/>
                  </a:lnTo>
                  <a:lnTo>
                    <a:pt x="42554" y="909190"/>
                  </a:lnTo>
                  <a:lnTo>
                    <a:pt x="21919" y="974741"/>
                  </a:lnTo>
                  <a:lnTo>
                    <a:pt x="7966" y="1041524"/>
                  </a:lnTo>
                  <a:lnTo>
                    <a:pt x="893" y="1109426"/>
                  </a:lnTo>
                  <a:lnTo>
                    <a:pt x="0" y="1143762"/>
                  </a:lnTo>
                  <a:lnTo>
                    <a:pt x="893" y="1178097"/>
                  </a:lnTo>
                  <a:lnTo>
                    <a:pt x="7966" y="1245999"/>
                  </a:lnTo>
                  <a:lnTo>
                    <a:pt x="21919" y="1312782"/>
                  </a:lnTo>
                  <a:lnTo>
                    <a:pt x="42554" y="1378333"/>
                  </a:lnTo>
                  <a:lnTo>
                    <a:pt x="69669" y="1442538"/>
                  </a:lnTo>
                  <a:lnTo>
                    <a:pt x="103065" y="1505285"/>
                  </a:lnTo>
                  <a:lnTo>
                    <a:pt x="142540" y="1566460"/>
                  </a:lnTo>
                  <a:lnTo>
                    <a:pt x="187896" y="1625949"/>
                  </a:lnTo>
                  <a:lnTo>
                    <a:pt x="212717" y="1655027"/>
                  </a:lnTo>
                  <a:lnTo>
                    <a:pt x="238932" y="1683641"/>
                  </a:lnTo>
                  <a:lnTo>
                    <a:pt x="266518" y="1711777"/>
                  </a:lnTo>
                  <a:lnTo>
                    <a:pt x="295448" y="1739421"/>
                  </a:lnTo>
                  <a:lnTo>
                    <a:pt x="325698" y="1766559"/>
                  </a:lnTo>
                  <a:lnTo>
                    <a:pt x="357243" y="1793176"/>
                  </a:lnTo>
                  <a:lnTo>
                    <a:pt x="390058" y="1819259"/>
                  </a:lnTo>
                  <a:lnTo>
                    <a:pt x="424118" y="1844794"/>
                  </a:lnTo>
                  <a:lnTo>
                    <a:pt x="459398" y="1869765"/>
                  </a:lnTo>
                  <a:lnTo>
                    <a:pt x="495872" y="1894160"/>
                  </a:lnTo>
                  <a:lnTo>
                    <a:pt x="533516" y="1917963"/>
                  </a:lnTo>
                  <a:lnTo>
                    <a:pt x="572305" y="1941162"/>
                  </a:lnTo>
                  <a:lnTo>
                    <a:pt x="612214" y="1963740"/>
                  </a:lnTo>
                  <a:lnTo>
                    <a:pt x="653217" y="1985686"/>
                  </a:lnTo>
                  <a:lnTo>
                    <a:pt x="695290" y="2006983"/>
                  </a:lnTo>
                  <a:lnTo>
                    <a:pt x="738408" y="2027619"/>
                  </a:lnTo>
                  <a:lnTo>
                    <a:pt x="782546" y="2047579"/>
                  </a:lnTo>
                  <a:lnTo>
                    <a:pt x="827678" y="2066848"/>
                  </a:lnTo>
                  <a:lnTo>
                    <a:pt x="873780" y="2085414"/>
                  </a:lnTo>
                  <a:lnTo>
                    <a:pt x="920826" y="2103260"/>
                  </a:lnTo>
                  <a:lnTo>
                    <a:pt x="968792" y="2120375"/>
                  </a:lnTo>
                  <a:lnTo>
                    <a:pt x="1017652" y="2136742"/>
                  </a:lnTo>
                  <a:lnTo>
                    <a:pt x="1067382" y="2152348"/>
                  </a:lnTo>
                  <a:lnTo>
                    <a:pt x="1117957" y="2167180"/>
                  </a:lnTo>
                  <a:lnTo>
                    <a:pt x="1169351" y="2181222"/>
                  </a:lnTo>
                  <a:lnTo>
                    <a:pt x="1221539" y="2194461"/>
                  </a:lnTo>
                  <a:lnTo>
                    <a:pt x="1274497" y="2206882"/>
                  </a:lnTo>
                  <a:lnTo>
                    <a:pt x="1328199" y="2218472"/>
                  </a:lnTo>
                  <a:lnTo>
                    <a:pt x="1382621" y="2229215"/>
                  </a:lnTo>
                  <a:lnTo>
                    <a:pt x="1437737" y="2239099"/>
                  </a:lnTo>
                  <a:lnTo>
                    <a:pt x="1493523" y="2248109"/>
                  </a:lnTo>
                  <a:lnTo>
                    <a:pt x="1549953" y="2256230"/>
                  </a:lnTo>
                  <a:lnTo>
                    <a:pt x="1607002" y="2263449"/>
                  </a:lnTo>
                  <a:lnTo>
                    <a:pt x="1664645" y="2269751"/>
                  </a:lnTo>
                  <a:lnTo>
                    <a:pt x="1722858" y="2275123"/>
                  </a:lnTo>
                  <a:lnTo>
                    <a:pt x="1781615" y="2279549"/>
                  </a:lnTo>
                  <a:lnTo>
                    <a:pt x="1840891" y="2283017"/>
                  </a:lnTo>
                  <a:lnTo>
                    <a:pt x="1900662" y="2285511"/>
                  </a:lnTo>
                  <a:lnTo>
                    <a:pt x="1960902" y="2287018"/>
                  </a:lnTo>
                  <a:lnTo>
                    <a:pt x="2021586" y="2287524"/>
                  </a:lnTo>
                  <a:lnTo>
                    <a:pt x="2082269" y="2287018"/>
                  </a:lnTo>
                  <a:lnTo>
                    <a:pt x="2142509" y="2285511"/>
                  </a:lnTo>
                  <a:lnTo>
                    <a:pt x="2202280" y="2283017"/>
                  </a:lnTo>
                  <a:lnTo>
                    <a:pt x="2261556" y="2279549"/>
                  </a:lnTo>
                  <a:lnTo>
                    <a:pt x="2320313" y="2275123"/>
                  </a:lnTo>
                  <a:lnTo>
                    <a:pt x="2378526" y="2269751"/>
                  </a:lnTo>
                  <a:lnTo>
                    <a:pt x="2436169" y="2263449"/>
                  </a:lnTo>
                  <a:lnTo>
                    <a:pt x="2493218" y="2256230"/>
                  </a:lnTo>
                  <a:lnTo>
                    <a:pt x="2549648" y="2248109"/>
                  </a:lnTo>
                  <a:lnTo>
                    <a:pt x="2605434" y="2239099"/>
                  </a:lnTo>
                  <a:lnTo>
                    <a:pt x="2660550" y="2229215"/>
                  </a:lnTo>
                  <a:lnTo>
                    <a:pt x="2714972" y="2218472"/>
                  </a:lnTo>
                  <a:lnTo>
                    <a:pt x="2768674" y="2206882"/>
                  </a:lnTo>
                  <a:lnTo>
                    <a:pt x="2821632" y="2194461"/>
                  </a:lnTo>
                  <a:lnTo>
                    <a:pt x="2873820" y="2181222"/>
                  </a:lnTo>
                  <a:lnTo>
                    <a:pt x="2925214" y="2167180"/>
                  </a:lnTo>
                  <a:lnTo>
                    <a:pt x="2975789" y="2152348"/>
                  </a:lnTo>
                  <a:lnTo>
                    <a:pt x="3025519" y="2136742"/>
                  </a:lnTo>
                  <a:lnTo>
                    <a:pt x="3074379" y="2120375"/>
                  </a:lnTo>
                  <a:lnTo>
                    <a:pt x="3122345" y="2103260"/>
                  </a:lnTo>
                  <a:lnTo>
                    <a:pt x="3169391" y="2085414"/>
                  </a:lnTo>
                  <a:lnTo>
                    <a:pt x="3215493" y="2066848"/>
                  </a:lnTo>
                  <a:lnTo>
                    <a:pt x="3260625" y="2047579"/>
                  </a:lnTo>
                  <a:lnTo>
                    <a:pt x="3304763" y="2027619"/>
                  </a:lnTo>
                  <a:lnTo>
                    <a:pt x="3347881" y="2006983"/>
                  </a:lnTo>
                  <a:lnTo>
                    <a:pt x="3389954" y="1985686"/>
                  </a:lnTo>
                  <a:lnTo>
                    <a:pt x="3430957" y="1963740"/>
                  </a:lnTo>
                  <a:lnTo>
                    <a:pt x="3470866" y="1941162"/>
                  </a:lnTo>
                  <a:lnTo>
                    <a:pt x="3509655" y="1917963"/>
                  </a:lnTo>
                  <a:lnTo>
                    <a:pt x="3547299" y="1894160"/>
                  </a:lnTo>
                  <a:lnTo>
                    <a:pt x="3583773" y="1869765"/>
                  </a:lnTo>
                  <a:lnTo>
                    <a:pt x="3619053" y="1844794"/>
                  </a:lnTo>
                  <a:lnTo>
                    <a:pt x="3653113" y="1819259"/>
                  </a:lnTo>
                  <a:lnTo>
                    <a:pt x="3685928" y="1793176"/>
                  </a:lnTo>
                  <a:lnTo>
                    <a:pt x="3717473" y="1766559"/>
                  </a:lnTo>
                  <a:lnTo>
                    <a:pt x="3747723" y="1739421"/>
                  </a:lnTo>
                  <a:lnTo>
                    <a:pt x="3776653" y="1711777"/>
                  </a:lnTo>
                  <a:lnTo>
                    <a:pt x="3804239" y="1683641"/>
                  </a:lnTo>
                  <a:lnTo>
                    <a:pt x="3830454" y="1655027"/>
                  </a:lnTo>
                  <a:lnTo>
                    <a:pt x="3855275" y="1625949"/>
                  </a:lnTo>
                  <a:lnTo>
                    <a:pt x="3900631" y="1566460"/>
                  </a:lnTo>
                  <a:lnTo>
                    <a:pt x="3940106" y="1505285"/>
                  </a:lnTo>
                  <a:lnTo>
                    <a:pt x="3973502" y="1442538"/>
                  </a:lnTo>
                  <a:lnTo>
                    <a:pt x="4000617" y="1378333"/>
                  </a:lnTo>
                  <a:lnTo>
                    <a:pt x="4021252" y="1312782"/>
                  </a:lnTo>
                  <a:lnTo>
                    <a:pt x="4035205" y="1245999"/>
                  </a:lnTo>
                  <a:lnTo>
                    <a:pt x="4042278" y="1178097"/>
                  </a:lnTo>
                  <a:lnTo>
                    <a:pt x="4043172" y="1143762"/>
                  </a:lnTo>
                  <a:lnTo>
                    <a:pt x="4042278" y="1109426"/>
                  </a:lnTo>
                  <a:lnTo>
                    <a:pt x="4035205" y="1041524"/>
                  </a:lnTo>
                  <a:lnTo>
                    <a:pt x="4021252" y="974741"/>
                  </a:lnTo>
                  <a:lnTo>
                    <a:pt x="4000617" y="909190"/>
                  </a:lnTo>
                  <a:lnTo>
                    <a:pt x="3973502" y="844985"/>
                  </a:lnTo>
                  <a:lnTo>
                    <a:pt x="3940106" y="782238"/>
                  </a:lnTo>
                  <a:lnTo>
                    <a:pt x="3900631" y="721063"/>
                  </a:lnTo>
                  <a:lnTo>
                    <a:pt x="3855275" y="661574"/>
                  </a:lnTo>
                  <a:lnTo>
                    <a:pt x="3830454" y="632496"/>
                  </a:lnTo>
                  <a:lnTo>
                    <a:pt x="3804239" y="603882"/>
                  </a:lnTo>
                  <a:lnTo>
                    <a:pt x="3776653" y="575746"/>
                  </a:lnTo>
                  <a:lnTo>
                    <a:pt x="3747723" y="548102"/>
                  </a:lnTo>
                  <a:lnTo>
                    <a:pt x="3717473" y="520964"/>
                  </a:lnTo>
                  <a:lnTo>
                    <a:pt x="3685928" y="494347"/>
                  </a:lnTo>
                  <a:lnTo>
                    <a:pt x="3653113" y="468264"/>
                  </a:lnTo>
                  <a:lnTo>
                    <a:pt x="3619053" y="442729"/>
                  </a:lnTo>
                  <a:lnTo>
                    <a:pt x="3583773" y="417758"/>
                  </a:lnTo>
                  <a:lnTo>
                    <a:pt x="3547299" y="393363"/>
                  </a:lnTo>
                  <a:lnTo>
                    <a:pt x="3509655" y="369560"/>
                  </a:lnTo>
                  <a:lnTo>
                    <a:pt x="3470866" y="346361"/>
                  </a:lnTo>
                  <a:lnTo>
                    <a:pt x="3430957" y="323783"/>
                  </a:lnTo>
                  <a:lnTo>
                    <a:pt x="3389954" y="301837"/>
                  </a:lnTo>
                  <a:lnTo>
                    <a:pt x="3347881" y="280540"/>
                  </a:lnTo>
                  <a:lnTo>
                    <a:pt x="3304763" y="259904"/>
                  </a:lnTo>
                  <a:lnTo>
                    <a:pt x="3260625" y="239944"/>
                  </a:lnTo>
                  <a:lnTo>
                    <a:pt x="3215493" y="220675"/>
                  </a:lnTo>
                  <a:lnTo>
                    <a:pt x="3169391" y="202109"/>
                  </a:lnTo>
                  <a:lnTo>
                    <a:pt x="3122345" y="184263"/>
                  </a:lnTo>
                  <a:lnTo>
                    <a:pt x="3074379" y="167148"/>
                  </a:lnTo>
                  <a:lnTo>
                    <a:pt x="3025519" y="150781"/>
                  </a:lnTo>
                  <a:lnTo>
                    <a:pt x="2975789" y="135175"/>
                  </a:lnTo>
                  <a:lnTo>
                    <a:pt x="2925214" y="120343"/>
                  </a:lnTo>
                  <a:lnTo>
                    <a:pt x="2873820" y="106301"/>
                  </a:lnTo>
                  <a:lnTo>
                    <a:pt x="2821632" y="93062"/>
                  </a:lnTo>
                  <a:lnTo>
                    <a:pt x="2768674" y="80641"/>
                  </a:lnTo>
                  <a:lnTo>
                    <a:pt x="2714972" y="69051"/>
                  </a:lnTo>
                  <a:lnTo>
                    <a:pt x="2660550" y="58308"/>
                  </a:lnTo>
                  <a:lnTo>
                    <a:pt x="2605434" y="48424"/>
                  </a:lnTo>
                  <a:lnTo>
                    <a:pt x="2549648" y="39414"/>
                  </a:lnTo>
                  <a:lnTo>
                    <a:pt x="2493218" y="31293"/>
                  </a:lnTo>
                  <a:lnTo>
                    <a:pt x="2436169" y="24074"/>
                  </a:lnTo>
                  <a:lnTo>
                    <a:pt x="2378526" y="17772"/>
                  </a:lnTo>
                  <a:lnTo>
                    <a:pt x="2320313" y="12400"/>
                  </a:lnTo>
                  <a:lnTo>
                    <a:pt x="2261556" y="7974"/>
                  </a:lnTo>
                  <a:lnTo>
                    <a:pt x="2202280" y="4506"/>
                  </a:lnTo>
                  <a:lnTo>
                    <a:pt x="2142509" y="2012"/>
                  </a:lnTo>
                  <a:lnTo>
                    <a:pt x="2082269" y="505"/>
                  </a:lnTo>
                  <a:lnTo>
                    <a:pt x="2021586" y="0"/>
                  </a:lnTo>
                  <a:close/>
                </a:path>
              </a:pathLst>
            </a:custGeom>
            <a:solidFill>
              <a:srgbClr val="464646">
                <a:alpha val="4509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5472684" y="2857500"/>
              <a:ext cx="4043679" cy="2287905"/>
            </a:xfrm>
            <a:custGeom>
              <a:avLst/>
              <a:gdLst/>
              <a:ahLst/>
              <a:cxnLst/>
              <a:rect l="l" t="t" r="r" b="b"/>
              <a:pathLst>
                <a:path w="4043679" h="2287904">
                  <a:moveTo>
                    <a:pt x="0" y="1143762"/>
                  </a:moveTo>
                  <a:lnTo>
                    <a:pt x="3557" y="1075342"/>
                  </a:lnTo>
                  <a:lnTo>
                    <a:pt x="14095" y="1007986"/>
                  </a:lnTo>
                  <a:lnTo>
                    <a:pt x="31414" y="941805"/>
                  </a:lnTo>
                  <a:lnTo>
                    <a:pt x="55314" y="876912"/>
                  </a:lnTo>
                  <a:lnTo>
                    <a:pt x="85594" y="813422"/>
                  </a:lnTo>
                  <a:lnTo>
                    <a:pt x="122055" y="751447"/>
                  </a:lnTo>
                  <a:lnTo>
                    <a:pt x="164496" y="691101"/>
                  </a:lnTo>
                  <a:lnTo>
                    <a:pt x="212717" y="632496"/>
                  </a:lnTo>
                  <a:lnTo>
                    <a:pt x="238932" y="603882"/>
                  </a:lnTo>
                  <a:lnTo>
                    <a:pt x="266518" y="575746"/>
                  </a:lnTo>
                  <a:lnTo>
                    <a:pt x="295448" y="548102"/>
                  </a:lnTo>
                  <a:lnTo>
                    <a:pt x="325698" y="520964"/>
                  </a:lnTo>
                  <a:lnTo>
                    <a:pt x="357243" y="494347"/>
                  </a:lnTo>
                  <a:lnTo>
                    <a:pt x="390058" y="468264"/>
                  </a:lnTo>
                  <a:lnTo>
                    <a:pt x="424118" y="442729"/>
                  </a:lnTo>
                  <a:lnTo>
                    <a:pt x="459398" y="417758"/>
                  </a:lnTo>
                  <a:lnTo>
                    <a:pt x="495872" y="393363"/>
                  </a:lnTo>
                  <a:lnTo>
                    <a:pt x="533516" y="369560"/>
                  </a:lnTo>
                  <a:lnTo>
                    <a:pt x="572305" y="346361"/>
                  </a:lnTo>
                  <a:lnTo>
                    <a:pt x="612214" y="323783"/>
                  </a:lnTo>
                  <a:lnTo>
                    <a:pt x="653217" y="301837"/>
                  </a:lnTo>
                  <a:lnTo>
                    <a:pt x="695290" y="280540"/>
                  </a:lnTo>
                  <a:lnTo>
                    <a:pt x="738408" y="259904"/>
                  </a:lnTo>
                  <a:lnTo>
                    <a:pt x="782546" y="239944"/>
                  </a:lnTo>
                  <a:lnTo>
                    <a:pt x="827678" y="220675"/>
                  </a:lnTo>
                  <a:lnTo>
                    <a:pt x="873780" y="202109"/>
                  </a:lnTo>
                  <a:lnTo>
                    <a:pt x="920826" y="184263"/>
                  </a:lnTo>
                  <a:lnTo>
                    <a:pt x="968792" y="167148"/>
                  </a:lnTo>
                  <a:lnTo>
                    <a:pt x="1017652" y="150781"/>
                  </a:lnTo>
                  <a:lnTo>
                    <a:pt x="1067382" y="135175"/>
                  </a:lnTo>
                  <a:lnTo>
                    <a:pt x="1117957" y="120343"/>
                  </a:lnTo>
                  <a:lnTo>
                    <a:pt x="1169351" y="106301"/>
                  </a:lnTo>
                  <a:lnTo>
                    <a:pt x="1221539" y="93062"/>
                  </a:lnTo>
                  <a:lnTo>
                    <a:pt x="1274497" y="80641"/>
                  </a:lnTo>
                  <a:lnTo>
                    <a:pt x="1328199" y="69051"/>
                  </a:lnTo>
                  <a:lnTo>
                    <a:pt x="1382621" y="58308"/>
                  </a:lnTo>
                  <a:lnTo>
                    <a:pt x="1437737" y="48424"/>
                  </a:lnTo>
                  <a:lnTo>
                    <a:pt x="1493523" y="39414"/>
                  </a:lnTo>
                  <a:lnTo>
                    <a:pt x="1549953" y="31293"/>
                  </a:lnTo>
                  <a:lnTo>
                    <a:pt x="1607002" y="24074"/>
                  </a:lnTo>
                  <a:lnTo>
                    <a:pt x="1664645" y="17772"/>
                  </a:lnTo>
                  <a:lnTo>
                    <a:pt x="1722858" y="12400"/>
                  </a:lnTo>
                  <a:lnTo>
                    <a:pt x="1781615" y="7974"/>
                  </a:lnTo>
                  <a:lnTo>
                    <a:pt x="1840891" y="4506"/>
                  </a:lnTo>
                  <a:lnTo>
                    <a:pt x="1900662" y="2012"/>
                  </a:lnTo>
                  <a:lnTo>
                    <a:pt x="1960902" y="505"/>
                  </a:lnTo>
                  <a:lnTo>
                    <a:pt x="2021586" y="0"/>
                  </a:lnTo>
                  <a:lnTo>
                    <a:pt x="2082269" y="505"/>
                  </a:lnTo>
                  <a:lnTo>
                    <a:pt x="2142509" y="2012"/>
                  </a:lnTo>
                  <a:lnTo>
                    <a:pt x="2202280" y="4506"/>
                  </a:lnTo>
                  <a:lnTo>
                    <a:pt x="2261556" y="7974"/>
                  </a:lnTo>
                  <a:lnTo>
                    <a:pt x="2320313" y="12400"/>
                  </a:lnTo>
                  <a:lnTo>
                    <a:pt x="2378526" y="17772"/>
                  </a:lnTo>
                  <a:lnTo>
                    <a:pt x="2436169" y="24074"/>
                  </a:lnTo>
                  <a:lnTo>
                    <a:pt x="2493218" y="31293"/>
                  </a:lnTo>
                  <a:lnTo>
                    <a:pt x="2549648" y="39414"/>
                  </a:lnTo>
                  <a:lnTo>
                    <a:pt x="2605434" y="48424"/>
                  </a:lnTo>
                  <a:lnTo>
                    <a:pt x="2660550" y="58308"/>
                  </a:lnTo>
                  <a:lnTo>
                    <a:pt x="2714972" y="69051"/>
                  </a:lnTo>
                  <a:lnTo>
                    <a:pt x="2768674" y="80641"/>
                  </a:lnTo>
                  <a:lnTo>
                    <a:pt x="2821632" y="93062"/>
                  </a:lnTo>
                  <a:lnTo>
                    <a:pt x="2873820" y="106301"/>
                  </a:lnTo>
                  <a:lnTo>
                    <a:pt x="2925214" y="120343"/>
                  </a:lnTo>
                  <a:lnTo>
                    <a:pt x="2975789" y="135175"/>
                  </a:lnTo>
                  <a:lnTo>
                    <a:pt x="3025519" y="150781"/>
                  </a:lnTo>
                  <a:lnTo>
                    <a:pt x="3074379" y="167148"/>
                  </a:lnTo>
                  <a:lnTo>
                    <a:pt x="3122345" y="184263"/>
                  </a:lnTo>
                  <a:lnTo>
                    <a:pt x="3169391" y="202109"/>
                  </a:lnTo>
                  <a:lnTo>
                    <a:pt x="3215493" y="220675"/>
                  </a:lnTo>
                  <a:lnTo>
                    <a:pt x="3260625" y="239944"/>
                  </a:lnTo>
                  <a:lnTo>
                    <a:pt x="3304763" y="259904"/>
                  </a:lnTo>
                  <a:lnTo>
                    <a:pt x="3347881" y="280540"/>
                  </a:lnTo>
                  <a:lnTo>
                    <a:pt x="3389954" y="301837"/>
                  </a:lnTo>
                  <a:lnTo>
                    <a:pt x="3430957" y="323783"/>
                  </a:lnTo>
                  <a:lnTo>
                    <a:pt x="3470866" y="346361"/>
                  </a:lnTo>
                  <a:lnTo>
                    <a:pt x="3509655" y="369560"/>
                  </a:lnTo>
                  <a:lnTo>
                    <a:pt x="3547299" y="393363"/>
                  </a:lnTo>
                  <a:lnTo>
                    <a:pt x="3583773" y="417758"/>
                  </a:lnTo>
                  <a:lnTo>
                    <a:pt x="3619053" y="442729"/>
                  </a:lnTo>
                  <a:lnTo>
                    <a:pt x="3653113" y="468264"/>
                  </a:lnTo>
                  <a:lnTo>
                    <a:pt x="3685928" y="494347"/>
                  </a:lnTo>
                  <a:lnTo>
                    <a:pt x="3717473" y="520964"/>
                  </a:lnTo>
                  <a:lnTo>
                    <a:pt x="3747723" y="548102"/>
                  </a:lnTo>
                  <a:lnTo>
                    <a:pt x="3776653" y="575746"/>
                  </a:lnTo>
                  <a:lnTo>
                    <a:pt x="3804239" y="603882"/>
                  </a:lnTo>
                  <a:lnTo>
                    <a:pt x="3830454" y="632496"/>
                  </a:lnTo>
                  <a:lnTo>
                    <a:pt x="3855275" y="661574"/>
                  </a:lnTo>
                  <a:lnTo>
                    <a:pt x="3900631" y="721063"/>
                  </a:lnTo>
                  <a:lnTo>
                    <a:pt x="3940106" y="782238"/>
                  </a:lnTo>
                  <a:lnTo>
                    <a:pt x="3973502" y="844985"/>
                  </a:lnTo>
                  <a:lnTo>
                    <a:pt x="4000617" y="909190"/>
                  </a:lnTo>
                  <a:lnTo>
                    <a:pt x="4021252" y="974741"/>
                  </a:lnTo>
                  <a:lnTo>
                    <a:pt x="4035205" y="1041524"/>
                  </a:lnTo>
                  <a:lnTo>
                    <a:pt x="4042278" y="1109426"/>
                  </a:lnTo>
                  <a:lnTo>
                    <a:pt x="4043172" y="1143762"/>
                  </a:lnTo>
                  <a:lnTo>
                    <a:pt x="4042278" y="1178097"/>
                  </a:lnTo>
                  <a:lnTo>
                    <a:pt x="4035205" y="1245999"/>
                  </a:lnTo>
                  <a:lnTo>
                    <a:pt x="4021252" y="1312782"/>
                  </a:lnTo>
                  <a:lnTo>
                    <a:pt x="4000617" y="1378333"/>
                  </a:lnTo>
                  <a:lnTo>
                    <a:pt x="3973502" y="1442538"/>
                  </a:lnTo>
                  <a:lnTo>
                    <a:pt x="3940106" y="1505285"/>
                  </a:lnTo>
                  <a:lnTo>
                    <a:pt x="3900631" y="1566460"/>
                  </a:lnTo>
                  <a:lnTo>
                    <a:pt x="3855275" y="1625949"/>
                  </a:lnTo>
                  <a:lnTo>
                    <a:pt x="3830454" y="1655027"/>
                  </a:lnTo>
                  <a:lnTo>
                    <a:pt x="3804239" y="1683641"/>
                  </a:lnTo>
                  <a:lnTo>
                    <a:pt x="3776653" y="1711777"/>
                  </a:lnTo>
                  <a:lnTo>
                    <a:pt x="3747723" y="1739421"/>
                  </a:lnTo>
                  <a:lnTo>
                    <a:pt x="3717473" y="1766559"/>
                  </a:lnTo>
                  <a:lnTo>
                    <a:pt x="3685928" y="1793176"/>
                  </a:lnTo>
                  <a:lnTo>
                    <a:pt x="3653113" y="1819259"/>
                  </a:lnTo>
                  <a:lnTo>
                    <a:pt x="3619053" y="1844794"/>
                  </a:lnTo>
                  <a:lnTo>
                    <a:pt x="3583773" y="1869765"/>
                  </a:lnTo>
                  <a:lnTo>
                    <a:pt x="3547299" y="1894160"/>
                  </a:lnTo>
                  <a:lnTo>
                    <a:pt x="3509655" y="1917963"/>
                  </a:lnTo>
                  <a:lnTo>
                    <a:pt x="3470866" y="1941162"/>
                  </a:lnTo>
                  <a:lnTo>
                    <a:pt x="3430957" y="1963740"/>
                  </a:lnTo>
                  <a:lnTo>
                    <a:pt x="3389954" y="1985686"/>
                  </a:lnTo>
                  <a:lnTo>
                    <a:pt x="3347881" y="2006983"/>
                  </a:lnTo>
                  <a:lnTo>
                    <a:pt x="3304763" y="2027619"/>
                  </a:lnTo>
                  <a:lnTo>
                    <a:pt x="3260625" y="2047579"/>
                  </a:lnTo>
                  <a:lnTo>
                    <a:pt x="3215493" y="2066848"/>
                  </a:lnTo>
                  <a:lnTo>
                    <a:pt x="3169391" y="2085414"/>
                  </a:lnTo>
                  <a:lnTo>
                    <a:pt x="3122345" y="2103260"/>
                  </a:lnTo>
                  <a:lnTo>
                    <a:pt x="3074379" y="2120375"/>
                  </a:lnTo>
                  <a:lnTo>
                    <a:pt x="3025519" y="2136742"/>
                  </a:lnTo>
                  <a:lnTo>
                    <a:pt x="2975789" y="2152348"/>
                  </a:lnTo>
                  <a:lnTo>
                    <a:pt x="2925214" y="2167180"/>
                  </a:lnTo>
                  <a:lnTo>
                    <a:pt x="2873820" y="2181222"/>
                  </a:lnTo>
                  <a:lnTo>
                    <a:pt x="2821632" y="2194461"/>
                  </a:lnTo>
                  <a:lnTo>
                    <a:pt x="2768674" y="2206882"/>
                  </a:lnTo>
                  <a:lnTo>
                    <a:pt x="2714972" y="2218472"/>
                  </a:lnTo>
                  <a:lnTo>
                    <a:pt x="2660550" y="2229215"/>
                  </a:lnTo>
                  <a:lnTo>
                    <a:pt x="2605434" y="2239099"/>
                  </a:lnTo>
                  <a:lnTo>
                    <a:pt x="2549648" y="2248109"/>
                  </a:lnTo>
                  <a:lnTo>
                    <a:pt x="2493218" y="2256230"/>
                  </a:lnTo>
                  <a:lnTo>
                    <a:pt x="2436169" y="2263449"/>
                  </a:lnTo>
                  <a:lnTo>
                    <a:pt x="2378526" y="2269751"/>
                  </a:lnTo>
                  <a:lnTo>
                    <a:pt x="2320313" y="2275123"/>
                  </a:lnTo>
                  <a:lnTo>
                    <a:pt x="2261556" y="2279549"/>
                  </a:lnTo>
                  <a:lnTo>
                    <a:pt x="2202280" y="2283017"/>
                  </a:lnTo>
                  <a:lnTo>
                    <a:pt x="2142509" y="2285511"/>
                  </a:lnTo>
                  <a:lnTo>
                    <a:pt x="2082269" y="2287018"/>
                  </a:lnTo>
                  <a:lnTo>
                    <a:pt x="2021586" y="2287524"/>
                  </a:lnTo>
                  <a:lnTo>
                    <a:pt x="1960902" y="2287018"/>
                  </a:lnTo>
                  <a:lnTo>
                    <a:pt x="1900662" y="2285511"/>
                  </a:lnTo>
                  <a:lnTo>
                    <a:pt x="1840891" y="2283017"/>
                  </a:lnTo>
                  <a:lnTo>
                    <a:pt x="1781615" y="2279549"/>
                  </a:lnTo>
                  <a:lnTo>
                    <a:pt x="1722858" y="2275123"/>
                  </a:lnTo>
                  <a:lnTo>
                    <a:pt x="1664645" y="2269751"/>
                  </a:lnTo>
                  <a:lnTo>
                    <a:pt x="1607002" y="2263449"/>
                  </a:lnTo>
                  <a:lnTo>
                    <a:pt x="1549953" y="2256230"/>
                  </a:lnTo>
                  <a:lnTo>
                    <a:pt x="1493523" y="2248109"/>
                  </a:lnTo>
                  <a:lnTo>
                    <a:pt x="1437737" y="2239099"/>
                  </a:lnTo>
                  <a:lnTo>
                    <a:pt x="1382621" y="2229215"/>
                  </a:lnTo>
                  <a:lnTo>
                    <a:pt x="1328199" y="2218472"/>
                  </a:lnTo>
                  <a:lnTo>
                    <a:pt x="1274497" y="2206882"/>
                  </a:lnTo>
                  <a:lnTo>
                    <a:pt x="1221539" y="2194461"/>
                  </a:lnTo>
                  <a:lnTo>
                    <a:pt x="1169351" y="2181222"/>
                  </a:lnTo>
                  <a:lnTo>
                    <a:pt x="1117957" y="2167180"/>
                  </a:lnTo>
                  <a:lnTo>
                    <a:pt x="1067382" y="2152348"/>
                  </a:lnTo>
                  <a:lnTo>
                    <a:pt x="1017652" y="2136742"/>
                  </a:lnTo>
                  <a:lnTo>
                    <a:pt x="968792" y="2120375"/>
                  </a:lnTo>
                  <a:lnTo>
                    <a:pt x="920826" y="2103260"/>
                  </a:lnTo>
                  <a:lnTo>
                    <a:pt x="873780" y="2085414"/>
                  </a:lnTo>
                  <a:lnTo>
                    <a:pt x="827678" y="2066848"/>
                  </a:lnTo>
                  <a:lnTo>
                    <a:pt x="782546" y="2047579"/>
                  </a:lnTo>
                  <a:lnTo>
                    <a:pt x="738408" y="2027619"/>
                  </a:lnTo>
                  <a:lnTo>
                    <a:pt x="695290" y="2006983"/>
                  </a:lnTo>
                  <a:lnTo>
                    <a:pt x="653217" y="1985686"/>
                  </a:lnTo>
                  <a:lnTo>
                    <a:pt x="612214" y="1963740"/>
                  </a:lnTo>
                  <a:lnTo>
                    <a:pt x="572305" y="1941162"/>
                  </a:lnTo>
                  <a:lnTo>
                    <a:pt x="533516" y="1917963"/>
                  </a:lnTo>
                  <a:lnTo>
                    <a:pt x="495872" y="1894160"/>
                  </a:lnTo>
                  <a:lnTo>
                    <a:pt x="459398" y="1869765"/>
                  </a:lnTo>
                  <a:lnTo>
                    <a:pt x="424118" y="1844794"/>
                  </a:lnTo>
                  <a:lnTo>
                    <a:pt x="390058" y="1819259"/>
                  </a:lnTo>
                  <a:lnTo>
                    <a:pt x="357243" y="1793176"/>
                  </a:lnTo>
                  <a:lnTo>
                    <a:pt x="325698" y="1766559"/>
                  </a:lnTo>
                  <a:lnTo>
                    <a:pt x="295448" y="1739421"/>
                  </a:lnTo>
                  <a:lnTo>
                    <a:pt x="266518" y="1711777"/>
                  </a:lnTo>
                  <a:lnTo>
                    <a:pt x="238932" y="1683641"/>
                  </a:lnTo>
                  <a:lnTo>
                    <a:pt x="212717" y="1655027"/>
                  </a:lnTo>
                  <a:lnTo>
                    <a:pt x="187896" y="1625949"/>
                  </a:lnTo>
                  <a:lnTo>
                    <a:pt x="142540" y="1566460"/>
                  </a:lnTo>
                  <a:lnTo>
                    <a:pt x="103065" y="1505285"/>
                  </a:lnTo>
                  <a:lnTo>
                    <a:pt x="69669" y="1442538"/>
                  </a:lnTo>
                  <a:lnTo>
                    <a:pt x="42554" y="1378333"/>
                  </a:lnTo>
                  <a:lnTo>
                    <a:pt x="21919" y="1312782"/>
                  </a:lnTo>
                  <a:lnTo>
                    <a:pt x="7966" y="1245999"/>
                  </a:lnTo>
                  <a:lnTo>
                    <a:pt x="893" y="1178097"/>
                  </a:lnTo>
                  <a:lnTo>
                    <a:pt x="0" y="1143762"/>
                  </a:lnTo>
                  <a:close/>
                </a:path>
              </a:pathLst>
            </a:custGeom>
            <a:ln w="9525">
              <a:solidFill>
                <a:srgbClr val="464646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8287512" y="3779520"/>
              <a:ext cx="1332230" cy="422275"/>
            </a:xfrm>
            <a:custGeom>
              <a:avLst/>
              <a:gdLst/>
              <a:ahLst/>
              <a:cxnLst/>
              <a:rect l="l" t="t" r="r" b="b"/>
              <a:pathLst>
                <a:path w="1332229" h="422275">
                  <a:moveTo>
                    <a:pt x="1120902" y="0"/>
                  </a:moveTo>
                  <a:lnTo>
                    <a:pt x="0" y="0"/>
                  </a:lnTo>
                  <a:lnTo>
                    <a:pt x="211074" y="211073"/>
                  </a:lnTo>
                  <a:lnTo>
                    <a:pt x="0" y="422147"/>
                  </a:lnTo>
                  <a:lnTo>
                    <a:pt x="1120902" y="422147"/>
                  </a:lnTo>
                  <a:lnTo>
                    <a:pt x="1331976" y="211073"/>
                  </a:lnTo>
                  <a:lnTo>
                    <a:pt x="1120902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8730233" y="3891153"/>
            <a:ext cx="3721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0" b="1">
                <a:solidFill>
                  <a:srgbClr val="FFFFFF"/>
                </a:solidFill>
                <a:latin typeface="Arial"/>
                <a:cs typeface="Arial"/>
              </a:rPr>
              <a:t>eMSP</a:t>
            </a:r>
            <a:endParaRPr sz="10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076181" y="3894201"/>
            <a:ext cx="100965" cy="1282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50" spc="-25" b="1">
                <a:solidFill>
                  <a:srgbClr val="FFFFFF"/>
                </a:solidFill>
                <a:latin typeface="Arial"/>
                <a:cs typeface="Arial"/>
              </a:rPr>
              <a:t>1)</a:t>
            </a:r>
            <a:endParaRPr sz="65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367528" y="3037332"/>
            <a:ext cx="1216660" cy="474345"/>
          </a:xfrm>
          <a:custGeom>
            <a:avLst/>
            <a:gdLst/>
            <a:ahLst/>
            <a:cxnLst/>
            <a:rect l="l" t="t" r="r" b="b"/>
            <a:pathLst>
              <a:path w="1216659" h="474345">
                <a:moveTo>
                  <a:pt x="979169" y="0"/>
                </a:moveTo>
                <a:lnTo>
                  <a:pt x="0" y="0"/>
                </a:lnTo>
                <a:lnTo>
                  <a:pt x="236982" y="236982"/>
                </a:lnTo>
                <a:lnTo>
                  <a:pt x="0" y="473964"/>
                </a:lnTo>
                <a:lnTo>
                  <a:pt x="979169" y="473964"/>
                </a:lnTo>
                <a:lnTo>
                  <a:pt x="1216152" y="236982"/>
                </a:lnTo>
                <a:lnTo>
                  <a:pt x="979169" y="0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5688838" y="3106673"/>
            <a:ext cx="574040" cy="31496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33655" marR="5080" indent="-21590">
              <a:lnSpc>
                <a:spcPts val="1080"/>
              </a:lnSpc>
              <a:spcBef>
                <a:spcPts val="229"/>
              </a:spcBef>
            </a:pP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Last</a:t>
            </a:r>
            <a:r>
              <a:rPr dirty="0" sz="10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20" b="1">
                <a:solidFill>
                  <a:srgbClr val="FFFFFF"/>
                </a:solidFill>
                <a:latin typeface="Arial"/>
                <a:cs typeface="Arial"/>
              </a:rPr>
              <a:t>mile </a:t>
            </a:r>
            <a:r>
              <a:rPr dirty="0" sz="1000" spc="-10" b="1">
                <a:solidFill>
                  <a:srgbClr val="FFFFFF"/>
                </a:solidFill>
                <a:latin typeface="Arial"/>
                <a:cs typeface="Arial"/>
              </a:rPr>
              <a:t>services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490204" y="3037332"/>
            <a:ext cx="1216660" cy="474345"/>
          </a:xfrm>
          <a:custGeom>
            <a:avLst/>
            <a:gdLst/>
            <a:ahLst/>
            <a:cxnLst/>
            <a:rect l="l" t="t" r="r" b="b"/>
            <a:pathLst>
              <a:path w="1216659" h="474345">
                <a:moveTo>
                  <a:pt x="979169" y="0"/>
                </a:moveTo>
                <a:lnTo>
                  <a:pt x="0" y="0"/>
                </a:lnTo>
                <a:lnTo>
                  <a:pt x="236982" y="236982"/>
                </a:lnTo>
                <a:lnTo>
                  <a:pt x="0" y="473964"/>
                </a:lnTo>
                <a:lnTo>
                  <a:pt x="979169" y="473964"/>
                </a:lnTo>
                <a:lnTo>
                  <a:pt x="1216152" y="236982"/>
                </a:lnTo>
                <a:lnTo>
                  <a:pt x="979169" y="0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8769857" y="3038093"/>
            <a:ext cx="658495" cy="45212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algn="ctr" marL="12700" marR="5080" indent="-1270">
              <a:lnSpc>
                <a:spcPts val="1080"/>
              </a:lnSpc>
              <a:spcBef>
                <a:spcPts val="229"/>
              </a:spcBef>
            </a:pPr>
            <a:r>
              <a:rPr dirty="0" sz="1000" spc="-10" b="1">
                <a:solidFill>
                  <a:srgbClr val="FFFFFF"/>
                </a:solidFill>
                <a:latin typeface="Arial"/>
                <a:cs typeface="Arial"/>
              </a:rPr>
              <a:t>Location-based commerce</a:t>
            </a:r>
            <a:endParaRPr sz="10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670035" y="4407408"/>
            <a:ext cx="1216660" cy="474345"/>
          </a:xfrm>
          <a:custGeom>
            <a:avLst/>
            <a:gdLst/>
            <a:ahLst/>
            <a:cxnLst/>
            <a:rect l="l" t="t" r="r" b="b"/>
            <a:pathLst>
              <a:path w="1216659" h="474345">
                <a:moveTo>
                  <a:pt x="979169" y="0"/>
                </a:moveTo>
                <a:lnTo>
                  <a:pt x="0" y="0"/>
                </a:lnTo>
                <a:lnTo>
                  <a:pt x="236982" y="236982"/>
                </a:lnTo>
                <a:lnTo>
                  <a:pt x="0" y="473964"/>
                </a:lnTo>
                <a:lnTo>
                  <a:pt x="979169" y="473964"/>
                </a:lnTo>
                <a:lnTo>
                  <a:pt x="1216152" y="236982"/>
                </a:lnTo>
                <a:lnTo>
                  <a:pt x="979169" y="0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8910066" y="4476750"/>
            <a:ext cx="737235" cy="31496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16205" marR="5080" indent="-104139">
              <a:lnSpc>
                <a:spcPts val="1080"/>
              </a:lnSpc>
              <a:spcBef>
                <a:spcPts val="229"/>
              </a:spcBef>
            </a:pP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Fleet</a:t>
            </a:r>
            <a:r>
              <a:rPr dirty="0" sz="10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FFFFFF"/>
                </a:solidFill>
                <a:latin typeface="Arial"/>
                <a:cs typeface="Arial"/>
              </a:rPr>
              <a:t>mgmt. services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059679" y="4407408"/>
            <a:ext cx="1294130" cy="474345"/>
          </a:xfrm>
          <a:custGeom>
            <a:avLst/>
            <a:gdLst/>
            <a:ahLst/>
            <a:cxnLst/>
            <a:rect l="l" t="t" r="r" b="b"/>
            <a:pathLst>
              <a:path w="1294129" h="474345">
                <a:moveTo>
                  <a:pt x="1056894" y="0"/>
                </a:moveTo>
                <a:lnTo>
                  <a:pt x="0" y="0"/>
                </a:lnTo>
                <a:lnTo>
                  <a:pt x="236982" y="236982"/>
                </a:lnTo>
                <a:lnTo>
                  <a:pt x="0" y="473964"/>
                </a:lnTo>
                <a:lnTo>
                  <a:pt x="1056894" y="473964"/>
                </a:lnTo>
                <a:lnTo>
                  <a:pt x="1293876" y="236982"/>
                </a:lnTo>
                <a:lnTo>
                  <a:pt x="1056894" y="0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5294757" y="4476750"/>
            <a:ext cx="862330" cy="31496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 marR="5080" indent="135255">
              <a:lnSpc>
                <a:spcPts val="1080"/>
              </a:lnSpc>
              <a:spcBef>
                <a:spcPts val="229"/>
              </a:spcBef>
            </a:pPr>
            <a:r>
              <a:rPr dirty="0" sz="1000" spc="-10" b="1">
                <a:solidFill>
                  <a:srgbClr val="FFFFFF"/>
                </a:solidFill>
                <a:latin typeface="Arial"/>
                <a:cs typeface="Arial"/>
              </a:rPr>
              <a:t>Onboard entertainment</a:t>
            </a:r>
            <a:endParaRPr sz="10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545835" y="3779520"/>
            <a:ext cx="1332230" cy="422275"/>
          </a:xfrm>
          <a:custGeom>
            <a:avLst/>
            <a:gdLst/>
            <a:ahLst/>
            <a:cxnLst/>
            <a:rect l="l" t="t" r="r" b="b"/>
            <a:pathLst>
              <a:path w="1332229" h="422275">
                <a:moveTo>
                  <a:pt x="1120902" y="0"/>
                </a:moveTo>
                <a:lnTo>
                  <a:pt x="0" y="0"/>
                </a:lnTo>
                <a:lnTo>
                  <a:pt x="211074" y="211073"/>
                </a:lnTo>
                <a:lnTo>
                  <a:pt x="0" y="422147"/>
                </a:lnTo>
                <a:lnTo>
                  <a:pt x="1120902" y="422147"/>
                </a:lnTo>
                <a:lnTo>
                  <a:pt x="1331976" y="211073"/>
                </a:lnTo>
                <a:lnTo>
                  <a:pt x="1120902" y="0"/>
                </a:lnTo>
                <a:close/>
              </a:path>
            </a:pathLst>
          </a:custGeom>
          <a:solidFill>
            <a:srgbClr val="DB52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5808726" y="3822572"/>
            <a:ext cx="806450" cy="31496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14300" marR="5080" indent="-102235">
              <a:lnSpc>
                <a:spcPts val="1080"/>
              </a:lnSpc>
              <a:spcBef>
                <a:spcPts val="229"/>
              </a:spcBef>
            </a:pP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Charge</a:t>
            </a:r>
            <a:r>
              <a:rPr dirty="0" sz="10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FFFFFF"/>
                </a:solidFill>
                <a:latin typeface="Arial"/>
                <a:cs typeface="Arial"/>
              </a:rPr>
              <a:t>point operation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98576" y="3779520"/>
            <a:ext cx="1332230" cy="422275"/>
          </a:xfrm>
          <a:custGeom>
            <a:avLst/>
            <a:gdLst/>
            <a:ahLst/>
            <a:cxnLst/>
            <a:rect l="l" t="t" r="r" b="b"/>
            <a:pathLst>
              <a:path w="1332230" h="422275">
                <a:moveTo>
                  <a:pt x="1120902" y="0"/>
                </a:moveTo>
                <a:lnTo>
                  <a:pt x="0" y="0"/>
                </a:lnTo>
                <a:lnTo>
                  <a:pt x="0" y="422147"/>
                </a:lnTo>
                <a:lnTo>
                  <a:pt x="1120902" y="422147"/>
                </a:lnTo>
                <a:lnTo>
                  <a:pt x="1331976" y="211073"/>
                </a:lnTo>
                <a:lnTo>
                  <a:pt x="1120902" y="0"/>
                </a:lnTo>
                <a:close/>
              </a:path>
            </a:pathLst>
          </a:custGeom>
          <a:solidFill>
            <a:srgbClr val="DB52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1017524" y="3822572"/>
            <a:ext cx="786130" cy="31496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 marR="5080" indent="167640">
              <a:lnSpc>
                <a:spcPts val="1080"/>
              </a:lnSpc>
              <a:spcBef>
                <a:spcPts val="229"/>
              </a:spcBef>
            </a:pPr>
            <a:r>
              <a:rPr dirty="0" sz="1000" spc="-10" b="1">
                <a:solidFill>
                  <a:srgbClr val="FFFFFF"/>
                </a:solidFill>
                <a:latin typeface="Arial"/>
                <a:cs typeface="Arial"/>
              </a:rPr>
              <a:t>Energy provisioning</a:t>
            </a:r>
            <a:endParaRPr sz="10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984248" y="3779520"/>
            <a:ext cx="1332230" cy="422275"/>
          </a:xfrm>
          <a:custGeom>
            <a:avLst/>
            <a:gdLst/>
            <a:ahLst/>
            <a:cxnLst/>
            <a:rect l="l" t="t" r="r" b="b"/>
            <a:pathLst>
              <a:path w="1332229" h="422275">
                <a:moveTo>
                  <a:pt x="1120902" y="0"/>
                </a:moveTo>
                <a:lnTo>
                  <a:pt x="0" y="0"/>
                </a:lnTo>
                <a:lnTo>
                  <a:pt x="211074" y="211073"/>
                </a:lnTo>
                <a:lnTo>
                  <a:pt x="0" y="422147"/>
                </a:lnTo>
                <a:lnTo>
                  <a:pt x="1120902" y="422147"/>
                </a:lnTo>
                <a:lnTo>
                  <a:pt x="1331976" y="211073"/>
                </a:lnTo>
                <a:lnTo>
                  <a:pt x="1120902" y="0"/>
                </a:lnTo>
                <a:close/>
              </a:path>
            </a:pathLst>
          </a:custGeom>
          <a:solidFill>
            <a:srgbClr val="DB52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2212594" y="3822572"/>
            <a:ext cx="875030" cy="31496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0650" marR="5080" indent="-108585">
              <a:lnSpc>
                <a:spcPts val="1080"/>
              </a:lnSpc>
              <a:spcBef>
                <a:spcPts val="229"/>
              </a:spcBef>
            </a:pP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Site</a:t>
            </a:r>
            <a:r>
              <a:rPr dirty="0" sz="10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0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FFFFFF"/>
                </a:solidFill>
                <a:latin typeface="Arial"/>
                <a:cs typeface="Arial"/>
              </a:rPr>
              <a:t>asset ownership</a:t>
            </a:r>
            <a:endParaRPr sz="100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3171444" y="3779520"/>
            <a:ext cx="1332230" cy="422275"/>
          </a:xfrm>
          <a:custGeom>
            <a:avLst/>
            <a:gdLst/>
            <a:ahLst/>
            <a:cxnLst/>
            <a:rect l="l" t="t" r="r" b="b"/>
            <a:pathLst>
              <a:path w="1332229" h="422275">
                <a:moveTo>
                  <a:pt x="1120902" y="0"/>
                </a:moveTo>
                <a:lnTo>
                  <a:pt x="0" y="0"/>
                </a:lnTo>
                <a:lnTo>
                  <a:pt x="211074" y="211073"/>
                </a:lnTo>
                <a:lnTo>
                  <a:pt x="0" y="422147"/>
                </a:lnTo>
                <a:lnTo>
                  <a:pt x="1120902" y="422147"/>
                </a:lnTo>
                <a:lnTo>
                  <a:pt x="1331976" y="211073"/>
                </a:lnTo>
                <a:lnTo>
                  <a:pt x="1120902" y="0"/>
                </a:lnTo>
                <a:close/>
              </a:path>
            </a:pathLst>
          </a:custGeom>
          <a:solidFill>
            <a:srgbClr val="DB52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3384296" y="3753992"/>
            <a:ext cx="904875" cy="45212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algn="ctr" marL="12065" marR="5080" indent="1905">
              <a:lnSpc>
                <a:spcPts val="1080"/>
              </a:lnSpc>
              <a:spcBef>
                <a:spcPts val="229"/>
              </a:spcBef>
            </a:pPr>
            <a:r>
              <a:rPr dirty="0" sz="1000" spc="-10" b="1">
                <a:solidFill>
                  <a:srgbClr val="FFFFFF"/>
                </a:solidFill>
                <a:latin typeface="Arial"/>
                <a:cs typeface="Arial"/>
              </a:rPr>
              <a:t>Charging equipment manufacturing</a:t>
            </a:r>
            <a:endParaRPr sz="10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9477756" y="3779520"/>
            <a:ext cx="1332230" cy="422275"/>
          </a:xfrm>
          <a:custGeom>
            <a:avLst/>
            <a:gdLst/>
            <a:ahLst/>
            <a:cxnLst/>
            <a:rect l="l" t="t" r="r" b="b"/>
            <a:pathLst>
              <a:path w="1332229" h="422275">
                <a:moveTo>
                  <a:pt x="1120902" y="0"/>
                </a:moveTo>
                <a:lnTo>
                  <a:pt x="0" y="0"/>
                </a:lnTo>
                <a:lnTo>
                  <a:pt x="211074" y="211073"/>
                </a:lnTo>
                <a:lnTo>
                  <a:pt x="0" y="422147"/>
                </a:lnTo>
                <a:lnTo>
                  <a:pt x="1120902" y="422147"/>
                </a:lnTo>
                <a:lnTo>
                  <a:pt x="1331976" y="211073"/>
                </a:lnTo>
                <a:lnTo>
                  <a:pt x="1120902" y="0"/>
                </a:lnTo>
                <a:close/>
              </a:path>
            </a:pathLst>
          </a:custGeom>
          <a:solidFill>
            <a:srgbClr val="DB52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9683877" y="3822572"/>
            <a:ext cx="922655" cy="31496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32715" marR="5080" indent="-120650">
              <a:lnSpc>
                <a:spcPts val="1080"/>
              </a:lnSpc>
              <a:spcBef>
                <a:spcPts val="229"/>
              </a:spcBef>
            </a:pP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Energy</a:t>
            </a:r>
            <a:r>
              <a:rPr dirty="0" sz="10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FFFFFF"/>
                </a:solidFill>
                <a:latin typeface="Arial"/>
                <a:cs typeface="Arial"/>
              </a:rPr>
              <a:t>system integration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6750177" y="3770757"/>
            <a:ext cx="1645285" cy="548005"/>
            <a:chOff x="6750177" y="3770757"/>
            <a:chExt cx="1645285" cy="548005"/>
          </a:xfrm>
        </p:grpSpPr>
        <p:sp>
          <p:nvSpPr>
            <p:cNvPr id="46" name="object 46"/>
            <p:cNvSpPr/>
            <p:nvPr/>
          </p:nvSpPr>
          <p:spPr>
            <a:xfrm>
              <a:off x="6759702" y="3780282"/>
              <a:ext cx="1626235" cy="528955"/>
            </a:xfrm>
            <a:custGeom>
              <a:avLst/>
              <a:gdLst/>
              <a:ahLst/>
              <a:cxnLst/>
              <a:rect l="l" t="t" r="r" b="b"/>
              <a:pathLst>
                <a:path w="1626234" h="528954">
                  <a:moveTo>
                    <a:pt x="1432814" y="0"/>
                  </a:moveTo>
                  <a:lnTo>
                    <a:pt x="0" y="0"/>
                  </a:lnTo>
                  <a:lnTo>
                    <a:pt x="193294" y="210820"/>
                  </a:lnTo>
                  <a:lnTo>
                    <a:pt x="0" y="421767"/>
                  </a:lnTo>
                  <a:lnTo>
                    <a:pt x="140970" y="421767"/>
                  </a:lnTo>
                  <a:lnTo>
                    <a:pt x="140208" y="424561"/>
                  </a:lnTo>
                  <a:lnTo>
                    <a:pt x="736219" y="528828"/>
                  </a:lnTo>
                  <a:lnTo>
                    <a:pt x="1332230" y="424561"/>
                  </a:lnTo>
                  <a:lnTo>
                    <a:pt x="1331976" y="421767"/>
                  </a:lnTo>
                  <a:lnTo>
                    <a:pt x="1432814" y="421767"/>
                  </a:lnTo>
                  <a:lnTo>
                    <a:pt x="1626108" y="210820"/>
                  </a:lnTo>
                  <a:lnTo>
                    <a:pt x="1432814" y="0"/>
                  </a:lnTo>
                  <a:close/>
                </a:path>
              </a:pathLst>
            </a:custGeom>
            <a:solidFill>
              <a:srgbClr val="F0B9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6759702" y="3780282"/>
              <a:ext cx="1626235" cy="528955"/>
            </a:xfrm>
            <a:custGeom>
              <a:avLst/>
              <a:gdLst/>
              <a:ahLst/>
              <a:cxnLst/>
              <a:rect l="l" t="t" r="r" b="b"/>
              <a:pathLst>
                <a:path w="1626234" h="528954">
                  <a:moveTo>
                    <a:pt x="0" y="0"/>
                  </a:moveTo>
                  <a:lnTo>
                    <a:pt x="1432814" y="0"/>
                  </a:lnTo>
                  <a:lnTo>
                    <a:pt x="1626108" y="210820"/>
                  </a:lnTo>
                  <a:lnTo>
                    <a:pt x="1432814" y="421767"/>
                  </a:lnTo>
                  <a:lnTo>
                    <a:pt x="1331976" y="421767"/>
                  </a:lnTo>
                  <a:lnTo>
                    <a:pt x="1332230" y="424561"/>
                  </a:lnTo>
                  <a:lnTo>
                    <a:pt x="736219" y="528828"/>
                  </a:lnTo>
                  <a:lnTo>
                    <a:pt x="140208" y="424561"/>
                  </a:lnTo>
                  <a:lnTo>
                    <a:pt x="140970" y="421767"/>
                  </a:lnTo>
                  <a:lnTo>
                    <a:pt x="0" y="421767"/>
                  </a:lnTo>
                  <a:lnTo>
                    <a:pt x="193294" y="21082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A21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/>
          <p:cNvSpPr txBox="1"/>
          <p:nvPr/>
        </p:nvSpPr>
        <p:spPr>
          <a:xfrm>
            <a:off x="7156195" y="3820795"/>
            <a:ext cx="835025" cy="31496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0650" marR="5080" indent="-108585">
              <a:lnSpc>
                <a:spcPts val="1080"/>
              </a:lnSpc>
              <a:spcBef>
                <a:spcPts val="229"/>
              </a:spcBef>
            </a:pPr>
            <a:r>
              <a:rPr dirty="0" sz="1000" spc="-10" b="1">
                <a:latin typeface="Arial"/>
                <a:cs typeface="Arial"/>
              </a:rPr>
              <a:t>Bi-directional Charging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6696456" y="4186428"/>
            <a:ext cx="1603375" cy="685800"/>
            <a:chOff x="6696456" y="4186428"/>
            <a:chExt cx="1603375" cy="685800"/>
          </a:xfrm>
        </p:grpSpPr>
        <p:sp>
          <p:nvSpPr>
            <p:cNvPr id="50" name="object 50"/>
            <p:cNvSpPr/>
            <p:nvPr/>
          </p:nvSpPr>
          <p:spPr>
            <a:xfrm>
              <a:off x="6905244" y="4186428"/>
              <a:ext cx="1191895" cy="116205"/>
            </a:xfrm>
            <a:custGeom>
              <a:avLst/>
              <a:gdLst/>
              <a:ahLst/>
              <a:cxnLst/>
              <a:rect l="l" t="t" r="r" b="b"/>
              <a:pathLst>
                <a:path w="1191895" h="116204">
                  <a:moveTo>
                    <a:pt x="1190497" y="0"/>
                  </a:moveTo>
                  <a:lnTo>
                    <a:pt x="3555" y="0"/>
                  </a:lnTo>
                  <a:lnTo>
                    <a:pt x="0" y="11684"/>
                  </a:lnTo>
                  <a:lnTo>
                    <a:pt x="595883" y="115823"/>
                  </a:lnTo>
                  <a:lnTo>
                    <a:pt x="1191767" y="11684"/>
                  </a:lnTo>
                  <a:lnTo>
                    <a:pt x="1190497" y="0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6696456" y="4259580"/>
              <a:ext cx="1603375" cy="612775"/>
            </a:xfrm>
            <a:custGeom>
              <a:avLst/>
              <a:gdLst/>
              <a:ahLst/>
              <a:cxnLst/>
              <a:rect l="l" t="t" r="r" b="b"/>
              <a:pathLst>
                <a:path w="1603375" h="612775">
                  <a:moveTo>
                    <a:pt x="1603248" y="0"/>
                  </a:moveTo>
                  <a:lnTo>
                    <a:pt x="801624" y="134366"/>
                  </a:lnTo>
                  <a:lnTo>
                    <a:pt x="0" y="0"/>
                  </a:lnTo>
                  <a:lnTo>
                    <a:pt x="0" y="478282"/>
                  </a:lnTo>
                  <a:lnTo>
                    <a:pt x="801624" y="612648"/>
                  </a:lnTo>
                  <a:lnTo>
                    <a:pt x="1603248" y="478282"/>
                  </a:lnTo>
                  <a:lnTo>
                    <a:pt x="1603248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/>
          <p:cNvSpPr txBox="1"/>
          <p:nvPr/>
        </p:nvSpPr>
        <p:spPr>
          <a:xfrm>
            <a:off x="7176643" y="4416374"/>
            <a:ext cx="60960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60960">
              <a:lnSpc>
                <a:spcPts val="1140"/>
              </a:lnSpc>
              <a:spcBef>
                <a:spcPts val="95"/>
              </a:spcBef>
            </a:pPr>
            <a:r>
              <a:rPr dirty="0" sz="1000" spc="-10" b="1">
                <a:solidFill>
                  <a:srgbClr val="FFFFFF"/>
                </a:solidFill>
                <a:latin typeface="Arial"/>
                <a:cs typeface="Arial"/>
              </a:rPr>
              <a:t>Battery</a:t>
            </a:r>
            <a:endParaRPr sz="1000">
              <a:latin typeface="Arial"/>
              <a:cs typeface="Arial"/>
            </a:endParaRPr>
          </a:p>
          <a:p>
            <a:pPr algn="r" marR="5080">
              <a:lnSpc>
                <a:spcPts val="1140"/>
              </a:lnSpc>
            </a:pPr>
            <a:r>
              <a:rPr dirty="0" sz="1000" spc="-10" b="1">
                <a:solidFill>
                  <a:srgbClr val="FFFFFF"/>
                </a:solidFill>
                <a:latin typeface="Arial"/>
                <a:cs typeface="Arial"/>
              </a:rPr>
              <a:t>exchange</a:t>
            </a:r>
            <a:endParaRPr sz="1000">
              <a:latin typeface="Arial"/>
              <a:cs typeface="Arial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6696456" y="3110483"/>
            <a:ext cx="1603375" cy="614680"/>
          </a:xfrm>
          <a:custGeom>
            <a:avLst/>
            <a:gdLst/>
            <a:ahLst/>
            <a:cxnLst/>
            <a:rect l="l" t="t" r="r" b="b"/>
            <a:pathLst>
              <a:path w="1603375" h="614679">
                <a:moveTo>
                  <a:pt x="1603248" y="0"/>
                </a:moveTo>
                <a:lnTo>
                  <a:pt x="801624" y="134747"/>
                </a:lnTo>
                <a:lnTo>
                  <a:pt x="0" y="0"/>
                </a:lnTo>
                <a:lnTo>
                  <a:pt x="0" y="479425"/>
                </a:lnTo>
                <a:lnTo>
                  <a:pt x="801624" y="614172"/>
                </a:lnTo>
                <a:lnTo>
                  <a:pt x="1603248" y="479425"/>
                </a:lnTo>
                <a:lnTo>
                  <a:pt x="1603248" y="0"/>
                </a:lnTo>
                <a:close/>
              </a:path>
            </a:pathLst>
          </a:custGeom>
          <a:solidFill>
            <a:srgbClr val="A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6933945" y="3336798"/>
            <a:ext cx="10941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solidFill>
                  <a:srgbClr val="FFFFFF"/>
                </a:solidFill>
                <a:latin typeface="Arial"/>
                <a:cs typeface="Arial"/>
              </a:rPr>
              <a:t>Car/battery</a:t>
            </a:r>
            <a:r>
              <a:rPr dirty="0" sz="1000" spc="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FFFFFF"/>
                </a:solidFill>
                <a:latin typeface="Arial"/>
                <a:cs typeface="Arial"/>
              </a:rPr>
              <a:t>usage</a:t>
            </a:r>
            <a:endParaRPr sz="1000">
              <a:latin typeface="Arial"/>
              <a:cs typeface="Arial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6696456" y="1985772"/>
            <a:ext cx="1603375" cy="612775"/>
          </a:xfrm>
          <a:custGeom>
            <a:avLst/>
            <a:gdLst/>
            <a:ahLst/>
            <a:cxnLst/>
            <a:rect l="l" t="t" r="r" b="b"/>
            <a:pathLst>
              <a:path w="1603375" h="612775">
                <a:moveTo>
                  <a:pt x="1603248" y="0"/>
                </a:moveTo>
                <a:lnTo>
                  <a:pt x="801624" y="134366"/>
                </a:lnTo>
                <a:lnTo>
                  <a:pt x="0" y="0"/>
                </a:lnTo>
                <a:lnTo>
                  <a:pt x="0" y="478281"/>
                </a:lnTo>
                <a:lnTo>
                  <a:pt x="801624" y="612648"/>
                </a:lnTo>
                <a:lnTo>
                  <a:pt x="1603248" y="478281"/>
                </a:lnTo>
                <a:lnTo>
                  <a:pt x="1603248" y="0"/>
                </a:lnTo>
                <a:close/>
              </a:path>
            </a:pathLst>
          </a:custGeom>
          <a:solidFill>
            <a:srgbClr val="A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/>
          <p:nvPr/>
        </p:nvSpPr>
        <p:spPr>
          <a:xfrm>
            <a:off x="7153402" y="2142236"/>
            <a:ext cx="687705" cy="31496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 marR="5080" indent="114300">
              <a:lnSpc>
                <a:spcPts val="1080"/>
              </a:lnSpc>
              <a:spcBef>
                <a:spcPts val="229"/>
              </a:spcBef>
            </a:pPr>
            <a:r>
              <a:rPr dirty="0" sz="1000" spc="-10" b="1">
                <a:solidFill>
                  <a:srgbClr val="FFFFFF"/>
                </a:solidFill>
                <a:latin typeface="Arial"/>
                <a:cs typeface="Arial"/>
              </a:rPr>
              <a:t>Battery production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6696456" y="2548127"/>
            <a:ext cx="1603375" cy="612775"/>
          </a:xfrm>
          <a:custGeom>
            <a:avLst/>
            <a:gdLst/>
            <a:ahLst/>
            <a:cxnLst/>
            <a:rect l="l" t="t" r="r" b="b"/>
            <a:pathLst>
              <a:path w="1603375" h="612775">
                <a:moveTo>
                  <a:pt x="1603248" y="0"/>
                </a:moveTo>
                <a:lnTo>
                  <a:pt x="801624" y="134366"/>
                </a:lnTo>
                <a:lnTo>
                  <a:pt x="0" y="0"/>
                </a:lnTo>
                <a:lnTo>
                  <a:pt x="0" y="478281"/>
                </a:lnTo>
                <a:lnTo>
                  <a:pt x="801624" y="612648"/>
                </a:lnTo>
                <a:lnTo>
                  <a:pt x="1603248" y="478281"/>
                </a:lnTo>
                <a:lnTo>
                  <a:pt x="1603248" y="0"/>
                </a:lnTo>
                <a:close/>
              </a:path>
            </a:pathLst>
          </a:custGeom>
          <a:solidFill>
            <a:srgbClr val="A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7068057" y="2705226"/>
            <a:ext cx="826135" cy="31496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 marR="5080" indent="125095">
              <a:lnSpc>
                <a:spcPts val="1080"/>
              </a:lnSpc>
              <a:spcBef>
                <a:spcPts val="229"/>
              </a:spcBef>
            </a:pP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Battery</a:t>
            </a:r>
            <a:r>
              <a:rPr dirty="0" sz="10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25" b="1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car</a:t>
            </a:r>
            <a:r>
              <a:rPr dirty="0" sz="10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FFFFFF"/>
                </a:solidFill>
                <a:latin typeface="Arial"/>
                <a:cs typeface="Arial"/>
              </a:rPr>
              <a:t>assembly</a:t>
            </a:r>
            <a:endParaRPr sz="1000">
              <a:latin typeface="Arial"/>
              <a:cs typeface="Arial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6687311" y="5460491"/>
            <a:ext cx="1623060" cy="489584"/>
          </a:xfrm>
          <a:custGeom>
            <a:avLst/>
            <a:gdLst/>
            <a:ahLst/>
            <a:cxnLst/>
            <a:rect l="l" t="t" r="r" b="b"/>
            <a:pathLst>
              <a:path w="1623059" h="489585">
                <a:moveTo>
                  <a:pt x="1623060" y="0"/>
                </a:moveTo>
                <a:lnTo>
                  <a:pt x="1247013" y="0"/>
                </a:lnTo>
                <a:lnTo>
                  <a:pt x="811530" y="70739"/>
                </a:lnTo>
                <a:lnTo>
                  <a:pt x="376047" y="0"/>
                </a:lnTo>
                <a:lnTo>
                  <a:pt x="0" y="0"/>
                </a:lnTo>
                <a:lnTo>
                  <a:pt x="0" y="489204"/>
                </a:lnTo>
                <a:lnTo>
                  <a:pt x="1623060" y="489204"/>
                </a:lnTo>
                <a:lnTo>
                  <a:pt x="1623060" y="0"/>
                </a:lnTo>
                <a:close/>
              </a:path>
            </a:pathLst>
          </a:custGeom>
          <a:solidFill>
            <a:srgbClr val="A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7210170" y="5551423"/>
            <a:ext cx="578485" cy="32702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 marR="5080" indent="59055">
              <a:lnSpc>
                <a:spcPts val="1180"/>
              </a:lnSpc>
              <a:spcBef>
                <a:spcPts val="150"/>
              </a:spcBef>
            </a:pPr>
            <a:r>
              <a:rPr dirty="0" sz="1000" spc="-10" b="1">
                <a:solidFill>
                  <a:srgbClr val="FFFFFF"/>
                </a:solidFill>
                <a:latin typeface="Arial"/>
                <a:cs typeface="Arial"/>
              </a:rPr>
              <a:t>Battery recycling</a:t>
            </a:r>
            <a:endParaRPr sz="1000">
              <a:latin typeface="Arial"/>
              <a:cs typeface="Arial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6696456" y="4821935"/>
            <a:ext cx="1603375" cy="612775"/>
          </a:xfrm>
          <a:custGeom>
            <a:avLst/>
            <a:gdLst/>
            <a:ahLst/>
            <a:cxnLst/>
            <a:rect l="l" t="t" r="r" b="b"/>
            <a:pathLst>
              <a:path w="1603375" h="612775">
                <a:moveTo>
                  <a:pt x="1603248" y="0"/>
                </a:moveTo>
                <a:lnTo>
                  <a:pt x="801624" y="134366"/>
                </a:lnTo>
                <a:lnTo>
                  <a:pt x="0" y="0"/>
                </a:lnTo>
                <a:lnTo>
                  <a:pt x="0" y="478281"/>
                </a:lnTo>
                <a:lnTo>
                  <a:pt x="801624" y="612648"/>
                </a:lnTo>
                <a:lnTo>
                  <a:pt x="1603248" y="478281"/>
                </a:lnTo>
                <a:lnTo>
                  <a:pt x="1603248" y="0"/>
                </a:lnTo>
                <a:close/>
              </a:path>
            </a:pathLst>
          </a:custGeom>
          <a:solidFill>
            <a:srgbClr val="A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7138161" y="4961635"/>
            <a:ext cx="686435" cy="31496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 marR="5080" indent="129539">
              <a:lnSpc>
                <a:spcPts val="1080"/>
              </a:lnSpc>
              <a:spcBef>
                <a:spcPts val="229"/>
              </a:spcBef>
            </a:pPr>
            <a:r>
              <a:rPr dirty="0" sz="1000" spc="-10" b="1">
                <a:solidFill>
                  <a:srgbClr val="FFFFFF"/>
                </a:solidFill>
                <a:latin typeface="Arial"/>
                <a:cs typeface="Arial"/>
              </a:rPr>
              <a:t>Battery </a:t>
            </a: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second</a:t>
            </a:r>
            <a:r>
              <a:rPr dirty="0" sz="10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20" b="1">
                <a:solidFill>
                  <a:srgbClr val="FFFFFF"/>
                </a:solidFill>
                <a:latin typeface="Arial"/>
                <a:cs typeface="Arial"/>
              </a:rPr>
              <a:t>life</a:t>
            </a:r>
            <a:endParaRPr sz="1000">
              <a:latin typeface="Arial"/>
              <a:cs typeface="Arial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4358640" y="3779520"/>
            <a:ext cx="1332230" cy="422275"/>
          </a:xfrm>
          <a:custGeom>
            <a:avLst/>
            <a:gdLst/>
            <a:ahLst/>
            <a:cxnLst/>
            <a:rect l="l" t="t" r="r" b="b"/>
            <a:pathLst>
              <a:path w="1332229" h="422275">
                <a:moveTo>
                  <a:pt x="1120902" y="0"/>
                </a:moveTo>
                <a:lnTo>
                  <a:pt x="0" y="0"/>
                </a:lnTo>
                <a:lnTo>
                  <a:pt x="211074" y="211073"/>
                </a:lnTo>
                <a:lnTo>
                  <a:pt x="0" y="422147"/>
                </a:lnTo>
                <a:lnTo>
                  <a:pt x="1120902" y="422147"/>
                </a:lnTo>
                <a:lnTo>
                  <a:pt x="1331976" y="211073"/>
                </a:lnTo>
                <a:lnTo>
                  <a:pt x="1120902" y="0"/>
                </a:lnTo>
                <a:close/>
              </a:path>
            </a:pathLst>
          </a:custGeom>
          <a:solidFill>
            <a:srgbClr val="DB52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4624832" y="3753992"/>
            <a:ext cx="800100" cy="45212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algn="ctr" marL="12700" marR="5080" indent="635">
              <a:lnSpc>
                <a:spcPts val="1080"/>
              </a:lnSpc>
              <a:spcBef>
                <a:spcPts val="229"/>
              </a:spcBef>
            </a:pPr>
            <a:r>
              <a:rPr dirty="0" sz="1000" spc="-10" b="1">
                <a:solidFill>
                  <a:srgbClr val="FFFFFF"/>
                </a:solidFill>
                <a:latin typeface="Arial"/>
                <a:cs typeface="Arial"/>
              </a:rPr>
              <a:t>Installation </a:t>
            </a:r>
            <a:r>
              <a:rPr dirty="0" sz="1000" spc="-25" b="1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dirty="0" sz="1000" spc="-10" b="1">
                <a:solidFill>
                  <a:srgbClr val="FFFFFF"/>
                </a:solidFill>
                <a:latin typeface="Arial"/>
                <a:cs typeface="Arial"/>
              </a:rPr>
              <a:t>maintenance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6341160"/>
            <a:ext cx="1062355" cy="3003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300"/>
              </a:lnSpc>
              <a:spcBef>
                <a:spcPts val="95"/>
              </a:spcBef>
            </a:pPr>
            <a:r>
              <a:rPr dirty="0" sz="750">
                <a:latin typeface="Arial"/>
                <a:cs typeface="Arial"/>
              </a:rPr>
              <a:t>Digital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Auto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Report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-20">
                <a:latin typeface="Arial"/>
                <a:cs typeface="Arial"/>
              </a:rPr>
              <a:t>2023</a:t>
            </a:r>
            <a:r>
              <a:rPr dirty="0" sz="750" spc="-10">
                <a:latin typeface="Arial"/>
                <a:cs typeface="Arial"/>
              </a:rPr>
              <a:t> Strategy&amp;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38912" y="2246376"/>
            <a:ext cx="11317605" cy="3586479"/>
            <a:chOff x="438912" y="2246376"/>
            <a:chExt cx="11317605" cy="3586479"/>
          </a:xfrm>
        </p:grpSpPr>
        <p:sp>
          <p:nvSpPr>
            <p:cNvPr id="4" name="object 4"/>
            <p:cNvSpPr/>
            <p:nvPr/>
          </p:nvSpPr>
          <p:spPr>
            <a:xfrm>
              <a:off x="5559552" y="2246376"/>
              <a:ext cx="975360" cy="3586479"/>
            </a:xfrm>
            <a:custGeom>
              <a:avLst/>
              <a:gdLst/>
              <a:ahLst/>
              <a:cxnLst/>
              <a:rect l="l" t="t" r="r" b="b"/>
              <a:pathLst>
                <a:path w="975359" h="3586479">
                  <a:moveTo>
                    <a:pt x="975360" y="0"/>
                  </a:moveTo>
                  <a:lnTo>
                    <a:pt x="0" y="0"/>
                  </a:lnTo>
                  <a:lnTo>
                    <a:pt x="0" y="3585972"/>
                  </a:lnTo>
                  <a:lnTo>
                    <a:pt x="97536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559552" y="2246376"/>
              <a:ext cx="975360" cy="3586479"/>
            </a:xfrm>
            <a:custGeom>
              <a:avLst/>
              <a:gdLst/>
              <a:ahLst/>
              <a:cxnLst/>
              <a:rect l="l" t="t" r="r" b="b"/>
              <a:pathLst>
                <a:path w="975359" h="3586479">
                  <a:moveTo>
                    <a:pt x="975360" y="0"/>
                  </a:moveTo>
                  <a:lnTo>
                    <a:pt x="0" y="3585972"/>
                  </a:lnTo>
                  <a:lnTo>
                    <a:pt x="975360" y="3585972"/>
                  </a:lnTo>
                  <a:lnTo>
                    <a:pt x="97536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38912" y="2246376"/>
              <a:ext cx="5128260" cy="3586479"/>
            </a:xfrm>
            <a:custGeom>
              <a:avLst/>
              <a:gdLst/>
              <a:ahLst/>
              <a:cxnLst/>
              <a:rect l="l" t="t" r="r" b="b"/>
              <a:pathLst>
                <a:path w="5128260" h="3586479">
                  <a:moveTo>
                    <a:pt x="5128260" y="0"/>
                  </a:moveTo>
                  <a:lnTo>
                    <a:pt x="0" y="0"/>
                  </a:lnTo>
                  <a:lnTo>
                    <a:pt x="0" y="3585972"/>
                  </a:lnTo>
                  <a:lnTo>
                    <a:pt x="5128260" y="3585972"/>
                  </a:lnTo>
                  <a:lnTo>
                    <a:pt x="512826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530340" y="2246376"/>
              <a:ext cx="5226050" cy="3586479"/>
            </a:xfrm>
            <a:custGeom>
              <a:avLst/>
              <a:gdLst/>
              <a:ahLst/>
              <a:cxnLst/>
              <a:rect l="l" t="t" r="r" b="b"/>
              <a:pathLst>
                <a:path w="5226050" h="3586479">
                  <a:moveTo>
                    <a:pt x="5225796" y="0"/>
                  </a:moveTo>
                  <a:lnTo>
                    <a:pt x="0" y="0"/>
                  </a:lnTo>
                  <a:lnTo>
                    <a:pt x="0" y="3585972"/>
                  </a:lnTo>
                  <a:lnTo>
                    <a:pt x="5225796" y="3585972"/>
                  </a:lnTo>
                  <a:lnTo>
                    <a:pt x="5225796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430174" y="296926"/>
            <a:ext cx="10843895" cy="1260475"/>
          </a:xfrm>
          <a:prstGeom prst="rect"/>
        </p:spPr>
        <p:txBody>
          <a:bodyPr wrap="square" lIns="0" tIns="88265" rIns="0" bIns="0" rtlCol="0" vert="horz">
            <a:spAutoFit/>
          </a:bodyPr>
          <a:lstStyle/>
          <a:p>
            <a:pPr marL="12700" marR="5080">
              <a:lnSpc>
                <a:spcPts val="3260"/>
              </a:lnSpc>
              <a:spcBef>
                <a:spcPts val="695"/>
              </a:spcBef>
            </a:pPr>
            <a:r>
              <a:rPr dirty="0">
                <a:solidFill>
                  <a:srgbClr val="000000"/>
                </a:solidFill>
              </a:rPr>
              <a:t>Infrastructure</a:t>
            </a:r>
            <a:r>
              <a:rPr dirty="0" spc="-4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and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vehicle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penetration</a:t>
            </a:r>
            <a:r>
              <a:rPr dirty="0" spc="-3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are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key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requirements </a:t>
            </a:r>
            <a:r>
              <a:rPr dirty="0">
                <a:solidFill>
                  <a:srgbClr val="000000"/>
                </a:solidFill>
              </a:rPr>
              <a:t>for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successful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realization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of</a:t>
            </a:r>
            <a:r>
              <a:rPr dirty="0" spc="-10">
                <a:solidFill>
                  <a:srgbClr val="000000"/>
                </a:solidFill>
              </a:rPr>
              <a:t> bi-</a:t>
            </a:r>
            <a:r>
              <a:rPr dirty="0">
                <a:solidFill>
                  <a:srgbClr val="000000"/>
                </a:solidFill>
              </a:rPr>
              <a:t>directional</a:t>
            </a:r>
            <a:r>
              <a:rPr dirty="0" spc="-3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charging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use</a:t>
            </a:r>
            <a:r>
              <a:rPr dirty="0" spc="-10">
                <a:solidFill>
                  <a:srgbClr val="000000"/>
                </a:solidFill>
              </a:rPr>
              <a:t> cases</a:t>
            </a: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800" spc="-10" b="1">
                <a:solidFill>
                  <a:srgbClr val="A21F1F"/>
                </a:solidFill>
                <a:latin typeface="Arial"/>
                <a:cs typeface="Arial"/>
              </a:rPr>
              <a:t>Bi-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directional</a:t>
            </a:r>
            <a:r>
              <a:rPr dirty="0" sz="1800" spc="-6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charging</a:t>
            </a:r>
            <a:r>
              <a:rPr dirty="0" sz="1800" spc="-4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A21F1F"/>
                </a:solidFill>
                <a:latin typeface="Arial"/>
                <a:cs typeface="Arial"/>
              </a:rPr>
              <a:t>–</a:t>
            </a:r>
            <a:r>
              <a:rPr dirty="0" sz="1800" spc="-40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A21F1F"/>
                </a:solidFill>
                <a:latin typeface="Arial"/>
                <a:cs typeface="Arial"/>
              </a:rPr>
              <a:t>Market</a:t>
            </a:r>
            <a:r>
              <a:rPr dirty="0" sz="1800" spc="-35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A21F1F"/>
                </a:solidFill>
                <a:latin typeface="Arial"/>
                <a:cs typeface="Arial"/>
              </a:rPr>
              <a:t>simulation</a:t>
            </a:r>
            <a:r>
              <a:rPr dirty="0" sz="1800" spc="-20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A21F1F"/>
                </a:solidFill>
                <a:latin typeface="Arial"/>
                <a:cs typeface="Arial"/>
              </a:rPr>
              <a:t>Germany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9" name="object 9" descr="deutschlan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73028" y="1275588"/>
            <a:ext cx="475487" cy="30175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120264" y="5266435"/>
            <a:ext cx="596265" cy="2120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00" spc="-10" b="1">
                <a:latin typeface="Arial"/>
                <a:cs typeface="Arial"/>
              </a:rPr>
              <a:t>Parking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180332" y="4683759"/>
            <a:ext cx="518159" cy="396240"/>
            <a:chOff x="4180332" y="4683759"/>
            <a:chExt cx="518159" cy="396240"/>
          </a:xfrm>
        </p:grpSpPr>
        <p:sp>
          <p:nvSpPr>
            <p:cNvPr id="12" name="object 12"/>
            <p:cNvSpPr/>
            <p:nvPr/>
          </p:nvSpPr>
          <p:spPr>
            <a:xfrm>
              <a:off x="4180332" y="4683759"/>
              <a:ext cx="518159" cy="396240"/>
            </a:xfrm>
            <a:custGeom>
              <a:avLst/>
              <a:gdLst/>
              <a:ahLst/>
              <a:cxnLst/>
              <a:rect l="l" t="t" r="r" b="b"/>
              <a:pathLst>
                <a:path w="518160" h="396239">
                  <a:moveTo>
                    <a:pt x="518033" y="0"/>
                  </a:moveTo>
                  <a:lnTo>
                    <a:pt x="27101" y="66548"/>
                  </a:lnTo>
                  <a:lnTo>
                    <a:pt x="10668" y="66548"/>
                  </a:lnTo>
                  <a:lnTo>
                    <a:pt x="0" y="395732"/>
                  </a:lnTo>
                  <a:lnTo>
                    <a:pt x="42672" y="395732"/>
                  </a:lnTo>
                  <a:lnTo>
                    <a:pt x="51879" y="111391"/>
                  </a:lnTo>
                  <a:lnTo>
                    <a:pt x="518033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55008" y="4975859"/>
              <a:ext cx="47244" cy="10363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361688" y="4975859"/>
              <a:ext cx="121920" cy="104139"/>
            </a:xfrm>
            <a:custGeom>
              <a:avLst/>
              <a:gdLst/>
              <a:ahLst/>
              <a:cxnLst/>
              <a:rect l="l" t="t" r="r" b="b"/>
              <a:pathLst>
                <a:path w="121920" h="104139">
                  <a:moveTo>
                    <a:pt x="32004" y="51816"/>
                  </a:moveTo>
                  <a:lnTo>
                    <a:pt x="30746" y="31673"/>
                  </a:lnTo>
                  <a:lnTo>
                    <a:pt x="27330" y="15201"/>
                  </a:lnTo>
                  <a:lnTo>
                    <a:pt x="22250" y="4089"/>
                  </a:lnTo>
                  <a:lnTo>
                    <a:pt x="16002" y="0"/>
                  </a:lnTo>
                  <a:lnTo>
                    <a:pt x="9740" y="4089"/>
                  </a:lnTo>
                  <a:lnTo>
                    <a:pt x="4660" y="15201"/>
                  </a:lnTo>
                  <a:lnTo>
                    <a:pt x="1244" y="31673"/>
                  </a:lnTo>
                  <a:lnTo>
                    <a:pt x="0" y="51816"/>
                  </a:lnTo>
                  <a:lnTo>
                    <a:pt x="0" y="103632"/>
                  </a:lnTo>
                  <a:lnTo>
                    <a:pt x="32004" y="103632"/>
                  </a:lnTo>
                  <a:lnTo>
                    <a:pt x="32004" y="51816"/>
                  </a:lnTo>
                  <a:close/>
                </a:path>
                <a:path w="121920" h="104139">
                  <a:moveTo>
                    <a:pt x="121920" y="16764"/>
                  </a:moveTo>
                  <a:lnTo>
                    <a:pt x="109943" y="16764"/>
                  </a:lnTo>
                  <a:lnTo>
                    <a:pt x="109626" y="15201"/>
                  </a:lnTo>
                  <a:lnTo>
                    <a:pt x="104546" y="4089"/>
                  </a:lnTo>
                  <a:lnTo>
                    <a:pt x="98298" y="0"/>
                  </a:lnTo>
                  <a:lnTo>
                    <a:pt x="92036" y="4089"/>
                  </a:lnTo>
                  <a:lnTo>
                    <a:pt x="86956" y="15201"/>
                  </a:lnTo>
                  <a:lnTo>
                    <a:pt x="86626" y="16764"/>
                  </a:lnTo>
                  <a:lnTo>
                    <a:pt x="74676" y="16764"/>
                  </a:lnTo>
                  <a:lnTo>
                    <a:pt x="74676" y="51816"/>
                  </a:lnTo>
                  <a:lnTo>
                    <a:pt x="82296" y="51816"/>
                  </a:lnTo>
                  <a:lnTo>
                    <a:pt x="82296" y="103632"/>
                  </a:lnTo>
                  <a:lnTo>
                    <a:pt x="114300" y="103632"/>
                  </a:lnTo>
                  <a:lnTo>
                    <a:pt x="114300" y="51816"/>
                  </a:lnTo>
                  <a:lnTo>
                    <a:pt x="121920" y="51816"/>
                  </a:lnTo>
                  <a:lnTo>
                    <a:pt x="121920" y="16764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69816" y="4992623"/>
              <a:ext cx="104309" cy="3505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355592" y="4992623"/>
              <a:ext cx="47625" cy="35560"/>
            </a:xfrm>
            <a:custGeom>
              <a:avLst/>
              <a:gdLst/>
              <a:ahLst/>
              <a:cxnLst/>
              <a:rect l="l" t="t" r="r" b="b"/>
              <a:pathLst>
                <a:path w="47625" h="35560">
                  <a:moveTo>
                    <a:pt x="47244" y="0"/>
                  </a:moveTo>
                  <a:lnTo>
                    <a:pt x="0" y="0"/>
                  </a:lnTo>
                  <a:lnTo>
                    <a:pt x="0" y="35051"/>
                  </a:lnTo>
                  <a:lnTo>
                    <a:pt x="47244" y="35051"/>
                  </a:lnTo>
                  <a:lnTo>
                    <a:pt x="47244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2028570" y="3483609"/>
            <a:ext cx="777875" cy="5854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2700" marR="5080" indent="1270">
              <a:lnSpc>
                <a:spcPct val="102099"/>
              </a:lnSpc>
              <a:spcBef>
                <a:spcPts val="90"/>
              </a:spcBef>
            </a:pPr>
            <a:r>
              <a:rPr dirty="0" sz="1200" b="1">
                <a:latin typeface="Arial"/>
                <a:cs typeface="Arial"/>
              </a:rPr>
              <a:t>Home</a:t>
            </a:r>
            <a:r>
              <a:rPr dirty="0" sz="1200" spc="40" b="1">
                <a:latin typeface="Arial"/>
                <a:cs typeface="Arial"/>
              </a:rPr>
              <a:t> </a:t>
            </a:r>
            <a:r>
              <a:rPr dirty="0" sz="1200" spc="-25" b="1">
                <a:latin typeface="Arial"/>
                <a:cs typeface="Arial"/>
              </a:rPr>
              <a:t>and </a:t>
            </a:r>
            <a:r>
              <a:rPr dirty="0" sz="1200" spc="-10" b="1">
                <a:latin typeface="Arial"/>
                <a:cs typeface="Arial"/>
              </a:rPr>
              <a:t>apartment buildings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16070" y="5266435"/>
            <a:ext cx="707390" cy="3981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7640" marR="5080" indent="-155575">
              <a:lnSpc>
                <a:spcPct val="101699"/>
              </a:lnSpc>
              <a:spcBef>
                <a:spcPts val="100"/>
              </a:spcBef>
            </a:pPr>
            <a:r>
              <a:rPr dirty="0" sz="1200" spc="-10" b="1">
                <a:latin typeface="Arial"/>
                <a:cs typeface="Arial"/>
              </a:rPr>
              <a:t>Charging </a:t>
            </a:r>
            <a:r>
              <a:rPr dirty="0" sz="1200" spc="-20" b="1">
                <a:latin typeface="Arial"/>
                <a:cs typeface="Arial"/>
              </a:rPr>
              <a:t>hubs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98018" y="2246376"/>
            <a:ext cx="6132830" cy="3866515"/>
            <a:chOff x="398018" y="2246376"/>
            <a:chExt cx="6132830" cy="3866515"/>
          </a:xfrm>
        </p:grpSpPr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86584" y="4782311"/>
              <a:ext cx="89916" cy="7772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168652" y="2873628"/>
              <a:ext cx="2626360" cy="2240915"/>
            </a:xfrm>
            <a:custGeom>
              <a:avLst/>
              <a:gdLst/>
              <a:ahLst/>
              <a:cxnLst/>
              <a:rect l="l" t="t" r="r" b="b"/>
              <a:pathLst>
                <a:path w="2626360" h="2240915">
                  <a:moveTo>
                    <a:pt x="499872" y="1821942"/>
                  </a:moveTo>
                  <a:lnTo>
                    <a:pt x="494449" y="1795462"/>
                  </a:lnTo>
                  <a:lnTo>
                    <a:pt x="479653" y="1773593"/>
                  </a:lnTo>
                  <a:lnTo>
                    <a:pt x="457695" y="1758721"/>
                  </a:lnTo>
                  <a:lnTo>
                    <a:pt x="430784" y="1753235"/>
                  </a:lnTo>
                  <a:lnTo>
                    <a:pt x="377698" y="1753235"/>
                  </a:lnTo>
                  <a:lnTo>
                    <a:pt x="377698" y="1950085"/>
                  </a:lnTo>
                  <a:lnTo>
                    <a:pt x="375805" y="1969516"/>
                  </a:lnTo>
                  <a:lnTo>
                    <a:pt x="347599" y="2015109"/>
                  </a:lnTo>
                  <a:lnTo>
                    <a:pt x="311873" y="2033003"/>
                  </a:lnTo>
                  <a:lnTo>
                    <a:pt x="264922" y="2038604"/>
                  </a:lnTo>
                  <a:lnTo>
                    <a:pt x="218059" y="2038604"/>
                  </a:lnTo>
                  <a:lnTo>
                    <a:pt x="218059" y="2137156"/>
                  </a:lnTo>
                  <a:lnTo>
                    <a:pt x="148844" y="2137156"/>
                  </a:lnTo>
                  <a:lnTo>
                    <a:pt x="148844" y="1856994"/>
                  </a:lnTo>
                  <a:lnTo>
                    <a:pt x="266065" y="1856994"/>
                  </a:lnTo>
                  <a:lnTo>
                    <a:pt x="282079" y="1857603"/>
                  </a:lnTo>
                  <a:lnTo>
                    <a:pt x="324485" y="1867916"/>
                  </a:lnTo>
                  <a:lnTo>
                    <a:pt x="356158" y="1891017"/>
                  </a:lnTo>
                  <a:lnTo>
                    <a:pt x="376834" y="1936737"/>
                  </a:lnTo>
                  <a:lnTo>
                    <a:pt x="377698" y="1950085"/>
                  </a:lnTo>
                  <a:lnTo>
                    <a:pt x="377698" y="1753235"/>
                  </a:lnTo>
                  <a:lnTo>
                    <a:pt x="70485" y="1753235"/>
                  </a:lnTo>
                  <a:lnTo>
                    <a:pt x="43332" y="1758721"/>
                  </a:lnTo>
                  <a:lnTo>
                    <a:pt x="20904" y="1773593"/>
                  </a:lnTo>
                  <a:lnTo>
                    <a:pt x="5626" y="1795462"/>
                  </a:lnTo>
                  <a:lnTo>
                    <a:pt x="0" y="1821942"/>
                  </a:lnTo>
                  <a:lnTo>
                    <a:pt x="0" y="2173351"/>
                  </a:lnTo>
                  <a:lnTo>
                    <a:pt x="5626" y="2199665"/>
                  </a:lnTo>
                  <a:lnTo>
                    <a:pt x="20904" y="2221141"/>
                  </a:lnTo>
                  <a:lnTo>
                    <a:pt x="43332" y="2235619"/>
                  </a:lnTo>
                  <a:lnTo>
                    <a:pt x="70485" y="2240915"/>
                  </a:lnTo>
                  <a:lnTo>
                    <a:pt x="430784" y="2240915"/>
                  </a:lnTo>
                  <a:lnTo>
                    <a:pt x="457695" y="2235619"/>
                  </a:lnTo>
                  <a:lnTo>
                    <a:pt x="479653" y="2221141"/>
                  </a:lnTo>
                  <a:lnTo>
                    <a:pt x="494449" y="2199665"/>
                  </a:lnTo>
                  <a:lnTo>
                    <a:pt x="499872" y="2173351"/>
                  </a:lnTo>
                  <a:lnTo>
                    <a:pt x="499872" y="2137156"/>
                  </a:lnTo>
                  <a:lnTo>
                    <a:pt x="499872" y="1856994"/>
                  </a:lnTo>
                  <a:lnTo>
                    <a:pt x="499872" y="1821942"/>
                  </a:lnTo>
                  <a:close/>
                </a:path>
                <a:path w="2626360" h="2240915">
                  <a:moveTo>
                    <a:pt x="2375916" y="9525"/>
                  </a:moveTo>
                  <a:lnTo>
                    <a:pt x="2373630" y="5715"/>
                  </a:lnTo>
                  <a:lnTo>
                    <a:pt x="2369693" y="3302"/>
                  </a:lnTo>
                  <a:lnTo>
                    <a:pt x="2365756" y="762"/>
                  </a:lnTo>
                  <a:lnTo>
                    <a:pt x="2360676" y="0"/>
                  </a:lnTo>
                  <a:lnTo>
                    <a:pt x="2355977" y="1143"/>
                  </a:lnTo>
                  <a:lnTo>
                    <a:pt x="2332990" y="6426"/>
                  </a:lnTo>
                  <a:lnTo>
                    <a:pt x="2332990" y="331343"/>
                  </a:lnTo>
                  <a:lnTo>
                    <a:pt x="2327021" y="336169"/>
                  </a:lnTo>
                  <a:lnTo>
                    <a:pt x="2062099" y="336169"/>
                  </a:lnTo>
                  <a:lnTo>
                    <a:pt x="2056003" y="331343"/>
                  </a:lnTo>
                  <a:lnTo>
                    <a:pt x="2056003" y="282321"/>
                  </a:lnTo>
                  <a:lnTo>
                    <a:pt x="2061972" y="277368"/>
                  </a:lnTo>
                  <a:lnTo>
                    <a:pt x="2323211" y="277368"/>
                  </a:lnTo>
                  <a:lnTo>
                    <a:pt x="2326640" y="278511"/>
                  </a:lnTo>
                  <a:lnTo>
                    <a:pt x="2329180" y="280543"/>
                  </a:lnTo>
                  <a:lnTo>
                    <a:pt x="2331593" y="282575"/>
                  </a:lnTo>
                  <a:lnTo>
                    <a:pt x="2332990" y="285369"/>
                  </a:lnTo>
                  <a:lnTo>
                    <a:pt x="2332990" y="245618"/>
                  </a:lnTo>
                  <a:lnTo>
                    <a:pt x="2327021" y="250571"/>
                  </a:lnTo>
                  <a:lnTo>
                    <a:pt x="2061972" y="250571"/>
                  </a:lnTo>
                  <a:lnTo>
                    <a:pt x="2056003" y="245618"/>
                  </a:lnTo>
                  <a:lnTo>
                    <a:pt x="2056003" y="196596"/>
                  </a:lnTo>
                  <a:lnTo>
                    <a:pt x="2061972" y="191643"/>
                  </a:lnTo>
                  <a:lnTo>
                    <a:pt x="2323211" y="191643"/>
                  </a:lnTo>
                  <a:lnTo>
                    <a:pt x="2326640" y="192786"/>
                  </a:lnTo>
                  <a:lnTo>
                    <a:pt x="2331593" y="196977"/>
                  </a:lnTo>
                  <a:lnTo>
                    <a:pt x="2332990" y="199771"/>
                  </a:lnTo>
                  <a:lnTo>
                    <a:pt x="2332990" y="160020"/>
                  </a:lnTo>
                  <a:lnTo>
                    <a:pt x="2327021" y="164846"/>
                  </a:lnTo>
                  <a:lnTo>
                    <a:pt x="2062099" y="164846"/>
                  </a:lnTo>
                  <a:lnTo>
                    <a:pt x="2056003" y="160020"/>
                  </a:lnTo>
                  <a:lnTo>
                    <a:pt x="2056003" y="110871"/>
                  </a:lnTo>
                  <a:lnTo>
                    <a:pt x="2061972" y="106045"/>
                  </a:lnTo>
                  <a:lnTo>
                    <a:pt x="2323211" y="106045"/>
                  </a:lnTo>
                  <a:lnTo>
                    <a:pt x="2326640" y="107188"/>
                  </a:lnTo>
                  <a:lnTo>
                    <a:pt x="2329180" y="109220"/>
                  </a:lnTo>
                  <a:lnTo>
                    <a:pt x="2331593" y="111252"/>
                  </a:lnTo>
                  <a:lnTo>
                    <a:pt x="2332990" y="114046"/>
                  </a:lnTo>
                  <a:lnTo>
                    <a:pt x="2332990" y="6426"/>
                  </a:lnTo>
                  <a:lnTo>
                    <a:pt x="2017903" y="78740"/>
                  </a:lnTo>
                  <a:lnTo>
                    <a:pt x="2013204" y="83820"/>
                  </a:lnTo>
                  <a:lnTo>
                    <a:pt x="2013204" y="503555"/>
                  </a:lnTo>
                  <a:lnTo>
                    <a:pt x="2102231" y="503555"/>
                  </a:lnTo>
                  <a:lnTo>
                    <a:pt x="2102231" y="366395"/>
                  </a:lnTo>
                  <a:lnTo>
                    <a:pt x="2107946" y="361823"/>
                  </a:lnTo>
                  <a:lnTo>
                    <a:pt x="2281174" y="361823"/>
                  </a:lnTo>
                  <a:lnTo>
                    <a:pt x="2286889" y="366395"/>
                  </a:lnTo>
                  <a:lnTo>
                    <a:pt x="2286889" y="503555"/>
                  </a:lnTo>
                  <a:lnTo>
                    <a:pt x="2375916" y="503555"/>
                  </a:lnTo>
                  <a:lnTo>
                    <a:pt x="2375916" y="106045"/>
                  </a:lnTo>
                  <a:lnTo>
                    <a:pt x="2375916" y="9525"/>
                  </a:lnTo>
                  <a:close/>
                </a:path>
                <a:path w="2626360" h="2240915">
                  <a:moveTo>
                    <a:pt x="2601468" y="117094"/>
                  </a:moveTo>
                  <a:lnTo>
                    <a:pt x="2599690" y="114173"/>
                  </a:lnTo>
                  <a:lnTo>
                    <a:pt x="2596769" y="112395"/>
                  </a:lnTo>
                  <a:lnTo>
                    <a:pt x="2596642" y="112395"/>
                  </a:lnTo>
                  <a:lnTo>
                    <a:pt x="2593721" y="110490"/>
                  </a:lnTo>
                  <a:lnTo>
                    <a:pt x="2589784" y="109855"/>
                  </a:lnTo>
                  <a:lnTo>
                    <a:pt x="2586228" y="110744"/>
                  </a:lnTo>
                  <a:lnTo>
                    <a:pt x="2567686" y="114998"/>
                  </a:lnTo>
                  <a:lnTo>
                    <a:pt x="2567686" y="182499"/>
                  </a:lnTo>
                  <a:lnTo>
                    <a:pt x="2567686" y="225298"/>
                  </a:lnTo>
                  <a:lnTo>
                    <a:pt x="2567686" y="261239"/>
                  </a:lnTo>
                  <a:lnTo>
                    <a:pt x="2567686" y="307086"/>
                  </a:lnTo>
                  <a:lnTo>
                    <a:pt x="2566289" y="309880"/>
                  </a:lnTo>
                  <a:lnTo>
                    <a:pt x="2561209" y="313944"/>
                  </a:lnTo>
                  <a:lnTo>
                    <a:pt x="2557780" y="315087"/>
                  </a:lnTo>
                  <a:lnTo>
                    <a:pt x="2426335" y="315087"/>
                  </a:lnTo>
                  <a:lnTo>
                    <a:pt x="2420366" y="310134"/>
                  </a:lnTo>
                  <a:lnTo>
                    <a:pt x="2420366" y="261239"/>
                  </a:lnTo>
                  <a:lnTo>
                    <a:pt x="2426335" y="256286"/>
                  </a:lnTo>
                  <a:lnTo>
                    <a:pt x="2561590" y="256286"/>
                  </a:lnTo>
                  <a:lnTo>
                    <a:pt x="2567686" y="261239"/>
                  </a:lnTo>
                  <a:lnTo>
                    <a:pt x="2567686" y="225298"/>
                  </a:lnTo>
                  <a:lnTo>
                    <a:pt x="2566289" y="228092"/>
                  </a:lnTo>
                  <a:lnTo>
                    <a:pt x="2561209" y="232156"/>
                  </a:lnTo>
                  <a:lnTo>
                    <a:pt x="2557780" y="233299"/>
                  </a:lnTo>
                  <a:lnTo>
                    <a:pt x="2426335" y="233299"/>
                  </a:lnTo>
                  <a:lnTo>
                    <a:pt x="2420366" y="228346"/>
                  </a:lnTo>
                  <a:lnTo>
                    <a:pt x="2420366" y="182499"/>
                  </a:lnTo>
                  <a:lnTo>
                    <a:pt x="2421763" y="179705"/>
                  </a:lnTo>
                  <a:lnTo>
                    <a:pt x="2424303" y="177673"/>
                  </a:lnTo>
                  <a:lnTo>
                    <a:pt x="2426716" y="175641"/>
                  </a:lnTo>
                  <a:lnTo>
                    <a:pt x="2430145" y="174498"/>
                  </a:lnTo>
                  <a:lnTo>
                    <a:pt x="2557780" y="174498"/>
                  </a:lnTo>
                  <a:lnTo>
                    <a:pt x="2561209" y="175641"/>
                  </a:lnTo>
                  <a:lnTo>
                    <a:pt x="2566289" y="179705"/>
                  </a:lnTo>
                  <a:lnTo>
                    <a:pt x="2567686" y="182499"/>
                  </a:lnTo>
                  <a:lnTo>
                    <a:pt x="2567686" y="114998"/>
                  </a:lnTo>
                  <a:lnTo>
                    <a:pt x="2386584" y="156464"/>
                  </a:lnTo>
                  <a:lnTo>
                    <a:pt x="2386584" y="503555"/>
                  </a:lnTo>
                  <a:lnTo>
                    <a:pt x="2601468" y="503555"/>
                  </a:lnTo>
                  <a:lnTo>
                    <a:pt x="2601468" y="478790"/>
                  </a:lnTo>
                  <a:lnTo>
                    <a:pt x="2601468" y="419862"/>
                  </a:lnTo>
                  <a:lnTo>
                    <a:pt x="2601468" y="396875"/>
                  </a:lnTo>
                  <a:lnTo>
                    <a:pt x="2601468" y="343027"/>
                  </a:lnTo>
                  <a:lnTo>
                    <a:pt x="2567686" y="343027"/>
                  </a:lnTo>
                  <a:lnTo>
                    <a:pt x="2567686" y="392049"/>
                  </a:lnTo>
                  <a:lnTo>
                    <a:pt x="2567686" y="427863"/>
                  </a:lnTo>
                  <a:lnTo>
                    <a:pt x="2567686" y="470662"/>
                  </a:lnTo>
                  <a:lnTo>
                    <a:pt x="2566289" y="473456"/>
                  </a:lnTo>
                  <a:lnTo>
                    <a:pt x="2563749" y="475488"/>
                  </a:lnTo>
                  <a:lnTo>
                    <a:pt x="2561209" y="477647"/>
                  </a:lnTo>
                  <a:lnTo>
                    <a:pt x="2557780" y="478790"/>
                  </a:lnTo>
                  <a:lnTo>
                    <a:pt x="2430145" y="478790"/>
                  </a:lnTo>
                  <a:lnTo>
                    <a:pt x="2426716" y="477520"/>
                  </a:lnTo>
                  <a:lnTo>
                    <a:pt x="2424303" y="475488"/>
                  </a:lnTo>
                  <a:lnTo>
                    <a:pt x="2421763" y="473456"/>
                  </a:lnTo>
                  <a:lnTo>
                    <a:pt x="2420366" y="470662"/>
                  </a:lnTo>
                  <a:lnTo>
                    <a:pt x="2420366" y="424815"/>
                  </a:lnTo>
                  <a:lnTo>
                    <a:pt x="2426335" y="419862"/>
                  </a:lnTo>
                  <a:lnTo>
                    <a:pt x="2557780" y="419862"/>
                  </a:lnTo>
                  <a:lnTo>
                    <a:pt x="2561209" y="421005"/>
                  </a:lnTo>
                  <a:lnTo>
                    <a:pt x="2563749" y="423037"/>
                  </a:lnTo>
                  <a:lnTo>
                    <a:pt x="2566162" y="425069"/>
                  </a:lnTo>
                  <a:lnTo>
                    <a:pt x="2567686" y="427863"/>
                  </a:lnTo>
                  <a:lnTo>
                    <a:pt x="2567686" y="392049"/>
                  </a:lnTo>
                  <a:lnTo>
                    <a:pt x="2561590" y="396875"/>
                  </a:lnTo>
                  <a:lnTo>
                    <a:pt x="2426335" y="396875"/>
                  </a:lnTo>
                  <a:lnTo>
                    <a:pt x="2420366" y="392049"/>
                  </a:lnTo>
                  <a:lnTo>
                    <a:pt x="2420366" y="343027"/>
                  </a:lnTo>
                  <a:lnTo>
                    <a:pt x="2426335" y="338074"/>
                  </a:lnTo>
                  <a:lnTo>
                    <a:pt x="2561590" y="338074"/>
                  </a:lnTo>
                  <a:lnTo>
                    <a:pt x="2567686" y="342900"/>
                  </a:lnTo>
                  <a:lnTo>
                    <a:pt x="2601468" y="342900"/>
                  </a:lnTo>
                  <a:lnTo>
                    <a:pt x="2601468" y="174498"/>
                  </a:lnTo>
                  <a:lnTo>
                    <a:pt x="2601468" y="117094"/>
                  </a:lnTo>
                  <a:close/>
                </a:path>
                <a:path w="2626360" h="2240915">
                  <a:moveTo>
                    <a:pt x="2625852" y="520319"/>
                  </a:moveTo>
                  <a:lnTo>
                    <a:pt x="2623058" y="511175"/>
                  </a:lnTo>
                  <a:lnTo>
                    <a:pt x="1976374" y="511175"/>
                  </a:lnTo>
                  <a:lnTo>
                    <a:pt x="1973580" y="520319"/>
                  </a:lnTo>
                  <a:lnTo>
                    <a:pt x="1973580" y="537210"/>
                  </a:lnTo>
                  <a:lnTo>
                    <a:pt x="1976374" y="546227"/>
                  </a:lnTo>
                  <a:lnTo>
                    <a:pt x="2623058" y="546227"/>
                  </a:lnTo>
                  <a:lnTo>
                    <a:pt x="2625852" y="537210"/>
                  </a:lnTo>
                  <a:lnTo>
                    <a:pt x="2625852" y="528701"/>
                  </a:lnTo>
                  <a:lnTo>
                    <a:pt x="2625852" y="520319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64123" y="2246376"/>
              <a:ext cx="966216" cy="3585972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10718" y="4050030"/>
              <a:ext cx="5106670" cy="0"/>
            </a:xfrm>
            <a:custGeom>
              <a:avLst/>
              <a:gdLst/>
              <a:ahLst/>
              <a:cxnLst/>
              <a:rect l="l" t="t" r="r" b="b"/>
              <a:pathLst>
                <a:path w="5106670" h="0">
                  <a:moveTo>
                    <a:pt x="5106416" y="0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FFFFFF"/>
              </a:solidFill>
              <a:prstDash val="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35864" y="5824728"/>
              <a:ext cx="5128260" cy="288290"/>
            </a:xfrm>
            <a:custGeom>
              <a:avLst/>
              <a:gdLst/>
              <a:ahLst/>
              <a:cxnLst/>
              <a:rect l="l" t="t" r="r" b="b"/>
              <a:pathLst>
                <a:path w="5128260" h="288289">
                  <a:moveTo>
                    <a:pt x="5128260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5128260" y="288036"/>
                  </a:lnTo>
                  <a:lnTo>
                    <a:pt x="51282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2212594" y="2453132"/>
            <a:ext cx="412750" cy="228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00" spc="-20" b="1">
                <a:latin typeface="Arial"/>
                <a:cs typeface="Arial"/>
              </a:rPr>
              <a:t>1.8m</a:t>
            </a:r>
            <a:endParaRPr sz="13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165350" y="4301185"/>
            <a:ext cx="50736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10" b="1">
                <a:latin typeface="Arial"/>
                <a:cs typeface="Arial"/>
              </a:rPr>
              <a:t>0.16m</a:t>
            </a:r>
            <a:endParaRPr sz="13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216146" y="4301185"/>
            <a:ext cx="50673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10" b="1">
                <a:latin typeface="Arial"/>
                <a:cs typeface="Arial"/>
              </a:rPr>
              <a:t>0.03m</a:t>
            </a:r>
            <a:endParaRPr sz="13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263390" y="2453132"/>
            <a:ext cx="412115" cy="228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00" spc="-20" b="1">
                <a:latin typeface="Arial"/>
                <a:cs typeface="Arial"/>
              </a:rPr>
              <a:t>0.7m</a:t>
            </a:r>
            <a:endParaRPr sz="13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38912" y="2130551"/>
            <a:ext cx="5125720" cy="35560"/>
          </a:xfrm>
          <a:custGeom>
            <a:avLst/>
            <a:gdLst/>
            <a:ahLst/>
            <a:cxnLst/>
            <a:rect l="l" t="t" r="r" b="b"/>
            <a:pathLst>
              <a:path w="5125720" h="35560">
                <a:moveTo>
                  <a:pt x="5125212" y="0"/>
                </a:moveTo>
                <a:lnTo>
                  <a:pt x="0" y="0"/>
                </a:lnTo>
                <a:lnTo>
                  <a:pt x="0" y="35051"/>
                </a:lnTo>
                <a:lnTo>
                  <a:pt x="5125212" y="35051"/>
                </a:lnTo>
                <a:lnTo>
                  <a:pt x="5125212" y="0"/>
                </a:lnTo>
                <a:close/>
              </a:path>
            </a:pathLst>
          </a:custGeom>
          <a:solidFill>
            <a:srgbClr val="A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1718310" y="1844116"/>
            <a:ext cx="942657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436870" algn="l"/>
              </a:tabLst>
            </a:pPr>
            <a:r>
              <a:rPr dirty="0" sz="1400" spc="-10" b="1">
                <a:latin typeface="Arial"/>
                <a:cs typeface="Arial"/>
              </a:rPr>
              <a:t>Bi-</a:t>
            </a:r>
            <a:r>
              <a:rPr dirty="0" sz="1400" b="1">
                <a:latin typeface="Arial"/>
                <a:cs typeface="Arial"/>
              </a:rPr>
              <a:t>directional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sockets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by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spc="-20" b="1">
                <a:latin typeface="Arial"/>
                <a:cs typeface="Arial"/>
              </a:rPr>
              <a:t>2030</a:t>
            </a:r>
            <a:r>
              <a:rPr dirty="0" sz="1400" b="1">
                <a:latin typeface="Arial"/>
                <a:cs typeface="Arial"/>
              </a:rPr>
              <a:t>	</a:t>
            </a:r>
            <a:r>
              <a:rPr dirty="0" sz="1400" spc="-10" b="1">
                <a:latin typeface="Arial"/>
                <a:cs typeface="Arial"/>
              </a:rPr>
              <a:t>Bi-</a:t>
            </a:r>
            <a:r>
              <a:rPr dirty="0" sz="1400" b="1">
                <a:latin typeface="Arial"/>
                <a:cs typeface="Arial"/>
              </a:rPr>
              <a:t>directional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charging-capable</a:t>
            </a:r>
            <a:r>
              <a:rPr dirty="0" sz="1400" spc="-5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vehicle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fleet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spc="-25" b="1">
                <a:latin typeface="Arial"/>
                <a:cs typeface="Arial"/>
              </a:rPr>
              <a:t>(#)</a:t>
            </a:r>
            <a:endParaRPr sz="14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530340" y="2130551"/>
            <a:ext cx="5226050" cy="35560"/>
          </a:xfrm>
          <a:custGeom>
            <a:avLst/>
            <a:gdLst/>
            <a:ahLst/>
            <a:cxnLst/>
            <a:rect l="l" t="t" r="r" b="b"/>
            <a:pathLst>
              <a:path w="5226050" h="35560">
                <a:moveTo>
                  <a:pt x="5225796" y="0"/>
                </a:moveTo>
                <a:lnTo>
                  <a:pt x="0" y="0"/>
                </a:lnTo>
                <a:lnTo>
                  <a:pt x="0" y="35051"/>
                </a:lnTo>
                <a:lnTo>
                  <a:pt x="5225796" y="35051"/>
                </a:lnTo>
                <a:lnTo>
                  <a:pt x="5225796" y="0"/>
                </a:lnTo>
                <a:close/>
              </a:path>
            </a:pathLst>
          </a:custGeom>
          <a:solidFill>
            <a:srgbClr val="DB52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4235577" y="3483609"/>
            <a:ext cx="465455" cy="2120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 spc="-10" b="1">
                <a:latin typeface="Arial"/>
                <a:cs typeface="Arial"/>
              </a:rPr>
              <a:t>Office</a:t>
            </a:r>
            <a:endParaRPr sz="12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53008" y="2917647"/>
            <a:ext cx="554355" cy="43370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10" i="1">
                <a:latin typeface="Arial"/>
                <a:cs typeface="Arial"/>
              </a:rPr>
              <a:t>Private</a:t>
            </a:r>
            <a:endParaRPr sz="1300">
              <a:latin typeface="Arial"/>
              <a:cs typeface="Arial"/>
            </a:endParaRPr>
          </a:p>
          <a:p>
            <a:pPr marL="90170">
              <a:lnSpc>
                <a:spcPct val="100000"/>
              </a:lnSpc>
              <a:spcBef>
                <a:spcPts val="50"/>
              </a:spcBef>
            </a:pPr>
            <a:r>
              <a:rPr dirty="0" sz="1300" spc="-20" i="1">
                <a:latin typeface="Arial"/>
                <a:cs typeface="Arial"/>
              </a:rPr>
              <a:t>2.5m</a:t>
            </a:r>
            <a:endParaRPr sz="13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83488" y="4694301"/>
            <a:ext cx="497840" cy="4330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30"/>
              </a:spcBef>
            </a:pPr>
            <a:r>
              <a:rPr dirty="0" sz="1300" spc="-10" i="1">
                <a:latin typeface="Arial"/>
                <a:cs typeface="Arial"/>
              </a:rPr>
              <a:t>Public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300" spc="-10" i="1">
                <a:latin typeface="Arial"/>
                <a:cs typeface="Arial"/>
              </a:rPr>
              <a:t>0.19m</a:t>
            </a:r>
            <a:endParaRPr sz="13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137310" y="5844336"/>
            <a:ext cx="372427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Total</a:t>
            </a:r>
            <a:r>
              <a:rPr dirty="0" sz="14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2030:</a:t>
            </a:r>
            <a:r>
              <a:rPr dirty="0" sz="14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2.7</a:t>
            </a:r>
            <a:r>
              <a:rPr dirty="0" sz="14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million</a:t>
            </a:r>
            <a:r>
              <a:rPr dirty="0" sz="14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bi-</a:t>
            </a: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directional</a:t>
            </a:r>
            <a:r>
              <a:rPr dirty="0" sz="14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sockets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530340" y="5824728"/>
            <a:ext cx="5226050" cy="288290"/>
          </a:xfrm>
          <a:custGeom>
            <a:avLst/>
            <a:gdLst/>
            <a:ahLst/>
            <a:cxnLst/>
            <a:rect l="l" t="t" r="r" b="b"/>
            <a:pathLst>
              <a:path w="5226050" h="288289">
                <a:moveTo>
                  <a:pt x="5225796" y="0"/>
                </a:moveTo>
                <a:lnTo>
                  <a:pt x="0" y="0"/>
                </a:lnTo>
                <a:lnTo>
                  <a:pt x="0" y="288036"/>
                </a:lnTo>
                <a:lnTo>
                  <a:pt x="5225796" y="288036"/>
                </a:lnTo>
                <a:lnTo>
                  <a:pt x="52257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7284466" y="5844336"/>
            <a:ext cx="3719829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Total</a:t>
            </a: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2030:</a:t>
            </a:r>
            <a:r>
              <a:rPr dirty="0" sz="14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~5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million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bi-directional</a:t>
            </a:r>
            <a:r>
              <a:rPr dirty="0" sz="14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vehicles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945406" y="2921637"/>
            <a:ext cx="9736455" cy="2197735"/>
            <a:chOff x="1945406" y="2921637"/>
            <a:chExt cx="9736455" cy="2197735"/>
          </a:xfrm>
        </p:grpSpPr>
        <p:sp>
          <p:nvSpPr>
            <p:cNvPr id="39" name="object 39"/>
            <p:cNvSpPr/>
            <p:nvPr/>
          </p:nvSpPr>
          <p:spPr>
            <a:xfrm>
              <a:off x="6003290" y="3646932"/>
              <a:ext cx="340360" cy="340360"/>
            </a:xfrm>
            <a:custGeom>
              <a:avLst/>
              <a:gdLst/>
              <a:ahLst/>
              <a:cxnLst/>
              <a:rect l="l" t="t" r="r" b="b"/>
              <a:pathLst>
                <a:path w="340360" h="340360">
                  <a:moveTo>
                    <a:pt x="84962" y="0"/>
                  </a:moveTo>
                  <a:lnTo>
                    <a:pt x="0" y="0"/>
                  </a:lnTo>
                  <a:lnTo>
                    <a:pt x="36883" y="4795"/>
                  </a:lnTo>
                  <a:lnTo>
                    <a:pt x="71995" y="18716"/>
                  </a:lnTo>
                  <a:lnTo>
                    <a:pt x="104751" y="41067"/>
                  </a:lnTo>
                  <a:lnTo>
                    <a:pt x="134572" y="71151"/>
                  </a:lnTo>
                  <a:lnTo>
                    <a:pt x="160874" y="108272"/>
                  </a:lnTo>
                  <a:lnTo>
                    <a:pt x="183076" y="151733"/>
                  </a:lnTo>
                  <a:lnTo>
                    <a:pt x="200596" y="200837"/>
                  </a:lnTo>
                  <a:lnTo>
                    <a:pt x="212851" y="254889"/>
                  </a:lnTo>
                  <a:lnTo>
                    <a:pt x="170306" y="254889"/>
                  </a:lnTo>
                  <a:lnTo>
                    <a:pt x="262254" y="339852"/>
                  </a:lnTo>
                  <a:lnTo>
                    <a:pt x="340232" y="254889"/>
                  </a:lnTo>
                  <a:lnTo>
                    <a:pt x="297814" y="254889"/>
                  </a:lnTo>
                  <a:lnTo>
                    <a:pt x="285559" y="200837"/>
                  </a:lnTo>
                  <a:lnTo>
                    <a:pt x="268039" y="151733"/>
                  </a:lnTo>
                  <a:lnTo>
                    <a:pt x="245837" y="108272"/>
                  </a:lnTo>
                  <a:lnTo>
                    <a:pt x="219535" y="71151"/>
                  </a:lnTo>
                  <a:lnTo>
                    <a:pt x="189714" y="41067"/>
                  </a:lnTo>
                  <a:lnTo>
                    <a:pt x="156958" y="18716"/>
                  </a:lnTo>
                  <a:lnTo>
                    <a:pt x="121846" y="4795"/>
                  </a:lnTo>
                  <a:lnTo>
                    <a:pt x="84962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5783579" y="3646932"/>
              <a:ext cx="262255" cy="340360"/>
            </a:xfrm>
            <a:custGeom>
              <a:avLst/>
              <a:gdLst/>
              <a:ahLst/>
              <a:cxnLst/>
              <a:rect l="l" t="t" r="r" b="b"/>
              <a:pathLst>
                <a:path w="262254" h="340360">
                  <a:moveTo>
                    <a:pt x="219709" y="0"/>
                  </a:moveTo>
                  <a:lnTo>
                    <a:pt x="150286" y="17324"/>
                  </a:lnTo>
                  <a:lnTo>
                    <a:pt x="89976" y="65568"/>
                  </a:lnTo>
                  <a:lnTo>
                    <a:pt x="64373" y="99536"/>
                  </a:lnTo>
                  <a:lnTo>
                    <a:pt x="42407" y="139135"/>
                  </a:lnTo>
                  <a:lnTo>
                    <a:pt x="24534" y="183665"/>
                  </a:lnTo>
                  <a:lnTo>
                    <a:pt x="11206" y="232428"/>
                  </a:lnTo>
                  <a:lnTo>
                    <a:pt x="2877" y="284723"/>
                  </a:lnTo>
                  <a:lnTo>
                    <a:pt x="0" y="339852"/>
                  </a:lnTo>
                  <a:lnTo>
                    <a:pt x="84962" y="339852"/>
                  </a:lnTo>
                  <a:lnTo>
                    <a:pt x="88356" y="280214"/>
                  </a:lnTo>
                  <a:lnTo>
                    <a:pt x="98180" y="223698"/>
                  </a:lnTo>
                  <a:lnTo>
                    <a:pt x="113901" y="171308"/>
                  </a:lnTo>
                  <a:lnTo>
                    <a:pt x="134985" y="124047"/>
                  </a:lnTo>
                  <a:lnTo>
                    <a:pt x="160896" y="82917"/>
                  </a:lnTo>
                  <a:lnTo>
                    <a:pt x="191101" y="48922"/>
                  </a:lnTo>
                  <a:lnTo>
                    <a:pt x="225065" y="23065"/>
                  </a:lnTo>
                  <a:lnTo>
                    <a:pt x="262254" y="6350"/>
                  </a:lnTo>
                  <a:lnTo>
                    <a:pt x="251731" y="3589"/>
                  </a:lnTo>
                  <a:lnTo>
                    <a:pt x="241125" y="1603"/>
                  </a:lnTo>
                  <a:lnTo>
                    <a:pt x="230447" y="402"/>
                  </a:lnTo>
                  <a:lnTo>
                    <a:pt x="219709" y="0"/>
                  </a:lnTo>
                  <a:close/>
                </a:path>
              </a:pathLst>
            </a:custGeom>
            <a:solidFill>
              <a:srgbClr val="83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5750940" y="4090416"/>
              <a:ext cx="340995" cy="341630"/>
            </a:xfrm>
            <a:custGeom>
              <a:avLst/>
              <a:gdLst/>
              <a:ahLst/>
              <a:cxnLst/>
              <a:rect l="l" t="t" r="r" b="b"/>
              <a:pathLst>
                <a:path w="340995" h="341629">
                  <a:moveTo>
                    <a:pt x="78359" y="0"/>
                  </a:moveTo>
                  <a:lnTo>
                    <a:pt x="0" y="85343"/>
                  </a:lnTo>
                  <a:lnTo>
                    <a:pt x="42672" y="85343"/>
                  </a:lnTo>
                  <a:lnTo>
                    <a:pt x="54880" y="139626"/>
                  </a:lnTo>
                  <a:lnTo>
                    <a:pt x="72352" y="188946"/>
                  </a:lnTo>
                  <a:lnTo>
                    <a:pt x="94506" y="232601"/>
                  </a:lnTo>
                  <a:lnTo>
                    <a:pt x="120761" y="269890"/>
                  </a:lnTo>
                  <a:lnTo>
                    <a:pt x="150533" y="300114"/>
                  </a:lnTo>
                  <a:lnTo>
                    <a:pt x="183243" y="322570"/>
                  </a:lnTo>
                  <a:lnTo>
                    <a:pt x="255143" y="341375"/>
                  </a:lnTo>
                  <a:lnTo>
                    <a:pt x="340487" y="341375"/>
                  </a:lnTo>
                  <a:lnTo>
                    <a:pt x="303650" y="336557"/>
                  </a:lnTo>
                  <a:lnTo>
                    <a:pt x="268587" y="322570"/>
                  </a:lnTo>
                  <a:lnTo>
                    <a:pt x="235877" y="300114"/>
                  </a:lnTo>
                  <a:lnTo>
                    <a:pt x="206105" y="269890"/>
                  </a:lnTo>
                  <a:lnTo>
                    <a:pt x="179850" y="232601"/>
                  </a:lnTo>
                  <a:lnTo>
                    <a:pt x="157696" y="188946"/>
                  </a:lnTo>
                  <a:lnTo>
                    <a:pt x="140224" y="139626"/>
                  </a:lnTo>
                  <a:lnTo>
                    <a:pt x="128016" y="85343"/>
                  </a:lnTo>
                  <a:lnTo>
                    <a:pt x="170688" y="85343"/>
                  </a:lnTo>
                  <a:lnTo>
                    <a:pt x="78359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6048755" y="4090416"/>
              <a:ext cx="262255" cy="341630"/>
            </a:xfrm>
            <a:custGeom>
              <a:avLst/>
              <a:gdLst/>
              <a:ahLst/>
              <a:cxnLst/>
              <a:rect l="l" t="t" r="r" b="b"/>
              <a:pathLst>
                <a:path w="262254" h="341629">
                  <a:moveTo>
                    <a:pt x="262128" y="0"/>
                  </a:moveTo>
                  <a:lnTo>
                    <a:pt x="176784" y="0"/>
                  </a:lnTo>
                  <a:lnTo>
                    <a:pt x="173401" y="59869"/>
                  </a:lnTo>
                  <a:lnTo>
                    <a:pt x="163609" y="116603"/>
                  </a:lnTo>
                  <a:lnTo>
                    <a:pt x="147938" y="169197"/>
                  </a:lnTo>
                  <a:lnTo>
                    <a:pt x="126920" y="216646"/>
                  </a:lnTo>
                  <a:lnTo>
                    <a:pt x="101086" y="257945"/>
                  </a:lnTo>
                  <a:lnTo>
                    <a:pt x="70967" y="292090"/>
                  </a:lnTo>
                  <a:lnTo>
                    <a:pt x="37094" y="318076"/>
                  </a:lnTo>
                  <a:lnTo>
                    <a:pt x="0" y="334899"/>
                  </a:lnTo>
                  <a:lnTo>
                    <a:pt x="10596" y="337732"/>
                  </a:lnTo>
                  <a:lnTo>
                    <a:pt x="21240" y="339756"/>
                  </a:lnTo>
                  <a:lnTo>
                    <a:pt x="31932" y="340971"/>
                  </a:lnTo>
                  <a:lnTo>
                    <a:pt x="42672" y="341376"/>
                  </a:lnTo>
                  <a:lnTo>
                    <a:pt x="78258" y="336909"/>
                  </a:lnTo>
                  <a:lnTo>
                    <a:pt x="143505" y="303283"/>
                  </a:lnTo>
                  <a:lnTo>
                    <a:pt x="172260" y="275527"/>
                  </a:lnTo>
                  <a:lnTo>
                    <a:pt x="197834" y="241411"/>
                  </a:lnTo>
                  <a:lnTo>
                    <a:pt x="219772" y="201637"/>
                  </a:lnTo>
                  <a:lnTo>
                    <a:pt x="237624" y="156907"/>
                  </a:lnTo>
                  <a:lnTo>
                    <a:pt x="250935" y="107923"/>
                  </a:lnTo>
                  <a:lnTo>
                    <a:pt x="259254" y="55387"/>
                  </a:lnTo>
                  <a:lnTo>
                    <a:pt x="262128" y="0"/>
                  </a:lnTo>
                  <a:close/>
                </a:path>
              </a:pathLst>
            </a:custGeom>
            <a:solidFill>
              <a:srgbClr val="AF43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1945398" y="2921647"/>
              <a:ext cx="969010" cy="450215"/>
            </a:xfrm>
            <a:custGeom>
              <a:avLst/>
              <a:gdLst/>
              <a:ahLst/>
              <a:cxnLst/>
              <a:rect l="l" t="t" r="r" b="b"/>
              <a:pathLst>
                <a:path w="969010" h="450214">
                  <a:moveTo>
                    <a:pt x="450100" y="264185"/>
                  </a:moveTo>
                  <a:lnTo>
                    <a:pt x="412584" y="228587"/>
                  </a:lnTo>
                  <a:lnTo>
                    <a:pt x="412584" y="293535"/>
                  </a:lnTo>
                  <a:lnTo>
                    <a:pt x="412584" y="368477"/>
                  </a:lnTo>
                  <a:lnTo>
                    <a:pt x="337566" y="368477"/>
                  </a:lnTo>
                  <a:lnTo>
                    <a:pt x="337566" y="293535"/>
                  </a:lnTo>
                  <a:lnTo>
                    <a:pt x="412584" y="293535"/>
                  </a:lnTo>
                  <a:lnTo>
                    <a:pt x="412584" y="228587"/>
                  </a:lnTo>
                  <a:lnTo>
                    <a:pt x="262559" y="86182"/>
                  </a:lnTo>
                  <a:lnTo>
                    <a:pt x="187540" y="157391"/>
                  </a:lnTo>
                  <a:lnTo>
                    <a:pt x="187540" y="293535"/>
                  </a:lnTo>
                  <a:lnTo>
                    <a:pt x="187540" y="368477"/>
                  </a:lnTo>
                  <a:lnTo>
                    <a:pt x="112522" y="368477"/>
                  </a:lnTo>
                  <a:lnTo>
                    <a:pt x="112522" y="293535"/>
                  </a:lnTo>
                  <a:lnTo>
                    <a:pt x="187540" y="293535"/>
                  </a:lnTo>
                  <a:lnTo>
                    <a:pt x="187540" y="157391"/>
                  </a:lnTo>
                  <a:lnTo>
                    <a:pt x="75018" y="264185"/>
                  </a:lnTo>
                  <a:lnTo>
                    <a:pt x="75018" y="449668"/>
                  </a:lnTo>
                  <a:lnTo>
                    <a:pt x="225044" y="449668"/>
                  </a:lnTo>
                  <a:lnTo>
                    <a:pt x="225044" y="368477"/>
                  </a:lnTo>
                  <a:lnTo>
                    <a:pt x="225044" y="293535"/>
                  </a:lnTo>
                  <a:lnTo>
                    <a:pt x="300062" y="293535"/>
                  </a:lnTo>
                  <a:lnTo>
                    <a:pt x="300062" y="449668"/>
                  </a:lnTo>
                  <a:lnTo>
                    <a:pt x="450100" y="449668"/>
                  </a:lnTo>
                  <a:lnTo>
                    <a:pt x="450100" y="368477"/>
                  </a:lnTo>
                  <a:lnTo>
                    <a:pt x="450100" y="293535"/>
                  </a:lnTo>
                  <a:lnTo>
                    <a:pt x="450100" y="264185"/>
                  </a:lnTo>
                  <a:close/>
                </a:path>
                <a:path w="969010" h="450214">
                  <a:moveTo>
                    <a:pt x="525106" y="249821"/>
                  </a:moveTo>
                  <a:lnTo>
                    <a:pt x="412584" y="142392"/>
                  </a:lnTo>
                  <a:lnTo>
                    <a:pt x="412584" y="94932"/>
                  </a:lnTo>
                  <a:lnTo>
                    <a:pt x="412584" y="37465"/>
                  </a:lnTo>
                  <a:lnTo>
                    <a:pt x="362572" y="37465"/>
                  </a:lnTo>
                  <a:lnTo>
                    <a:pt x="362572" y="94932"/>
                  </a:lnTo>
                  <a:lnTo>
                    <a:pt x="316509" y="51206"/>
                  </a:lnTo>
                  <a:lnTo>
                    <a:pt x="262559" y="0"/>
                  </a:lnTo>
                  <a:lnTo>
                    <a:pt x="0" y="249821"/>
                  </a:lnTo>
                  <a:lnTo>
                    <a:pt x="28130" y="273545"/>
                  </a:lnTo>
                  <a:lnTo>
                    <a:pt x="262559" y="51206"/>
                  </a:lnTo>
                  <a:lnTo>
                    <a:pt x="496976" y="273545"/>
                  </a:lnTo>
                  <a:lnTo>
                    <a:pt x="525106" y="249821"/>
                  </a:lnTo>
                  <a:close/>
                </a:path>
                <a:path w="969010" h="450214">
                  <a:moveTo>
                    <a:pt x="968844" y="352488"/>
                  </a:moveTo>
                  <a:lnTo>
                    <a:pt x="913422" y="299580"/>
                  </a:lnTo>
                  <a:lnTo>
                    <a:pt x="913422" y="276199"/>
                  </a:lnTo>
                  <a:lnTo>
                    <a:pt x="913422" y="247904"/>
                  </a:lnTo>
                  <a:lnTo>
                    <a:pt x="888796" y="247904"/>
                  </a:lnTo>
                  <a:lnTo>
                    <a:pt x="888796" y="276199"/>
                  </a:lnTo>
                  <a:lnTo>
                    <a:pt x="866114" y="254673"/>
                  </a:lnTo>
                  <a:lnTo>
                    <a:pt x="839546" y="229450"/>
                  </a:lnTo>
                  <a:lnTo>
                    <a:pt x="710234" y="352488"/>
                  </a:lnTo>
                  <a:lnTo>
                    <a:pt x="724090" y="364172"/>
                  </a:lnTo>
                  <a:lnTo>
                    <a:pt x="839546" y="254673"/>
                  </a:lnTo>
                  <a:lnTo>
                    <a:pt x="954989" y="364172"/>
                  </a:lnTo>
                  <a:lnTo>
                    <a:pt x="968844" y="352488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92588" y="3193539"/>
              <a:ext cx="184714" cy="179007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6780276" y="4911852"/>
              <a:ext cx="365760" cy="203200"/>
            </a:xfrm>
            <a:custGeom>
              <a:avLst/>
              <a:gdLst/>
              <a:ahLst/>
              <a:cxnLst/>
              <a:rect l="l" t="t" r="r" b="b"/>
              <a:pathLst>
                <a:path w="365759" h="203200">
                  <a:moveTo>
                    <a:pt x="365759" y="0"/>
                  </a:moveTo>
                  <a:lnTo>
                    <a:pt x="0" y="0"/>
                  </a:lnTo>
                  <a:lnTo>
                    <a:pt x="0" y="202692"/>
                  </a:lnTo>
                  <a:lnTo>
                    <a:pt x="365759" y="202692"/>
                  </a:lnTo>
                  <a:lnTo>
                    <a:pt x="365759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6780276" y="4911852"/>
              <a:ext cx="365760" cy="203200"/>
            </a:xfrm>
            <a:custGeom>
              <a:avLst/>
              <a:gdLst/>
              <a:ahLst/>
              <a:cxnLst/>
              <a:rect l="l" t="t" r="r" b="b"/>
              <a:pathLst>
                <a:path w="365759" h="203200">
                  <a:moveTo>
                    <a:pt x="0" y="202692"/>
                  </a:moveTo>
                  <a:lnTo>
                    <a:pt x="365759" y="202692"/>
                  </a:lnTo>
                  <a:lnTo>
                    <a:pt x="365759" y="0"/>
                  </a:lnTo>
                  <a:lnTo>
                    <a:pt x="0" y="0"/>
                  </a:lnTo>
                  <a:lnTo>
                    <a:pt x="0" y="202692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7146035" y="4745736"/>
              <a:ext cx="365760" cy="368935"/>
            </a:xfrm>
            <a:custGeom>
              <a:avLst/>
              <a:gdLst/>
              <a:ahLst/>
              <a:cxnLst/>
              <a:rect l="l" t="t" r="r" b="b"/>
              <a:pathLst>
                <a:path w="365759" h="368935">
                  <a:moveTo>
                    <a:pt x="365759" y="0"/>
                  </a:moveTo>
                  <a:lnTo>
                    <a:pt x="0" y="0"/>
                  </a:lnTo>
                  <a:lnTo>
                    <a:pt x="0" y="368807"/>
                  </a:lnTo>
                  <a:lnTo>
                    <a:pt x="365759" y="368807"/>
                  </a:lnTo>
                  <a:lnTo>
                    <a:pt x="365759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7146035" y="4745736"/>
              <a:ext cx="365760" cy="368935"/>
            </a:xfrm>
            <a:custGeom>
              <a:avLst/>
              <a:gdLst/>
              <a:ahLst/>
              <a:cxnLst/>
              <a:rect l="l" t="t" r="r" b="b"/>
              <a:pathLst>
                <a:path w="365759" h="368935">
                  <a:moveTo>
                    <a:pt x="0" y="368807"/>
                  </a:moveTo>
                  <a:lnTo>
                    <a:pt x="365759" y="368807"/>
                  </a:lnTo>
                  <a:lnTo>
                    <a:pt x="365759" y="0"/>
                  </a:lnTo>
                  <a:lnTo>
                    <a:pt x="0" y="0"/>
                  </a:lnTo>
                  <a:lnTo>
                    <a:pt x="0" y="368807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7511796" y="4602480"/>
              <a:ext cx="365760" cy="512445"/>
            </a:xfrm>
            <a:custGeom>
              <a:avLst/>
              <a:gdLst/>
              <a:ahLst/>
              <a:cxnLst/>
              <a:rect l="l" t="t" r="r" b="b"/>
              <a:pathLst>
                <a:path w="365759" h="512445">
                  <a:moveTo>
                    <a:pt x="365759" y="0"/>
                  </a:moveTo>
                  <a:lnTo>
                    <a:pt x="0" y="0"/>
                  </a:lnTo>
                  <a:lnTo>
                    <a:pt x="0" y="512064"/>
                  </a:lnTo>
                  <a:lnTo>
                    <a:pt x="365759" y="512064"/>
                  </a:lnTo>
                  <a:lnTo>
                    <a:pt x="365759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7511796" y="4602480"/>
              <a:ext cx="365760" cy="512445"/>
            </a:xfrm>
            <a:custGeom>
              <a:avLst/>
              <a:gdLst/>
              <a:ahLst/>
              <a:cxnLst/>
              <a:rect l="l" t="t" r="r" b="b"/>
              <a:pathLst>
                <a:path w="365759" h="512445">
                  <a:moveTo>
                    <a:pt x="0" y="512064"/>
                  </a:moveTo>
                  <a:lnTo>
                    <a:pt x="365759" y="512064"/>
                  </a:lnTo>
                  <a:lnTo>
                    <a:pt x="365759" y="0"/>
                  </a:lnTo>
                  <a:lnTo>
                    <a:pt x="0" y="0"/>
                  </a:lnTo>
                  <a:lnTo>
                    <a:pt x="0" y="512064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7877555" y="4375404"/>
              <a:ext cx="365760" cy="739140"/>
            </a:xfrm>
            <a:custGeom>
              <a:avLst/>
              <a:gdLst/>
              <a:ahLst/>
              <a:cxnLst/>
              <a:rect l="l" t="t" r="r" b="b"/>
              <a:pathLst>
                <a:path w="365759" h="739139">
                  <a:moveTo>
                    <a:pt x="365759" y="0"/>
                  </a:moveTo>
                  <a:lnTo>
                    <a:pt x="0" y="0"/>
                  </a:lnTo>
                  <a:lnTo>
                    <a:pt x="0" y="739140"/>
                  </a:lnTo>
                  <a:lnTo>
                    <a:pt x="365759" y="739140"/>
                  </a:lnTo>
                  <a:lnTo>
                    <a:pt x="365759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7877555" y="4375404"/>
              <a:ext cx="365760" cy="739140"/>
            </a:xfrm>
            <a:custGeom>
              <a:avLst/>
              <a:gdLst/>
              <a:ahLst/>
              <a:cxnLst/>
              <a:rect l="l" t="t" r="r" b="b"/>
              <a:pathLst>
                <a:path w="365759" h="739139">
                  <a:moveTo>
                    <a:pt x="0" y="739140"/>
                  </a:moveTo>
                  <a:lnTo>
                    <a:pt x="365759" y="739140"/>
                  </a:lnTo>
                  <a:lnTo>
                    <a:pt x="365759" y="0"/>
                  </a:lnTo>
                  <a:lnTo>
                    <a:pt x="0" y="0"/>
                  </a:lnTo>
                  <a:lnTo>
                    <a:pt x="0" y="73914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8243315" y="4145280"/>
              <a:ext cx="365760" cy="969644"/>
            </a:xfrm>
            <a:custGeom>
              <a:avLst/>
              <a:gdLst/>
              <a:ahLst/>
              <a:cxnLst/>
              <a:rect l="l" t="t" r="r" b="b"/>
              <a:pathLst>
                <a:path w="365759" h="969645">
                  <a:moveTo>
                    <a:pt x="365759" y="0"/>
                  </a:moveTo>
                  <a:lnTo>
                    <a:pt x="0" y="0"/>
                  </a:lnTo>
                  <a:lnTo>
                    <a:pt x="0" y="969264"/>
                  </a:lnTo>
                  <a:lnTo>
                    <a:pt x="365759" y="969264"/>
                  </a:lnTo>
                  <a:lnTo>
                    <a:pt x="365759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8243315" y="4145280"/>
              <a:ext cx="365760" cy="969644"/>
            </a:xfrm>
            <a:custGeom>
              <a:avLst/>
              <a:gdLst/>
              <a:ahLst/>
              <a:cxnLst/>
              <a:rect l="l" t="t" r="r" b="b"/>
              <a:pathLst>
                <a:path w="365759" h="969645">
                  <a:moveTo>
                    <a:pt x="0" y="969264"/>
                  </a:moveTo>
                  <a:lnTo>
                    <a:pt x="365759" y="969264"/>
                  </a:lnTo>
                  <a:lnTo>
                    <a:pt x="365759" y="0"/>
                  </a:lnTo>
                  <a:lnTo>
                    <a:pt x="0" y="0"/>
                  </a:lnTo>
                  <a:lnTo>
                    <a:pt x="0" y="969264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8609075" y="3922776"/>
              <a:ext cx="365760" cy="1191895"/>
            </a:xfrm>
            <a:custGeom>
              <a:avLst/>
              <a:gdLst/>
              <a:ahLst/>
              <a:cxnLst/>
              <a:rect l="l" t="t" r="r" b="b"/>
              <a:pathLst>
                <a:path w="365759" h="1191895">
                  <a:moveTo>
                    <a:pt x="365759" y="0"/>
                  </a:moveTo>
                  <a:lnTo>
                    <a:pt x="0" y="0"/>
                  </a:lnTo>
                  <a:lnTo>
                    <a:pt x="0" y="1191768"/>
                  </a:lnTo>
                  <a:lnTo>
                    <a:pt x="365759" y="1191768"/>
                  </a:lnTo>
                  <a:lnTo>
                    <a:pt x="365759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8609075" y="3922776"/>
              <a:ext cx="365760" cy="1191895"/>
            </a:xfrm>
            <a:custGeom>
              <a:avLst/>
              <a:gdLst/>
              <a:ahLst/>
              <a:cxnLst/>
              <a:rect l="l" t="t" r="r" b="b"/>
              <a:pathLst>
                <a:path w="365759" h="1191895">
                  <a:moveTo>
                    <a:pt x="0" y="1191768"/>
                  </a:moveTo>
                  <a:lnTo>
                    <a:pt x="365759" y="1191768"/>
                  </a:lnTo>
                  <a:lnTo>
                    <a:pt x="365759" y="0"/>
                  </a:lnTo>
                  <a:lnTo>
                    <a:pt x="0" y="0"/>
                  </a:lnTo>
                  <a:lnTo>
                    <a:pt x="0" y="1191768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8974836" y="3713988"/>
              <a:ext cx="365760" cy="1400810"/>
            </a:xfrm>
            <a:custGeom>
              <a:avLst/>
              <a:gdLst/>
              <a:ahLst/>
              <a:cxnLst/>
              <a:rect l="l" t="t" r="r" b="b"/>
              <a:pathLst>
                <a:path w="365759" h="1400810">
                  <a:moveTo>
                    <a:pt x="365759" y="0"/>
                  </a:moveTo>
                  <a:lnTo>
                    <a:pt x="0" y="0"/>
                  </a:lnTo>
                  <a:lnTo>
                    <a:pt x="0" y="1400556"/>
                  </a:lnTo>
                  <a:lnTo>
                    <a:pt x="365759" y="1400556"/>
                  </a:lnTo>
                  <a:lnTo>
                    <a:pt x="365759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8974836" y="3713988"/>
              <a:ext cx="365760" cy="1400810"/>
            </a:xfrm>
            <a:custGeom>
              <a:avLst/>
              <a:gdLst/>
              <a:ahLst/>
              <a:cxnLst/>
              <a:rect l="l" t="t" r="r" b="b"/>
              <a:pathLst>
                <a:path w="365759" h="1400810">
                  <a:moveTo>
                    <a:pt x="0" y="1400556"/>
                  </a:moveTo>
                  <a:lnTo>
                    <a:pt x="365759" y="1400556"/>
                  </a:lnTo>
                  <a:lnTo>
                    <a:pt x="365759" y="0"/>
                  </a:lnTo>
                  <a:lnTo>
                    <a:pt x="0" y="0"/>
                  </a:lnTo>
                  <a:lnTo>
                    <a:pt x="0" y="1400556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9340596" y="3528060"/>
              <a:ext cx="365760" cy="1586865"/>
            </a:xfrm>
            <a:custGeom>
              <a:avLst/>
              <a:gdLst/>
              <a:ahLst/>
              <a:cxnLst/>
              <a:rect l="l" t="t" r="r" b="b"/>
              <a:pathLst>
                <a:path w="365759" h="1586864">
                  <a:moveTo>
                    <a:pt x="365759" y="0"/>
                  </a:moveTo>
                  <a:lnTo>
                    <a:pt x="0" y="0"/>
                  </a:lnTo>
                  <a:lnTo>
                    <a:pt x="0" y="1586483"/>
                  </a:lnTo>
                  <a:lnTo>
                    <a:pt x="365759" y="1586483"/>
                  </a:lnTo>
                  <a:lnTo>
                    <a:pt x="365759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9340596" y="3528060"/>
              <a:ext cx="365760" cy="1586865"/>
            </a:xfrm>
            <a:custGeom>
              <a:avLst/>
              <a:gdLst/>
              <a:ahLst/>
              <a:cxnLst/>
              <a:rect l="l" t="t" r="r" b="b"/>
              <a:pathLst>
                <a:path w="365759" h="1586864">
                  <a:moveTo>
                    <a:pt x="0" y="1586483"/>
                  </a:moveTo>
                  <a:lnTo>
                    <a:pt x="365759" y="1586483"/>
                  </a:lnTo>
                  <a:lnTo>
                    <a:pt x="365759" y="0"/>
                  </a:lnTo>
                  <a:lnTo>
                    <a:pt x="0" y="0"/>
                  </a:lnTo>
                  <a:lnTo>
                    <a:pt x="0" y="1586483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9706355" y="3329940"/>
              <a:ext cx="365760" cy="1784985"/>
            </a:xfrm>
            <a:custGeom>
              <a:avLst/>
              <a:gdLst/>
              <a:ahLst/>
              <a:cxnLst/>
              <a:rect l="l" t="t" r="r" b="b"/>
              <a:pathLst>
                <a:path w="365759" h="1784985">
                  <a:moveTo>
                    <a:pt x="365759" y="0"/>
                  </a:moveTo>
                  <a:lnTo>
                    <a:pt x="0" y="0"/>
                  </a:lnTo>
                  <a:lnTo>
                    <a:pt x="0" y="1784604"/>
                  </a:lnTo>
                  <a:lnTo>
                    <a:pt x="365759" y="1784604"/>
                  </a:lnTo>
                  <a:lnTo>
                    <a:pt x="365759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9706355" y="3329940"/>
              <a:ext cx="365760" cy="1784985"/>
            </a:xfrm>
            <a:custGeom>
              <a:avLst/>
              <a:gdLst/>
              <a:ahLst/>
              <a:cxnLst/>
              <a:rect l="l" t="t" r="r" b="b"/>
              <a:pathLst>
                <a:path w="365759" h="1784985">
                  <a:moveTo>
                    <a:pt x="0" y="1784604"/>
                  </a:moveTo>
                  <a:lnTo>
                    <a:pt x="365759" y="1784604"/>
                  </a:lnTo>
                  <a:lnTo>
                    <a:pt x="365759" y="0"/>
                  </a:lnTo>
                  <a:lnTo>
                    <a:pt x="0" y="0"/>
                  </a:lnTo>
                  <a:lnTo>
                    <a:pt x="0" y="1784604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10072115" y="3174492"/>
              <a:ext cx="365760" cy="1940560"/>
            </a:xfrm>
            <a:custGeom>
              <a:avLst/>
              <a:gdLst/>
              <a:ahLst/>
              <a:cxnLst/>
              <a:rect l="l" t="t" r="r" b="b"/>
              <a:pathLst>
                <a:path w="365759" h="1940560">
                  <a:moveTo>
                    <a:pt x="365759" y="0"/>
                  </a:moveTo>
                  <a:lnTo>
                    <a:pt x="0" y="0"/>
                  </a:lnTo>
                  <a:lnTo>
                    <a:pt x="0" y="1940051"/>
                  </a:lnTo>
                  <a:lnTo>
                    <a:pt x="365759" y="1940051"/>
                  </a:lnTo>
                  <a:lnTo>
                    <a:pt x="365759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10072115" y="3174492"/>
              <a:ext cx="365760" cy="1940560"/>
            </a:xfrm>
            <a:custGeom>
              <a:avLst/>
              <a:gdLst/>
              <a:ahLst/>
              <a:cxnLst/>
              <a:rect l="l" t="t" r="r" b="b"/>
              <a:pathLst>
                <a:path w="365759" h="1940560">
                  <a:moveTo>
                    <a:pt x="0" y="1940051"/>
                  </a:moveTo>
                  <a:lnTo>
                    <a:pt x="365759" y="1940051"/>
                  </a:lnTo>
                  <a:lnTo>
                    <a:pt x="365759" y="0"/>
                  </a:lnTo>
                  <a:lnTo>
                    <a:pt x="0" y="0"/>
                  </a:lnTo>
                  <a:lnTo>
                    <a:pt x="0" y="1940051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10437875" y="3084576"/>
              <a:ext cx="365760" cy="2030095"/>
            </a:xfrm>
            <a:custGeom>
              <a:avLst/>
              <a:gdLst/>
              <a:ahLst/>
              <a:cxnLst/>
              <a:rect l="l" t="t" r="r" b="b"/>
              <a:pathLst>
                <a:path w="365759" h="2030095">
                  <a:moveTo>
                    <a:pt x="365759" y="0"/>
                  </a:moveTo>
                  <a:lnTo>
                    <a:pt x="0" y="0"/>
                  </a:lnTo>
                  <a:lnTo>
                    <a:pt x="0" y="2029968"/>
                  </a:lnTo>
                  <a:lnTo>
                    <a:pt x="365759" y="2029968"/>
                  </a:lnTo>
                  <a:lnTo>
                    <a:pt x="365759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10437875" y="3084576"/>
              <a:ext cx="365760" cy="2030095"/>
            </a:xfrm>
            <a:custGeom>
              <a:avLst/>
              <a:gdLst/>
              <a:ahLst/>
              <a:cxnLst/>
              <a:rect l="l" t="t" r="r" b="b"/>
              <a:pathLst>
                <a:path w="365759" h="2030095">
                  <a:moveTo>
                    <a:pt x="0" y="2029968"/>
                  </a:moveTo>
                  <a:lnTo>
                    <a:pt x="365759" y="2029968"/>
                  </a:lnTo>
                  <a:lnTo>
                    <a:pt x="365759" y="0"/>
                  </a:lnTo>
                  <a:lnTo>
                    <a:pt x="0" y="0"/>
                  </a:lnTo>
                  <a:lnTo>
                    <a:pt x="0" y="2029968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10803636" y="3044952"/>
              <a:ext cx="365760" cy="2070100"/>
            </a:xfrm>
            <a:custGeom>
              <a:avLst/>
              <a:gdLst/>
              <a:ahLst/>
              <a:cxnLst/>
              <a:rect l="l" t="t" r="r" b="b"/>
              <a:pathLst>
                <a:path w="365759" h="2070100">
                  <a:moveTo>
                    <a:pt x="365759" y="0"/>
                  </a:moveTo>
                  <a:lnTo>
                    <a:pt x="0" y="0"/>
                  </a:lnTo>
                  <a:lnTo>
                    <a:pt x="0" y="2069592"/>
                  </a:lnTo>
                  <a:lnTo>
                    <a:pt x="365759" y="2069592"/>
                  </a:lnTo>
                  <a:lnTo>
                    <a:pt x="365759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10803636" y="3044952"/>
              <a:ext cx="365760" cy="2070100"/>
            </a:xfrm>
            <a:custGeom>
              <a:avLst/>
              <a:gdLst/>
              <a:ahLst/>
              <a:cxnLst/>
              <a:rect l="l" t="t" r="r" b="b"/>
              <a:pathLst>
                <a:path w="365759" h="2070100">
                  <a:moveTo>
                    <a:pt x="0" y="2069592"/>
                  </a:moveTo>
                  <a:lnTo>
                    <a:pt x="365759" y="2069592"/>
                  </a:lnTo>
                  <a:lnTo>
                    <a:pt x="365759" y="0"/>
                  </a:lnTo>
                  <a:lnTo>
                    <a:pt x="0" y="0"/>
                  </a:lnTo>
                  <a:lnTo>
                    <a:pt x="0" y="2069592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11169396" y="3032760"/>
              <a:ext cx="365760" cy="2082164"/>
            </a:xfrm>
            <a:custGeom>
              <a:avLst/>
              <a:gdLst/>
              <a:ahLst/>
              <a:cxnLst/>
              <a:rect l="l" t="t" r="r" b="b"/>
              <a:pathLst>
                <a:path w="365759" h="2082164">
                  <a:moveTo>
                    <a:pt x="365759" y="0"/>
                  </a:moveTo>
                  <a:lnTo>
                    <a:pt x="0" y="0"/>
                  </a:lnTo>
                  <a:lnTo>
                    <a:pt x="0" y="2081783"/>
                  </a:lnTo>
                  <a:lnTo>
                    <a:pt x="365759" y="2081783"/>
                  </a:lnTo>
                  <a:lnTo>
                    <a:pt x="365759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11169396" y="3032760"/>
              <a:ext cx="365760" cy="2082164"/>
            </a:xfrm>
            <a:custGeom>
              <a:avLst/>
              <a:gdLst/>
              <a:ahLst/>
              <a:cxnLst/>
              <a:rect l="l" t="t" r="r" b="b"/>
              <a:pathLst>
                <a:path w="365759" h="2082164">
                  <a:moveTo>
                    <a:pt x="0" y="2081783"/>
                  </a:moveTo>
                  <a:lnTo>
                    <a:pt x="365759" y="2081783"/>
                  </a:lnTo>
                  <a:lnTo>
                    <a:pt x="365759" y="0"/>
                  </a:lnTo>
                  <a:lnTo>
                    <a:pt x="0" y="0"/>
                  </a:lnTo>
                  <a:lnTo>
                    <a:pt x="0" y="2081783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6633971" y="5114544"/>
              <a:ext cx="5047615" cy="0"/>
            </a:xfrm>
            <a:custGeom>
              <a:avLst/>
              <a:gdLst/>
              <a:ahLst/>
              <a:cxnLst/>
              <a:rect l="l" t="t" r="r" b="b"/>
              <a:pathLst>
                <a:path w="5047615" h="0">
                  <a:moveTo>
                    <a:pt x="0" y="0"/>
                  </a:moveTo>
                  <a:lnTo>
                    <a:pt x="5047488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2" name="object 72"/>
          <p:cNvSpPr txBox="1"/>
          <p:nvPr/>
        </p:nvSpPr>
        <p:spPr>
          <a:xfrm>
            <a:off x="6628256" y="2265679"/>
            <a:ext cx="37757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Arial"/>
                <a:cs typeface="Arial"/>
              </a:rPr>
              <a:t>Bi-</a:t>
            </a:r>
            <a:r>
              <a:rPr dirty="0" sz="1200">
                <a:latin typeface="Arial"/>
                <a:cs typeface="Arial"/>
              </a:rPr>
              <a:t>directional</a:t>
            </a:r>
            <a:r>
              <a:rPr dirty="0" sz="1200" spc="-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charging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capable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vehicle</a:t>
            </a:r>
            <a:r>
              <a:rPr dirty="0" sz="1200" spc="-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fleet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Germany </a:t>
            </a:r>
            <a:r>
              <a:rPr dirty="0" sz="1200">
                <a:latin typeface="Arial"/>
                <a:cs typeface="Arial"/>
              </a:rPr>
              <a:t>(as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share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of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total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EV</a:t>
            </a:r>
            <a:r>
              <a:rPr dirty="0" sz="1200" spc="-10">
                <a:latin typeface="Arial"/>
                <a:cs typeface="Arial"/>
              </a:rPr>
              <a:t> fleet)</a:t>
            </a:r>
            <a:endParaRPr sz="120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2578354" y="6500876"/>
            <a:ext cx="4659630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>
                <a:latin typeface="Arial"/>
                <a:cs typeface="Arial"/>
              </a:rPr>
              <a:t>Source: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PwC</a:t>
            </a:r>
            <a:r>
              <a:rPr dirty="0" sz="750" spc="2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Strategy&amp;</a:t>
            </a:r>
            <a:r>
              <a:rPr dirty="0" sz="750" spc="-1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Study</a:t>
            </a:r>
            <a:r>
              <a:rPr dirty="0" sz="750" spc="-1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(2022):</a:t>
            </a:r>
            <a:r>
              <a:rPr dirty="0" sz="750" spc="-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“Der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E-</a:t>
            </a:r>
            <a:r>
              <a:rPr dirty="0" sz="750" spc="-10">
                <a:latin typeface="Arial"/>
                <a:cs typeface="Arial"/>
              </a:rPr>
              <a:t>Mobility-Check: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Wie</a:t>
            </a:r>
            <a:r>
              <a:rPr dirty="0" sz="750" spc="-2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bereit</a:t>
            </a:r>
            <a:r>
              <a:rPr dirty="0" sz="750" spc="-1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ist</a:t>
            </a:r>
            <a:r>
              <a:rPr dirty="0" sz="750" spc="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Deutschland?”;</a:t>
            </a:r>
            <a:r>
              <a:rPr dirty="0" sz="750" spc="-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Strategy&amp;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analysis</a:t>
            </a:r>
            <a:endParaRPr sz="75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1612626" y="6500876"/>
            <a:ext cx="132080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 spc="-25">
                <a:latin typeface="Arial"/>
                <a:cs typeface="Arial"/>
              </a:rPr>
              <a:t>36</a:t>
            </a:r>
            <a:endParaRPr sz="75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8711396" y="5249062"/>
            <a:ext cx="196215" cy="36703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sz="1200" spc="-20">
                <a:latin typeface="Arial"/>
                <a:cs typeface="Arial"/>
              </a:rPr>
              <a:t>2028</a:t>
            </a:r>
            <a:endParaRPr sz="120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6866467" y="5249062"/>
            <a:ext cx="196215" cy="36703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sz="1200" spc="-20">
                <a:latin typeface="Arial"/>
                <a:cs typeface="Arial"/>
              </a:rPr>
              <a:t>2023</a:t>
            </a:r>
            <a:endParaRPr sz="120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7973779" y="5249062"/>
            <a:ext cx="196215" cy="36703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sz="1200" spc="-20">
                <a:latin typeface="Arial"/>
                <a:cs typeface="Arial"/>
              </a:rPr>
              <a:t>2026</a:t>
            </a:r>
            <a:endParaRPr sz="120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7236164" y="5249062"/>
            <a:ext cx="196215" cy="36703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sz="1200" spc="-20">
                <a:latin typeface="Arial"/>
                <a:cs typeface="Arial"/>
              </a:rPr>
              <a:t>2024</a:t>
            </a:r>
            <a:endParaRPr sz="120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604083" y="5249062"/>
            <a:ext cx="196215" cy="36703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sz="1200" spc="-20">
                <a:latin typeface="Arial"/>
                <a:cs typeface="Arial"/>
              </a:rPr>
              <a:t>2025</a:t>
            </a:r>
            <a:endParaRPr sz="120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9816931" y="5249062"/>
            <a:ext cx="196215" cy="36703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sz="1200" spc="-20">
                <a:latin typeface="Arial"/>
                <a:cs typeface="Arial"/>
              </a:rPr>
              <a:t>2031</a:t>
            </a:r>
            <a:endParaRPr sz="1200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8341699" y="5249062"/>
            <a:ext cx="196215" cy="36703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sz="1200" spc="-20">
                <a:latin typeface="Arial"/>
                <a:cs typeface="Arial"/>
              </a:rPr>
              <a:t>2027</a:t>
            </a:r>
            <a:endParaRPr sz="1200">
              <a:latin typeface="Arial"/>
              <a:cs typeface="Arial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10186628" y="5249062"/>
            <a:ext cx="196215" cy="36703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sz="1200" spc="-20">
                <a:latin typeface="Arial"/>
                <a:cs typeface="Arial"/>
              </a:rPr>
              <a:t>2032</a:t>
            </a:r>
            <a:endParaRPr sz="1200">
              <a:latin typeface="Arial"/>
              <a:cs typeface="Arial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9079315" y="5249062"/>
            <a:ext cx="196215" cy="36703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sz="1200" spc="-20">
                <a:latin typeface="Arial"/>
                <a:cs typeface="Arial"/>
              </a:rPr>
              <a:t>2029</a:t>
            </a:r>
            <a:endParaRPr sz="1200">
              <a:latin typeface="Arial"/>
              <a:cs typeface="Aria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9449012" y="5249062"/>
            <a:ext cx="196215" cy="36703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sz="1200" spc="-20">
                <a:latin typeface="Arial"/>
                <a:cs typeface="Arial"/>
              </a:rPr>
              <a:t>2030</a:t>
            </a:r>
            <a:endParaRPr sz="1200">
              <a:latin typeface="Arial"/>
              <a:cs typeface="Arial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10554547" y="5249062"/>
            <a:ext cx="196215" cy="36703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sz="1200" spc="-20">
                <a:latin typeface="Arial"/>
                <a:cs typeface="Arial"/>
              </a:rPr>
              <a:t>2033</a:t>
            </a:r>
            <a:endParaRPr sz="1200">
              <a:latin typeface="Arial"/>
              <a:cs typeface="Arial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10923714" y="5249060"/>
            <a:ext cx="196215" cy="36703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430"/>
              </a:lnSpc>
            </a:pPr>
            <a:r>
              <a:rPr dirty="0" sz="1200" spc="-20">
                <a:latin typeface="Arial"/>
                <a:cs typeface="Arial"/>
              </a:rPr>
              <a:t>2034</a:t>
            </a:r>
            <a:endParaRPr sz="1200">
              <a:latin typeface="Arial"/>
              <a:cs typeface="Arial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11292163" y="5249062"/>
            <a:ext cx="196215" cy="36703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sz="1200" spc="-20">
                <a:latin typeface="Arial"/>
                <a:cs typeface="Arial"/>
              </a:rPr>
              <a:t>2035</a:t>
            </a:r>
            <a:endParaRPr sz="1200">
              <a:latin typeface="Arial"/>
              <a:cs typeface="Arial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478536" y="1679448"/>
            <a:ext cx="394970" cy="396240"/>
          </a:xfrm>
          <a:custGeom>
            <a:avLst/>
            <a:gdLst/>
            <a:ahLst/>
            <a:cxnLst/>
            <a:rect l="l" t="t" r="r" b="b"/>
            <a:pathLst>
              <a:path w="394969" h="396239">
                <a:moveTo>
                  <a:pt x="394716" y="0"/>
                </a:moveTo>
                <a:lnTo>
                  <a:pt x="0" y="0"/>
                </a:lnTo>
                <a:lnTo>
                  <a:pt x="0" y="396240"/>
                </a:lnTo>
                <a:lnTo>
                  <a:pt x="394716" y="396240"/>
                </a:lnTo>
                <a:lnTo>
                  <a:pt x="394716" y="379730"/>
                </a:lnTo>
                <a:lnTo>
                  <a:pt x="17132" y="379730"/>
                </a:lnTo>
                <a:lnTo>
                  <a:pt x="17132" y="17145"/>
                </a:lnTo>
                <a:lnTo>
                  <a:pt x="394716" y="17145"/>
                </a:lnTo>
                <a:lnTo>
                  <a:pt x="394716" y="0"/>
                </a:lnTo>
                <a:close/>
              </a:path>
              <a:path w="394969" h="396239">
                <a:moveTo>
                  <a:pt x="394716" y="17145"/>
                </a:moveTo>
                <a:lnTo>
                  <a:pt x="378269" y="17145"/>
                </a:lnTo>
                <a:lnTo>
                  <a:pt x="378269" y="379730"/>
                </a:lnTo>
                <a:lnTo>
                  <a:pt x="394716" y="379730"/>
                </a:lnTo>
                <a:lnTo>
                  <a:pt x="394716" y="17145"/>
                </a:lnTo>
                <a:close/>
              </a:path>
              <a:path w="394969" h="396239">
                <a:moveTo>
                  <a:pt x="181597" y="185674"/>
                </a:moveTo>
                <a:lnTo>
                  <a:pt x="165836" y="185674"/>
                </a:lnTo>
                <a:lnTo>
                  <a:pt x="165836" y="357759"/>
                </a:lnTo>
                <a:lnTo>
                  <a:pt x="338518" y="357759"/>
                </a:lnTo>
                <a:lnTo>
                  <a:pt x="338518" y="341884"/>
                </a:lnTo>
                <a:lnTo>
                  <a:pt x="181597" y="341884"/>
                </a:lnTo>
                <a:lnTo>
                  <a:pt x="181597" y="185674"/>
                </a:lnTo>
                <a:close/>
              </a:path>
              <a:path w="394969" h="396239">
                <a:moveTo>
                  <a:pt x="338518" y="51561"/>
                </a:moveTo>
                <a:lnTo>
                  <a:pt x="322072" y="51561"/>
                </a:lnTo>
                <a:lnTo>
                  <a:pt x="322072" y="341884"/>
                </a:lnTo>
                <a:lnTo>
                  <a:pt x="338518" y="341884"/>
                </a:lnTo>
                <a:lnTo>
                  <a:pt x="338518" y="51561"/>
                </a:lnTo>
                <a:close/>
              </a:path>
              <a:path w="394969" h="396239">
                <a:moveTo>
                  <a:pt x="152819" y="93599"/>
                </a:moveTo>
                <a:lnTo>
                  <a:pt x="105537" y="93599"/>
                </a:lnTo>
                <a:lnTo>
                  <a:pt x="105537" y="120396"/>
                </a:lnTo>
                <a:lnTo>
                  <a:pt x="111010" y="128651"/>
                </a:lnTo>
                <a:lnTo>
                  <a:pt x="119240" y="132080"/>
                </a:lnTo>
                <a:lnTo>
                  <a:pt x="117579" y="142061"/>
                </a:lnTo>
                <a:lnTo>
                  <a:pt x="98284" y="184658"/>
                </a:lnTo>
                <a:lnTo>
                  <a:pt x="73329" y="223520"/>
                </a:lnTo>
                <a:lnTo>
                  <a:pt x="68218" y="231644"/>
                </a:lnTo>
                <a:lnTo>
                  <a:pt x="48632" y="267487"/>
                </a:lnTo>
                <a:lnTo>
                  <a:pt x="46522" y="281559"/>
                </a:lnTo>
                <a:lnTo>
                  <a:pt x="46424" y="282209"/>
                </a:lnTo>
                <a:lnTo>
                  <a:pt x="61963" y="320873"/>
                </a:lnTo>
                <a:lnTo>
                  <a:pt x="98679" y="335661"/>
                </a:lnTo>
                <a:lnTo>
                  <a:pt x="99364" y="335661"/>
                </a:lnTo>
                <a:lnTo>
                  <a:pt x="123833" y="329533"/>
                </a:lnTo>
                <a:lnTo>
                  <a:pt x="137089" y="317754"/>
                </a:lnTo>
                <a:lnTo>
                  <a:pt x="99364" y="317754"/>
                </a:lnTo>
                <a:lnTo>
                  <a:pt x="90103" y="316410"/>
                </a:lnTo>
                <a:lnTo>
                  <a:pt x="63783" y="282209"/>
                </a:lnTo>
                <a:lnTo>
                  <a:pt x="63728" y="281559"/>
                </a:lnTo>
                <a:lnTo>
                  <a:pt x="65528" y="272172"/>
                </a:lnTo>
                <a:lnTo>
                  <a:pt x="89776" y="231775"/>
                </a:lnTo>
                <a:lnTo>
                  <a:pt x="98071" y="218914"/>
                </a:lnTo>
                <a:lnTo>
                  <a:pt x="121297" y="180213"/>
                </a:lnTo>
                <a:lnTo>
                  <a:pt x="135654" y="143958"/>
                </a:lnTo>
                <a:lnTo>
                  <a:pt x="137744" y="132715"/>
                </a:lnTo>
                <a:lnTo>
                  <a:pt x="143855" y="129192"/>
                </a:lnTo>
                <a:lnTo>
                  <a:pt x="148620" y="124063"/>
                </a:lnTo>
                <a:lnTo>
                  <a:pt x="151715" y="117766"/>
                </a:lnTo>
                <a:lnTo>
                  <a:pt x="152819" y="110744"/>
                </a:lnTo>
                <a:lnTo>
                  <a:pt x="152819" y="93599"/>
                </a:lnTo>
                <a:close/>
              </a:path>
              <a:path w="394969" h="396239">
                <a:moveTo>
                  <a:pt x="264515" y="178181"/>
                </a:moveTo>
                <a:lnTo>
                  <a:pt x="210375" y="261365"/>
                </a:lnTo>
                <a:lnTo>
                  <a:pt x="240525" y="261365"/>
                </a:lnTo>
                <a:lnTo>
                  <a:pt x="233679" y="323977"/>
                </a:lnTo>
                <a:lnTo>
                  <a:pt x="287807" y="240792"/>
                </a:lnTo>
                <a:lnTo>
                  <a:pt x="257657" y="240792"/>
                </a:lnTo>
                <a:lnTo>
                  <a:pt x="264515" y="178181"/>
                </a:lnTo>
                <a:close/>
              </a:path>
              <a:path w="394969" h="396239">
                <a:moveTo>
                  <a:pt x="338518" y="35814"/>
                </a:moveTo>
                <a:lnTo>
                  <a:pt x="165836" y="35814"/>
                </a:lnTo>
                <a:lnTo>
                  <a:pt x="165836" y="167894"/>
                </a:lnTo>
                <a:lnTo>
                  <a:pt x="165150" y="167894"/>
                </a:lnTo>
                <a:lnTo>
                  <a:pt x="155162" y="169693"/>
                </a:lnTo>
                <a:lnTo>
                  <a:pt x="145880" y="174577"/>
                </a:lnTo>
                <a:lnTo>
                  <a:pt x="139038" y="181770"/>
                </a:lnTo>
                <a:lnTo>
                  <a:pt x="136372" y="190500"/>
                </a:lnTo>
                <a:lnTo>
                  <a:pt x="136372" y="270383"/>
                </a:lnTo>
                <a:lnTo>
                  <a:pt x="133961" y="287321"/>
                </a:lnTo>
                <a:lnTo>
                  <a:pt x="126860" y="302545"/>
                </a:lnTo>
                <a:lnTo>
                  <a:pt x="115262" y="313531"/>
                </a:lnTo>
                <a:lnTo>
                  <a:pt x="99364" y="317754"/>
                </a:lnTo>
                <a:lnTo>
                  <a:pt x="137089" y="317754"/>
                </a:lnTo>
                <a:lnTo>
                  <a:pt x="140912" y="314356"/>
                </a:lnTo>
                <a:lnTo>
                  <a:pt x="150924" y="293512"/>
                </a:lnTo>
                <a:lnTo>
                  <a:pt x="154190" y="270383"/>
                </a:lnTo>
                <a:lnTo>
                  <a:pt x="154190" y="188468"/>
                </a:lnTo>
                <a:lnTo>
                  <a:pt x="161721" y="185674"/>
                </a:lnTo>
                <a:lnTo>
                  <a:pt x="181597" y="185674"/>
                </a:lnTo>
                <a:lnTo>
                  <a:pt x="181597" y="51561"/>
                </a:lnTo>
                <a:lnTo>
                  <a:pt x="338518" y="51561"/>
                </a:lnTo>
                <a:lnTo>
                  <a:pt x="338518" y="35814"/>
                </a:lnTo>
                <a:close/>
              </a:path>
              <a:path w="394969" h="396239">
                <a:moveTo>
                  <a:pt x="304253" y="71501"/>
                </a:moveTo>
                <a:lnTo>
                  <a:pt x="195986" y="71501"/>
                </a:lnTo>
                <a:lnTo>
                  <a:pt x="195986" y="164465"/>
                </a:lnTo>
                <a:lnTo>
                  <a:pt x="304253" y="164465"/>
                </a:lnTo>
                <a:lnTo>
                  <a:pt x="304253" y="147955"/>
                </a:lnTo>
                <a:lnTo>
                  <a:pt x="213118" y="147955"/>
                </a:lnTo>
                <a:lnTo>
                  <a:pt x="213118" y="88011"/>
                </a:lnTo>
                <a:lnTo>
                  <a:pt x="304253" y="88011"/>
                </a:lnTo>
                <a:lnTo>
                  <a:pt x="304253" y="71501"/>
                </a:lnTo>
                <a:close/>
              </a:path>
              <a:path w="394969" h="396239">
                <a:moveTo>
                  <a:pt x="304253" y="88011"/>
                </a:moveTo>
                <a:lnTo>
                  <a:pt x="287807" y="88011"/>
                </a:lnTo>
                <a:lnTo>
                  <a:pt x="287807" y="147955"/>
                </a:lnTo>
                <a:lnTo>
                  <a:pt x="304253" y="147955"/>
                </a:lnTo>
                <a:lnTo>
                  <a:pt x="304253" y="88011"/>
                </a:lnTo>
                <a:close/>
              </a:path>
              <a:path w="394969" h="396239">
                <a:moveTo>
                  <a:pt x="123342" y="67437"/>
                </a:moveTo>
                <a:lnTo>
                  <a:pt x="113753" y="67437"/>
                </a:lnTo>
                <a:lnTo>
                  <a:pt x="113753" y="93599"/>
                </a:lnTo>
                <a:lnTo>
                  <a:pt x="123342" y="93599"/>
                </a:lnTo>
                <a:lnTo>
                  <a:pt x="123342" y="67437"/>
                </a:lnTo>
                <a:close/>
              </a:path>
              <a:path w="394969" h="396239">
                <a:moveTo>
                  <a:pt x="144589" y="67437"/>
                </a:moveTo>
                <a:lnTo>
                  <a:pt x="135001" y="67437"/>
                </a:lnTo>
                <a:lnTo>
                  <a:pt x="135001" y="93599"/>
                </a:lnTo>
                <a:lnTo>
                  <a:pt x="144589" y="93599"/>
                </a:lnTo>
                <a:lnTo>
                  <a:pt x="144589" y="67437"/>
                </a:lnTo>
                <a:close/>
              </a:path>
            </a:pathLst>
          </a:custGeom>
          <a:solidFill>
            <a:srgbClr val="A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6585204" y="1679448"/>
            <a:ext cx="394970" cy="396240"/>
          </a:xfrm>
          <a:custGeom>
            <a:avLst/>
            <a:gdLst/>
            <a:ahLst/>
            <a:cxnLst/>
            <a:rect l="l" t="t" r="r" b="b"/>
            <a:pathLst>
              <a:path w="394970" h="396239">
                <a:moveTo>
                  <a:pt x="394716" y="0"/>
                </a:moveTo>
                <a:lnTo>
                  <a:pt x="0" y="0"/>
                </a:lnTo>
                <a:lnTo>
                  <a:pt x="0" y="396240"/>
                </a:lnTo>
                <a:lnTo>
                  <a:pt x="394716" y="396240"/>
                </a:lnTo>
                <a:lnTo>
                  <a:pt x="394716" y="379095"/>
                </a:lnTo>
                <a:lnTo>
                  <a:pt x="17145" y="379095"/>
                </a:lnTo>
                <a:lnTo>
                  <a:pt x="17145" y="16510"/>
                </a:lnTo>
                <a:lnTo>
                  <a:pt x="394716" y="16510"/>
                </a:lnTo>
                <a:lnTo>
                  <a:pt x="394716" y="0"/>
                </a:lnTo>
                <a:close/>
              </a:path>
              <a:path w="394970" h="396239">
                <a:moveTo>
                  <a:pt x="394716" y="16510"/>
                </a:moveTo>
                <a:lnTo>
                  <a:pt x="378206" y="16510"/>
                </a:lnTo>
                <a:lnTo>
                  <a:pt x="378206" y="379095"/>
                </a:lnTo>
                <a:lnTo>
                  <a:pt x="394716" y="379095"/>
                </a:lnTo>
                <a:lnTo>
                  <a:pt x="394716" y="16510"/>
                </a:lnTo>
                <a:close/>
              </a:path>
              <a:path w="394970" h="396239">
                <a:moveTo>
                  <a:pt x="193929" y="50165"/>
                </a:moveTo>
                <a:lnTo>
                  <a:pt x="148717" y="50165"/>
                </a:lnTo>
                <a:lnTo>
                  <a:pt x="140473" y="51855"/>
                </a:lnTo>
                <a:lnTo>
                  <a:pt x="133731" y="56451"/>
                </a:lnTo>
                <a:lnTo>
                  <a:pt x="129178" y="63238"/>
                </a:lnTo>
                <a:lnTo>
                  <a:pt x="127507" y="71501"/>
                </a:lnTo>
                <a:lnTo>
                  <a:pt x="127507" y="83947"/>
                </a:lnTo>
                <a:lnTo>
                  <a:pt x="115752" y="85691"/>
                </a:lnTo>
                <a:lnTo>
                  <a:pt x="67818" y="108712"/>
                </a:lnTo>
                <a:lnTo>
                  <a:pt x="42322" y="147367"/>
                </a:lnTo>
                <a:lnTo>
                  <a:pt x="32324" y="200914"/>
                </a:lnTo>
                <a:lnTo>
                  <a:pt x="32354" y="202184"/>
                </a:lnTo>
                <a:lnTo>
                  <a:pt x="53451" y="267668"/>
                </a:lnTo>
                <a:lnTo>
                  <a:pt x="89027" y="299212"/>
                </a:lnTo>
                <a:lnTo>
                  <a:pt x="91186" y="300609"/>
                </a:lnTo>
                <a:lnTo>
                  <a:pt x="93218" y="302006"/>
                </a:lnTo>
                <a:lnTo>
                  <a:pt x="94615" y="303403"/>
                </a:lnTo>
                <a:lnTo>
                  <a:pt x="101786" y="314555"/>
                </a:lnTo>
                <a:lnTo>
                  <a:pt x="111601" y="322992"/>
                </a:lnTo>
                <a:lnTo>
                  <a:pt x="123368" y="328334"/>
                </a:lnTo>
                <a:lnTo>
                  <a:pt x="136398" y="330200"/>
                </a:lnTo>
                <a:lnTo>
                  <a:pt x="148877" y="328334"/>
                </a:lnTo>
                <a:lnTo>
                  <a:pt x="149468" y="328334"/>
                </a:lnTo>
                <a:lnTo>
                  <a:pt x="161535" y="322611"/>
                </a:lnTo>
                <a:lnTo>
                  <a:pt x="171616" y="313644"/>
                </a:lnTo>
                <a:lnTo>
                  <a:pt x="171981" y="313055"/>
                </a:lnTo>
                <a:lnTo>
                  <a:pt x="136398" y="313055"/>
                </a:lnTo>
                <a:lnTo>
                  <a:pt x="127938" y="311802"/>
                </a:lnTo>
                <a:lnTo>
                  <a:pt x="120359" y="308276"/>
                </a:lnTo>
                <a:lnTo>
                  <a:pt x="114010" y="302641"/>
                </a:lnTo>
                <a:lnTo>
                  <a:pt x="113594" y="302006"/>
                </a:lnTo>
                <a:lnTo>
                  <a:pt x="109601" y="295148"/>
                </a:lnTo>
                <a:lnTo>
                  <a:pt x="107569" y="291719"/>
                </a:lnTo>
                <a:lnTo>
                  <a:pt x="104902" y="289560"/>
                </a:lnTo>
                <a:lnTo>
                  <a:pt x="98679" y="285496"/>
                </a:lnTo>
                <a:lnTo>
                  <a:pt x="83816" y="274693"/>
                </a:lnTo>
                <a:lnTo>
                  <a:pt x="67310" y="258032"/>
                </a:lnTo>
                <a:lnTo>
                  <a:pt x="54203" y="234394"/>
                </a:lnTo>
                <a:lnTo>
                  <a:pt x="53916" y="232814"/>
                </a:lnTo>
                <a:lnTo>
                  <a:pt x="49276" y="202184"/>
                </a:lnTo>
                <a:lnTo>
                  <a:pt x="51623" y="176657"/>
                </a:lnTo>
                <a:lnTo>
                  <a:pt x="66796" y="136461"/>
                </a:lnTo>
                <a:lnTo>
                  <a:pt x="106076" y="105775"/>
                </a:lnTo>
                <a:lnTo>
                  <a:pt x="127507" y="101092"/>
                </a:lnTo>
                <a:lnTo>
                  <a:pt x="144653" y="101092"/>
                </a:lnTo>
                <a:lnTo>
                  <a:pt x="144653" y="69469"/>
                </a:lnTo>
                <a:lnTo>
                  <a:pt x="145923" y="67437"/>
                </a:lnTo>
                <a:lnTo>
                  <a:pt x="193929" y="67437"/>
                </a:lnTo>
                <a:lnTo>
                  <a:pt x="193929" y="50165"/>
                </a:lnTo>
                <a:close/>
              </a:path>
              <a:path w="394970" h="396239">
                <a:moveTo>
                  <a:pt x="306921" y="328334"/>
                </a:moveTo>
                <a:lnTo>
                  <a:pt x="282076" y="328334"/>
                </a:lnTo>
                <a:lnTo>
                  <a:pt x="294640" y="330200"/>
                </a:lnTo>
                <a:lnTo>
                  <a:pt x="306921" y="328334"/>
                </a:lnTo>
                <a:close/>
              </a:path>
              <a:path w="394970" h="396239">
                <a:moveTo>
                  <a:pt x="266844" y="295148"/>
                </a:moveTo>
                <a:lnTo>
                  <a:pt x="246634" y="295148"/>
                </a:lnTo>
                <a:lnTo>
                  <a:pt x="250063" y="297815"/>
                </a:lnTo>
                <a:lnTo>
                  <a:pt x="252222" y="302006"/>
                </a:lnTo>
                <a:lnTo>
                  <a:pt x="259153" y="313644"/>
                </a:lnTo>
                <a:lnTo>
                  <a:pt x="269266" y="322611"/>
                </a:lnTo>
                <a:lnTo>
                  <a:pt x="281483" y="328334"/>
                </a:lnTo>
                <a:lnTo>
                  <a:pt x="307451" y="328334"/>
                </a:lnTo>
                <a:lnTo>
                  <a:pt x="319627" y="322611"/>
                </a:lnTo>
                <a:lnTo>
                  <a:pt x="329501" y="313912"/>
                </a:lnTo>
                <a:lnTo>
                  <a:pt x="330027" y="313055"/>
                </a:lnTo>
                <a:lnTo>
                  <a:pt x="294640" y="313055"/>
                </a:lnTo>
                <a:lnTo>
                  <a:pt x="285835" y="311802"/>
                </a:lnTo>
                <a:lnTo>
                  <a:pt x="278114" y="308276"/>
                </a:lnTo>
                <a:lnTo>
                  <a:pt x="271797" y="302821"/>
                </a:lnTo>
                <a:lnTo>
                  <a:pt x="267208" y="295783"/>
                </a:lnTo>
                <a:lnTo>
                  <a:pt x="266844" y="295148"/>
                </a:lnTo>
                <a:close/>
              </a:path>
              <a:path w="394970" h="396239">
                <a:moveTo>
                  <a:pt x="243967" y="277876"/>
                </a:moveTo>
                <a:lnTo>
                  <a:pt x="186436" y="277876"/>
                </a:lnTo>
                <a:lnTo>
                  <a:pt x="179373" y="279120"/>
                </a:lnTo>
                <a:lnTo>
                  <a:pt x="172861" y="282686"/>
                </a:lnTo>
                <a:lnTo>
                  <a:pt x="167397" y="288055"/>
                </a:lnTo>
                <a:lnTo>
                  <a:pt x="163068" y="295148"/>
                </a:lnTo>
                <a:lnTo>
                  <a:pt x="159126" y="302006"/>
                </a:lnTo>
                <a:lnTo>
                  <a:pt x="158714" y="302641"/>
                </a:lnTo>
                <a:lnTo>
                  <a:pt x="152373" y="308276"/>
                </a:lnTo>
                <a:lnTo>
                  <a:pt x="144802" y="311802"/>
                </a:lnTo>
                <a:lnTo>
                  <a:pt x="136398" y="313055"/>
                </a:lnTo>
                <a:lnTo>
                  <a:pt x="171981" y="313055"/>
                </a:lnTo>
                <a:lnTo>
                  <a:pt x="178816" y="302006"/>
                </a:lnTo>
                <a:lnTo>
                  <a:pt x="180848" y="297815"/>
                </a:lnTo>
                <a:lnTo>
                  <a:pt x="183642" y="295148"/>
                </a:lnTo>
                <a:lnTo>
                  <a:pt x="266844" y="295148"/>
                </a:lnTo>
                <a:lnTo>
                  <a:pt x="263001" y="288442"/>
                </a:lnTo>
                <a:lnTo>
                  <a:pt x="262670" y="288055"/>
                </a:lnTo>
                <a:lnTo>
                  <a:pt x="257397" y="282686"/>
                </a:lnTo>
                <a:lnTo>
                  <a:pt x="250955" y="279120"/>
                </a:lnTo>
                <a:lnTo>
                  <a:pt x="243967" y="277876"/>
                </a:lnTo>
                <a:close/>
              </a:path>
              <a:path w="394970" h="396239">
                <a:moveTo>
                  <a:pt x="279086" y="171323"/>
                </a:moveTo>
                <a:lnTo>
                  <a:pt x="251460" y="171323"/>
                </a:lnTo>
                <a:lnTo>
                  <a:pt x="259079" y="174752"/>
                </a:lnTo>
                <a:lnTo>
                  <a:pt x="262509" y="178181"/>
                </a:lnTo>
                <a:lnTo>
                  <a:pt x="289179" y="207772"/>
                </a:lnTo>
                <a:lnTo>
                  <a:pt x="326782" y="229617"/>
                </a:lnTo>
                <a:lnTo>
                  <a:pt x="337216" y="234394"/>
                </a:lnTo>
                <a:lnTo>
                  <a:pt x="344173" y="237861"/>
                </a:lnTo>
                <a:lnTo>
                  <a:pt x="348107" y="240029"/>
                </a:lnTo>
                <a:lnTo>
                  <a:pt x="348107" y="278638"/>
                </a:lnTo>
                <a:lnTo>
                  <a:pt x="344043" y="278638"/>
                </a:lnTo>
                <a:lnTo>
                  <a:pt x="337421" y="279763"/>
                </a:lnTo>
                <a:lnTo>
                  <a:pt x="331168" y="283067"/>
                </a:lnTo>
                <a:lnTo>
                  <a:pt x="325701" y="288442"/>
                </a:lnTo>
                <a:lnTo>
                  <a:pt x="321437" y="295783"/>
                </a:lnTo>
                <a:lnTo>
                  <a:pt x="316974" y="302641"/>
                </a:lnTo>
                <a:lnTo>
                  <a:pt x="316857" y="302821"/>
                </a:lnTo>
                <a:lnTo>
                  <a:pt x="310610" y="308276"/>
                </a:lnTo>
                <a:lnTo>
                  <a:pt x="303077" y="311802"/>
                </a:lnTo>
                <a:lnTo>
                  <a:pt x="294640" y="313055"/>
                </a:lnTo>
                <a:lnTo>
                  <a:pt x="330027" y="313055"/>
                </a:lnTo>
                <a:lnTo>
                  <a:pt x="336312" y="302821"/>
                </a:lnTo>
                <a:lnTo>
                  <a:pt x="336423" y="302641"/>
                </a:lnTo>
                <a:lnTo>
                  <a:pt x="339013" y="299212"/>
                </a:lnTo>
                <a:lnTo>
                  <a:pt x="339131" y="299055"/>
                </a:lnTo>
                <a:lnTo>
                  <a:pt x="344376" y="295386"/>
                </a:lnTo>
                <a:lnTo>
                  <a:pt x="352692" y="293121"/>
                </a:lnTo>
                <a:lnTo>
                  <a:pt x="362100" y="293121"/>
                </a:lnTo>
                <a:lnTo>
                  <a:pt x="359029" y="292354"/>
                </a:lnTo>
                <a:lnTo>
                  <a:pt x="364617" y="292354"/>
                </a:lnTo>
                <a:lnTo>
                  <a:pt x="364583" y="237861"/>
                </a:lnTo>
                <a:lnTo>
                  <a:pt x="331739" y="213407"/>
                </a:lnTo>
                <a:lnTo>
                  <a:pt x="313182" y="206375"/>
                </a:lnTo>
                <a:lnTo>
                  <a:pt x="305689" y="200914"/>
                </a:lnTo>
                <a:lnTo>
                  <a:pt x="301498" y="196723"/>
                </a:lnTo>
                <a:lnTo>
                  <a:pt x="279086" y="171323"/>
                </a:lnTo>
                <a:close/>
              </a:path>
              <a:path w="394970" h="396239">
                <a:moveTo>
                  <a:pt x="362100" y="293121"/>
                </a:moveTo>
                <a:lnTo>
                  <a:pt x="352692" y="293121"/>
                </a:lnTo>
                <a:lnTo>
                  <a:pt x="364617" y="293751"/>
                </a:lnTo>
                <a:lnTo>
                  <a:pt x="362100" y="293121"/>
                </a:lnTo>
                <a:close/>
              </a:path>
              <a:path w="394970" h="396239">
                <a:moveTo>
                  <a:pt x="364617" y="293378"/>
                </a:moveTo>
                <a:lnTo>
                  <a:pt x="364617" y="293751"/>
                </a:lnTo>
                <a:lnTo>
                  <a:pt x="366649" y="293751"/>
                </a:lnTo>
                <a:lnTo>
                  <a:pt x="364617" y="293378"/>
                </a:lnTo>
                <a:close/>
              </a:path>
              <a:path w="394970" h="396239">
                <a:moveTo>
                  <a:pt x="364617" y="292354"/>
                </a:moveTo>
                <a:lnTo>
                  <a:pt x="359029" y="292354"/>
                </a:lnTo>
                <a:lnTo>
                  <a:pt x="364617" y="293378"/>
                </a:lnTo>
                <a:lnTo>
                  <a:pt x="364617" y="292354"/>
                </a:lnTo>
                <a:close/>
              </a:path>
              <a:path w="394970" h="396239">
                <a:moveTo>
                  <a:pt x="247396" y="154813"/>
                </a:moveTo>
                <a:lnTo>
                  <a:pt x="129539" y="154813"/>
                </a:lnTo>
                <a:lnTo>
                  <a:pt x="125348" y="156845"/>
                </a:lnTo>
                <a:lnTo>
                  <a:pt x="119253" y="162306"/>
                </a:lnTo>
                <a:lnTo>
                  <a:pt x="115062" y="167132"/>
                </a:lnTo>
                <a:lnTo>
                  <a:pt x="110363" y="172720"/>
                </a:lnTo>
                <a:lnTo>
                  <a:pt x="106934" y="176149"/>
                </a:lnTo>
                <a:lnTo>
                  <a:pt x="102246" y="181826"/>
                </a:lnTo>
                <a:lnTo>
                  <a:pt x="95916" y="190134"/>
                </a:lnTo>
                <a:lnTo>
                  <a:pt x="90110" y="198848"/>
                </a:lnTo>
                <a:lnTo>
                  <a:pt x="86995" y="205740"/>
                </a:lnTo>
                <a:lnTo>
                  <a:pt x="105537" y="205740"/>
                </a:lnTo>
                <a:lnTo>
                  <a:pt x="106172" y="204343"/>
                </a:lnTo>
                <a:lnTo>
                  <a:pt x="110363" y="198120"/>
                </a:lnTo>
                <a:lnTo>
                  <a:pt x="118491" y="188468"/>
                </a:lnTo>
                <a:lnTo>
                  <a:pt x="126746" y="178181"/>
                </a:lnTo>
                <a:lnTo>
                  <a:pt x="132969" y="172720"/>
                </a:lnTo>
                <a:lnTo>
                  <a:pt x="135001" y="171323"/>
                </a:lnTo>
                <a:lnTo>
                  <a:pt x="279086" y="171323"/>
                </a:lnTo>
                <a:lnTo>
                  <a:pt x="274828" y="166497"/>
                </a:lnTo>
                <a:lnTo>
                  <a:pt x="268898" y="161778"/>
                </a:lnTo>
                <a:lnTo>
                  <a:pt x="261874" y="158083"/>
                </a:lnTo>
                <a:lnTo>
                  <a:pt x="254468" y="155674"/>
                </a:lnTo>
                <a:lnTo>
                  <a:pt x="247396" y="154813"/>
                </a:lnTo>
                <a:close/>
              </a:path>
              <a:path w="394970" h="396239">
                <a:moveTo>
                  <a:pt x="144653" y="101092"/>
                </a:moveTo>
                <a:lnTo>
                  <a:pt x="127507" y="101092"/>
                </a:lnTo>
                <a:lnTo>
                  <a:pt x="127507" y="115570"/>
                </a:lnTo>
                <a:lnTo>
                  <a:pt x="129178" y="123445"/>
                </a:lnTo>
                <a:lnTo>
                  <a:pt x="133731" y="130000"/>
                </a:lnTo>
                <a:lnTo>
                  <a:pt x="140473" y="134483"/>
                </a:lnTo>
                <a:lnTo>
                  <a:pt x="148717" y="136144"/>
                </a:lnTo>
                <a:lnTo>
                  <a:pt x="193929" y="136144"/>
                </a:lnTo>
                <a:lnTo>
                  <a:pt x="193929" y="119634"/>
                </a:lnTo>
                <a:lnTo>
                  <a:pt x="145923" y="119634"/>
                </a:lnTo>
                <a:lnTo>
                  <a:pt x="144653" y="117602"/>
                </a:lnTo>
                <a:lnTo>
                  <a:pt x="144653" y="101092"/>
                </a:lnTo>
                <a:close/>
              </a:path>
              <a:path w="394970" h="396239">
                <a:moveTo>
                  <a:pt x="193929" y="67437"/>
                </a:moveTo>
                <a:lnTo>
                  <a:pt x="177546" y="67437"/>
                </a:lnTo>
                <a:lnTo>
                  <a:pt x="177546" y="119634"/>
                </a:lnTo>
                <a:lnTo>
                  <a:pt x="193929" y="119634"/>
                </a:lnTo>
                <a:lnTo>
                  <a:pt x="193929" y="116967"/>
                </a:lnTo>
                <a:lnTo>
                  <a:pt x="228854" y="116967"/>
                </a:lnTo>
                <a:lnTo>
                  <a:pt x="228854" y="100457"/>
                </a:lnTo>
                <a:lnTo>
                  <a:pt x="193929" y="100457"/>
                </a:lnTo>
                <a:lnTo>
                  <a:pt x="193929" y="86614"/>
                </a:lnTo>
                <a:lnTo>
                  <a:pt x="228854" y="86614"/>
                </a:lnTo>
                <a:lnTo>
                  <a:pt x="228854" y="70104"/>
                </a:lnTo>
                <a:lnTo>
                  <a:pt x="193929" y="70104"/>
                </a:lnTo>
                <a:lnTo>
                  <a:pt x="193929" y="67437"/>
                </a:lnTo>
                <a:close/>
              </a:path>
            </a:pathLst>
          </a:custGeom>
          <a:solidFill>
            <a:srgbClr val="DB52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 txBox="1"/>
          <p:nvPr/>
        </p:nvSpPr>
        <p:spPr>
          <a:xfrm>
            <a:off x="7168388" y="4813503"/>
            <a:ext cx="32131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11%</a:t>
            </a:r>
            <a:endParaRPr sz="1200">
              <a:latin typeface="Arial"/>
              <a:cs typeface="Arial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6841363" y="4896053"/>
            <a:ext cx="24701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6%</a:t>
            </a:r>
            <a:endParaRPr sz="1200">
              <a:latin typeface="Arial"/>
              <a:cs typeface="Arial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8262366" y="4512309"/>
            <a:ext cx="3327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29%</a:t>
            </a:r>
            <a:endParaRPr sz="1200">
              <a:latin typeface="Arial"/>
              <a:cs typeface="Arial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7530465" y="4628133"/>
            <a:ext cx="697865" cy="322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7825">
              <a:lnSpc>
                <a:spcPts val="117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22%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170"/>
              </a:lnSpc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15%</a:t>
            </a:r>
            <a:endParaRPr sz="1200">
              <a:latin typeface="Arial"/>
              <a:cs typeface="Arial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8602091" y="4297502"/>
            <a:ext cx="74866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37037" sz="1800">
                <a:solidFill>
                  <a:srgbClr val="FFFFFF"/>
                </a:solidFill>
                <a:latin typeface="Arial"/>
                <a:cs typeface="Arial"/>
              </a:rPr>
              <a:t>36%</a:t>
            </a:r>
            <a:r>
              <a:rPr dirty="0" baseline="-37037" sz="1800" spc="1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42%</a:t>
            </a:r>
            <a:endParaRPr sz="1200">
              <a:latin typeface="Arial"/>
              <a:cs typeface="Arial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9334245" y="4105782"/>
            <a:ext cx="7486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37037" sz="1800">
                <a:solidFill>
                  <a:srgbClr val="FFFFFF"/>
                </a:solidFill>
                <a:latin typeface="Arial"/>
                <a:cs typeface="Arial"/>
              </a:rPr>
              <a:t>48%</a:t>
            </a:r>
            <a:r>
              <a:rPr dirty="0" baseline="-37037" sz="1800" spc="1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54%</a:t>
            </a:r>
            <a:endParaRPr sz="1200">
              <a:latin typeface="Arial"/>
              <a:cs typeface="Arial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10064495" y="3962476"/>
            <a:ext cx="148209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3148" sz="1800">
                <a:solidFill>
                  <a:srgbClr val="FFFFFF"/>
                </a:solidFill>
                <a:latin typeface="Arial"/>
                <a:cs typeface="Arial"/>
              </a:rPr>
              <a:t>58%</a:t>
            </a:r>
            <a:r>
              <a:rPr dirty="0" baseline="-23148" sz="1800" spc="209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aseline="-6944" sz="1800">
                <a:solidFill>
                  <a:srgbClr val="FFFFFF"/>
                </a:solidFill>
                <a:latin typeface="Arial"/>
                <a:cs typeface="Arial"/>
              </a:rPr>
              <a:t>61%</a:t>
            </a:r>
            <a:r>
              <a:rPr dirty="0" baseline="-6944" sz="1800" spc="1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62%</a:t>
            </a:r>
            <a:r>
              <a:rPr dirty="0" sz="1200" spc="1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aseline="2314" sz="1800" spc="-37">
                <a:solidFill>
                  <a:srgbClr val="FFFFFF"/>
                </a:solidFill>
                <a:latin typeface="Arial"/>
                <a:cs typeface="Arial"/>
              </a:rPr>
              <a:t>63%</a:t>
            </a:r>
            <a:endParaRPr baseline="2314"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6341160"/>
            <a:ext cx="1062355" cy="3003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300"/>
              </a:lnSpc>
              <a:spcBef>
                <a:spcPts val="95"/>
              </a:spcBef>
            </a:pPr>
            <a:r>
              <a:rPr dirty="0" sz="750">
                <a:latin typeface="Arial"/>
                <a:cs typeface="Arial"/>
              </a:rPr>
              <a:t>Digital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Auto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Report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-20">
                <a:latin typeface="Arial"/>
                <a:cs typeface="Arial"/>
              </a:rPr>
              <a:t>2023</a:t>
            </a:r>
            <a:r>
              <a:rPr dirty="0" sz="750" spc="-10">
                <a:latin typeface="Arial"/>
                <a:cs typeface="Arial"/>
              </a:rPr>
              <a:t> Strategy&amp;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28561" y="3407981"/>
            <a:ext cx="11335385" cy="2458085"/>
            <a:chOff x="428561" y="3407981"/>
            <a:chExt cx="11335385" cy="2458085"/>
          </a:xfrm>
        </p:grpSpPr>
        <p:sp>
          <p:nvSpPr>
            <p:cNvPr id="4" name="object 4"/>
            <p:cNvSpPr/>
            <p:nvPr/>
          </p:nvSpPr>
          <p:spPr>
            <a:xfrm>
              <a:off x="439673" y="3419094"/>
              <a:ext cx="11313160" cy="0"/>
            </a:xfrm>
            <a:custGeom>
              <a:avLst/>
              <a:gdLst/>
              <a:ahLst/>
              <a:cxnLst/>
              <a:rect l="l" t="t" r="r" b="b"/>
              <a:pathLst>
                <a:path w="11313160" h="0">
                  <a:moveTo>
                    <a:pt x="0" y="0"/>
                  </a:moveTo>
                  <a:lnTo>
                    <a:pt x="11312906" y="0"/>
                  </a:lnTo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452116" y="4035552"/>
              <a:ext cx="9300845" cy="0"/>
            </a:xfrm>
            <a:custGeom>
              <a:avLst/>
              <a:gdLst/>
              <a:ahLst/>
              <a:cxnLst/>
              <a:rect l="l" t="t" r="r" b="b"/>
              <a:pathLst>
                <a:path w="9300845" h="0">
                  <a:moveTo>
                    <a:pt x="0" y="0"/>
                  </a:moveTo>
                  <a:lnTo>
                    <a:pt x="9300591" y="0"/>
                  </a:lnTo>
                </a:path>
              </a:pathLst>
            </a:custGeom>
            <a:ln w="12700">
              <a:solidFill>
                <a:srgbClr val="A4A4A4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452116" y="4663440"/>
              <a:ext cx="9300845" cy="0"/>
            </a:xfrm>
            <a:custGeom>
              <a:avLst/>
              <a:gdLst/>
              <a:ahLst/>
              <a:cxnLst/>
              <a:rect l="l" t="t" r="r" b="b"/>
              <a:pathLst>
                <a:path w="9300845" h="0">
                  <a:moveTo>
                    <a:pt x="0" y="0"/>
                  </a:moveTo>
                  <a:lnTo>
                    <a:pt x="9300591" y="0"/>
                  </a:lnTo>
                </a:path>
              </a:pathLst>
            </a:custGeom>
            <a:ln w="12700">
              <a:solidFill>
                <a:srgbClr val="A4A4A4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459735" y="5289804"/>
              <a:ext cx="9288145" cy="0"/>
            </a:xfrm>
            <a:custGeom>
              <a:avLst/>
              <a:gdLst/>
              <a:ahLst/>
              <a:cxnLst/>
              <a:rect l="l" t="t" r="r" b="b"/>
              <a:pathLst>
                <a:path w="9288145" h="0">
                  <a:moveTo>
                    <a:pt x="0" y="0"/>
                  </a:moveTo>
                  <a:lnTo>
                    <a:pt x="9288018" y="0"/>
                  </a:lnTo>
                </a:path>
              </a:pathLst>
            </a:custGeom>
            <a:ln w="12700">
              <a:solidFill>
                <a:srgbClr val="A4A4A4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38911" y="3462528"/>
              <a:ext cx="356870" cy="2403475"/>
            </a:xfrm>
            <a:custGeom>
              <a:avLst/>
              <a:gdLst/>
              <a:ahLst/>
              <a:cxnLst/>
              <a:rect l="l" t="t" r="r" b="b"/>
              <a:pathLst>
                <a:path w="356870" h="2403475">
                  <a:moveTo>
                    <a:pt x="356616" y="0"/>
                  </a:moveTo>
                  <a:lnTo>
                    <a:pt x="0" y="0"/>
                  </a:lnTo>
                  <a:lnTo>
                    <a:pt x="0" y="2403348"/>
                  </a:lnTo>
                  <a:lnTo>
                    <a:pt x="356616" y="2403348"/>
                  </a:lnTo>
                  <a:lnTo>
                    <a:pt x="356616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508634" y="3690332"/>
            <a:ext cx="224790" cy="1951989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Enablers</a:t>
            </a:r>
            <a:r>
              <a:rPr dirty="0" sz="14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dirty="0" sz="14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Limitations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429500" y="2045207"/>
            <a:ext cx="4319270" cy="539750"/>
          </a:xfrm>
          <a:custGeom>
            <a:avLst/>
            <a:gdLst/>
            <a:ahLst/>
            <a:cxnLst/>
            <a:rect l="l" t="t" r="r" b="b"/>
            <a:pathLst>
              <a:path w="4319270" h="539750">
                <a:moveTo>
                  <a:pt x="4319015" y="0"/>
                </a:moveTo>
                <a:lnTo>
                  <a:pt x="0" y="0"/>
                </a:lnTo>
                <a:lnTo>
                  <a:pt x="0" y="539496"/>
                </a:lnTo>
                <a:lnTo>
                  <a:pt x="4319015" y="539496"/>
                </a:lnTo>
                <a:lnTo>
                  <a:pt x="4319015" y="0"/>
                </a:lnTo>
                <a:close/>
              </a:path>
            </a:pathLst>
          </a:custGeom>
          <a:solidFill>
            <a:srgbClr val="F1F1F1">
              <a:alpha val="89411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" name="object 11"/>
          <p:cNvGrpSpPr/>
          <p:nvPr/>
        </p:nvGrpSpPr>
        <p:grpSpPr>
          <a:xfrm>
            <a:off x="2478023" y="2045207"/>
            <a:ext cx="4320540" cy="539750"/>
            <a:chOff x="2478023" y="2045207"/>
            <a:chExt cx="4320540" cy="539750"/>
          </a:xfrm>
        </p:grpSpPr>
        <p:sp>
          <p:nvSpPr>
            <p:cNvPr id="12" name="object 12"/>
            <p:cNvSpPr/>
            <p:nvPr/>
          </p:nvSpPr>
          <p:spPr>
            <a:xfrm>
              <a:off x="2478023" y="2045207"/>
              <a:ext cx="4320540" cy="539750"/>
            </a:xfrm>
            <a:custGeom>
              <a:avLst/>
              <a:gdLst/>
              <a:ahLst/>
              <a:cxnLst/>
              <a:rect l="l" t="t" r="r" b="b"/>
              <a:pathLst>
                <a:path w="4320540" h="539750">
                  <a:moveTo>
                    <a:pt x="4320539" y="0"/>
                  </a:moveTo>
                  <a:lnTo>
                    <a:pt x="0" y="0"/>
                  </a:lnTo>
                  <a:lnTo>
                    <a:pt x="0" y="539496"/>
                  </a:lnTo>
                  <a:lnTo>
                    <a:pt x="4320539" y="539496"/>
                  </a:lnTo>
                  <a:lnTo>
                    <a:pt x="4320539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75787" y="2275331"/>
              <a:ext cx="1383791" cy="25755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61788" y="2046731"/>
              <a:ext cx="1324356" cy="473963"/>
            </a:xfrm>
            <a:prstGeom prst="rect">
              <a:avLst/>
            </a:prstGeom>
          </p:spPr>
        </p:pic>
      </p:grp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8265" rIns="0" bIns="0" rtlCol="0" vert="horz">
            <a:spAutoFit/>
          </a:bodyPr>
          <a:lstStyle/>
          <a:p>
            <a:pPr marL="12700" marR="5080">
              <a:lnSpc>
                <a:spcPts val="3260"/>
              </a:lnSpc>
              <a:spcBef>
                <a:spcPts val="695"/>
              </a:spcBef>
            </a:pPr>
            <a:r>
              <a:rPr dirty="0" spc="-10">
                <a:solidFill>
                  <a:srgbClr val="000000"/>
                </a:solidFill>
              </a:rPr>
              <a:t>Front-of-</a:t>
            </a:r>
            <a:r>
              <a:rPr dirty="0">
                <a:solidFill>
                  <a:srgbClr val="000000"/>
                </a:solidFill>
              </a:rPr>
              <a:t>meter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prosumer</a:t>
            </a:r>
            <a:r>
              <a:rPr dirty="0" spc="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use</a:t>
            </a:r>
            <a:r>
              <a:rPr dirty="0" spc="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cases</a:t>
            </a:r>
            <a:r>
              <a:rPr dirty="0" spc="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depend</a:t>
            </a:r>
            <a:r>
              <a:rPr dirty="0" spc="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on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</a:t>
            </a:r>
            <a:r>
              <a:rPr dirty="0" spc="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multitude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 spc="-25">
                <a:solidFill>
                  <a:srgbClr val="000000"/>
                </a:solidFill>
              </a:rPr>
              <a:t>of </a:t>
            </a:r>
            <a:r>
              <a:rPr dirty="0">
                <a:solidFill>
                  <a:srgbClr val="000000"/>
                </a:solidFill>
              </a:rPr>
              <a:t>external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factors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that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limit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mainstream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adoption</a:t>
            </a:r>
            <a:r>
              <a:rPr dirty="0" spc="-4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in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short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 spc="-20">
                <a:solidFill>
                  <a:srgbClr val="000000"/>
                </a:solidFill>
              </a:rPr>
              <a:t>term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578354" y="6271971"/>
            <a:ext cx="8494395" cy="3695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404110" algn="l"/>
                <a:tab pos="4096385" algn="l"/>
              </a:tabLst>
            </a:pPr>
            <a:r>
              <a:rPr dirty="0" sz="750">
                <a:latin typeface="Arial"/>
                <a:cs typeface="Arial"/>
              </a:rPr>
              <a:t>V2L: Vehicle-</a:t>
            </a:r>
            <a:r>
              <a:rPr dirty="0" sz="750" spc="-10">
                <a:latin typeface="Arial"/>
                <a:cs typeface="Arial"/>
              </a:rPr>
              <a:t>to-load</a:t>
            </a:r>
            <a:r>
              <a:rPr dirty="0" sz="750" spc="-2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(e.g.</a:t>
            </a:r>
            <a:r>
              <a:rPr dirty="0" sz="750" spc="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e-bike,</a:t>
            </a:r>
            <a:r>
              <a:rPr dirty="0" sz="750" spc="-2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another</a:t>
            </a:r>
            <a:r>
              <a:rPr dirty="0" sz="750" spc="-2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EV,</a:t>
            </a:r>
            <a:r>
              <a:rPr dirty="0" sz="750" spc="20">
                <a:latin typeface="Arial"/>
                <a:cs typeface="Arial"/>
              </a:rPr>
              <a:t> </a:t>
            </a:r>
            <a:r>
              <a:rPr dirty="0" sz="750" spc="-20">
                <a:latin typeface="Arial"/>
                <a:cs typeface="Arial"/>
              </a:rPr>
              <a:t>etc.)</a:t>
            </a:r>
            <a:r>
              <a:rPr dirty="0" sz="750">
                <a:latin typeface="Arial"/>
                <a:cs typeface="Arial"/>
              </a:rPr>
              <a:t>	V2H/B:</a:t>
            </a:r>
            <a:r>
              <a:rPr dirty="0" sz="750" spc="-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Vehicle-</a:t>
            </a:r>
            <a:r>
              <a:rPr dirty="0" sz="750" spc="-10">
                <a:latin typeface="Arial"/>
                <a:cs typeface="Arial"/>
              </a:rPr>
              <a:t>to-home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/</a:t>
            </a:r>
            <a:r>
              <a:rPr dirty="0" sz="750" spc="3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building</a:t>
            </a:r>
            <a:r>
              <a:rPr dirty="0" sz="750">
                <a:latin typeface="Arial"/>
                <a:cs typeface="Arial"/>
              </a:rPr>
              <a:t>	V2G/VGI: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Vehicle-</a:t>
            </a:r>
            <a:r>
              <a:rPr dirty="0" sz="750" spc="-10">
                <a:latin typeface="Arial"/>
                <a:cs typeface="Arial"/>
              </a:rPr>
              <a:t>to-grid</a:t>
            </a:r>
            <a:r>
              <a:rPr dirty="0" sz="750" spc="-3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/</a:t>
            </a:r>
            <a:r>
              <a:rPr dirty="0" sz="750" spc="2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vehicle-grid-</a:t>
            </a:r>
            <a:r>
              <a:rPr dirty="0" sz="750">
                <a:latin typeface="Arial"/>
                <a:cs typeface="Arial"/>
              </a:rPr>
              <a:t>integration</a:t>
            </a:r>
            <a:r>
              <a:rPr dirty="0" sz="750" spc="295">
                <a:latin typeface="Arial"/>
                <a:cs typeface="Arial"/>
              </a:rPr>
              <a:t>  </a:t>
            </a:r>
            <a:r>
              <a:rPr dirty="0" sz="750">
                <a:latin typeface="Arial"/>
                <a:cs typeface="Arial"/>
              </a:rPr>
              <a:t>PV:</a:t>
            </a:r>
            <a:r>
              <a:rPr dirty="0" sz="750" spc="20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Photovoltaic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50">
                <a:latin typeface="Arial"/>
                <a:cs typeface="Arial"/>
              </a:rPr>
              <a:t>1)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Includes</a:t>
            </a:r>
            <a:r>
              <a:rPr dirty="0" sz="750" spc="-3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software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for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grid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optimization</a:t>
            </a:r>
            <a:r>
              <a:rPr dirty="0" sz="750" spc="-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of</a:t>
            </a:r>
            <a:r>
              <a:rPr dirty="0" sz="750" spc="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households</a:t>
            </a:r>
            <a:r>
              <a:rPr dirty="0" sz="750" spc="-3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(V2H)</a:t>
            </a:r>
            <a:r>
              <a:rPr dirty="0" sz="750" spc="-1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and</a:t>
            </a:r>
            <a:r>
              <a:rPr dirty="0" sz="750" spc="-1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public</a:t>
            </a:r>
            <a:r>
              <a:rPr dirty="0" sz="750" spc="-3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charge</a:t>
            </a:r>
            <a:r>
              <a:rPr dirty="0" sz="750" spc="-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point</a:t>
            </a:r>
            <a:r>
              <a:rPr dirty="0" sz="750" spc="-2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operators</a:t>
            </a:r>
            <a:r>
              <a:rPr dirty="0" sz="750" spc="-3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only;</a:t>
            </a:r>
            <a:r>
              <a:rPr dirty="0" sz="750" spc="-1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2) Includes</a:t>
            </a:r>
            <a:r>
              <a:rPr dirty="0" sz="750" spc="-3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software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for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power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market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trading</a:t>
            </a:r>
            <a:r>
              <a:rPr dirty="0" sz="750" spc="-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for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households</a:t>
            </a:r>
            <a:r>
              <a:rPr dirty="0" sz="750" spc="-3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and</a:t>
            </a:r>
            <a:r>
              <a:rPr dirty="0" sz="750" spc="-1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public</a:t>
            </a:r>
            <a:r>
              <a:rPr dirty="0" sz="750" spc="-3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charge</a:t>
            </a:r>
            <a:r>
              <a:rPr dirty="0" sz="750" spc="-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point</a:t>
            </a:r>
            <a:r>
              <a:rPr dirty="0" sz="750" spc="-2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operators</a:t>
            </a:r>
            <a:r>
              <a:rPr dirty="0" sz="750" spc="-35">
                <a:latin typeface="Arial"/>
                <a:cs typeface="Arial"/>
              </a:rPr>
              <a:t> </a:t>
            </a:r>
            <a:r>
              <a:rPr dirty="0" sz="750" spc="-20">
                <a:latin typeface="Arial"/>
                <a:cs typeface="Arial"/>
              </a:rPr>
              <a:t>only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50">
                <a:latin typeface="Arial"/>
                <a:cs typeface="Arial"/>
              </a:rPr>
              <a:t>Source: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Strategy&amp;</a:t>
            </a:r>
            <a:r>
              <a:rPr dirty="0" sz="750" spc="-1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analysis</a:t>
            </a:r>
            <a:endParaRPr sz="7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0174" y="1257680"/>
            <a:ext cx="9773920" cy="681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Prosumer</a:t>
            </a:r>
            <a:r>
              <a:rPr dirty="0" sz="1800" spc="-3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charging</a:t>
            </a:r>
            <a:r>
              <a:rPr dirty="0" sz="1800" spc="-3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business</a:t>
            </a:r>
            <a:r>
              <a:rPr dirty="0" sz="1800" spc="-4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model</a:t>
            </a:r>
            <a:r>
              <a:rPr dirty="0" sz="1800" spc="-2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comparison</a:t>
            </a:r>
            <a:r>
              <a:rPr dirty="0" sz="1800" spc="-2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A21F1F"/>
                </a:solidFill>
                <a:latin typeface="Arial"/>
                <a:cs typeface="Arial"/>
              </a:rPr>
              <a:t>–</a:t>
            </a:r>
            <a:r>
              <a:rPr dirty="0" sz="1800" spc="-35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A21F1F"/>
                </a:solidFill>
                <a:latin typeface="Arial"/>
                <a:cs typeface="Arial"/>
              </a:rPr>
              <a:t>Germany</a:t>
            </a:r>
            <a:endParaRPr sz="1800">
              <a:latin typeface="Arial"/>
              <a:cs typeface="Arial"/>
            </a:endParaRPr>
          </a:p>
          <a:p>
            <a:pPr marL="3482975">
              <a:lnSpc>
                <a:spcPct val="100000"/>
              </a:lnSpc>
              <a:spcBef>
                <a:spcPts val="1325"/>
              </a:spcBef>
              <a:tabLst>
                <a:tab pos="8557260" algn="l"/>
              </a:tabLst>
            </a:pPr>
            <a:r>
              <a:rPr dirty="0" sz="1400" b="1">
                <a:solidFill>
                  <a:srgbClr val="A21F1F"/>
                </a:solidFill>
                <a:latin typeface="Arial"/>
                <a:cs typeface="Arial"/>
              </a:rPr>
              <a:t>Behind</a:t>
            </a:r>
            <a:r>
              <a:rPr dirty="0" sz="1400" spc="-4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A21F1F"/>
                </a:solidFill>
                <a:latin typeface="Arial"/>
                <a:cs typeface="Arial"/>
              </a:rPr>
              <a:t>the</a:t>
            </a:r>
            <a:r>
              <a:rPr dirty="0" sz="1400" spc="-4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A21F1F"/>
                </a:solidFill>
                <a:latin typeface="Arial"/>
                <a:cs typeface="Arial"/>
              </a:rPr>
              <a:t>meter</a:t>
            </a:r>
            <a:r>
              <a:rPr dirty="0" sz="1400" b="1">
                <a:solidFill>
                  <a:srgbClr val="A21F1F"/>
                </a:solidFill>
                <a:latin typeface="Arial"/>
                <a:cs typeface="Arial"/>
              </a:rPr>
              <a:t>	Front</a:t>
            </a:r>
            <a:r>
              <a:rPr dirty="0" sz="1400" spc="-4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A21F1F"/>
                </a:solidFill>
                <a:latin typeface="Arial"/>
                <a:cs typeface="Arial"/>
              </a:rPr>
              <a:t>of</a:t>
            </a:r>
            <a:r>
              <a:rPr dirty="0" sz="1400" spc="-2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A21F1F"/>
                </a:solidFill>
                <a:latin typeface="Arial"/>
                <a:cs typeface="Arial"/>
              </a:rPr>
              <a:t>meter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636252" y="2671572"/>
            <a:ext cx="2101850" cy="277495"/>
          </a:xfrm>
          <a:custGeom>
            <a:avLst/>
            <a:gdLst/>
            <a:ahLst/>
            <a:cxnLst/>
            <a:rect l="l" t="t" r="r" b="b"/>
            <a:pathLst>
              <a:path w="2101850" h="277494">
                <a:moveTo>
                  <a:pt x="2101596" y="0"/>
                </a:moveTo>
                <a:lnTo>
                  <a:pt x="0" y="0"/>
                </a:lnTo>
                <a:lnTo>
                  <a:pt x="0" y="277367"/>
                </a:lnTo>
                <a:lnTo>
                  <a:pt x="2101596" y="277367"/>
                </a:lnTo>
                <a:lnTo>
                  <a:pt x="2101596" y="0"/>
                </a:lnTo>
                <a:close/>
              </a:path>
            </a:pathLst>
          </a:custGeom>
          <a:solidFill>
            <a:srgbClr val="FFEB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429500" y="2680716"/>
            <a:ext cx="2100580" cy="259079"/>
          </a:xfrm>
          <a:custGeom>
            <a:avLst/>
            <a:gdLst/>
            <a:ahLst/>
            <a:cxnLst/>
            <a:rect l="l" t="t" r="r" b="b"/>
            <a:pathLst>
              <a:path w="2100579" h="259080">
                <a:moveTo>
                  <a:pt x="2100072" y="0"/>
                </a:moveTo>
                <a:lnTo>
                  <a:pt x="0" y="0"/>
                </a:lnTo>
                <a:lnTo>
                  <a:pt x="0" y="259079"/>
                </a:lnTo>
                <a:lnTo>
                  <a:pt x="2100072" y="259079"/>
                </a:lnTo>
                <a:lnTo>
                  <a:pt x="2100072" y="0"/>
                </a:lnTo>
                <a:close/>
              </a:path>
            </a:pathLst>
          </a:custGeom>
          <a:solidFill>
            <a:srgbClr val="FFEB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490216" y="2680716"/>
            <a:ext cx="2100580" cy="259079"/>
          </a:xfrm>
          <a:custGeom>
            <a:avLst/>
            <a:gdLst/>
            <a:ahLst/>
            <a:cxnLst/>
            <a:rect l="l" t="t" r="r" b="b"/>
            <a:pathLst>
              <a:path w="2100579" h="259080">
                <a:moveTo>
                  <a:pt x="2100072" y="0"/>
                </a:moveTo>
                <a:lnTo>
                  <a:pt x="0" y="0"/>
                </a:lnTo>
                <a:lnTo>
                  <a:pt x="0" y="259079"/>
                </a:lnTo>
                <a:lnTo>
                  <a:pt x="2100072" y="259079"/>
                </a:lnTo>
                <a:lnTo>
                  <a:pt x="2100072" y="0"/>
                </a:lnTo>
                <a:close/>
              </a:path>
            </a:pathLst>
          </a:custGeom>
          <a:solidFill>
            <a:srgbClr val="FFEB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7464297" y="3541902"/>
            <a:ext cx="4267200" cy="330200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181610" marR="5080" indent="-169545">
              <a:lnSpc>
                <a:spcPts val="1130"/>
              </a:lnSpc>
              <a:spcBef>
                <a:spcPts val="250"/>
              </a:spcBef>
              <a:buSzPct val="104761"/>
              <a:buFont typeface="Arial"/>
              <a:buChar char="•"/>
              <a:tabLst>
                <a:tab pos="184785" algn="l"/>
              </a:tabLst>
            </a:pPr>
            <a:r>
              <a:rPr dirty="0" sz="1050" b="1">
                <a:latin typeface="Arial"/>
                <a:cs typeface="Arial"/>
              </a:rPr>
              <a:t>Mid-</a:t>
            </a:r>
            <a:r>
              <a:rPr dirty="0" sz="1050" spc="-10" b="1">
                <a:latin typeface="Arial"/>
                <a:cs typeface="Arial"/>
              </a:rPr>
              <a:t>term</a:t>
            </a:r>
            <a:r>
              <a:rPr dirty="0" sz="1050" spc="-10">
                <a:latin typeface="Arial"/>
                <a:cs typeface="Arial"/>
              </a:rPr>
              <a:t>: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EV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user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demand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driven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by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incentive</a:t>
            </a:r>
            <a:r>
              <a:rPr dirty="0" sz="1050" spc="-30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to</a:t>
            </a:r>
            <a:r>
              <a:rPr dirty="0" sz="1050" spc="-20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earn/save </a:t>
            </a:r>
            <a:r>
              <a:rPr dirty="0" sz="1050" spc="-10" b="1">
                <a:latin typeface="Arial"/>
                <a:cs typeface="Arial"/>
              </a:rPr>
              <a:t>	</a:t>
            </a:r>
            <a:r>
              <a:rPr dirty="0" sz="1050" b="1">
                <a:latin typeface="Arial"/>
                <a:cs typeface="Arial"/>
              </a:rPr>
              <a:t>money</a:t>
            </a:r>
            <a:r>
              <a:rPr dirty="0" sz="1050">
                <a:latin typeface="Arial"/>
                <a:cs typeface="Arial"/>
              </a:rPr>
              <a:t>,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but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depending</a:t>
            </a:r>
            <a:r>
              <a:rPr dirty="0" sz="1050" spc="-6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on</a:t>
            </a:r>
            <a:r>
              <a:rPr dirty="0" sz="1050" spc="-4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available</a:t>
            </a:r>
            <a:r>
              <a:rPr dirty="0" sz="1050" spc="-2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solutions</a:t>
            </a:r>
            <a:r>
              <a:rPr dirty="0" sz="1050" spc="-5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&amp;</a:t>
            </a:r>
            <a:r>
              <a:rPr dirty="0" sz="1050" spc="-20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attractive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pricing</a:t>
            </a:r>
            <a:endParaRPr sz="10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557652" y="3541902"/>
            <a:ext cx="4290695" cy="330200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181610" marR="5080" indent="-169545">
              <a:lnSpc>
                <a:spcPts val="1130"/>
              </a:lnSpc>
              <a:spcBef>
                <a:spcPts val="250"/>
              </a:spcBef>
              <a:buSzPct val="104761"/>
              <a:buFont typeface="Arial"/>
              <a:buChar char="•"/>
              <a:tabLst>
                <a:tab pos="184785" algn="l"/>
              </a:tabLst>
            </a:pPr>
            <a:r>
              <a:rPr dirty="0" sz="1050" b="1">
                <a:latin typeface="Arial"/>
                <a:cs typeface="Arial"/>
              </a:rPr>
              <a:t>Short-term:</a:t>
            </a:r>
            <a:r>
              <a:rPr dirty="0" sz="1050" spc="-40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Growing</a:t>
            </a:r>
            <a:r>
              <a:rPr dirty="0" sz="1050" spc="-60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EV</a:t>
            </a:r>
            <a:r>
              <a:rPr dirty="0" sz="1050" spc="-30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user</a:t>
            </a:r>
            <a:r>
              <a:rPr dirty="0" sz="1050" spc="-3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demand</a:t>
            </a:r>
            <a:r>
              <a:rPr dirty="0" sz="1050" spc="-30" b="1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use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vehicle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e.g.</a:t>
            </a:r>
            <a:r>
              <a:rPr dirty="0" sz="1050" spc="-25">
                <a:latin typeface="Arial"/>
                <a:cs typeface="Arial"/>
              </a:rPr>
              <a:t> as </a:t>
            </a:r>
            <a:r>
              <a:rPr dirty="0" sz="1050" spc="-25">
                <a:latin typeface="Arial"/>
                <a:cs typeface="Arial"/>
              </a:rPr>
              <a:t>	</a:t>
            </a:r>
            <a:r>
              <a:rPr dirty="0" sz="1050" spc="-10">
                <a:latin typeface="Arial"/>
                <a:cs typeface="Arial"/>
              </a:rPr>
              <a:t>additional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storage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for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home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PV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or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emergency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power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bank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(in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US)</a:t>
            </a:r>
            <a:endParaRPr sz="105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82396" y="3462528"/>
            <a:ext cx="1537970" cy="527685"/>
          </a:xfrm>
          <a:custGeom>
            <a:avLst/>
            <a:gdLst/>
            <a:ahLst/>
            <a:cxnLst/>
            <a:rect l="l" t="t" r="r" b="b"/>
            <a:pathLst>
              <a:path w="1537970" h="527685">
                <a:moveTo>
                  <a:pt x="1537716" y="0"/>
                </a:moveTo>
                <a:lnTo>
                  <a:pt x="0" y="0"/>
                </a:lnTo>
                <a:lnTo>
                  <a:pt x="0" y="527304"/>
                </a:lnTo>
                <a:lnTo>
                  <a:pt x="1537716" y="527304"/>
                </a:lnTo>
                <a:lnTo>
                  <a:pt x="1537716" y="0"/>
                </a:lnTo>
                <a:close/>
              </a:path>
            </a:pathLst>
          </a:custGeom>
          <a:solidFill>
            <a:srgbClr val="D7D7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882396" y="3462528"/>
            <a:ext cx="1537970" cy="527685"/>
          </a:xfrm>
          <a:prstGeom prst="rect">
            <a:avLst/>
          </a:prstGeom>
        </p:spPr>
        <p:txBody>
          <a:bodyPr wrap="square" lIns="0" tIns="77470" rIns="0" bIns="0" rtlCol="0" vert="horz">
            <a:spAutoFit/>
          </a:bodyPr>
          <a:lstStyle/>
          <a:p>
            <a:pPr marL="479425">
              <a:lnSpc>
                <a:spcPct val="100000"/>
              </a:lnSpc>
              <a:spcBef>
                <a:spcPts val="610"/>
              </a:spcBef>
            </a:pPr>
            <a:r>
              <a:rPr dirty="0" sz="1200" spc="-10" b="1">
                <a:latin typeface="Arial"/>
                <a:cs typeface="Arial"/>
              </a:rPr>
              <a:t>Customer</a:t>
            </a:r>
            <a:endParaRPr sz="1200">
              <a:latin typeface="Arial"/>
              <a:cs typeface="Arial"/>
            </a:endParaRPr>
          </a:p>
          <a:p>
            <a:pPr marL="479425">
              <a:lnSpc>
                <a:spcPct val="100000"/>
              </a:lnSpc>
            </a:pPr>
            <a:r>
              <a:rPr dirty="0" sz="1200" spc="-10" b="1">
                <a:latin typeface="Arial"/>
                <a:cs typeface="Arial"/>
              </a:rPr>
              <a:t>Demand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882396" y="3601211"/>
            <a:ext cx="1537970" cy="1015365"/>
            <a:chOff x="882396" y="3601211"/>
            <a:chExt cx="1537970" cy="1015365"/>
          </a:xfrm>
        </p:grpSpPr>
        <p:sp>
          <p:nvSpPr>
            <p:cNvPr id="26" name="object 26"/>
            <p:cNvSpPr/>
            <p:nvPr/>
          </p:nvSpPr>
          <p:spPr>
            <a:xfrm>
              <a:off x="976884" y="3601211"/>
              <a:ext cx="317500" cy="288290"/>
            </a:xfrm>
            <a:custGeom>
              <a:avLst/>
              <a:gdLst/>
              <a:ahLst/>
              <a:cxnLst/>
              <a:rect l="l" t="t" r="r" b="b"/>
              <a:pathLst>
                <a:path w="317500" h="288289">
                  <a:moveTo>
                    <a:pt x="316992" y="11938"/>
                  </a:moveTo>
                  <a:lnTo>
                    <a:pt x="303911" y="11938"/>
                  </a:lnTo>
                  <a:lnTo>
                    <a:pt x="303911" y="275082"/>
                  </a:lnTo>
                  <a:lnTo>
                    <a:pt x="316992" y="275082"/>
                  </a:lnTo>
                  <a:lnTo>
                    <a:pt x="316992" y="11938"/>
                  </a:lnTo>
                  <a:close/>
                </a:path>
                <a:path w="317500" h="288289">
                  <a:moveTo>
                    <a:pt x="316992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0" y="275590"/>
                  </a:lnTo>
                  <a:lnTo>
                    <a:pt x="0" y="288290"/>
                  </a:lnTo>
                  <a:lnTo>
                    <a:pt x="316992" y="288290"/>
                  </a:lnTo>
                  <a:lnTo>
                    <a:pt x="316992" y="275590"/>
                  </a:lnTo>
                  <a:lnTo>
                    <a:pt x="13106" y="275590"/>
                  </a:lnTo>
                  <a:lnTo>
                    <a:pt x="13106" y="11430"/>
                  </a:lnTo>
                  <a:lnTo>
                    <a:pt x="316992" y="11430"/>
                  </a:lnTo>
                  <a:lnTo>
                    <a:pt x="3169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1080" y="3631691"/>
              <a:ext cx="230124" cy="240792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882396" y="4087367"/>
              <a:ext cx="1537970" cy="528955"/>
            </a:xfrm>
            <a:custGeom>
              <a:avLst/>
              <a:gdLst/>
              <a:ahLst/>
              <a:cxnLst/>
              <a:rect l="l" t="t" r="r" b="b"/>
              <a:pathLst>
                <a:path w="1537970" h="528954">
                  <a:moveTo>
                    <a:pt x="1537716" y="0"/>
                  </a:moveTo>
                  <a:lnTo>
                    <a:pt x="0" y="0"/>
                  </a:lnTo>
                  <a:lnTo>
                    <a:pt x="0" y="528828"/>
                  </a:lnTo>
                  <a:lnTo>
                    <a:pt x="1537716" y="528828"/>
                  </a:lnTo>
                  <a:lnTo>
                    <a:pt x="1537716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2563114" y="4168520"/>
            <a:ext cx="7905750" cy="356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82245" indent="-169545">
              <a:lnSpc>
                <a:spcPct val="100000"/>
              </a:lnSpc>
              <a:spcBef>
                <a:spcPts val="105"/>
              </a:spcBef>
              <a:buSzPct val="104761"/>
              <a:buChar char="•"/>
              <a:tabLst>
                <a:tab pos="182245" algn="l"/>
              </a:tabLst>
            </a:pPr>
            <a:r>
              <a:rPr dirty="0" sz="1050">
                <a:latin typeface="Arial"/>
                <a:cs typeface="Arial"/>
              </a:rPr>
              <a:t>Need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for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penetration</a:t>
            </a:r>
            <a:r>
              <a:rPr dirty="0" sz="1050" spc="-4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of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bi-directional</a:t>
            </a:r>
            <a:r>
              <a:rPr dirty="0" sz="1050" spc="-5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capable</a:t>
            </a:r>
            <a:r>
              <a:rPr dirty="0" sz="1050" spc="-40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vehicles</a:t>
            </a:r>
            <a:r>
              <a:rPr dirty="0" sz="1050" spc="-2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and</a:t>
            </a:r>
            <a:r>
              <a:rPr dirty="0" sz="1050" spc="-25" b="1">
                <a:latin typeface="Arial"/>
                <a:cs typeface="Arial"/>
              </a:rPr>
              <a:t> </a:t>
            </a:r>
            <a:r>
              <a:rPr dirty="0" sz="1050" spc="-10" b="1">
                <a:latin typeface="Arial"/>
                <a:cs typeface="Arial"/>
              </a:rPr>
              <a:t>infrastructure</a:t>
            </a:r>
            <a:r>
              <a:rPr dirty="0" sz="1050" spc="-30" b="1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(i.e.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EV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charger)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reach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“critical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mass”</a:t>
            </a:r>
            <a:endParaRPr sz="1050">
              <a:latin typeface="Arial"/>
              <a:cs typeface="Arial"/>
            </a:endParaRPr>
          </a:p>
          <a:p>
            <a:pPr marL="182245" indent="-169545">
              <a:lnSpc>
                <a:spcPct val="100000"/>
              </a:lnSpc>
              <a:spcBef>
                <a:spcPts val="70"/>
              </a:spcBef>
              <a:buSzPct val="104761"/>
              <a:buChar char="•"/>
              <a:tabLst>
                <a:tab pos="182245" algn="l"/>
              </a:tabLst>
            </a:pPr>
            <a:r>
              <a:rPr dirty="0" sz="1050">
                <a:latin typeface="Arial"/>
                <a:cs typeface="Arial"/>
              </a:rPr>
              <a:t>Need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for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development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standard</a:t>
            </a:r>
            <a:r>
              <a:rPr dirty="0" sz="1050" spc="-40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protocols</a:t>
            </a:r>
            <a:r>
              <a:rPr dirty="0" sz="1050" spc="-45" b="1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(interconnection,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communication,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vehicle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and</a:t>
            </a:r>
            <a:r>
              <a:rPr dirty="0" sz="1050" spc="-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charging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station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safety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&amp;</a:t>
            </a:r>
            <a:r>
              <a:rPr dirty="0" sz="1050" spc="-10">
                <a:latin typeface="Arial"/>
                <a:cs typeface="Arial"/>
              </a:rPr>
              <a:t> functionality)</a:t>
            </a:r>
            <a:endParaRPr sz="10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82396" y="4087367"/>
            <a:ext cx="1537970" cy="528955"/>
          </a:xfrm>
          <a:prstGeom prst="rect">
            <a:avLst/>
          </a:prstGeom>
        </p:spPr>
        <p:txBody>
          <a:bodyPr wrap="square" lIns="0" tIns="77470" rIns="0" bIns="0" rtlCol="0" vert="horz">
            <a:spAutoFit/>
          </a:bodyPr>
          <a:lstStyle/>
          <a:p>
            <a:pPr marL="479425" marR="532765">
              <a:lnSpc>
                <a:spcPct val="100000"/>
              </a:lnSpc>
              <a:spcBef>
                <a:spcPts val="610"/>
              </a:spcBef>
            </a:pPr>
            <a:r>
              <a:rPr dirty="0" sz="1200" spc="-10" b="1">
                <a:latin typeface="Arial"/>
                <a:cs typeface="Arial"/>
              </a:rPr>
              <a:t>Energy </a:t>
            </a:r>
            <a:r>
              <a:rPr dirty="0" sz="1200" spc="-20" b="1">
                <a:latin typeface="Arial"/>
                <a:cs typeface="Arial"/>
              </a:rPr>
              <a:t>Tech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882396" y="4208779"/>
            <a:ext cx="1537970" cy="1032510"/>
            <a:chOff x="882396" y="4208779"/>
            <a:chExt cx="1537970" cy="1032510"/>
          </a:xfrm>
        </p:grpSpPr>
        <p:sp>
          <p:nvSpPr>
            <p:cNvPr id="32" name="object 32"/>
            <p:cNvSpPr/>
            <p:nvPr/>
          </p:nvSpPr>
          <p:spPr>
            <a:xfrm>
              <a:off x="984504" y="4208779"/>
              <a:ext cx="292735" cy="287020"/>
            </a:xfrm>
            <a:custGeom>
              <a:avLst/>
              <a:gdLst/>
              <a:ahLst/>
              <a:cxnLst/>
              <a:rect l="l" t="t" r="r" b="b"/>
              <a:pathLst>
                <a:path w="292734" h="287020">
                  <a:moveTo>
                    <a:pt x="292608" y="0"/>
                  </a:moveTo>
                  <a:lnTo>
                    <a:pt x="0" y="0"/>
                  </a:lnTo>
                  <a:lnTo>
                    <a:pt x="0" y="287020"/>
                  </a:lnTo>
                  <a:lnTo>
                    <a:pt x="292608" y="287020"/>
                  </a:lnTo>
                  <a:lnTo>
                    <a:pt x="292608" y="275590"/>
                  </a:lnTo>
                  <a:lnTo>
                    <a:pt x="12458" y="275590"/>
                  </a:lnTo>
                  <a:lnTo>
                    <a:pt x="12458" y="11430"/>
                  </a:lnTo>
                  <a:lnTo>
                    <a:pt x="292608" y="11430"/>
                  </a:lnTo>
                  <a:lnTo>
                    <a:pt x="292608" y="0"/>
                  </a:lnTo>
                  <a:close/>
                </a:path>
                <a:path w="292734" h="287020">
                  <a:moveTo>
                    <a:pt x="80772" y="107950"/>
                  </a:moveTo>
                  <a:lnTo>
                    <a:pt x="47358" y="107950"/>
                  </a:lnTo>
                  <a:lnTo>
                    <a:pt x="46037" y="109220"/>
                  </a:lnTo>
                  <a:lnTo>
                    <a:pt x="43586" y="110490"/>
                  </a:lnTo>
                  <a:lnTo>
                    <a:pt x="42354" y="111760"/>
                  </a:lnTo>
                  <a:lnTo>
                    <a:pt x="41300" y="113030"/>
                  </a:lnTo>
                  <a:lnTo>
                    <a:pt x="40170" y="114300"/>
                  </a:lnTo>
                  <a:lnTo>
                    <a:pt x="32448" y="129540"/>
                  </a:lnTo>
                  <a:lnTo>
                    <a:pt x="32181" y="130810"/>
                  </a:lnTo>
                  <a:lnTo>
                    <a:pt x="31838" y="133350"/>
                  </a:lnTo>
                  <a:lnTo>
                    <a:pt x="31838" y="137160"/>
                  </a:lnTo>
                  <a:lnTo>
                    <a:pt x="40259" y="157480"/>
                  </a:lnTo>
                  <a:lnTo>
                    <a:pt x="41300" y="157480"/>
                  </a:lnTo>
                  <a:lnTo>
                    <a:pt x="43408" y="160020"/>
                  </a:lnTo>
                  <a:lnTo>
                    <a:pt x="44551" y="161290"/>
                  </a:lnTo>
                  <a:lnTo>
                    <a:pt x="45783" y="161290"/>
                  </a:lnTo>
                  <a:lnTo>
                    <a:pt x="48234" y="163830"/>
                  </a:lnTo>
                  <a:lnTo>
                    <a:pt x="50863" y="163830"/>
                  </a:lnTo>
                  <a:lnTo>
                    <a:pt x="52273" y="165100"/>
                  </a:lnTo>
                  <a:lnTo>
                    <a:pt x="53670" y="165100"/>
                  </a:lnTo>
                  <a:lnTo>
                    <a:pt x="56476" y="166370"/>
                  </a:lnTo>
                  <a:lnTo>
                    <a:pt x="59461" y="166370"/>
                  </a:lnTo>
                  <a:lnTo>
                    <a:pt x="61036" y="167640"/>
                  </a:lnTo>
                  <a:lnTo>
                    <a:pt x="89801" y="200660"/>
                  </a:lnTo>
                  <a:lnTo>
                    <a:pt x="89801" y="275590"/>
                  </a:lnTo>
                  <a:lnTo>
                    <a:pt x="102260" y="275590"/>
                  </a:lnTo>
                  <a:lnTo>
                    <a:pt x="102260" y="196850"/>
                  </a:lnTo>
                  <a:lnTo>
                    <a:pt x="75590" y="165100"/>
                  </a:lnTo>
                  <a:lnTo>
                    <a:pt x="79984" y="162560"/>
                  </a:lnTo>
                  <a:lnTo>
                    <a:pt x="89014" y="154940"/>
                  </a:lnTo>
                  <a:lnTo>
                    <a:pt x="60071" y="154940"/>
                  </a:lnTo>
                  <a:lnTo>
                    <a:pt x="58140" y="153670"/>
                  </a:lnTo>
                  <a:lnTo>
                    <a:pt x="56388" y="153670"/>
                  </a:lnTo>
                  <a:lnTo>
                    <a:pt x="54635" y="152400"/>
                  </a:lnTo>
                  <a:lnTo>
                    <a:pt x="53060" y="151130"/>
                  </a:lnTo>
                  <a:lnTo>
                    <a:pt x="51473" y="151130"/>
                  </a:lnTo>
                  <a:lnTo>
                    <a:pt x="50076" y="148590"/>
                  </a:lnTo>
                  <a:lnTo>
                    <a:pt x="48844" y="147320"/>
                  </a:lnTo>
                  <a:lnTo>
                    <a:pt x="47713" y="146050"/>
                  </a:lnTo>
                  <a:lnTo>
                    <a:pt x="46659" y="144780"/>
                  </a:lnTo>
                  <a:lnTo>
                    <a:pt x="45872" y="143510"/>
                  </a:lnTo>
                  <a:lnTo>
                    <a:pt x="45161" y="140970"/>
                  </a:lnTo>
                  <a:lnTo>
                    <a:pt x="44729" y="139700"/>
                  </a:lnTo>
                  <a:lnTo>
                    <a:pt x="44373" y="137160"/>
                  </a:lnTo>
                  <a:lnTo>
                    <a:pt x="44373" y="133350"/>
                  </a:lnTo>
                  <a:lnTo>
                    <a:pt x="44729" y="132080"/>
                  </a:lnTo>
                  <a:lnTo>
                    <a:pt x="45161" y="129540"/>
                  </a:lnTo>
                  <a:lnTo>
                    <a:pt x="45872" y="128270"/>
                  </a:lnTo>
                  <a:lnTo>
                    <a:pt x="46659" y="125730"/>
                  </a:lnTo>
                  <a:lnTo>
                    <a:pt x="47713" y="124460"/>
                  </a:lnTo>
                  <a:lnTo>
                    <a:pt x="48844" y="123190"/>
                  </a:lnTo>
                  <a:lnTo>
                    <a:pt x="50076" y="121920"/>
                  </a:lnTo>
                  <a:lnTo>
                    <a:pt x="51473" y="120650"/>
                  </a:lnTo>
                  <a:lnTo>
                    <a:pt x="54635" y="118110"/>
                  </a:lnTo>
                  <a:lnTo>
                    <a:pt x="56388" y="118110"/>
                  </a:lnTo>
                  <a:lnTo>
                    <a:pt x="58140" y="116840"/>
                  </a:lnTo>
                  <a:lnTo>
                    <a:pt x="60071" y="116840"/>
                  </a:lnTo>
                  <a:lnTo>
                    <a:pt x="62001" y="115570"/>
                  </a:lnTo>
                  <a:lnTo>
                    <a:pt x="88925" y="115570"/>
                  </a:lnTo>
                  <a:lnTo>
                    <a:pt x="86817" y="113030"/>
                  </a:lnTo>
                  <a:lnTo>
                    <a:pt x="84543" y="110490"/>
                  </a:lnTo>
                  <a:lnTo>
                    <a:pt x="82080" y="109220"/>
                  </a:lnTo>
                  <a:lnTo>
                    <a:pt x="80772" y="107950"/>
                  </a:lnTo>
                  <a:close/>
                </a:path>
                <a:path w="292734" h="287020">
                  <a:moveTo>
                    <a:pt x="130581" y="104140"/>
                  </a:moveTo>
                  <a:lnTo>
                    <a:pt x="108750" y="104140"/>
                  </a:lnTo>
                  <a:lnTo>
                    <a:pt x="111379" y="105410"/>
                  </a:lnTo>
                  <a:lnTo>
                    <a:pt x="112776" y="105410"/>
                  </a:lnTo>
                  <a:lnTo>
                    <a:pt x="116725" y="275590"/>
                  </a:lnTo>
                  <a:lnTo>
                    <a:pt x="129273" y="275590"/>
                  </a:lnTo>
                  <a:lnTo>
                    <a:pt x="126711" y="167640"/>
                  </a:lnTo>
                  <a:lnTo>
                    <a:pt x="126590" y="162560"/>
                  </a:lnTo>
                  <a:lnTo>
                    <a:pt x="126470" y="157480"/>
                  </a:lnTo>
                  <a:lnTo>
                    <a:pt x="126349" y="152400"/>
                  </a:lnTo>
                  <a:lnTo>
                    <a:pt x="126229" y="147320"/>
                  </a:lnTo>
                  <a:lnTo>
                    <a:pt x="126108" y="142240"/>
                  </a:lnTo>
                  <a:lnTo>
                    <a:pt x="125988" y="137160"/>
                  </a:lnTo>
                  <a:lnTo>
                    <a:pt x="125867" y="132080"/>
                  </a:lnTo>
                  <a:lnTo>
                    <a:pt x="125747" y="127000"/>
                  </a:lnTo>
                  <a:lnTo>
                    <a:pt x="125626" y="121920"/>
                  </a:lnTo>
                  <a:lnTo>
                    <a:pt x="125505" y="116840"/>
                  </a:lnTo>
                  <a:lnTo>
                    <a:pt x="125385" y="111760"/>
                  </a:lnTo>
                  <a:lnTo>
                    <a:pt x="125264" y="106680"/>
                  </a:lnTo>
                  <a:lnTo>
                    <a:pt x="125234" y="105410"/>
                  </a:lnTo>
                  <a:lnTo>
                    <a:pt x="130581" y="104140"/>
                  </a:lnTo>
                  <a:close/>
                </a:path>
                <a:path w="292734" h="287020">
                  <a:moveTo>
                    <a:pt x="179997" y="163830"/>
                  </a:moveTo>
                  <a:lnTo>
                    <a:pt x="167551" y="163830"/>
                  </a:lnTo>
                  <a:lnTo>
                    <a:pt x="167551" y="189230"/>
                  </a:lnTo>
                  <a:lnTo>
                    <a:pt x="143916" y="209550"/>
                  </a:lnTo>
                  <a:lnTo>
                    <a:pt x="143916" y="275590"/>
                  </a:lnTo>
                  <a:lnTo>
                    <a:pt x="156413" y="275590"/>
                  </a:lnTo>
                  <a:lnTo>
                    <a:pt x="156413" y="214630"/>
                  </a:lnTo>
                  <a:lnTo>
                    <a:pt x="179997" y="195580"/>
                  </a:lnTo>
                  <a:lnTo>
                    <a:pt x="179997" y="163830"/>
                  </a:lnTo>
                  <a:close/>
                </a:path>
                <a:path w="292734" h="287020">
                  <a:moveTo>
                    <a:pt x="234810" y="110490"/>
                  </a:moveTo>
                  <a:lnTo>
                    <a:pt x="222364" y="110490"/>
                  </a:lnTo>
                  <a:lnTo>
                    <a:pt x="222364" y="198120"/>
                  </a:lnTo>
                  <a:lnTo>
                    <a:pt x="170967" y="240030"/>
                  </a:lnTo>
                  <a:lnTo>
                    <a:pt x="170967" y="275590"/>
                  </a:lnTo>
                  <a:lnTo>
                    <a:pt x="183426" y="275590"/>
                  </a:lnTo>
                  <a:lnTo>
                    <a:pt x="183426" y="246380"/>
                  </a:lnTo>
                  <a:lnTo>
                    <a:pt x="234810" y="204470"/>
                  </a:lnTo>
                  <a:lnTo>
                    <a:pt x="234810" y="110490"/>
                  </a:lnTo>
                  <a:close/>
                </a:path>
                <a:path w="292734" h="287020">
                  <a:moveTo>
                    <a:pt x="292608" y="11430"/>
                  </a:moveTo>
                  <a:lnTo>
                    <a:pt x="280149" y="11430"/>
                  </a:lnTo>
                  <a:lnTo>
                    <a:pt x="280149" y="275590"/>
                  </a:lnTo>
                  <a:lnTo>
                    <a:pt x="292608" y="275590"/>
                  </a:lnTo>
                  <a:lnTo>
                    <a:pt x="292608" y="11430"/>
                  </a:lnTo>
                  <a:close/>
                </a:path>
                <a:path w="292734" h="287020">
                  <a:moveTo>
                    <a:pt x="185356" y="162560"/>
                  </a:moveTo>
                  <a:lnTo>
                    <a:pt x="162204" y="162560"/>
                  </a:lnTo>
                  <a:lnTo>
                    <a:pt x="166141" y="163830"/>
                  </a:lnTo>
                  <a:lnTo>
                    <a:pt x="181406" y="163830"/>
                  </a:lnTo>
                  <a:lnTo>
                    <a:pt x="185356" y="162560"/>
                  </a:lnTo>
                  <a:close/>
                </a:path>
                <a:path w="292734" h="287020">
                  <a:moveTo>
                    <a:pt x="192633" y="158750"/>
                  </a:moveTo>
                  <a:lnTo>
                    <a:pt x="154914" y="158750"/>
                  </a:lnTo>
                  <a:lnTo>
                    <a:pt x="157200" y="160020"/>
                  </a:lnTo>
                  <a:lnTo>
                    <a:pt x="160883" y="162560"/>
                  </a:lnTo>
                  <a:lnTo>
                    <a:pt x="186664" y="162560"/>
                  </a:lnTo>
                  <a:lnTo>
                    <a:pt x="190347" y="160020"/>
                  </a:lnTo>
                  <a:lnTo>
                    <a:pt x="192633" y="158750"/>
                  </a:lnTo>
                  <a:close/>
                </a:path>
                <a:path w="292734" h="287020">
                  <a:moveTo>
                    <a:pt x="196748" y="154940"/>
                  </a:moveTo>
                  <a:lnTo>
                    <a:pt x="150799" y="154940"/>
                  </a:lnTo>
                  <a:lnTo>
                    <a:pt x="151765" y="156210"/>
                  </a:lnTo>
                  <a:lnTo>
                    <a:pt x="153873" y="158750"/>
                  </a:lnTo>
                  <a:lnTo>
                    <a:pt x="193687" y="158750"/>
                  </a:lnTo>
                  <a:lnTo>
                    <a:pt x="195783" y="156210"/>
                  </a:lnTo>
                  <a:lnTo>
                    <a:pt x="196748" y="154940"/>
                  </a:lnTo>
                  <a:close/>
                </a:path>
                <a:path w="292734" h="287020">
                  <a:moveTo>
                    <a:pt x="88925" y="115570"/>
                  </a:moveTo>
                  <a:lnTo>
                    <a:pt x="66040" y="115570"/>
                  </a:lnTo>
                  <a:lnTo>
                    <a:pt x="68059" y="116840"/>
                  </a:lnTo>
                  <a:lnTo>
                    <a:pt x="69900" y="116840"/>
                  </a:lnTo>
                  <a:lnTo>
                    <a:pt x="71742" y="118110"/>
                  </a:lnTo>
                  <a:lnTo>
                    <a:pt x="73494" y="118110"/>
                  </a:lnTo>
                  <a:lnTo>
                    <a:pt x="76644" y="120650"/>
                  </a:lnTo>
                  <a:lnTo>
                    <a:pt x="82257" y="128270"/>
                  </a:lnTo>
                  <a:lnTo>
                    <a:pt x="82969" y="129540"/>
                  </a:lnTo>
                  <a:lnTo>
                    <a:pt x="83400" y="132080"/>
                  </a:lnTo>
                  <a:lnTo>
                    <a:pt x="83756" y="133350"/>
                  </a:lnTo>
                  <a:lnTo>
                    <a:pt x="83756" y="137160"/>
                  </a:lnTo>
                  <a:lnTo>
                    <a:pt x="83400" y="139700"/>
                  </a:lnTo>
                  <a:lnTo>
                    <a:pt x="82969" y="140970"/>
                  </a:lnTo>
                  <a:lnTo>
                    <a:pt x="82257" y="143510"/>
                  </a:lnTo>
                  <a:lnTo>
                    <a:pt x="81381" y="144780"/>
                  </a:lnTo>
                  <a:lnTo>
                    <a:pt x="80416" y="146050"/>
                  </a:lnTo>
                  <a:lnTo>
                    <a:pt x="79286" y="147320"/>
                  </a:lnTo>
                  <a:lnTo>
                    <a:pt x="78054" y="148590"/>
                  </a:lnTo>
                  <a:lnTo>
                    <a:pt x="76644" y="151130"/>
                  </a:lnTo>
                  <a:lnTo>
                    <a:pt x="75069" y="151130"/>
                  </a:lnTo>
                  <a:lnTo>
                    <a:pt x="73494" y="152400"/>
                  </a:lnTo>
                  <a:lnTo>
                    <a:pt x="71742" y="153670"/>
                  </a:lnTo>
                  <a:lnTo>
                    <a:pt x="69900" y="153670"/>
                  </a:lnTo>
                  <a:lnTo>
                    <a:pt x="68059" y="154940"/>
                  </a:lnTo>
                  <a:lnTo>
                    <a:pt x="89014" y="154940"/>
                  </a:lnTo>
                  <a:lnTo>
                    <a:pt x="95415" y="142240"/>
                  </a:lnTo>
                  <a:lnTo>
                    <a:pt x="95948" y="140970"/>
                  </a:lnTo>
                  <a:lnTo>
                    <a:pt x="96202" y="138430"/>
                  </a:lnTo>
                  <a:lnTo>
                    <a:pt x="96291" y="133350"/>
                  </a:lnTo>
                  <a:lnTo>
                    <a:pt x="95948" y="130810"/>
                  </a:lnTo>
                  <a:lnTo>
                    <a:pt x="89890" y="116840"/>
                  </a:lnTo>
                  <a:lnTo>
                    <a:pt x="88925" y="115570"/>
                  </a:lnTo>
                  <a:close/>
                </a:path>
                <a:path w="292734" h="287020">
                  <a:moveTo>
                    <a:pt x="195440" y="109220"/>
                  </a:moveTo>
                  <a:lnTo>
                    <a:pt x="152107" y="109220"/>
                  </a:lnTo>
                  <a:lnTo>
                    <a:pt x="150977" y="110490"/>
                  </a:lnTo>
                  <a:lnTo>
                    <a:pt x="142506" y="125730"/>
                  </a:lnTo>
                  <a:lnTo>
                    <a:pt x="142163" y="127000"/>
                  </a:lnTo>
                  <a:lnTo>
                    <a:pt x="141630" y="129540"/>
                  </a:lnTo>
                  <a:lnTo>
                    <a:pt x="141630" y="135890"/>
                  </a:lnTo>
                  <a:lnTo>
                    <a:pt x="141986" y="138430"/>
                  </a:lnTo>
                  <a:lnTo>
                    <a:pt x="142252" y="139700"/>
                  </a:lnTo>
                  <a:lnTo>
                    <a:pt x="142595" y="140970"/>
                  </a:lnTo>
                  <a:lnTo>
                    <a:pt x="143040" y="143510"/>
                  </a:lnTo>
                  <a:lnTo>
                    <a:pt x="143471" y="144780"/>
                  </a:lnTo>
                  <a:lnTo>
                    <a:pt x="144005" y="146050"/>
                  </a:lnTo>
                  <a:lnTo>
                    <a:pt x="144526" y="146050"/>
                  </a:lnTo>
                  <a:lnTo>
                    <a:pt x="145148" y="147320"/>
                  </a:lnTo>
                  <a:lnTo>
                    <a:pt x="145846" y="148590"/>
                  </a:lnTo>
                  <a:lnTo>
                    <a:pt x="147294" y="151130"/>
                  </a:lnTo>
                  <a:lnTo>
                    <a:pt x="148958" y="153670"/>
                  </a:lnTo>
                  <a:lnTo>
                    <a:pt x="149834" y="154940"/>
                  </a:lnTo>
                  <a:lnTo>
                    <a:pt x="197624" y="154940"/>
                  </a:lnTo>
                  <a:lnTo>
                    <a:pt x="198589" y="153670"/>
                  </a:lnTo>
                  <a:lnTo>
                    <a:pt x="199390" y="152400"/>
                  </a:lnTo>
                  <a:lnTo>
                    <a:pt x="167894" y="152400"/>
                  </a:lnTo>
                  <a:lnTo>
                    <a:pt x="166052" y="151130"/>
                  </a:lnTo>
                  <a:lnTo>
                    <a:pt x="156413" y="142240"/>
                  </a:lnTo>
                  <a:lnTo>
                    <a:pt x="155536" y="140970"/>
                  </a:lnTo>
                  <a:lnTo>
                    <a:pt x="154914" y="138430"/>
                  </a:lnTo>
                  <a:lnTo>
                    <a:pt x="154393" y="137160"/>
                  </a:lnTo>
                  <a:lnTo>
                    <a:pt x="154127" y="134620"/>
                  </a:lnTo>
                  <a:lnTo>
                    <a:pt x="154127" y="130810"/>
                  </a:lnTo>
                  <a:lnTo>
                    <a:pt x="154914" y="127000"/>
                  </a:lnTo>
                  <a:lnTo>
                    <a:pt x="155536" y="125730"/>
                  </a:lnTo>
                  <a:lnTo>
                    <a:pt x="156413" y="124460"/>
                  </a:lnTo>
                  <a:lnTo>
                    <a:pt x="157378" y="121920"/>
                  </a:lnTo>
                  <a:lnTo>
                    <a:pt x="164388" y="115570"/>
                  </a:lnTo>
                  <a:lnTo>
                    <a:pt x="166052" y="115570"/>
                  </a:lnTo>
                  <a:lnTo>
                    <a:pt x="167894" y="114300"/>
                  </a:lnTo>
                  <a:lnTo>
                    <a:pt x="199599" y="114300"/>
                  </a:lnTo>
                  <a:lnTo>
                    <a:pt x="198678" y="113030"/>
                  </a:lnTo>
                  <a:lnTo>
                    <a:pt x="197624" y="111760"/>
                  </a:lnTo>
                  <a:lnTo>
                    <a:pt x="195440" y="109220"/>
                  </a:lnTo>
                  <a:close/>
                </a:path>
                <a:path w="292734" h="287020">
                  <a:moveTo>
                    <a:pt x="199599" y="114300"/>
                  </a:moveTo>
                  <a:lnTo>
                    <a:pt x="179654" y="114300"/>
                  </a:lnTo>
                  <a:lnTo>
                    <a:pt x="181495" y="115570"/>
                  </a:lnTo>
                  <a:lnTo>
                    <a:pt x="183159" y="115570"/>
                  </a:lnTo>
                  <a:lnTo>
                    <a:pt x="184823" y="116840"/>
                  </a:lnTo>
                  <a:lnTo>
                    <a:pt x="191135" y="124460"/>
                  </a:lnTo>
                  <a:lnTo>
                    <a:pt x="192011" y="125730"/>
                  </a:lnTo>
                  <a:lnTo>
                    <a:pt x="192633" y="127000"/>
                  </a:lnTo>
                  <a:lnTo>
                    <a:pt x="193421" y="130810"/>
                  </a:lnTo>
                  <a:lnTo>
                    <a:pt x="193421" y="134620"/>
                  </a:lnTo>
                  <a:lnTo>
                    <a:pt x="193154" y="137160"/>
                  </a:lnTo>
                  <a:lnTo>
                    <a:pt x="192633" y="138430"/>
                  </a:lnTo>
                  <a:lnTo>
                    <a:pt x="192011" y="140970"/>
                  </a:lnTo>
                  <a:lnTo>
                    <a:pt x="191135" y="142240"/>
                  </a:lnTo>
                  <a:lnTo>
                    <a:pt x="190169" y="144780"/>
                  </a:lnTo>
                  <a:lnTo>
                    <a:pt x="189039" y="146050"/>
                  </a:lnTo>
                  <a:lnTo>
                    <a:pt x="187718" y="147320"/>
                  </a:lnTo>
                  <a:lnTo>
                    <a:pt x="186321" y="148590"/>
                  </a:lnTo>
                  <a:lnTo>
                    <a:pt x="184823" y="149860"/>
                  </a:lnTo>
                  <a:lnTo>
                    <a:pt x="181495" y="151130"/>
                  </a:lnTo>
                  <a:lnTo>
                    <a:pt x="179654" y="152400"/>
                  </a:lnTo>
                  <a:lnTo>
                    <a:pt x="199390" y="152400"/>
                  </a:lnTo>
                  <a:lnTo>
                    <a:pt x="201663" y="148590"/>
                  </a:lnTo>
                  <a:lnTo>
                    <a:pt x="202361" y="147320"/>
                  </a:lnTo>
                  <a:lnTo>
                    <a:pt x="202984" y="146050"/>
                  </a:lnTo>
                  <a:lnTo>
                    <a:pt x="203504" y="146050"/>
                  </a:lnTo>
                  <a:lnTo>
                    <a:pt x="204038" y="144780"/>
                  </a:lnTo>
                  <a:lnTo>
                    <a:pt x="204470" y="143510"/>
                  </a:lnTo>
                  <a:lnTo>
                    <a:pt x="204914" y="140970"/>
                  </a:lnTo>
                  <a:lnTo>
                    <a:pt x="205257" y="139700"/>
                  </a:lnTo>
                  <a:lnTo>
                    <a:pt x="205524" y="138430"/>
                  </a:lnTo>
                  <a:lnTo>
                    <a:pt x="205879" y="135890"/>
                  </a:lnTo>
                  <a:lnTo>
                    <a:pt x="205879" y="129540"/>
                  </a:lnTo>
                  <a:lnTo>
                    <a:pt x="205346" y="127000"/>
                  </a:lnTo>
                  <a:lnTo>
                    <a:pt x="204990" y="125730"/>
                  </a:lnTo>
                  <a:lnTo>
                    <a:pt x="204558" y="123190"/>
                  </a:lnTo>
                  <a:lnTo>
                    <a:pt x="203504" y="120650"/>
                  </a:lnTo>
                  <a:lnTo>
                    <a:pt x="202107" y="118110"/>
                  </a:lnTo>
                  <a:lnTo>
                    <a:pt x="200520" y="115570"/>
                  </a:lnTo>
                  <a:lnTo>
                    <a:pt x="199599" y="114300"/>
                  </a:lnTo>
                  <a:close/>
                </a:path>
                <a:path w="292734" h="287020">
                  <a:moveTo>
                    <a:pt x="247446" y="105410"/>
                  </a:moveTo>
                  <a:lnTo>
                    <a:pt x="209816" y="105410"/>
                  </a:lnTo>
                  <a:lnTo>
                    <a:pt x="210870" y="106680"/>
                  </a:lnTo>
                  <a:lnTo>
                    <a:pt x="212102" y="106680"/>
                  </a:lnTo>
                  <a:lnTo>
                    <a:pt x="213245" y="107950"/>
                  </a:lnTo>
                  <a:lnTo>
                    <a:pt x="214464" y="107950"/>
                  </a:lnTo>
                  <a:lnTo>
                    <a:pt x="215696" y="109220"/>
                  </a:lnTo>
                  <a:lnTo>
                    <a:pt x="218325" y="110490"/>
                  </a:lnTo>
                  <a:lnTo>
                    <a:pt x="238937" y="110490"/>
                  </a:lnTo>
                  <a:lnTo>
                    <a:pt x="240245" y="109220"/>
                  </a:lnTo>
                  <a:lnTo>
                    <a:pt x="245160" y="106680"/>
                  </a:lnTo>
                  <a:lnTo>
                    <a:pt x="247446" y="105410"/>
                  </a:lnTo>
                  <a:close/>
                </a:path>
                <a:path w="292734" h="287020">
                  <a:moveTo>
                    <a:pt x="187718" y="104140"/>
                  </a:moveTo>
                  <a:lnTo>
                    <a:pt x="159829" y="104140"/>
                  </a:lnTo>
                  <a:lnTo>
                    <a:pt x="157022" y="106680"/>
                  </a:lnTo>
                  <a:lnTo>
                    <a:pt x="155803" y="106680"/>
                  </a:lnTo>
                  <a:lnTo>
                    <a:pt x="154482" y="107950"/>
                  </a:lnTo>
                  <a:lnTo>
                    <a:pt x="153250" y="109220"/>
                  </a:lnTo>
                  <a:lnTo>
                    <a:pt x="194297" y="109220"/>
                  </a:lnTo>
                  <a:lnTo>
                    <a:pt x="193065" y="107950"/>
                  </a:lnTo>
                  <a:lnTo>
                    <a:pt x="191757" y="106680"/>
                  </a:lnTo>
                  <a:lnTo>
                    <a:pt x="189128" y="105410"/>
                  </a:lnTo>
                  <a:lnTo>
                    <a:pt x="187718" y="104140"/>
                  </a:lnTo>
                  <a:close/>
                </a:path>
                <a:path w="292734" h="287020">
                  <a:moveTo>
                    <a:pt x="75158" y="105410"/>
                  </a:moveTo>
                  <a:lnTo>
                    <a:pt x="52971" y="105410"/>
                  </a:lnTo>
                  <a:lnTo>
                    <a:pt x="51473" y="106680"/>
                  </a:lnTo>
                  <a:lnTo>
                    <a:pt x="48679" y="107950"/>
                  </a:lnTo>
                  <a:lnTo>
                    <a:pt x="79362" y="107950"/>
                  </a:lnTo>
                  <a:lnTo>
                    <a:pt x="78054" y="106680"/>
                  </a:lnTo>
                  <a:lnTo>
                    <a:pt x="76555" y="106680"/>
                  </a:lnTo>
                  <a:lnTo>
                    <a:pt x="75158" y="105410"/>
                  </a:lnTo>
                  <a:close/>
                </a:path>
                <a:path w="292734" h="287020">
                  <a:moveTo>
                    <a:pt x="70510" y="104140"/>
                  </a:moveTo>
                  <a:lnTo>
                    <a:pt x="57531" y="104140"/>
                  </a:lnTo>
                  <a:lnTo>
                    <a:pt x="54457" y="105410"/>
                  </a:lnTo>
                  <a:lnTo>
                    <a:pt x="73672" y="105410"/>
                  </a:lnTo>
                  <a:lnTo>
                    <a:pt x="70510" y="104140"/>
                  </a:lnTo>
                  <a:close/>
                </a:path>
                <a:path w="292734" h="287020">
                  <a:moveTo>
                    <a:pt x="251561" y="101600"/>
                  </a:moveTo>
                  <a:lnTo>
                    <a:pt x="205613" y="101600"/>
                  </a:lnTo>
                  <a:lnTo>
                    <a:pt x="206667" y="102870"/>
                  </a:lnTo>
                  <a:lnTo>
                    <a:pt x="207632" y="104140"/>
                  </a:lnTo>
                  <a:lnTo>
                    <a:pt x="208673" y="105410"/>
                  </a:lnTo>
                  <a:lnTo>
                    <a:pt x="248500" y="105410"/>
                  </a:lnTo>
                  <a:lnTo>
                    <a:pt x="250596" y="102870"/>
                  </a:lnTo>
                  <a:lnTo>
                    <a:pt x="251561" y="101600"/>
                  </a:lnTo>
                  <a:close/>
                </a:path>
                <a:path w="292734" h="287020">
                  <a:moveTo>
                    <a:pt x="142862" y="95250"/>
                  </a:moveTo>
                  <a:lnTo>
                    <a:pt x="95059" y="95250"/>
                  </a:lnTo>
                  <a:lnTo>
                    <a:pt x="95948" y="96520"/>
                  </a:lnTo>
                  <a:lnTo>
                    <a:pt x="96989" y="97790"/>
                  </a:lnTo>
                  <a:lnTo>
                    <a:pt x="97955" y="99060"/>
                  </a:lnTo>
                  <a:lnTo>
                    <a:pt x="99009" y="99060"/>
                  </a:lnTo>
                  <a:lnTo>
                    <a:pt x="101295" y="101600"/>
                  </a:lnTo>
                  <a:lnTo>
                    <a:pt x="102438" y="101600"/>
                  </a:lnTo>
                  <a:lnTo>
                    <a:pt x="103657" y="102870"/>
                  </a:lnTo>
                  <a:lnTo>
                    <a:pt x="104889" y="102870"/>
                  </a:lnTo>
                  <a:lnTo>
                    <a:pt x="106121" y="104140"/>
                  </a:lnTo>
                  <a:lnTo>
                    <a:pt x="131902" y="104140"/>
                  </a:lnTo>
                  <a:lnTo>
                    <a:pt x="134353" y="102870"/>
                  </a:lnTo>
                  <a:lnTo>
                    <a:pt x="135496" y="101600"/>
                  </a:lnTo>
                  <a:lnTo>
                    <a:pt x="137769" y="100330"/>
                  </a:lnTo>
                  <a:lnTo>
                    <a:pt x="139877" y="99060"/>
                  </a:lnTo>
                  <a:lnTo>
                    <a:pt x="140931" y="97790"/>
                  </a:lnTo>
                  <a:lnTo>
                    <a:pt x="142862" y="95250"/>
                  </a:lnTo>
                  <a:close/>
                </a:path>
                <a:path w="292734" h="287020">
                  <a:moveTo>
                    <a:pt x="184823" y="102870"/>
                  </a:moveTo>
                  <a:lnTo>
                    <a:pt x="162725" y="102870"/>
                  </a:lnTo>
                  <a:lnTo>
                    <a:pt x="161239" y="104140"/>
                  </a:lnTo>
                  <a:lnTo>
                    <a:pt x="186321" y="104140"/>
                  </a:lnTo>
                  <a:lnTo>
                    <a:pt x="184823" y="102870"/>
                  </a:lnTo>
                  <a:close/>
                </a:path>
                <a:path w="292734" h="287020">
                  <a:moveTo>
                    <a:pt x="177025" y="101600"/>
                  </a:moveTo>
                  <a:lnTo>
                    <a:pt x="170446" y="101600"/>
                  </a:lnTo>
                  <a:lnTo>
                    <a:pt x="165709" y="102870"/>
                  </a:lnTo>
                  <a:lnTo>
                    <a:pt x="181838" y="102870"/>
                  </a:lnTo>
                  <a:lnTo>
                    <a:pt x="177025" y="101600"/>
                  </a:lnTo>
                  <a:close/>
                </a:path>
                <a:path w="292734" h="287020">
                  <a:moveTo>
                    <a:pt x="239636" y="49530"/>
                  </a:moveTo>
                  <a:lnTo>
                    <a:pt x="217538" y="49530"/>
                  </a:lnTo>
                  <a:lnTo>
                    <a:pt x="216052" y="50800"/>
                  </a:lnTo>
                  <a:lnTo>
                    <a:pt x="213245" y="52070"/>
                  </a:lnTo>
                  <a:lnTo>
                    <a:pt x="211924" y="53340"/>
                  </a:lnTo>
                  <a:lnTo>
                    <a:pt x="209296" y="54610"/>
                  </a:lnTo>
                  <a:lnTo>
                    <a:pt x="208153" y="55880"/>
                  </a:lnTo>
                  <a:lnTo>
                    <a:pt x="206921" y="57150"/>
                  </a:lnTo>
                  <a:lnTo>
                    <a:pt x="205790" y="57150"/>
                  </a:lnTo>
                  <a:lnTo>
                    <a:pt x="204736" y="58420"/>
                  </a:lnTo>
                  <a:lnTo>
                    <a:pt x="197802" y="71120"/>
                  </a:lnTo>
                  <a:lnTo>
                    <a:pt x="197370" y="72390"/>
                  </a:lnTo>
                  <a:lnTo>
                    <a:pt x="196494" y="82550"/>
                  </a:lnTo>
                  <a:lnTo>
                    <a:pt x="197192" y="87630"/>
                  </a:lnTo>
                  <a:lnTo>
                    <a:pt x="197891" y="90170"/>
                  </a:lnTo>
                  <a:lnTo>
                    <a:pt x="198335" y="91440"/>
                  </a:lnTo>
                  <a:lnTo>
                    <a:pt x="199390" y="93980"/>
                  </a:lnTo>
                  <a:lnTo>
                    <a:pt x="199999" y="95250"/>
                  </a:lnTo>
                  <a:lnTo>
                    <a:pt x="200698" y="95250"/>
                  </a:lnTo>
                  <a:lnTo>
                    <a:pt x="201396" y="96520"/>
                  </a:lnTo>
                  <a:lnTo>
                    <a:pt x="202984" y="99060"/>
                  </a:lnTo>
                  <a:lnTo>
                    <a:pt x="204736" y="101600"/>
                  </a:lnTo>
                  <a:lnTo>
                    <a:pt x="252526" y="101600"/>
                  </a:lnTo>
                  <a:lnTo>
                    <a:pt x="254279" y="99060"/>
                  </a:lnTo>
                  <a:lnTo>
                    <a:pt x="222707" y="99060"/>
                  </a:lnTo>
                  <a:lnTo>
                    <a:pt x="219202" y="96520"/>
                  </a:lnTo>
                  <a:lnTo>
                    <a:pt x="217538" y="96520"/>
                  </a:lnTo>
                  <a:lnTo>
                    <a:pt x="216052" y="95250"/>
                  </a:lnTo>
                  <a:lnTo>
                    <a:pt x="214642" y="93980"/>
                  </a:lnTo>
                  <a:lnTo>
                    <a:pt x="213321" y="92710"/>
                  </a:lnTo>
                  <a:lnTo>
                    <a:pt x="212191" y="91440"/>
                  </a:lnTo>
                  <a:lnTo>
                    <a:pt x="211226" y="88900"/>
                  </a:lnTo>
                  <a:lnTo>
                    <a:pt x="210439" y="87630"/>
                  </a:lnTo>
                  <a:lnTo>
                    <a:pt x="209727" y="85090"/>
                  </a:lnTo>
                  <a:lnTo>
                    <a:pt x="209207" y="83820"/>
                  </a:lnTo>
                  <a:lnTo>
                    <a:pt x="208940" y="82550"/>
                  </a:lnTo>
                  <a:lnTo>
                    <a:pt x="208940" y="77470"/>
                  </a:lnTo>
                  <a:lnTo>
                    <a:pt x="209727" y="73660"/>
                  </a:lnTo>
                  <a:lnTo>
                    <a:pt x="210439" y="72390"/>
                  </a:lnTo>
                  <a:lnTo>
                    <a:pt x="211226" y="71120"/>
                  </a:lnTo>
                  <a:lnTo>
                    <a:pt x="212191" y="68580"/>
                  </a:lnTo>
                  <a:lnTo>
                    <a:pt x="219202" y="62230"/>
                  </a:lnTo>
                  <a:lnTo>
                    <a:pt x="220954" y="62230"/>
                  </a:lnTo>
                  <a:lnTo>
                    <a:pt x="222707" y="60960"/>
                  </a:lnTo>
                  <a:lnTo>
                    <a:pt x="254457" y="60960"/>
                  </a:lnTo>
                  <a:lnTo>
                    <a:pt x="252437" y="58420"/>
                  </a:lnTo>
                  <a:lnTo>
                    <a:pt x="251383" y="57150"/>
                  </a:lnTo>
                  <a:lnTo>
                    <a:pt x="249110" y="55880"/>
                  </a:lnTo>
                  <a:lnTo>
                    <a:pt x="246659" y="53340"/>
                  </a:lnTo>
                  <a:lnTo>
                    <a:pt x="245338" y="53340"/>
                  </a:lnTo>
                  <a:lnTo>
                    <a:pt x="243928" y="52070"/>
                  </a:lnTo>
                  <a:lnTo>
                    <a:pt x="241134" y="50800"/>
                  </a:lnTo>
                  <a:lnTo>
                    <a:pt x="239636" y="49530"/>
                  </a:lnTo>
                  <a:close/>
                </a:path>
                <a:path w="292734" h="287020">
                  <a:moveTo>
                    <a:pt x="254457" y="60960"/>
                  </a:moveTo>
                  <a:lnTo>
                    <a:pt x="234467" y="60960"/>
                  </a:lnTo>
                  <a:lnTo>
                    <a:pt x="236308" y="62230"/>
                  </a:lnTo>
                  <a:lnTo>
                    <a:pt x="238061" y="62230"/>
                  </a:lnTo>
                  <a:lnTo>
                    <a:pt x="239636" y="63500"/>
                  </a:lnTo>
                  <a:lnTo>
                    <a:pt x="245948" y="71120"/>
                  </a:lnTo>
                  <a:lnTo>
                    <a:pt x="246824" y="72390"/>
                  </a:lnTo>
                  <a:lnTo>
                    <a:pt x="247446" y="73660"/>
                  </a:lnTo>
                  <a:lnTo>
                    <a:pt x="248234" y="77470"/>
                  </a:lnTo>
                  <a:lnTo>
                    <a:pt x="248234" y="82550"/>
                  </a:lnTo>
                  <a:lnTo>
                    <a:pt x="247967" y="83820"/>
                  </a:lnTo>
                  <a:lnTo>
                    <a:pt x="247446" y="85090"/>
                  </a:lnTo>
                  <a:lnTo>
                    <a:pt x="246824" y="87630"/>
                  </a:lnTo>
                  <a:lnTo>
                    <a:pt x="245948" y="88900"/>
                  </a:lnTo>
                  <a:lnTo>
                    <a:pt x="244983" y="91440"/>
                  </a:lnTo>
                  <a:lnTo>
                    <a:pt x="243852" y="92710"/>
                  </a:lnTo>
                  <a:lnTo>
                    <a:pt x="242531" y="93980"/>
                  </a:lnTo>
                  <a:lnTo>
                    <a:pt x="241134" y="95250"/>
                  </a:lnTo>
                  <a:lnTo>
                    <a:pt x="239636" y="96520"/>
                  </a:lnTo>
                  <a:lnTo>
                    <a:pt x="238061" y="96520"/>
                  </a:lnTo>
                  <a:lnTo>
                    <a:pt x="236308" y="97790"/>
                  </a:lnTo>
                  <a:lnTo>
                    <a:pt x="234467" y="99060"/>
                  </a:lnTo>
                  <a:lnTo>
                    <a:pt x="254279" y="99060"/>
                  </a:lnTo>
                  <a:lnTo>
                    <a:pt x="255778" y="96520"/>
                  </a:lnTo>
                  <a:lnTo>
                    <a:pt x="256565" y="95250"/>
                  </a:lnTo>
                  <a:lnTo>
                    <a:pt x="257175" y="95250"/>
                  </a:lnTo>
                  <a:lnTo>
                    <a:pt x="257797" y="93980"/>
                  </a:lnTo>
                  <a:lnTo>
                    <a:pt x="260680" y="76200"/>
                  </a:lnTo>
                  <a:lnTo>
                    <a:pt x="260515" y="74930"/>
                  </a:lnTo>
                  <a:lnTo>
                    <a:pt x="259803" y="72390"/>
                  </a:lnTo>
                  <a:lnTo>
                    <a:pt x="259372" y="71120"/>
                  </a:lnTo>
                  <a:lnTo>
                    <a:pt x="258838" y="68580"/>
                  </a:lnTo>
                  <a:lnTo>
                    <a:pt x="258318" y="67310"/>
                  </a:lnTo>
                  <a:lnTo>
                    <a:pt x="257708" y="66040"/>
                  </a:lnTo>
                  <a:lnTo>
                    <a:pt x="256908" y="64770"/>
                  </a:lnTo>
                  <a:lnTo>
                    <a:pt x="256209" y="63500"/>
                  </a:lnTo>
                  <a:lnTo>
                    <a:pt x="254457" y="60960"/>
                  </a:lnTo>
                  <a:close/>
                </a:path>
                <a:path w="292734" h="287020">
                  <a:moveTo>
                    <a:pt x="135585" y="46990"/>
                  </a:moveTo>
                  <a:lnTo>
                    <a:pt x="102171" y="46990"/>
                  </a:lnTo>
                  <a:lnTo>
                    <a:pt x="100850" y="48260"/>
                  </a:lnTo>
                  <a:lnTo>
                    <a:pt x="98399" y="49530"/>
                  </a:lnTo>
                  <a:lnTo>
                    <a:pt x="86652" y="76200"/>
                  </a:lnTo>
                  <a:lnTo>
                    <a:pt x="86817" y="77470"/>
                  </a:lnTo>
                  <a:lnTo>
                    <a:pt x="86906" y="78740"/>
                  </a:lnTo>
                  <a:lnTo>
                    <a:pt x="94107" y="95250"/>
                  </a:lnTo>
                  <a:lnTo>
                    <a:pt x="143738" y="95250"/>
                  </a:lnTo>
                  <a:lnTo>
                    <a:pt x="144526" y="93980"/>
                  </a:lnTo>
                  <a:lnTo>
                    <a:pt x="114884" y="93980"/>
                  </a:lnTo>
                  <a:lnTo>
                    <a:pt x="113042" y="92710"/>
                  </a:lnTo>
                  <a:lnTo>
                    <a:pt x="111201" y="92710"/>
                  </a:lnTo>
                  <a:lnTo>
                    <a:pt x="109448" y="91440"/>
                  </a:lnTo>
                  <a:lnTo>
                    <a:pt x="99974" y="80010"/>
                  </a:lnTo>
                  <a:lnTo>
                    <a:pt x="99542" y="78740"/>
                  </a:lnTo>
                  <a:lnTo>
                    <a:pt x="99275" y="76200"/>
                  </a:lnTo>
                  <a:lnTo>
                    <a:pt x="99275" y="72390"/>
                  </a:lnTo>
                  <a:lnTo>
                    <a:pt x="99542" y="71120"/>
                  </a:lnTo>
                  <a:lnTo>
                    <a:pt x="99974" y="68580"/>
                  </a:lnTo>
                  <a:lnTo>
                    <a:pt x="100672" y="67310"/>
                  </a:lnTo>
                  <a:lnTo>
                    <a:pt x="101549" y="64770"/>
                  </a:lnTo>
                  <a:lnTo>
                    <a:pt x="102514" y="63500"/>
                  </a:lnTo>
                  <a:lnTo>
                    <a:pt x="103657" y="62230"/>
                  </a:lnTo>
                  <a:lnTo>
                    <a:pt x="104889" y="60960"/>
                  </a:lnTo>
                  <a:lnTo>
                    <a:pt x="106286" y="59690"/>
                  </a:lnTo>
                  <a:lnTo>
                    <a:pt x="109448" y="57150"/>
                  </a:lnTo>
                  <a:lnTo>
                    <a:pt x="111201" y="57150"/>
                  </a:lnTo>
                  <a:lnTo>
                    <a:pt x="113042" y="55880"/>
                  </a:lnTo>
                  <a:lnTo>
                    <a:pt x="114884" y="55880"/>
                  </a:lnTo>
                  <a:lnTo>
                    <a:pt x="116903" y="54610"/>
                  </a:lnTo>
                  <a:lnTo>
                    <a:pt x="143738" y="54610"/>
                  </a:lnTo>
                  <a:lnTo>
                    <a:pt x="142773" y="53340"/>
                  </a:lnTo>
                  <a:lnTo>
                    <a:pt x="141630" y="52070"/>
                  </a:lnTo>
                  <a:lnTo>
                    <a:pt x="140576" y="50800"/>
                  </a:lnTo>
                  <a:lnTo>
                    <a:pt x="139357" y="49530"/>
                  </a:lnTo>
                  <a:lnTo>
                    <a:pt x="136893" y="48260"/>
                  </a:lnTo>
                  <a:lnTo>
                    <a:pt x="135585" y="46990"/>
                  </a:lnTo>
                  <a:close/>
                </a:path>
                <a:path w="292734" h="287020">
                  <a:moveTo>
                    <a:pt x="143738" y="54610"/>
                  </a:moveTo>
                  <a:lnTo>
                    <a:pt x="120942" y="54610"/>
                  </a:lnTo>
                  <a:lnTo>
                    <a:pt x="124790" y="55880"/>
                  </a:lnTo>
                  <a:lnTo>
                    <a:pt x="128308" y="57150"/>
                  </a:lnTo>
                  <a:lnTo>
                    <a:pt x="137071" y="67310"/>
                  </a:lnTo>
                  <a:lnTo>
                    <a:pt x="137769" y="68580"/>
                  </a:lnTo>
                  <a:lnTo>
                    <a:pt x="138214" y="71120"/>
                  </a:lnTo>
                  <a:lnTo>
                    <a:pt x="138569" y="72390"/>
                  </a:lnTo>
                  <a:lnTo>
                    <a:pt x="138569" y="76200"/>
                  </a:lnTo>
                  <a:lnTo>
                    <a:pt x="138214" y="78740"/>
                  </a:lnTo>
                  <a:lnTo>
                    <a:pt x="137769" y="80010"/>
                  </a:lnTo>
                  <a:lnTo>
                    <a:pt x="137071" y="82550"/>
                  </a:lnTo>
                  <a:lnTo>
                    <a:pt x="126555" y="92710"/>
                  </a:lnTo>
                  <a:lnTo>
                    <a:pt x="124790" y="92710"/>
                  </a:lnTo>
                  <a:lnTo>
                    <a:pt x="122872" y="93980"/>
                  </a:lnTo>
                  <a:lnTo>
                    <a:pt x="144526" y="93980"/>
                  </a:lnTo>
                  <a:lnTo>
                    <a:pt x="145402" y="92710"/>
                  </a:lnTo>
                  <a:lnTo>
                    <a:pt x="146100" y="91440"/>
                  </a:lnTo>
                  <a:lnTo>
                    <a:pt x="146850" y="90170"/>
                  </a:lnTo>
                  <a:lnTo>
                    <a:pt x="151155" y="72390"/>
                  </a:lnTo>
                  <a:lnTo>
                    <a:pt x="150799" y="69850"/>
                  </a:lnTo>
                  <a:lnTo>
                    <a:pt x="150533" y="68580"/>
                  </a:lnTo>
                  <a:lnTo>
                    <a:pt x="150190" y="66040"/>
                  </a:lnTo>
                  <a:lnTo>
                    <a:pt x="145580" y="57150"/>
                  </a:lnTo>
                  <a:lnTo>
                    <a:pt x="144703" y="55880"/>
                  </a:lnTo>
                  <a:lnTo>
                    <a:pt x="143738" y="54610"/>
                  </a:lnTo>
                  <a:close/>
                </a:path>
                <a:path w="292734" h="287020">
                  <a:moveTo>
                    <a:pt x="235077" y="48260"/>
                  </a:moveTo>
                  <a:lnTo>
                    <a:pt x="222097" y="48260"/>
                  </a:lnTo>
                  <a:lnTo>
                    <a:pt x="219024" y="49530"/>
                  </a:lnTo>
                  <a:lnTo>
                    <a:pt x="238150" y="49530"/>
                  </a:lnTo>
                  <a:lnTo>
                    <a:pt x="235077" y="48260"/>
                  </a:lnTo>
                  <a:close/>
                </a:path>
                <a:path w="292734" h="287020">
                  <a:moveTo>
                    <a:pt x="132867" y="45720"/>
                  </a:moveTo>
                  <a:lnTo>
                    <a:pt x="104889" y="45720"/>
                  </a:lnTo>
                  <a:lnTo>
                    <a:pt x="103568" y="46990"/>
                  </a:lnTo>
                  <a:lnTo>
                    <a:pt x="134264" y="46990"/>
                  </a:lnTo>
                  <a:lnTo>
                    <a:pt x="132867" y="45720"/>
                  </a:lnTo>
                  <a:close/>
                </a:path>
                <a:path w="292734" h="287020">
                  <a:moveTo>
                    <a:pt x="126898" y="43180"/>
                  </a:moveTo>
                  <a:lnTo>
                    <a:pt x="110845" y="43180"/>
                  </a:lnTo>
                  <a:lnTo>
                    <a:pt x="109270" y="44450"/>
                  </a:lnTo>
                  <a:lnTo>
                    <a:pt x="107784" y="44450"/>
                  </a:lnTo>
                  <a:lnTo>
                    <a:pt x="106375" y="45720"/>
                  </a:lnTo>
                  <a:lnTo>
                    <a:pt x="131457" y="45720"/>
                  </a:lnTo>
                  <a:lnTo>
                    <a:pt x="129971" y="44450"/>
                  </a:lnTo>
                  <a:lnTo>
                    <a:pt x="126898" y="431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882396" y="4713731"/>
              <a:ext cx="1537970" cy="527685"/>
            </a:xfrm>
            <a:custGeom>
              <a:avLst/>
              <a:gdLst/>
              <a:ahLst/>
              <a:cxnLst/>
              <a:rect l="l" t="t" r="r" b="b"/>
              <a:pathLst>
                <a:path w="1537970" h="527685">
                  <a:moveTo>
                    <a:pt x="1537716" y="0"/>
                  </a:moveTo>
                  <a:lnTo>
                    <a:pt x="0" y="0"/>
                  </a:lnTo>
                  <a:lnTo>
                    <a:pt x="0" y="527304"/>
                  </a:lnTo>
                  <a:lnTo>
                    <a:pt x="1537716" y="527304"/>
                  </a:lnTo>
                  <a:lnTo>
                    <a:pt x="1537716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7465568" y="4797044"/>
            <a:ext cx="4207510" cy="330200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181610" marR="5080" indent="-169545">
              <a:lnSpc>
                <a:spcPts val="1130"/>
              </a:lnSpc>
              <a:spcBef>
                <a:spcPts val="250"/>
              </a:spcBef>
              <a:buSzPct val="104761"/>
              <a:buFont typeface="Arial"/>
              <a:buChar char="•"/>
              <a:tabLst>
                <a:tab pos="184785" algn="l"/>
              </a:tabLst>
            </a:pPr>
            <a:r>
              <a:rPr dirty="0" sz="1050" b="1">
                <a:latin typeface="Arial"/>
                <a:cs typeface="Arial"/>
              </a:rPr>
              <a:t>Fully</a:t>
            </a:r>
            <a:r>
              <a:rPr dirty="0" sz="1050" spc="-40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supportive</a:t>
            </a:r>
            <a:r>
              <a:rPr dirty="0" sz="1050" spc="-40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regulation</a:t>
            </a:r>
            <a:r>
              <a:rPr dirty="0" sz="1050" spc="-4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not</a:t>
            </a:r>
            <a:r>
              <a:rPr dirty="0" sz="1050" spc="-40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expected</a:t>
            </a:r>
            <a:r>
              <a:rPr dirty="0" sz="1050" spc="-40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before</a:t>
            </a:r>
            <a:r>
              <a:rPr dirty="0" sz="1050" spc="-30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2028</a:t>
            </a:r>
            <a:r>
              <a:rPr dirty="0" sz="1050" spc="-1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at</a:t>
            </a:r>
            <a:r>
              <a:rPr dirty="0" sz="1050" spc="-20" b="1">
                <a:latin typeface="Arial"/>
                <a:cs typeface="Arial"/>
              </a:rPr>
              <a:t> </a:t>
            </a:r>
            <a:r>
              <a:rPr dirty="0" sz="1050" spc="-25" b="1">
                <a:latin typeface="Arial"/>
                <a:cs typeface="Arial"/>
              </a:rPr>
              <a:t>EU</a:t>
            </a:r>
            <a:r>
              <a:rPr dirty="0" sz="1050" spc="500" b="1">
                <a:latin typeface="Arial"/>
                <a:cs typeface="Arial"/>
              </a:rPr>
              <a:t> </a:t>
            </a:r>
            <a:r>
              <a:rPr dirty="0" sz="1050" spc="500" b="1">
                <a:latin typeface="Arial"/>
                <a:cs typeface="Arial"/>
              </a:rPr>
              <a:t>	</a:t>
            </a:r>
            <a:r>
              <a:rPr dirty="0" sz="1050" b="1">
                <a:latin typeface="Arial"/>
                <a:cs typeface="Arial"/>
              </a:rPr>
              <a:t>level</a:t>
            </a:r>
            <a:r>
              <a:rPr dirty="0" sz="1050" spc="-20" b="1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due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high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stakeholder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complexity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(smart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meter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as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reference)</a:t>
            </a:r>
            <a:endParaRPr sz="10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563114" y="4797044"/>
            <a:ext cx="3838575" cy="330200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181610" marR="5080" indent="-169545">
              <a:lnSpc>
                <a:spcPts val="1130"/>
              </a:lnSpc>
              <a:spcBef>
                <a:spcPts val="250"/>
              </a:spcBef>
              <a:buSzPct val="104761"/>
              <a:buFont typeface="Arial"/>
              <a:buChar char="•"/>
              <a:tabLst>
                <a:tab pos="184785" algn="l"/>
              </a:tabLst>
            </a:pPr>
            <a:r>
              <a:rPr dirty="0" sz="1050" b="1">
                <a:latin typeface="Arial"/>
                <a:cs typeface="Arial"/>
              </a:rPr>
              <a:t>Fully</a:t>
            </a:r>
            <a:r>
              <a:rPr dirty="0" sz="1050" spc="-3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supportive</a:t>
            </a:r>
            <a:r>
              <a:rPr dirty="0" sz="1050" spc="-3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behind-</a:t>
            </a:r>
            <a:r>
              <a:rPr dirty="0" sz="1050" spc="-10" b="1">
                <a:latin typeface="Arial"/>
                <a:cs typeface="Arial"/>
              </a:rPr>
              <a:t>the-</a:t>
            </a:r>
            <a:r>
              <a:rPr dirty="0" sz="1050" b="1">
                <a:latin typeface="Arial"/>
                <a:cs typeface="Arial"/>
              </a:rPr>
              <a:t>meter</a:t>
            </a:r>
            <a:r>
              <a:rPr dirty="0" sz="1050" spc="-50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regulation</a:t>
            </a:r>
            <a:r>
              <a:rPr dirty="0" sz="1050" spc="-40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expected</a:t>
            </a:r>
            <a:r>
              <a:rPr dirty="0" sz="1050" spc="-30" b="1">
                <a:latin typeface="Arial"/>
                <a:cs typeface="Arial"/>
              </a:rPr>
              <a:t> </a:t>
            </a:r>
            <a:r>
              <a:rPr dirty="0" sz="1050" spc="-25" b="1">
                <a:latin typeface="Arial"/>
                <a:cs typeface="Arial"/>
              </a:rPr>
              <a:t>by </a:t>
            </a:r>
            <a:r>
              <a:rPr dirty="0" sz="1050" spc="-25" b="1">
                <a:latin typeface="Arial"/>
                <a:cs typeface="Arial"/>
              </a:rPr>
              <a:t>	</a:t>
            </a:r>
            <a:r>
              <a:rPr dirty="0" sz="1050" b="1">
                <a:latin typeface="Arial"/>
                <a:cs typeface="Arial"/>
              </a:rPr>
              <a:t>2024</a:t>
            </a:r>
            <a:r>
              <a:rPr dirty="0" sz="1050" spc="-20" b="1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due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to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limited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complexity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“closed”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micro-ecosystem</a:t>
            </a:r>
            <a:endParaRPr sz="10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82396" y="4713732"/>
            <a:ext cx="1537970" cy="527685"/>
          </a:xfrm>
          <a:prstGeom prst="rect">
            <a:avLst/>
          </a:prstGeom>
        </p:spPr>
        <p:txBody>
          <a:bodyPr wrap="square" lIns="0" tIns="168275" rIns="0" bIns="0" rtlCol="0" vert="horz">
            <a:spAutoFit/>
          </a:bodyPr>
          <a:lstStyle/>
          <a:p>
            <a:pPr marL="479425">
              <a:lnSpc>
                <a:spcPct val="100000"/>
              </a:lnSpc>
              <a:spcBef>
                <a:spcPts val="1325"/>
              </a:spcBef>
            </a:pPr>
            <a:r>
              <a:rPr dirty="0" sz="1200" spc="-10" b="1">
                <a:latin typeface="Arial"/>
                <a:cs typeface="Arial"/>
              </a:rPr>
              <a:t>Regulation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882396" y="4832603"/>
            <a:ext cx="1537970" cy="1033780"/>
            <a:chOff x="882396" y="4832603"/>
            <a:chExt cx="1537970" cy="1033780"/>
          </a:xfrm>
        </p:grpSpPr>
        <p:sp>
          <p:nvSpPr>
            <p:cNvPr id="38" name="object 38"/>
            <p:cNvSpPr/>
            <p:nvPr/>
          </p:nvSpPr>
          <p:spPr>
            <a:xfrm>
              <a:off x="976884" y="4832603"/>
              <a:ext cx="317500" cy="288290"/>
            </a:xfrm>
            <a:custGeom>
              <a:avLst/>
              <a:gdLst/>
              <a:ahLst/>
              <a:cxnLst/>
              <a:rect l="l" t="t" r="r" b="b"/>
              <a:pathLst>
                <a:path w="317500" h="288289">
                  <a:moveTo>
                    <a:pt x="316992" y="0"/>
                  </a:moveTo>
                  <a:lnTo>
                    <a:pt x="303530" y="0"/>
                  </a:lnTo>
                  <a:lnTo>
                    <a:pt x="303530" y="12700"/>
                  </a:lnTo>
                  <a:lnTo>
                    <a:pt x="303530" y="275590"/>
                  </a:lnTo>
                  <a:lnTo>
                    <a:pt x="13512" y="275590"/>
                  </a:lnTo>
                  <a:lnTo>
                    <a:pt x="13512" y="12700"/>
                  </a:lnTo>
                  <a:lnTo>
                    <a:pt x="303530" y="12700"/>
                  </a:lnTo>
                  <a:lnTo>
                    <a:pt x="303530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0" y="275590"/>
                  </a:lnTo>
                  <a:lnTo>
                    <a:pt x="0" y="288290"/>
                  </a:lnTo>
                  <a:lnTo>
                    <a:pt x="316992" y="288290"/>
                  </a:lnTo>
                  <a:lnTo>
                    <a:pt x="316992" y="275717"/>
                  </a:lnTo>
                  <a:lnTo>
                    <a:pt x="316992" y="275590"/>
                  </a:lnTo>
                  <a:lnTo>
                    <a:pt x="316992" y="12700"/>
                  </a:lnTo>
                  <a:lnTo>
                    <a:pt x="316992" y="12319"/>
                  </a:lnTo>
                  <a:lnTo>
                    <a:pt x="3169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8032" y="4872227"/>
              <a:ext cx="233172" cy="211835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882396" y="5338571"/>
              <a:ext cx="1537970" cy="527685"/>
            </a:xfrm>
            <a:custGeom>
              <a:avLst/>
              <a:gdLst/>
              <a:ahLst/>
              <a:cxnLst/>
              <a:rect l="l" t="t" r="r" b="b"/>
              <a:pathLst>
                <a:path w="1537970" h="527685">
                  <a:moveTo>
                    <a:pt x="1537716" y="0"/>
                  </a:moveTo>
                  <a:lnTo>
                    <a:pt x="0" y="0"/>
                  </a:lnTo>
                  <a:lnTo>
                    <a:pt x="0" y="527303"/>
                  </a:lnTo>
                  <a:lnTo>
                    <a:pt x="1537716" y="527303"/>
                  </a:lnTo>
                  <a:lnTo>
                    <a:pt x="1537716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7464297" y="5371846"/>
            <a:ext cx="4085590" cy="4718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82245" indent="-169545">
              <a:lnSpc>
                <a:spcPts val="1220"/>
              </a:lnSpc>
              <a:spcBef>
                <a:spcPts val="105"/>
              </a:spcBef>
              <a:buSzPct val="104761"/>
              <a:buChar char="•"/>
              <a:tabLst>
                <a:tab pos="182245" algn="l"/>
              </a:tabLst>
            </a:pPr>
            <a:r>
              <a:rPr dirty="0" sz="1050">
                <a:latin typeface="Arial"/>
                <a:cs typeface="Arial"/>
              </a:rPr>
              <a:t>Need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for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flexible</a:t>
            </a:r>
            <a:r>
              <a:rPr dirty="0" sz="1050" spc="-20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V2G</a:t>
            </a:r>
            <a:r>
              <a:rPr dirty="0" sz="1050" spc="-2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tariffs</a:t>
            </a:r>
            <a:r>
              <a:rPr dirty="0" sz="1050">
                <a:latin typeface="Arial"/>
                <a:cs typeface="Arial"/>
              </a:rPr>
              <a:t>: </a:t>
            </a:r>
            <a:r>
              <a:rPr dirty="0" sz="1050" spc="-10">
                <a:latin typeface="Arial"/>
                <a:cs typeface="Arial"/>
              </a:rPr>
              <a:t>Time-</a:t>
            </a:r>
            <a:r>
              <a:rPr dirty="0" sz="1050">
                <a:latin typeface="Arial"/>
                <a:cs typeface="Arial"/>
              </a:rPr>
              <a:t>of-Use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or</a:t>
            </a:r>
            <a:r>
              <a:rPr dirty="0" sz="1050" spc="-10">
                <a:latin typeface="Arial"/>
                <a:cs typeface="Arial"/>
              </a:rPr>
              <a:t> Time-</a:t>
            </a:r>
            <a:r>
              <a:rPr dirty="0" sz="1050">
                <a:latin typeface="Arial"/>
                <a:cs typeface="Arial"/>
              </a:rPr>
              <a:t>of-Day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pricing</a:t>
            </a:r>
            <a:endParaRPr sz="1050">
              <a:latin typeface="Arial"/>
              <a:cs typeface="Arial"/>
            </a:endParaRPr>
          </a:p>
          <a:p>
            <a:pPr marL="181610" marR="82550" indent="-169545">
              <a:lnSpc>
                <a:spcPts val="1070"/>
              </a:lnSpc>
              <a:spcBef>
                <a:spcPts val="150"/>
              </a:spcBef>
              <a:buSzPct val="104761"/>
              <a:buFont typeface="Arial"/>
              <a:buChar char="•"/>
              <a:tabLst>
                <a:tab pos="184785" algn="l"/>
              </a:tabLst>
            </a:pPr>
            <a:r>
              <a:rPr dirty="0" sz="1050" b="1">
                <a:latin typeface="Arial"/>
                <a:cs typeface="Arial"/>
              </a:rPr>
              <a:t>Minimum</a:t>
            </a:r>
            <a:r>
              <a:rPr dirty="0" sz="1050" spc="-50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number</a:t>
            </a:r>
            <a:r>
              <a:rPr dirty="0" sz="1050" spc="-30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of</a:t>
            </a:r>
            <a:r>
              <a:rPr dirty="0" sz="1050" spc="-20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kwh</a:t>
            </a:r>
            <a:r>
              <a:rPr dirty="0" sz="1050" spc="-40" b="1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must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be</a:t>
            </a:r>
            <a:r>
              <a:rPr dirty="0" sz="1050" spc="-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available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at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</a:t>
            </a:r>
            <a:r>
              <a:rPr dirty="0" sz="1050" spc="-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certain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point</a:t>
            </a:r>
            <a:r>
              <a:rPr dirty="0" sz="1050" spc="-25">
                <a:latin typeface="Arial"/>
                <a:cs typeface="Arial"/>
              </a:rPr>
              <a:t> in </a:t>
            </a:r>
            <a:r>
              <a:rPr dirty="0" sz="1050" spc="-25">
                <a:latin typeface="Arial"/>
                <a:cs typeface="Arial"/>
              </a:rPr>
              <a:t>	</a:t>
            </a:r>
            <a:r>
              <a:rPr dirty="0" sz="1050">
                <a:latin typeface="Arial"/>
                <a:cs typeface="Arial"/>
              </a:rPr>
              <a:t>time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for</a:t>
            </a:r>
            <a:r>
              <a:rPr dirty="0" sz="1050" spc="-30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utility</a:t>
            </a:r>
            <a:r>
              <a:rPr dirty="0" sz="1050" spc="-30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providers</a:t>
            </a:r>
            <a:r>
              <a:rPr dirty="0" sz="1050" spc="-3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to</a:t>
            </a:r>
            <a:r>
              <a:rPr dirty="0" sz="1050" spc="-10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rely</a:t>
            </a:r>
            <a:r>
              <a:rPr dirty="0" sz="1050" spc="-20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upon</a:t>
            </a:r>
            <a:r>
              <a:rPr dirty="0" sz="1050" spc="-50" b="1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when </a:t>
            </a:r>
            <a:r>
              <a:rPr dirty="0" sz="1050" spc="-10">
                <a:latin typeface="Arial"/>
                <a:cs typeface="Arial"/>
              </a:rPr>
              <a:t>managing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the</a:t>
            </a:r>
            <a:r>
              <a:rPr dirty="0" sz="1050" spc="-1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grid</a:t>
            </a:r>
            <a:endParaRPr sz="105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555494" y="5380990"/>
            <a:ext cx="4331335" cy="356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82245" indent="-169545">
              <a:lnSpc>
                <a:spcPct val="100000"/>
              </a:lnSpc>
              <a:spcBef>
                <a:spcPts val="105"/>
              </a:spcBef>
              <a:buSzPct val="104761"/>
              <a:buFont typeface="Arial"/>
              <a:buChar char="•"/>
              <a:tabLst>
                <a:tab pos="182245" algn="l"/>
              </a:tabLst>
            </a:pPr>
            <a:r>
              <a:rPr dirty="0" sz="1050" b="1">
                <a:latin typeface="Arial"/>
                <a:cs typeface="Arial"/>
              </a:rPr>
              <a:t>Tech</a:t>
            </a:r>
            <a:r>
              <a:rPr dirty="0" sz="1050" spc="-4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cost</a:t>
            </a:r>
            <a:r>
              <a:rPr dirty="0" sz="1050" spc="-3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reduction</a:t>
            </a:r>
            <a:r>
              <a:rPr dirty="0" sz="1050" spc="-45" b="1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(vehicle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/</a:t>
            </a:r>
            <a:r>
              <a:rPr dirty="0" sz="1050" spc="-2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infrastructure)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required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for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scale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up</a:t>
            </a:r>
            <a:endParaRPr sz="1050">
              <a:latin typeface="Arial"/>
              <a:cs typeface="Arial"/>
            </a:endParaRPr>
          </a:p>
          <a:p>
            <a:pPr marL="182245" indent="-169545">
              <a:lnSpc>
                <a:spcPct val="100000"/>
              </a:lnSpc>
              <a:spcBef>
                <a:spcPts val="70"/>
              </a:spcBef>
              <a:buSzPct val="104761"/>
              <a:buChar char="•"/>
              <a:tabLst>
                <a:tab pos="182245" algn="l"/>
              </a:tabLst>
            </a:pPr>
            <a:r>
              <a:rPr dirty="0" sz="1050" spc="-10">
                <a:latin typeface="Arial"/>
                <a:cs typeface="Arial"/>
              </a:rPr>
              <a:t>Availability</a:t>
            </a:r>
            <a:r>
              <a:rPr dirty="0" sz="1050" spc="-3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of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comprehensive</a:t>
            </a:r>
            <a:r>
              <a:rPr dirty="0" sz="1050" spc="-30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ancillary</a:t>
            </a:r>
            <a:r>
              <a:rPr dirty="0" sz="1050" spc="-35" b="1">
                <a:latin typeface="Arial"/>
                <a:cs typeface="Arial"/>
              </a:rPr>
              <a:t> </a:t>
            </a:r>
            <a:r>
              <a:rPr dirty="0" sz="1050" b="1">
                <a:latin typeface="Arial"/>
                <a:cs typeface="Arial"/>
              </a:rPr>
              <a:t>services</a:t>
            </a:r>
            <a:r>
              <a:rPr dirty="0" sz="1050" spc="-5" b="1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as</a:t>
            </a:r>
            <a:r>
              <a:rPr dirty="0" sz="1050" spc="-20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important</a:t>
            </a:r>
            <a:r>
              <a:rPr dirty="0" sz="1050" spc="-4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enabler</a:t>
            </a:r>
            <a:endParaRPr sz="105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82396" y="5338571"/>
            <a:ext cx="1537970" cy="527685"/>
          </a:xfrm>
          <a:prstGeom prst="rect">
            <a:avLst/>
          </a:prstGeom>
        </p:spPr>
        <p:txBody>
          <a:bodyPr wrap="square" lIns="0" tIns="168910" rIns="0" bIns="0" rtlCol="0" vert="horz">
            <a:spAutoFit/>
          </a:bodyPr>
          <a:lstStyle/>
          <a:p>
            <a:pPr marL="479425">
              <a:lnSpc>
                <a:spcPct val="100000"/>
              </a:lnSpc>
              <a:spcBef>
                <a:spcPts val="1330"/>
              </a:spcBef>
            </a:pPr>
            <a:r>
              <a:rPr dirty="0" sz="1200" spc="-10" b="1">
                <a:latin typeface="Arial"/>
                <a:cs typeface="Arial"/>
              </a:rPr>
              <a:t>Economics</a:t>
            </a:r>
            <a:endParaRPr sz="1200">
              <a:latin typeface="Arial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976883" y="5462015"/>
            <a:ext cx="317500" cy="288290"/>
          </a:xfrm>
          <a:custGeom>
            <a:avLst/>
            <a:gdLst/>
            <a:ahLst/>
            <a:cxnLst/>
            <a:rect l="l" t="t" r="r" b="b"/>
            <a:pathLst>
              <a:path w="317500" h="288289">
                <a:moveTo>
                  <a:pt x="316992" y="0"/>
                </a:moveTo>
                <a:lnTo>
                  <a:pt x="0" y="0"/>
                </a:lnTo>
                <a:lnTo>
                  <a:pt x="0" y="288036"/>
                </a:lnTo>
                <a:lnTo>
                  <a:pt x="41173" y="288036"/>
                </a:lnTo>
                <a:lnTo>
                  <a:pt x="41173" y="273265"/>
                </a:lnTo>
                <a:lnTo>
                  <a:pt x="12344" y="273265"/>
                </a:lnTo>
                <a:lnTo>
                  <a:pt x="12344" y="228955"/>
                </a:lnTo>
                <a:lnTo>
                  <a:pt x="29495" y="214185"/>
                </a:lnTo>
                <a:lnTo>
                  <a:pt x="12344" y="214185"/>
                </a:lnTo>
                <a:lnTo>
                  <a:pt x="12344" y="11049"/>
                </a:lnTo>
                <a:lnTo>
                  <a:pt x="316992" y="11049"/>
                </a:lnTo>
                <a:lnTo>
                  <a:pt x="316992" y="0"/>
                </a:lnTo>
                <a:close/>
              </a:path>
              <a:path w="317500" h="288289">
                <a:moveTo>
                  <a:pt x="107035" y="247421"/>
                </a:moveTo>
                <a:lnTo>
                  <a:pt x="94691" y="247421"/>
                </a:lnTo>
                <a:lnTo>
                  <a:pt x="94691" y="288036"/>
                </a:lnTo>
                <a:lnTo>
                  <a:pt x="131737" y="288036"/>
                </a:lnTo>
                <a:lnTo>
                  <a:pt x="131737" y="273265"/>
                </a:lnTo>
                <a:lnTo>
                  <a:pt x="107035" y="273265"/>
                </a:lnTo>
                <a:lnTo>
                  <a:pt x="107035" y="247421"/>
                </a:lnTo>
                <a:close/>
              </a:path>
              <a:path w="317500" h="288289">
                <a:moveTo>
                  <a:pt x="197599" y="195719"/>
                </a:moveTo>
                <a:lnTo>
                  <a:pt x="185254" y="195719"/>
                </a:lnTo>
                <a:lnTo>
                  <a:pt x="185254" y="288036"/>
                </a:lnTo>
                <a:lnTo>
                  <a:pt x="222300" y="288036"/>
                </a:lnTo>
                <a:lnTo>
                  <a:pt x="222300" y="273265"/>
                </a:lnTo>
                <a:lnTo>
                  <a:pt x="197599" y="273265"/>
                </a:lnTo>
                <a:lnTo>
                  <a:pt x="197599" y="195719"/>
                </a:lnTo>
                <a:close/>
              </a:path>
              <a:path w="317500" h="288289">
                <a:moveTo>
                  <a:pt x="288175" y="125603"/>
                </a:moveTo>
                <a:lnTo>
                  <a:pt x="271703" y="125603"/>
                </a:lnTo>
                <a:lnTo>
                  <a:pt x="271703" y="288036"/>
                </a:lnTo>
                <a:lnTo>
                  <a:pt x="316992" y="288036"/>
                </a:lnTo>
                <a:lnTo>
                  <a:pt x="316992" y="273265"/>
                </a:lnTo>
                <a:lnTo>
                  <a:pt x="288175" y="273265"/>
                </a:lnTo>
                <a:lnTo>
                  <a:pt x="288175" y="125603"/>
                </a:lnTo>
                <a:close/>
              </a:path>
              <a:path w="317500" h="288289">
                <a:moveTo>
                  <a:pt x="107035" y="232638"/>
                </a:moveTo>
                <a:lnTo>
                  <a:pt x="28816" y="232638"/>
                </a:lnTo>
                <a:lnTo>
                  <a:pt x="28816" y="273265"/>
                </a:lnTo>
                <a:lnTo>
                  <a:pt x="41173" y="273265"/>
                </a:lnTo>
                <a:lnTo>
                  <a:pt x="41173" y="247421"/>
                </a:lnTo>
                <a:lnTo>
                  <a:pt x="107035" y="247421"/>
                </a:lnTo>
                <a:lnTo>
                  <a:pt x="107035" y="232638"/>
                </a:lnTo>
                <a:close/>
              </a:path>
              <a:path w="317500" h="288289">
                <a:moveTo>
                  <a:pt x="197599" y="184632"/>
                </a:moveTo>
                <a:lnTo>
                  <a:pt x="119392" y="184632"/>
                </a:lnTo>
                <a:lnTo>
                  <a:pt x="119392" y="273265"/>
                </a:lnTo>
                <a:lnTo>
                  <a:pt x="131737" y="273265"/>
                </a:lnTo>
                <a:lnTo>
                  <a:pt x="131737" y="195719"/>
                </a:lnTo>
                <a:lnTo>
                  <a:pt x="197599" y="195719"/>
                </a:lnTo>
                <a:lnTo>
                  <a:pt x="197599" y="184632"/>
                </a:lnTo>
                <a:close/>
              </a:path>
              <a:path w="317500" h="288289">
                <a:moveTo>
                  <a:pt x="288175" y="114427"/>
                </a:moveTo>
                <a:lnTo>
                  <a:pt x="209956" y="114427"/>
                </a:lnTo>
                <a:lnTo>
                  <a:pt x="209956" y="273265"/>
                </a:lnTo>
                <a:lnTo>
                  <a:pt x="222300" y="273265"/>
                </a:lnTo>
                <a:lnTo>
                  <a:pt x="222300" y="125603"/>
                </a:lnTo>
                <a:lnTo>
                  <a:pt x="288175" y="125603"/>
                </a:lnTo>
                <a:lnTo>
                  <a:pt x="288175" y="114427"/>
                </a:lnTo>
                <a:close/>
              </a:path>
              <a:path w="317500" h="288289">
                <a:moveTo>
                  <a:pt x="316992" y="11049"/>
                </a:moveTo>
                <a:lnTo>
                  <a:pt x="304673" y="11049"/>
                </a:lnTo>
                <a:lnTo>
                  <a:pt x="304673" y="273265"/>
                </a:lnTo>
                <a:lnTo>
                  <a:pt x="316992" y="273265"/>
                </a:lnTo>
                <a:lnTo>
                  <a:pt x="316992" y="11049"/>
                </a:lnTo>
                <a:close/>
              </a:path>
              <a:path w="317500" h="288289">
                <a:moveTo>
                  <a:pt x="115265" y="121920"/>
                </a:moveTo>
                <a:lnTo>
                  <a:pt x="12344" y="214185"/>
                </a:lnTo>
                <a:lnTo>
                  <a:pt x="29495" y="214185"/>
                </a:lnTo>
                <a:lnTo>
                  <a:pt x="115265" y="140322"/>
                </a:lnTo>
                <a:lnTo>
                  <a:pt x="152313" y="140322"/>
                </a:lnTo>
                <a:lnTo>
                  <a:pt x="156432" y="136626"/>
                </a:lnTo>
                <a:lnTo>
                  <a:pt x="135851" y="136626"/>
                </a:lnTo>
                <a:lnTo>
                  <a:pt x="115265" y="121920"/>
                </a:lnTo>
                <a:close/>
              </a:path>
              <a:path w="317500" h="288289">
                <a:moveTo>
                  <a:pt x="152313" y="140322"/>
                </a:moveTo>
                <a:lnTo>
                  <a:pt x="115265" y="140322"/>
                </a:lnTo>
                <a:lnTo>
                  <a:pt x="135851" y="155092"/>
                </a:lnTo>
                <a:lnTo>
                  <a:pt x="152313" y="140322"/>
                </a:lnTo>
                <a:close/>
              </a:path>
              <a:path w="317500" h="288289">
                <a:moveTo>
                  <a:pt x="255244" y="36957"/>
                </a:moveTo>
                <a:lnTo>
                  <a:pt x="201726" y="36957"/>
                </a:lnTo>
                <a:lnTo>
                  <a:pt x="201726" y="48006"/>
                </a:lnTo>
                <a:lnTo>
                  <a:pt x="234657" y="48006"/>
                </a:lnTo>
                <a:lnTo>
                  <a:pt x="135851" y="136626"/>
                </a:lnTo>
                <a:lnTo>
                  <a:pt x="156432" y="136626"/>
                </a:lnTo>
                <a:lnTo>
                  <a:pt x="242887" y="59055"/>
                </a:lnTo>
                <a:lnTo>
                  <a:pt x="255244" y="59055"/>
                </a:lnTo>
                <a:lnTo>
                  <a:pt x="255244" y="36957"/>
                </a:lnTo>
                <a:close/>
              </a:path>
              <a:path w="317500" h="288289">
                <a:moveTo>
                  <a:pt x="255244" y="59055"/>
                </a:moveTo>
                <a:lnTo>
                  <a:pt x="242887" y="59055"/>
                </a:lnTo>
                <a:lnTo>
                  <a:pt x="242887" y="84963"/>
                </a:lnTo>
                <a:lnTo>
                  <a:pt x="255244" y="84963"/>
                </a:lnTo>
                <a:lnTo>
                  <a:pt x="255244" y="590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5" name="object 45"/>
          <p:cNvGrpSpPr/>
          <p:nvPr/>
        </p:nvGrpSpPr>
        <p:grpSpPr>
          <a:xfrm>
            <a:off x="438912" y="2043683"/>
            <a:ext cx="1981200" cy="928369"/>
            <a:chOff x="438912" y="2043683"/>
            <a:chExt cx="1981200" cy="928369"/>
          </a:xfrm>
        </p:grpSpPr>
        <p:sp>
          <p:nvSpPr>
            <p:cNvPr id="46" name="object 46"/>
            <p:cNvSpPr/>
            <p:nvPr/>
          </p:nvSpPr>
          <p:spPr>
            <a:xfrm>
              <a:off x="438912" y="2619755"/>
              <a:ext cx="1981200" cy="352425"/>
            </a:xfrm>
            <a:custGeom>
              <a:avLst/>
              <a:gdLst/>
              <a:ahLst/>
              <a:cxnLst/>
              <a:rect l="l" t="t" r="r" b="b"/>
              <a:pathLst>
                <a:path w="1981200" h="352425">
                  <a:moveTo>
                    <a:pt x="1981200" y="0"/>
                  </a:moveTo>
                  <a:lnTo>
                    <a:pt x="0" y="0"/>
                  </a:lnTo>
                  <a:lnTo>
                    <a:pt x="0" y="352044"/>
                  </a:lnTo>
                  <a:lnTo>
                    <a:pt x="1981200" y="352044"/>
                  </a:lnTo>
                  <a:lnTo>
                    <a:pt x="1981200" y="0"/>
                  </a:lnTo>
                  <a:close/>
                </a:path>
              </a:pathLst>
            </a:custGeom>
            <a:solidFill>
              <a:srgbClr val="F4C8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541020" y="2651759"/>
              <a:ext cx="303530" cy="288290"/>
            </a:xfrm>
            <a:custGeom>
              <a:avLst/>
              <a:gdLst/>
              <a:ahLst/>
              <a:cxnLst/>
              <a:rect l="l" t="t" r="r" b="b"/>
              <a:pathLst>
                <a:path w="303530" h="288289">
                  <a:moveTo>
                    <a:pt x="102108" y="91440"/>
                  </a:moveTo>
                  <a:lnTo>
                    <a:pt x="94322" y="79121"/>
                  </a:lnTo>
                  <a:lnTo>
                    <a:pt x="83820" y="62484"/>
                  </a:lnTo>
                  <a:lnTo>
                    <a:pt x="81076" y="58039"/>
                  </a:lnTo>
                  <a:lnTo>
                    <a:pt x="79489" y="55460"/>
                  </a:lnTo>
                  <a:lnTo>
                    <a:pt x="79489" y="79121"/>
                  </a:lnTo>
                  <a:lnTo>
                    <a:pt x="52539" y="79121"/>
                  </a:lnTo>
                  <a:lnTo>
                    <a:pt x="66014" y="58039"/>
                  </a:lnTo>
                  <a:lnTo>
                    <a:pt x="79489" y="79121"/>
                  </a:lnTo>
                  <a:lnTo>
                    <a:pt x="79489" y="55460"/>
                  </a:lnTo>
                  <a:lnTo>
                    <a:pt x="66014" y="33528"/>
                  </a:lnTo>
                  <a:lnTo>
                    <a:pt x="47244" y="62484"/>
                  </a:lnTo>
                  <a:lnTo>
                    <a:pt x="28956" y="91440"/>
                  </a:lnTo>
                  <a:lnTo>
                    <a:pt x="102108" y="91440"/>
                  </a:lnTo>
                  <a:close/>
                </a:path>
                <a:path w="303530" h="288289">
                  <a:moveTo>
                    <a:pt x="199644" y="124968"/>
                  </a:moveTo>
                  <a:lnTo>
                    <a:pt x="191897" y="112776"/>
                  </a:lnTo>
                  <a:lnTo>
                    <a:pt x="181102" y="95758"/>
                  </a:lnTo>
                  <a:lnTo>
                    <a:pt x="178308" y="91440"/>
                  </a:lnTo>
                  <a:lnTo>
                    <a:pt x="176212" y="88201"/>
                  </a:lnTo>
                  <a:lnTo>
                    <a:pt x="176212" y="112776"/>
                  </a:lnTo>
                  <a:lnTo>
                    <a:pt x="148882" y="112776"/>
                  </a:lnTo>
                  <a:lnTo>
                    <a:pt x="155714" y="101854"/>
                  </a:lnTo>
                  <a:lnTo>
                    <a:pt x="162547" y="91440"/>
                  </a:lnTo>
                  <a:lnTo>
                    <a:pt x="169379" y="101854"/>
                  </a:lnTo>
                  <a:lnTo>
                    <a:pt x="176212" y="112776"/>
                  </a:lnTo>
                  <a:lnTo>
                    <a:pt x="176212" y="88201"/>
                  </a:lnTo>
                  <a:lnTo>
                    <a:pt x="162547" y="67056"/>
                  </a:lnTo>
                  <a:lnTo>
                    <a:pt x="144005" y="95758"/>
                  </a:lnTo>
                  <a:lnTo>
                    <a:pt x="124968" y="124968"/>
                  </a:lnTo>
                  <a:lnTo>
                    <a:pt x="199644" y="124968"/>
                  </a:lnTo>
                  <a:close/>
                </a:path>
                <a:path w="303530" h="288289">
                  <a:moveTo>
                    <a:pt x="256032" y="263652"/>
                  </a:moveTo>
                  <a:lnTo>
                    <a:pt x="247980" y="251333"/>
                  </a:lnTo>
                  <a:lnTo>
                    <a:pt x="237121" y="234696"/>
                  </a:lnTo>
                  <a:lnTo>
                    <a:pt x="234289" y="230251"/>
                  </a:lnTo>
                  <a:lnTo>
                    <a:pt x="232270" y="227088"/>
                  </a:lnTo>
                  <a:lnTo>
                    <a:pt x="232270" y="251333"/>
                  </a:lnTo>
                  <a:lnTo>
                    <a:pt x="205117" y="251333"/>
                  </a:lnTo>
                  <a:lnTo>
                    <a:pt x="218694" y="230251"/>
                  </a:lnTo>
                  <a:lnTo>
                    <a:pt x="232270" y="251333"/>
                  </a:lnTo>
                  <a:lnTo>
                    <a:pt x="232270" y="227088"/>
                  </a:lnTo>
                  <a:lnTo>
                    <a:pt x="218694" y="205740"/>
                  </a:lnTo>
                  <a:lnTo>
                    <a:pt x="199783" y="234696"/>
                  </a:lnTo>
                  <a:lnTo>
                    <a:pt x="181356" y="263652"/>
                  </a:lnTo>
                  <a:lnTo>
                    <a:pt x="256032" y="263652"/>
                  </a:lnTo>
                  <a:close/>
                </a:path>
                <a:path w="303530" h="288289">
                  <a:moveTo>
                    <a:pt x="286512" y="179832"/>
                  </a:moveTo>
                  <a:lnTo>
                    <a:pt x="278574" y="167259"/>
                  </a:lnTo>
                  <a:lnTo>
                    <a:pt x="267601" y="149860"/>
                  </a:lnTo>
                  <a:lnTo>
                    <a:pt x="264820" y="145415"/>
                  </a:lnTo>
                  <a:lnTo>
                    <a:pt x="262750" y="142113"/>
                  </a:lnTo>
                  <a:lnTo>
                    <a:pt x="262750" y="167259"/>
                  </a:lnTo>
                  <a:lnTo>
                    <a:pt x="235597" y="167259"/>
                  </a:lnTo>
                  <a:lnTo>
                    <a:pt x="242379" y="156210"/>
                  </a:lnTo>
                  <a:lnTo>
                    <a:pt x="249174" y="145415"/>
                  </a:lnTo>
                  <a:lnTo>
                    <a:pt x="255968" y="156210"/>
                  </a:lnTo>
                  <a:lnTo>
                    <a:pt x="262750" y="167259"/>
                  </a:lnTo>
                  <a:lnTo>
                    <a:pt x="262750" y="142113"/>
                  </a:lnTo>
                  <a:lnTo>
                    <a:pt x="249174" y="120396"/>
                  </a:lnTo>
                  <a:lnTo>
                    <a:pt x="230263" y="149860"/>
                  </a:lnTo>
                  <a:lnTo>
                    <a:pt x="211836" y="179832"/>
                  </a:lnTo>
                  <a:lnTo>
                    <a:pt x="286512" y="179832"/>
                  </a:lnTo>
                  <a:close/>
                </a:path>
                <a:path w="303530" h="288289">
                  <a:moveTo>
                    <a:pt x="289560" y="91440"/>
                  </a:moveTo>
                  <a:lnTo>
                    <a:pt x="281457" y="79121"/>
                  </a:lnTo>
                  <a:lnTo>
                    <a:pt x="270522" y="62484"/>
                  </a:lnTo>
                  <a:lnTo>
                    <a:pt x="267741" y="58039"/>
                  </a:lnTo>
                  <a:lnTo>
                    <a:pt x="266128" y="55460"/>
                  </a:lnTo>
                  <a:lnTo>
                    <a:pt x="266128" y="79121"/>
                  </a:lnTo>
                  <a:lnTo>
                    <a:pt x="238798" y="79121"/>
                  </a:lnTo>
                  <a:lnTo>
                    <a:pt x="252463" y="58039"/>
                  </a:lnTo>
                  <a:lnTo>
                    <a:pt x="266128" y="79121"/>
                  </a:lnTo>
                  <a:lnTo>
                    <a:pt x="266128" y="55460"/>
                  </a:lnTo>
                  <a:lnTo>
                    <a:pt x="252463" y="33528"/>
                  </a:lnTo>
                  <a:lnTo>
                    <a:pt x="233426" y="62484"/>
                  </a:lnTo>
                  <a:lnTo>
                    <a:pt x="214884" y="91440"/>
                  </a:lnTo>
                  <a:lnTo>
                    <a:pt x="289560" y="91440"/>
                  </a:lnTo>
                  <a:close/>
                </a:path>
                <a:path w="303530" h="288289">
                  <a:moveTo>
                    <a:pt x="303276" y="0"/>
                  </a:moveTo>
                  <a:lnTo>
                    <a:pt x="291160" y="0"/>
                  </a:lnTo>
                  <a:lnTo>
                    <a:pt x="291160" y="11557"/>
                  </a:lnTo>
                  <a:lnTo>
                    <a:pt x="291160" y="275971"/>
                  </a:lnTo>
                  <a:lnTo>
                    <a:pt x="20002" y="275971"/>
                  </a:lnTo>
                  <a:lnTo>
                    <a:pt x="30035" y="266573"/>
                  </a:lnTo>
                  <a:lnTo>
                    <a:pt x="59499" y="239014"/>
                  </a:lnTo>
                  <a:lnTo>
                    <a:pt x="67462" y="244068"/>
                  </a:lnTo>
                  <a:lnTo>
                    <a:pt x="76339" y="247865"/>
                  </a:lnTo>
                  <a:lnTo>
                    <a:pt x="85991" y="250253"/>
                  </a:lnTo>
                  <a:lnTo>
                    <a:pt x="96354" y="251079"/>
                  </a:lnTo>
                  <a:lnTo>
                    <a:pt x="119329" y="246697"/>
                  </a:lnTo>
                  <a:lnTo>
                    <a:pt x="138074" y="234696"/>
                  </a:lnTo>
                  <a:lnTo>
                    <a:pt x="150685" y="216903"/>
                  </a:lnTo>
                  <a:lnTo>
                    <a:pt x="155321" y="195072"/>
                  </a:lnTo>
                  <a:lnTo>
                    <a:pt x="150685" y="173202"/>
                  </a:lnTo>
                  <a:lnTo>
                    <a:pt x="142684" y="161925"/>
                  </a:lnTo>
                  <a:lnTo>
                    <a:pt x="142684" y="195072"/>
                  </a:lnTo>
                  <a:lnTo>
                    <a:pt x="139065" y="212280"/>
                  </a:lnTo>
                  <a:lnTo>
                    <a:pt x="131051" y="223608"/>
                  </a:lnTo>
                  <a:lnTo>
                    <a:pt x="131051" y="173736"/>
                  </a:lnTo>
                  <a:lnTo>
                    <a:pt x="74676" y="173736"/>
                  </a:lnTo>
                  <a:lnTo>
                    <a:pt x="74676" y="224028"/>
                  </a:lnTo>
                  <a:lnTo>
                    <a:pt x="130746" y="224028"/>
                  </a:lnTo>
                  <a:lnTo>
                    <a:pt x="129184" y="226237"/>
                  </a:lnTo>
                  <a:lnTo>
                    <a:pt x="114465" y="235597"/>
                  </a:lnTo>
                  <a:lnTo>
                    <a:pt x="96354" y="239014"/>
                  </a:lnTo>
                  <a:lnTo>
                    <a:pt x="78219" y="235597"/>
                  </a:lnTo>
                  <a:lnTo>
                    <a:pt x="63512" y="226237"/>
                  </a:lnTo>
                  <a:lnTo>
                    <a:pt x="53632" y="212280"/>
                  </a:lnTo>
                  <a:lnTo>
                    <a:pt x="50025" y="195072"/>
                  </a:lnTo>
                  <a:lnTo>
                    <a:pt x="53632" y="177850"/>
                  </a:lnTo>
                  <a:lnTo>
                    <a:pt x="63512" y="163855"/>
                  </a:lnTo>
                  <a:lnTo>
                    <a:pt x="78219" y="154444"/>
                  </a:lnTo>
                  <a:lnTo>
                    <a:pt x="96354" y="151003"/>
                  </a:lnTo>
                  <a:lnTo>
                    <a:pt x="114465" y="154444"/>
                  </a:lnTo>
                  <a:lnTo>
                    <a:pt x="129184" y="163855"/>
                  </a:lnTo>
                  <a:lnTo>
                    <a:pt x="139065" y="177850"/>
                  </a:lnTo>
                  <a:lnTo>
                    <a:pt x="142684" y="195072"/>
                  </a:lnTo>
                  <a:lnTo>
                    <a:pt x="142684" y="161925"/>
                  </a:lnTo>
                  <a:lnTo>
                    <a:pt x="138074" y="155409"/>
                  </a:lnTo>
                  <a:lnTo>
                    <a:pt x="131178" y="151003"/>
                  </a:lnTo>
                  <a:lnTo>
                    <a:pt x="119329" y="143446"/>
                  </a:lnTo>
                  <a:lnTo>
                    <a:pt x="96354" y="139065"/>
                  </a:lnTo>
                  <a:lnTo>
                    <a:pt x="73355" y="143446"/>
                  </a:lnTo>
                  <a:lnTo>
                    <a:pt x="54622" y="155409"/>
                  </a:lnTo>
                  <a:lnTo>
                    <a:pt x="41998" y="173202"/>
                  </a:lnTo>
                  <a:lnTo>
                    <a:pt x="37388" y="195072"/>
                  </a:lnTo>
                  <a:lnTo>
                    <a:pt x="38252" y="204952"/>
                  </a:lnTo>
                  <a:lnTo>
                    <a:pt x="40805" y="214274"/>
                  </a:lnTo>
                  <a:lnTo>
                    <a:pt x="44932" y="222846"/>
                  </a:lnTo>
                  <a:lnTo>
                    <a:pt x="50546" y="230505"/>
                  </a:lnTo>
                  <a:lnTo>
                    <a:pt x="12115" y="266573"/>
                  </a:lnTo>
                  <a:lnTo>
                    <a:pt x="12115" y="11557"/>
                  </a:lnTo>
                  <a:lnTo>
                    <a:pt x="291160" y="11557"/>
                  </a:lnTo>
                  <a:lnTo>
                    <a:pt x="291160" y="0"/>
                  </a:lnTo>
                  <a:lnTo>
                    <a:pt x="0" y="0"/>
                  </a:lnTo>
                  <a:lnTo>
                    <a:pt x="0" y="288036"/>
                  </a:lnTo>
                  <a:lnTo>
                    <a:pt x="303276" y="288036"/>
                  </a:lnTo>
                  <a:lnTo>
                    <a:pt x="303276" y="275971"/>
                  </a:lnTo>
                  <a:lnTo>
                    <a:pt x="303276" y="11557"/>
                  </a:lnTo>
                  <a:lnTo>
                    <a:pt x="3032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438912" y="2043683"/>
              <a:ext cx="1981200" cy="532130"/>
            </a:xfrm>
            <a:custGeom>
              <a:avLst/>
              <a:gdLst/>
              <a:ahLst/>
              <a:cxnLst/>
              <a:rect l="l" t="t" r="r" b="b"/>
              <a:pathLst>
                <a:path w="1981200" h="532130">
                  <a:moveTo>
                    <a:pt x="1981200" y="0"/>
                  </a:moveTo>
                  <a:lnTo>
                    <a:pt x="0" y="0"/>
                  </a:lnTo>
                  <a:lnTo>
                    <a:pt x="0" y="531876"/>
                  </a:lnTo>
                  <a:lnTo>
                    <a:pt x="1981200" y="531876"/>
                  </a:lnTo>
                  <a:lnTo>
                    <a:pt x="1981200" y="0"/>
                  </a:lnTo>
                  <a:close/>
                </a:path>
              </a:pathLst>
            </a:custGeom>
            <a:solidFill>
              <a:srgbClr val="F4C8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541020" y="2165603"/>
              <a:ext cx="303530" cy="288290"/>
            </a:xfrm>
            <a:custGeom>
              <a:avLst/>
              <a:gdLst/>
              <a:ahLst/>
              <a:cxnLst/>
              <a:rect l="l" t="t" r="r" b="b"/>
              <a:pathLst>
                <a:path w="303530" h="288289">
                  <a:moveTo>
                    <a:pt x="190500" y="74676"/>
                  </a:moveTo>
                  <a:lnTo>
                    <a:pt x="161239" y="42672"/>
                  </a:lnTo>
                  <a:lnTo>
                    <a:pt x="151485" y="51816"/>
                  </a:lnTo>
                  <a:lnTo>
                    <a:pt x="170992" y="65532"/>
                  </a:lnTo>
                  <a:lnTo>
                    <a:pt x="92964" y="65532"/>
                  </a:lnTo>
                  <a:lnTo>
                    <a:pt x="92964" y="47244"/>
                  </a:lnTo>
                  <a:lnTo>
                    <a:pt x="44196" y="47244"/>
                  </a:lnTo>
                  <a:lnTo>
                    <a:pt x="44196" y="97536"/>
                  </a:lnTo>
                  <a:lnTo>
                    <a:pt x="92964" y="97536"/>
                  </a:lnTo>
                  <a:lnTo>
                    <a:pt x="92964" y="79248"/>
                  </a:lnTo>
                  <a:lnTo>
                    <a:pt x="166116" y="79248"/>
                  </a:lnTo>
                  <a:lnTo>
                    <a:pt x="151485" y="92964"/>
                  </a:lnTo>
                  <a:lnTo>
                    <a:pt x="161239" y="102108"/>
                  </a:lnTo>
                  <a:lnTo>
                    <a:pt x="190500" y="74676"/>
                  </a:lnTo>
                  <a:close/>
                </a:path>
                <a:path w="303530" h="288289">
                  <a:moveTo>
                    <a:pt x="259080" y="47244"/>
                  </a:moveTo>
                  <a:lnTo>
                    <a:pt x="244449" y="47244"/>
                  </a:lnTo>
                  <a:lnTo>
                    <a:pt x="244449" y="60960"/>
                  </a:lnTo>
                  <a:lnTo>
                    <a:pt x="244449" y="83820"/>
                  </a:lnTo>
                  <a:lnTo>
                    <a:pt x="220065" y="83820"/>
                  </a:lnTo>
                  <a:lnTo>
                    <a:pt x="220065" y="60960"/>
                  </a:lnTo>
                  <a:lnTo>
                    <a:pt x="244449" y="60960"/>
                  </a:lnTo>
                  <a:lnTo>
                    <a:pt x="244449" y="47244"/>
                  </a:lnTo>
                  <a:lnTo>
                    <a:pt x="210312" y="47244"/>
                  </a:lnTo>
                  <a:lnTo>
                    <a:pt x="210312" y="97536"/>
                  </a:lnTo>
                  <a:lnTo>
                    <a:pt x="259080" y="97536"/>
                  </a:lnTo>
                  <a:lnTo>
                    <a:pt x="259080" y="83820"/>
                  </a:lnTo>
                  <a:lnTo>
                    <a:pt x="259080" y="60960"/>
                  </a:lnTo>
                  <a:lnTo>
                    <a:pt x="259080" y="47244"/>
                  </a:lnTo>
                  <a:close/>
                </a:path>
                <a:path w="303530" h="288289">
                  <a:moveTo>
                    <a:pt x="303276" y="0"/>
                  </a:moveTo>
                  <a:lnTo>
                    <a:pt x="288607" y="0"/>
                  </a:lnTo>
                  <a:lnTo>
                    <a:pt x="288607" y="13970"/>
                  </a:lnTo>
                  <a:lnTo>
                    <a:pt x="288607" y="274066"/>
                  </a:lnTo>
                  <a:lnTo>
                    <a:pt x="14668" y="274066"/>
                  </a:lnTo>
                  <a:lnTo>
                    <a:pt x="14668" y="218313"/>
                  </a:lnTo>
                  <a:lnTo>
                    <a:pt x="166306" y="218313"/>
                  </a:lnTo>
                  <a:lnTo>
                    <a:pt x="151638" y="236982"/>
                  </a:lnTo>
                  <a:lnTo>
                    <a:pt x="161417" y="246253"/>
                  </a:lnTo>
                  <a:lnTo>
                    <a:pt x="186639" y="218313"/>
                  </a:lnTo>
                  <a:lnTo>
                    <a:pt x="190766" y="213741"/>
                  </a:lnTo>
                  <a:lnTo>
                    <a:pt x="185826" y="209042"/>
                  </a:lnTo>
                  <a:lnTo>
                    <a:pt x="161417" y="185801"/>
                  </a:lnTo>
                  <a:lnTo>
                    <a:pt x="151638" y="195072"/>
                  </a:lnTo>
                  <a:lnTo>
                    <a:pt x="171208" y="209042"/>
                  </a:lnTo>
                  <a:lnTo>
                    <a:pt x="14668" y="209042"/>
                  </a:lnTo>
                  <a:lnTo>
                    <a:pt x="14668" y="153289"/>
                  </a:lnTo>
                  <a:lnTo>
                    <a:pt x="83159" y="153289"/>
                  </a:lnTo>
                  <a:lnTo>
                    <a:pt x="68478" y="167259"/>
                  </a:lnTo>
                  <a:lnTo>
                    <a:pt x="78270" y="176530"/>
                  </a:lnTo>
                  <a:lnTo>
                    <a:pt x="99250" y="153289"/>
                  </a:lnTo>
                  <a:lnTo>
                    <a:pt x="107619" y="144018"/>
                  </a:lnTo>
                  <a:lnTo>
                    <a:pt x="102654" y="139319"/>
                  </a:lnTo>
                  <a:lnTo>
                    <a:pt x="78270" y="116205"/>
                  </a:lnTo>
                  <a:lnTo>
                    <a:pt x="68478" y="125476"/>
                  </a:lnTo>
                  <a:lnTo>
                    <a:pt x="83159" y="139319"/>
                  </a:lnTo>
                  <a:lnTo>
                    <a:pt x="14668" y="139319"/>
                  </a:lnTo>
                  <a:lnTo>
                    <a:pt x="14668" y="13970"/>
                  </a:lnTo>
                  <a:lnTo>
                    <a:pt x="288607" y="13970"/>
                  </a:lnTo>
                  <a:lnTo>
                    <a:pt x="288607" y="0"/>
                  </a:lnTo>
                  <a:lnTo>
                    <a:pt x="0" y="0"/>
                  </a:lnTo>
                  <a:lnTo>
                    <a:pt x="0" y="288036"/>
                  </a:lnTo>
                  <a:lnTo>
                    <a:pt x="303276" y="288036"/>
                  </a:lnTo>
                  <a:lnTo>
                    <a:pt x="303276" y="274066"/>
                  </a:lnTo>
                  <a:lnTo>
                    <a:pt x="303276" y="13970"/>
                  </a:lnTo>
                  <a:lnTo>
                    <a:pt x="3032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/>
          <p:cNvSpPr/>
          <p:nvPr/>
        </p:nvSpPr>
        <p:spPr>
          <a:xfrm>
            <a:off x="443483" y="5964935"/>
            <a:ext cx="11305540" cy="281940"/>
          </a:xfrm>
          <a:custGeom>
            <a:avLst/>
            <a:gdLst/>
            <a:ahLst/>
            <a:cxnLst/>
            <a:rect l="l" t="t" r="r" b="b"/>
            <a:pathLst>
              <a:path w="11305540" h="281939">
                <a:moveTo>
                  <a:pt x="11305032" y="0"/>
                </a:moveTo>
                <a:lnTo>
                  <a:pt x="0" y="0"/>
                </a:lnTo>
                <a:lnTo>
                  <a:pt x="0" y="281939"/>
                </a:lnTo>
                <a:lnTo>
                  <a:pt x="11305032" y="281939"/>
                </a:lnTo>
                <a:lnTo>
                  <a:pt x="11305032" y="0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443483" y="5964935"/>
            <a:ext cx="11305540" cy="281940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396240">
              <a:lnSpc>
                <a:spcPct val="100000"/>
              </a:lnSpc>
              <a:spcBef>
                <a:spcPts val="290"/>
              </a:spcBef>
            </a:pP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While</a:t>
            </a:r>
            <a:r>
              <a:rPr dirty="0" sz="1200" spc="2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front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2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meter</a:t>
            </a:r>
            <a:r>
              <a:rPr dirty="0" sz="12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still</a:t>
            </a:r>
            <a:r>
              <a:rPr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requires</a:t>
            </a:r>
            <a:r>
              <a:rPr dirty="0" sz="12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more</a:t>
            </a:r>
            <a:r>
              <a:rPr dirty="0" sz="12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regulatory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alignment</a:t>
            </a:r>
            <a:r>
              <a:rPr dirty="0" sz="12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European</a:t>
            </a:r>
            <a:r>
              <a:rPr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level,</a:t>
            </a:r>
            <a:r>
              <a:rPr dirty="0" sz="1200" spc="2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behind</a:t>
            </a:r>
            <a:r>
              <a:rPr dirty="0" sz="12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2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meter</a:t>
            </a:r>
            <a:r>
              <a:rPr dirty="0" sz="12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already</a:t>
            </a:r>
            <a:r>
              <a:rPr dirty="0" sz="12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has</a:t>
            </a:r>
            <a:r>
              <a:rPr dirty="0" sz="12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2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high</a:t>
            </a:r>
            <a:r>
              <a:rPr dirty="0" sz="12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market</a:t>
            </a:r>
            <a:r>
              <a:rPr dirty="0" sz="12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readiness</a:t>
            </a:r>
            <a:r>
              <a:rPr dirty="0" sz="12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2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short</a:t>
            </a:r>
            <a:r>
              <a:rPr dirty="0" sz="12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term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446405" y="5970904"/>
            <a:ext cx="183515" cy="267335"/>
            <a:chOff x="446405" y="5970904"/>
            <a:chExt cx="183515" cy="267335"/>
          </a:xfrm>
        </p:grpSpPr>
        <p:sp>
          <p:nvSpPr>
            <p:cNvPr id="53" name="object 53"/>
            <p:cNvSpPr/>
            <p:nvPr/>
          </p:nvSpPr>
          <p:spPr>
            <a:xfrm>
              <a:off x="449580" y="5974079"/>
              <a:ext cx="177165" cy="260985"/>
            </a:xfrm>
            <a:custGeom>
              <a:avLst/>
              <a:gdLst/>
              <a:ahLst/>
              <a:cxnLst/>
              <a:rect l="l" t="t" r="r" b="b"/>
              <a:pathLst>
                <a:path w="177165" h="260985">
                  <a:moveTo>
                    <a:pt x="0" y="0"/>
                  </a:moveTo>
                  <a:lnTo>
                    <a:pt x="0" y="260604"/>
                  </a:lnTo>
                  <a:lnTo>
                    <a:pt x="176784" y="130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449580" y="5974079"/>
              <a:ext cx="177165" cy="260985"/>
            </a:xfrm>
            <a:custGeom>
              <a:avLst/>
              <a:gdLst/>
              <a:ahLst/>
              <a:cxnLst/>
              <a:rect l="l" t="t" r="r" b="b"/>
              <a:pathLst>
                <a:path w="177165" h="260985">
                  <a:moveTo>
                    <a:pt x="0" y="0"/>
                  </a:moveTo>
                  <a:lnTo>
                    <a:pt x="176784" y="130302"/>
                  </a:lnTo>
                  <a:lnTo>
                    <a:pt x="0" y="260604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/>
          <p:cNvSpPr txBox="1"/>
          <p:nvPr/>
        </p:nvSpPr>
        <p:spPr>
          <a:xfrm>
            <a:off x="11612626" y="6500876"/>
            <a:ext cx="132080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 spc="-25">
                <a:latin typeface="Arial"/>
                <a:cs typeface="Arial"/>
              </a:rPr>
              <a:t>37</a:t>
            </a:r>
            <a:endParaRPr sz="750">
              <a:latin typeface="Arial"/>
              <a:cs typeface="Arial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2478023" y="1950720"/>
            <a:ext cx="4320540" cy="35560"/>
          </a:xfrm>
          <a:custGeom>
            <a:avLst/>
            <a:gdLst/>
            <a:ahLst/>
            <a:cxnLst/>
            <a:rect l="l" t="t" r="r" b="b"/>
            <a:pathLst>
              <a:path w="4320540" h="35560">
                <a:moveTo>
                  <a:pt x="4320539" y="0"/>
                </a:moveTo>
                <a:lnTo>
                  <a:pt x="0" y="0"/>
                </a:lnTo>
                <a:lnTo>
                  <a:pt x="0" y="35051"/>
                </a:lnTo>
                <a:lnTo>
                  <a:pt x="4320539" y="35051"/>
                </a:lnTo>
                <a:lnTo>
                  <a:pt x="4320539" y="0"/>
                </a:lnTo>
                <a:close/>
              </a:path>
            </a:pathLst>
          </a:custGeom>
          <a:solidFill>
            <a:srgbClr val="A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7429500" y="1950720"/>
            <a:ext cx="4319270" cy="35560"/>
          </a:xfrm>
          <a:custGeom>
            <a:avLst/>
            <a:gdLst/>
            <a:ahLst/>
            <a:cxnLst/>
            <a:rect l="l" t="t" r="r" b="b"/>
            <a:pathLst>
              <a:path w="4319270" h="35560">
                <a:moveTo>
                  <a:pt x="4319015" y="0"/>
                </a:moveTo>
                <a:lnTo>
                  <a:pt x="0" y="0"/>
                </a:lnTo>
                <a:lnTo>
                  <a:pt x="0" y="35051"/>
                </a:lnTo>
                <a:lnTo>
                  <a:pt x="4319015" y="35051"/>
                </a:lnTo>
                <a:lnTo>
                  <a:pt x="4319015" y="0"/>
                </a:lnTo>
                <a:close/>
              </a:path>
            </a:pathLst>
          </a:custGeom>
          <a:solidFill>
            <a:srgbClr val="DB526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8" name="object 58" descr="deutschland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273028" y="1275588"/>
            <a:ext cx="475487" cy="301751"/>
          </a:xfrm>
          <a:prstGeom prst="rect">
            <a:avLst/>
          </a:prstGeom>
        </p:spPr>
      </p:pic>
      <p:sp>
        <p:nvSpPr>
          <p:cNvPr id="59" name="object 59"/>
          <p:cNvSpPr/>
          <p:nvPr/>
        </p:nvSpPr>
        <p:spPr>
          <a:xfrm>
            <a:off x="4710684" y="2680716"/>
            <a:ext cx="2101850" cy="259079"/>
          </a:xfrm>
          <a:custGeom>
            <a:avLst/>
            <a:gdLst/>
            <a:ahLst/>
            <a:cxnLst/>
            <a:rect l="l" t="t" r="r" b="b"/>
            <a:pathLst>
              <a:path w="2101850" h="259080">
                <a:moveTo>
                  <a:pt x="2101595" y="0"/>
                </a:moveTo>
                <a:lnTo>
                  <a:pt x="0" y="0"/>
                </a:lnTo>
                <a:lnTo>
                  <a:pt x="0" y="259079"/>
                </a:lnTo>
                <a:lnTo>
                  <a:pt x="2101595" y="259079"/>
                </a:lnTo>
                <a:lnTo>
                  <a:pt x="2101595" y="0"/>
                </a:lnTo>
                <a:close/>
              </a:path>
            </a:pathLst>
          </a:custGeom>
          <a:solidFill>
            <a:srgbClr val="FFEBBC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60" name="object 60"/>
          <p:cNvGraphicFramePr>
            <a:graphicFrameLocks noGrp="1"/>
          </p:cNvGraphicFramePr>
          <p:nvPr/>
        </p:nvGraphicFramePr>
        <p:xfrm>
          <a:off x="434340" y="2043683"/>
          <a:ext cx="11395075" cy="13233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98980"/>
                <a:gridCol w="4840605"/>
                <a:gridCol w="4478020"/>
              </a:tblGrid>
              <a:tr h="574040">
                <a:tc>
                  <a:txBody>
                    <a:bodyPr/>
                    <a:lstStyle/>
                    <a:p>
                      <a:pPr marL="482600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dirty="0" sz="1200" spc="-10" b="1">
                          <a:latin typeface="Arial"/>
                          <a:cs typeface="Arial"/>
                        </a:rPr>
                        <a:t>Application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Area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61290">
                    <a:lnR w="762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420"/>
                        </a:spcBef>
                        <a:tabLst>
                          <a:tab pos="2437765" algn="l"/>
                        </a:tabLst>
                      </a:pPr>
                      <a:r>
                        <a:rPr dirty="0" sz="1100" spc="-25" b="1">
                          <a:latin typeface="Arial"/>
                          <a:cs typeface="Arial"/>
                        </a:rPr>
                        <a:t>V2L</a:t>
                      </a:r>
                      <a:r>
                        <a:rPr dirty="0" sz="1100" b="1"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2525" sz="1650" spc="-15" b="1">
                          <a:latin typeface="Arial"/>
                          <a:cs typeface="Arial"/>
                        </a:rPr>
                        <a:t>V2H/B</a:t>
                      </a:r>
                      <a:endParaRPr baseline="2525" sz="1650">
                        <a:latin typeface="Arial"/>
                        <a:cs typeface="Arial"/>
                      </a:endParaRPr>
                    </a:p>
                  </a:txBody>
                  <a:tcPr marL="0" marR="0" marB="0" marT="53340">
                    <a:lnL w="76200">
                      <a:solidFill>
                        <a:srgbClr val="FFFFFF"/>
                      </a:solidFill>
                      <a:prstDash val="solid"/>
                    </a:lnL>
                    <a:lnB w="12700">
                      <a:solidFill>
                        <a:srgbClr val="A4A4A4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13239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100" b="1">
                          <a:latin typeface="Arial"/>
                          <a:cs typeface="Arial"/>
                        </a:rPr>
                        <a:t>V2G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b="1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1100" spc="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5" b="1">
                          <a:latin typeface="Arial"/>
                          <a:cs typeface="Arial"/>
                        </a:rPr>
                        <a:t>VGI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46355">
                    <a:lnB w="12700">
                      <a:solidFill>
                        <a:srgbClr val="A4A4A4"/>
                      </a:solidFill>
                      <a:prstDash val="sysDash"/>
                    </a:lnB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marL="48260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Use</a:t>
                      </a:r>
                      <a:r>
                        <a:rPr dirty="0" sz="12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Cases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85090">
                    <a:lnR w="762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22885">
                        <a:lnSpc>
                          <a:spcPct val="100000"/>
                        </a:lnSpc>
                        <a:spcBef>
                          <a:spcPts val="685"/>
                        </a:spcBef>
                        <a:tabLst>
                          <a:tab pos="2364105" algn="l"/>
                        </a:tabLst>
                      </a:pPr>
                      <a:r>
                        <a:rPr dirty="0" sz="1200" spc="-10" b="1">
                          <a:latin typeface="Arial"/>
                          <a:cs typeface="Arial"/>
                        </a:rPr>
                        <a:t>Self-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supply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optimization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	Consumption</a:t>
                      </a:r>
                      <a:r>
                        <a:rPr dirty="0" sz="12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optimization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86995">
                    <a:lnL w="762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A4A4A4"/>
                      </a:solidFill>
                      <a:prstDash val="sysDash"/>
                    </a:lnT>
                    <a:lnB w="12700">
                      <a:solidFill>
                        <a:srgbClr val="A4A4A4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727710">
                        <a:lnSpc>
                          <a:spcPct val="100000"/>
                        </a:lnSpc>
                        <a:spcBef>
                          <a:spcPts val="760"/>
                        </a:spcBef>
                        <a:tabLst>
                          <a:tab pos="2635885" algn="l"/>
                        </a:tabLst>
                      </a:pPr>
                      <a:r>
                        <a:rPr dirty="0" baseline="2314" sz="1800" b="1">
                          <a:latin typeface="Arial"/>
                          <a:cs typeface="Arial"/>
                        </a:rPr>
                        <a:t>Load</a:t>
                      </a:r>
                      <a:r>
                        <a:rPr dirty="0" baseline="2314" sz="1800" spc="-15" b="1">
                          <a:latin typeface="Arial"/>
                          <a:cs typeface="Arial"/>
                        </a:rPr>
                        <a:t> shifting</a:t>
                      </a:r>
                      <a:r>
                        <a:rPr dirty="0" baseline="2314" sz="1800" b="1">
                          <a:latin typeface="Arial"/>
                          <a:cs typeface="Arial"/>
                        </a:rPr>
                        <a:t>	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Power</a:t>
                      </a:r>
                      <a:r>
                        <a:rPr dirty="0" sz="1200" spc="-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market</a:t>
                      </a:r>
                      <a:r>
                        <a:rPr dirty="0" sz="1200" spc="-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trading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96520">
                    <a:lnT w="12700">
                      <a:solidFill>
                        <a:srgbClr val="A4A4A4"/>
                      </a:solidFill>
                      <a:prstDash val="sysDash"/>
                    </a:lnT>
                    <a:lnB w="12700">
                      <a:solidFill>
                        <a:srgbClr val="A4A4A4"/>
                      </a:solidFill>
                      <a:prstDash val="sysDash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47752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Enabler</a:t>
                      </a:r>
                      <a:r>
                        <a:rPr dirty="0" sz="12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Revenues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03505">
                    <a:lnR w="76200">
                      <a:solidFill>
                        <a:srgbClr val="FFFFFF"/>
                      </a:solidFill>
                      <a:prstDash val="solid"/>
                    </a:lnR>
                    <a:solidFill>
                      <a:srgbClr val="F4C8C8"/>
                    </a:solidFill>
                  </a:tcPr>
                </a:tc>
                <a:tc>
                  <a:txBody>
                    <a:bodyPr/>
                    <a:lstStyle/>
                    <a:p>
                      <a:pPr marL="43688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Potential</a:t>
                      </a:r>
                      <a:r>
                        <a:rPr dirty="0" sz="12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12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software</a:t>
                      </a:r>
                      <a:r>
                        <a:rPr dirty="0" sz="12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enablers:</a:t>
                      </a:r>
                      <a:r>
                        <a:rPr dirty="0" sz="12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€160-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220m</a:t>
                      </a:r>
                      <a:r>
                        <a:rPr dirty="0" baseline="24305" sz="1200" spc="-15" b="1">
                          <a:latin typeface="Arial"/>
                          <a:cs typeface="Arial"/>
                        </a:rPr>
                        <a:t>1)</a:t>
                      </a:r>
                      <a:r>
                        <a:rPr dirty="0" baseline="24305" sz="1200" spc="-37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12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20">
                          <a:latin typeface="Arial"/>
                          <a:cs typeface="Arial"/>
                        </a:rPr>
                        <a:t>2030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90170">
                    <a:lnL w="762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A4A4A4"/>
                      </a:solidFill>
                      <a:prstDash val="sysDash"/>
                    </a:lnT>
                  </a:tcPr>
                </a:tc>
                <a:tc>
                  <a:txBody>
                    <a:bodyPr/>
                    <a:lstStyle/>
                    <a:p>
                      <a:pPr algn="ctr" marL="15049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Potential</a:t>
                      </a:r>
                      <a:r>
                        <a:rPr dirty="0" sz="12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12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software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enablers:</a:t>
                      </a:r>
                      <a:r>
                        <a:rPr dirty="0" sz="12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€470-550m</a:t>
                      </a:r>
                      <a:r>
                        <a:rPr dirty="0" baseline="24305" sz="1200" spc="-15" b="1">
                          <a:latin typeface="Arial"/>
                          <a:cs typeface="Arial"/>
                        </a:rPr>
                        <a:t>2)</a:t>
                      </a:r>
                      <a:r>
                        <a:rPr dirty="0" baseline="24305" sz="1200" spc="-37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20">
                          <a:latin typeface="Arial"/>
                          <a:cs typeface="Arial"/>
                        </a:rPr>
                        <a:t>2030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88900">
                    <a:lnT w="12700">
                      <a:solidFill>
                        <a:srgbClr val="A4A4A4"/>
                      </a:solidFill>
                      <a:prstDash val="sysDash"/>
                    </a:lnT>
                  </a:tcPr>
                </a:tc>
              </a:tr>
            </a:tbl>
          </a:graphicData>
        </a:graphic>
      </p:graphicFrame>
      <p:sp>
        <p:nvSpPr>
          <p:cNvPr id="61" name="object 61"/>
          <p:cNvSpPr/>
          <p:nvPr/>
        </p:nvSpPr>
        <p:spPr>
          <a:xfrm>
            <a:off x="664464" y="2285999"/>
            <a:ext cx="135890" cy="117475"/>
          </a:xfrm>
          <a:custGeom>
            <a:avLst/>
            <a:gdLst/>
            <a:ahLst/>
            <a:cxnLst/>
            <a:rect l="l" t="t" r="r" b="b"/>
            <a:pathLst>
              <a:path w="135890" h="117475">
                <a:moveTo>
                  <a:pt x="48768" y="0"/>
                </a:moveTo>
                <a:lnTo>
                  <a:pt x="39014" y="0"/>
                </a:lnTo>
                <a:lnTo>
                  <a:pt x="39014" y="9398"/>
                </a:lnTo>
                <a:lnTo>
                  <a:pt x="39014" y="33020"/>
                </a:lnTo>
                <a:lnTo>
                  <a:pt x="14630" y="33020"/>
                </a:lnTo>
                <a:lnTo>
                  <a:pt x="14630" y="9398"/>
                </a:lnTo>
                <a:lnTo>
                  <a:pt x="39014" y="9398"/>
                </a:lnTo>
                <a:lnTo>
                  <a:pt x="39014" y="0"/>
                </a:lnTo>
                <a:lnTo>
                  <a:pt x="0" y="0"/>
                </a:lnTo>
                <a:lnTo>
                  <a:pt x="0" y="47244"/>
                </a:lnTo>
                <a:lnTo>
                  <a:pt x="48768" y="47244"/>
                </a:lnTo>
                <a:lnTo>
                  <a:pt x="48768" y="33020"/>
                </a:lnTo>
                <a:lnTo>
                  <a:pt x="48768" y="9398"/>
                </a:lnTo>
                <a:lnTo>
                  <a:pt x="48768" y="0"/>
                </a:lnTo>
                <a:close/>
              </a:path>
              <a:path w="135890" h="117475">
                <a:moveTo>
                  <a:pt x="135636" y="70104"/>
                </a:moveTo>
                <a:lnTo>
                  <a:pt x="125882" y="70104"/>
                </a:lnTo>
                <a:lnTo>
                  <a:pt x="125882" y="84328"/>
                </a:lnTo>
                <a:lnTo>
                  <a:pt x="125882" y="107950"/>
                </a:lnTo>
                <a:lnTo>
                  <a:pt x="101498" y="107950"/>
                </a:lnTo>
                <a:lnTo>
                  <a:pt x="101498" y="84328"/>
                </a:lnTo>
                <a:lnTo>
                  <a:pt x="125882" y="84328"/>
                </a:lnTo>
                <a:lnTo>
                  <a:pt x="125882" y="70104"/>
                </a:lnTo>
                <a:lnTo>
                  <a:pt x="86868" y="70104"/>
                </a:lnTo>
                <a:lnTo>
                  <a:pt x="86868" y="117348"/>
                </a:lnTo>
                <a:lnTo>
                  <a:pt x="135636" y="117348"/>
                </a:lnTo>
                <a:lnTo>
                  <a:pt x="135636" y="107950"/>
                </a:lnTo>
                <a:lnTo>
                  <a:pt x="135636" y="84328"/>
                </a:lnTo>
                <a:lnTo>
                  <a:pt x="135636" y="701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2" name="object 6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325356" y="2045207"/>
            <a:ext cx="1072896" cy="467868"/>
          </a:xfrm>
          <a:prstGeom prst="rect">
            <a:avLst/>
          </a:prstGeom>
        </p:spPr>
      </p:pic>
      <p:sp>
        <p:nvSpPr>
          <p:cNvPr id="63" name="object 63"/>
          <p:cNvSpPr/>
          <p:nvPr/>
        </p:nvSpPr>
        <p:spPr>
          <a:xfrm>
            <a:off x="541020" y="3047999"/>
            <a:ext cx="303530" cy="288290"/>
          </a:xfrm>
          <a:custGeom>
            <a:avLst/>
            <a:gdLst/>
            <a:ahLst/>
            <a:cxnLst/>
            <a:rect l="l" t="t" r="r" b="b"/>
            <a:pathLst>
              <a:path w="303530" h="288289">
                <a:moveTo>
                  <a:pt x="35052" y="217932"/>
                </a:moveTo>
                <a:lnTo>
                  <a:pt x="24892" y="213360"/>
                </a:lnTo>
                <a:lnTo>
                  <a:pt x="19812" y="217932"/>
                </a:lnTo>
                <a:lnTo>
                  <a:pt x="29972" y="227076"/>
                </a:lnTo>
                <a:lnTo>
                  <a:pt x="35052" y="217932"/>
                </a:lnTo>
                <a:close/>
              </a:path>
              <a:path w="303530" h="288289">
                <a:moveTo>
                  <a:pt x="44196" y="208788"/>
                </a:moveTo>
                <a:lnTo>
                  <a:pt x="35052" y="199644"/>
                </a:lnTo>
                <a:lnTo>
                  <a:pt x="30480" y="208788"/>
                </a:lnTo>
                <a:lnTo>
                  <a:pt x="39624" y="217932"/>
                </a:lnTo>
                <a:lnTo>
                  <a:pt x="44196" y="208788"/>
                </a:lnTo>
                <a:close/>
              </a:path>
              <a:path w="303530" h="288289">
                <a:moveTo>
                  <a:pt x="59436" y="199644"/>
                </a:moveTo>
                <a:lnTo>
                  <a:pt x="44577" y="190500"/>
                </a:lnTo>
                <a:lnTo>
                  <a:pt x="39624" y="199644"/>
                </a:lnTo>
                <a:lnTo>
                  <a:pt x="49530" y="208788"/>
                </a:lnTo>
                <a:lnTo>
                  <a:pt x="59436" y="199644"/>
                </a:lnTo>
                <a:close/>
              </a:path>
              <a:path w="303530" h="288289">
                <a:moveTo>
                  <a:pt x="64008" y="185928"/>
                </a:moveTo>
                <a:lnTo>
                  <a:pt x="58928" y="181356"/>
                </a:lnTo>
                <a:lnTo>
                  <a:pt x="48768" y="185928"/>
                </a:lnTo>
                <a:lnTo>
                  <a:pt x="58928" y="195072"/>
                </a:lnTo>
                <a:lnTo>
                  <a:pt x="64008" y="185928"/>
                </a:lnTo>
                <a:close/>
              </a:path>
              <a:path w="303530" h="288289">
                <a:moveTo>
                  <a:pt x="88392" y="167132"/>
                </a:moveTo>
                <a:lnTo>
                  <a:pt x="78486" y="156972"/>
                </a:lnTo>
                <a:lnTo>
                  <a:pt x="69456" y="166243"/>
                </a:lnTo>
                <a:lnTo>
                  <a:pt x="69342" y="166116"/>
                </a:lnTo>
                <a:lnTo>
                  <a:pt x="59436" y="176022"/>
                </a:lnTo>
                <a:lnTo>
                  <a:pt x="69342" y="185928"/>
                </a:lnTo>
                <a:lnTo>
                  <a:pt x="79248" y="176022"/>
                </a:lnTo>
                <a:lnTo>
                  <a:pt x="75438" y="172212"/>
                </a:lnTo>
                <a:lnTo>
                  <a:pt x="78486" y="172212"/>
                </a:lnTo>
                <a:lnTo>
                  <a:pt x="83439" y="167132"/>
                </a:lnTo>
                <a:lnTo>
                  <a:pt x="88392" y="167132"/>
                </a:lnTo>
                <a:close/>
              </a:path>
              <a:path w="303530" h="288289">
                <a:moveTo>
                  <a:pt x="97536" y="171069"/>
                </a:moveTo>
                <a:lnTo>
                  <a:pt x="92964" y="166116"/>
                </a:lnTo>
                <a:lnTo>
                  <a:pt x="83820" y="176022"/>
                </a:lnTo>
                <a:lnTo>
                  <a:pt x="92964" y="185928"/>
                </a:lnTo>
                <a:lnTo>
                  <a:pt x="97536" y="171069"/>
                </a:lnTo>
                <a:close/>
              </a:path>
              <a:path w="303530" h="288289">
                <a:moveTo>
                  <a:pt x="112776" y="185928"/>
                </a:moveTo>
                <a:lnTo>
                  <a:pt x="102616" y="176784"/>
                </a:lnTo>
                <a:lnTo>
                  <a:pt x="97536" y="181356"/>
                </a:lnTo>
                <a:lnTo>
                  <a:pt x="97536" y="185928"/>
                </a:lnTo>
                <a:lnTo>
                  <a:pt x="102616" y="195072"/>
                </a:lnTo>
                <a:lnTo>
                  <a:pt x="112776" y="185928"/>
                </a:lnTo>
                <a:close/>
              </a:path>
              <a:path w="303530" h="288289">
                <a:moveTo>
                  <a:pt x="123444" y="171196"/>
                </a:moveTo>
                <a:lnTo>
                  <a:pt x="113538" y="166116"/>
                </a:lnTo>
                <a:lnTo>
                  <a:pt x="103632" y="171196"/>
                </a:lnTo>
                <a:lnTo>
                  <a:pt x="118491" y="181356"/>
                </a:lnTo>
                <a:lnTo>
                  <a:pt x="123444" y="171196"/>
                </a:lnTo>
                <a:close/>
              </a:path>
              <a:path w="303530" h="288289">
                <a:moveTo>
                  <a:pt x="166116" y="124968"/>
                </a:moveTo>
                <a:lnTo>
                  <a:pt x="156972" y="115824"/>
                </a:lnTo>
                <a:lnTo>
                  <a:pt x="147828" y="124968"/>
                </a:lnTo>
                <a:lnTo>
                  <a:pt x="156972" y="129540"/>
                </a:lnTo>
                <a:lnTo>
                  <a:pt x="166116" y="124968"/>
                </a:lnTo>
                <a:close/>
              </a:path>
              <a:path w="303530" h="288289">
                <a:moveTo>
                  <a:pt x="176784" y="111252"/>
                </a:moveTo>
                <a:lnTo>
                  <a:pt x="166624" y="102108"/>
                </a:lnTo>
                <a:lnTo>
                  <a:pt x="161544" y="111252"/>
                </a:lnTo>
                <a:lnTo>
                  <a:pt x="171704" y="120396"/>
                </a:lnTo>
                <a:lnTo>
                  <a:pt x="176784" y="111252"/>
                </a:lnTo>
                <a:close/>
              </a:path>
              <a:path w="303530" h="288289">
                <a:moveTo>
                  <a:pt x="185928" y="97536"/>
                </a:moveTo>
                <a:lnTo>
                  <a:pt x="181356" y="88392"/>
                </a:lnTo>
                <a:lnTo>
                  <a:pt x="172212" y="97536"/>
                </a:lnTo>
                <a:lnTo>
                  <a:pt x="181356" y="106680"/>
                </a:lnTo>
                <a:lnTo>
                  <a:pt x="185928" y="102108"/>
                </a:lnTo>
                <a:lnTo>
                  <a:pt x="185928" y="97536"/>
                </a:lnTo>
                <a:close/>
              </a:path>
              <a:path w="303530" h="288289">
                <a:moveTo>
                  <a:pt x="201168" y="106680"/>
                </a:moveTo>
                <a:lnTo>
                  <a:pt x="191008" y="97536"/>
                </a:lnTo>
                <a:lnTo>
                  <a:pt x="185928" y="111252"/>
                </a:lnTo>
                <a:lnTo>
                  <a:pt x="191008" y="115824"/>
                </a:lnTo>
                <a:lnTo>
                  <a:pt x="201168" y="106680"/>
                </a:lnTo>
                <a:close/>
              </a:path>
              <a:path w="303530" h="288289">
                <a:moveTo>
                  <a:pt x="216408" y="115824"/>
                </a:moveTo>
                <a:lnTo>
                  <a:pt x="206502" y="106680"/>
                </a:lnTo>
                <a:lnTo>
                  <a:pt x="196596" y="120396"/>
                </a:lnTo>
                <a:lnTo>
                  <a:pt x="206502" y="124968"/>
                </a:lnTo>
                <a:lnTo>
                  <a:pt x="216408" y="115824"/>
                </a:lnTo>
                <a:close/>
              </a:path>
              <a:path w="303530" h="288289">
                <a:moveTo>
                  <a:pt x="225552" y="120396"/>
                </a:moveTo>
                <a:lnTo>
                  <a:pt x="220472" y="115824"/>
                </a:lnTo>
                <a:lnTo>
                  <a:pt x="215392" y="120396"/>
                </a:lnTo>
                <a:lnTo>
                  <a:pt x="210312" y="129540"/>
                </a:lnTo>
                <a:lnTo>
                  <a:pt x="220472" y="134112"/>
                </a:lnTo>
                <a:lnTo>
                  <a:pt x="225552" y="124968"/>
                </a:lnTo>
                <a:lnTo>
                  <a:pt x="225552" y="120396"/>
                </a:lnTo>
                <a:close/>
              </a:path>
              <a:path w="303530" h="288289">
                <a:moveTo>
                  <a:pt x="249936" y="102108"/>
                </a:moveTo>
                <a:lnTo>
                  <a:pt x="240030" y="92964"/>
                </a:lnTo>
                <a:lnTo>
                  <a:pt x="230124" y="102108"/>
                </a:lnTo>
                <a:lnTo>
                  <a:pt x="239268" y="110553"/>
                </a:lnTo>
                <a:lnTo>
                  <a:pt x="230886" y="106680"/>
                </a:lnTo>
                <a:lnTo>
                  <a:pt x="220980" y="115824"/>
                </a:lnTo>
                <a:lnTo>
                  <a:pt x="230886" y="120396"/>
                </a:lnTo>
                <a:lnTo>
                  <a:pt x="240792" y="111252"/>
                </a:lnTo>
                <a:lnTo>
                  <a:pt x="240284" y="111023"/>
                </a:lnTo>
                <a:lnTo>
                  <a:pt x="249936" y="102108"/>
                </a:lnTo>
                <a:close/>
              </a:path>
              <a:path w="303530" h="288289">
                <a:moveTo>
                  <a:pt x="259080" y="88392"/>
                </a:moveTo>
                <a:lnTo>
                  <a:pt x="249936" y="79248"/>
                </a:lnTo>
                <a:lnTo>
                  <a:pt x="245364" y="88392"/>
                </a:lnTo>
                <a:lnTo>
                  <a:pt x="254508" y="97536"/>
                </a:lnTo>
                <a:lnTo>
                  <a:pt x="259080" y="88392"/>
                </a:lnTo>
                <a:close/>
              </a:path>
              <a:path w="303530" h="288289">
                <a:moveTo>
                  <a:pt x="269748" y="73660"/>
                </a:moveTo>
                <a:lnTo>
                  <a:pt x="259588" y="68580"/>
                </a:lnTo>
                <a:lnTo>
                  <a:pt x="254508" y="78740"/>
                </a:lnTo>
                <a:lnTo>
                  <a:pt x="264668" y="83820"/>
                </a:lnTo>
                <a:lnTo>
                  <a:pt x="269748" y="73660"/>
                </a:lnTo>
                <a:close/>
              </a:path>
              <a:path w="303530" h="288289">
                <a:moveTo>
                  <a:pt x="284988" y="64008"/>
                </a:moveTo>
                <a:lnTo>
                  <a:pt x="270129" y="54864"/>
                </a:lnTo>
                <a:lnTo>
                  <a:pt x="265176" y="64008"/>
                </a:lnTo>
                <a:lnTo>
                  <a:pt x="275082" y="73152"/>
                </a:lnTo>
                <a:lnTo>
                  <a:pt x="284988" y="64008"/>
                </a:lnTo>
                <a:close/>
              </a:path>
              <a:path w="303530" h="288289">
                <a:moveTo>
                  <a:pt x="303276" y="0"/>
                </a:moveTo>
                <a:lnTo>
                  <a:pt x="288607" y="0"/>
                </a:lnTo>
                <a:lnTo>
                  <a:pt x="288607" y="13970"/>
                </a:lnTo>
                <a:lnTo>
                  <a:pt x="288607" y="37211"/>
                </a:lnTo>
                <a:lnTo>
                  <a:pt x="283705" y="41783"/>
                </a:lnTo>
                <a:lnTo>
                  <a:pt x="288607" y="41783"/>
                </a:lnTo>
                <a:lnTo>
                  <a:pt x="288607" y="46482"/>
                </a:lnTo>
                <a:lnTo>
                  <a:pt x="283705" y="41783"/>
                </a:lnTo>
                <a:lnTo>
                  <a:pt x="273926" y="51054"/>
                </a:lnTo>
                <a:lnTo>
                  <a:pt x="283705" y="60452"/>
                </a:lnTo>
                <a:lnTo>
                  <a:pt x="288607" y="55753"/>
                </a:lnTo>
                <a:lnTo>
                  <a:pt x="288607" y="139319"/>
                </a:lnTo>
                <a:lnTo>
                  <a:pt x="288607" y="153289"/>
                </a:lnTo>
                <a:lnTo>
                  <a:pt x="288607" y="274066"/>
                </a:lnTo>
                <a:lnTo>
                  <a:pt x="14668" y="274066"/>
                </a:lnTo>
                <a:lnTo>
                  <a:pt x="14668" y="241554"/>
                </a:lnTo>
                <a:lnTo>
                  <a:pt x="19494" y="236982"/>
                </a:lnTo>
                <a:lnTo>
                  <a:pt x="24460" y="232283"/>
                </a:lnTo>
                <a:lnTo>
                  <a:pt x="19494" y="227584"/>
                </a:lnTo>
                <a:lnTo>
                  <a:pt x="14668" y="223012"/>
                </a:lnTo>
                <a:lnTo>
                  <a:pt x="14668" y="153289"/>
                </a:lnTo>
                <a:lnTo>
                  <a:pt x="121818" y="153289"/>
                </a:lnTo>
                <a:lnTo>
                  <a:pt x="117348" y="161544"/>
                </a:lnTo>
                <a:lnTo>
                  <a:pt x="127254" y="166116"/>
                </a:lnTo>
                <a:lnTo>
                  <a:pt x="137160" y="161544"/>
                </a:lnTo>
                <a:lnTo>
                  <a:pt x="123736" y="153289"/>
                </a:lnTo>
                <a:lnTo>
                  <a:pt x="132067" y="153289"/>
                </a:lnTo>
                <a:lnTo>
                  <a:pt x="136969" y="157988"/>
                </a:lnTo>
                <a:lnTo>
                  <a:pt x="141859" y="153289"/>
                </a:lnTo>
                <a:lnTo>
                  <a:pt x="288607" y="153289"/>
                </a:lnTo>
                <a:lnTo>
                  <a:pt x="288607" y="139319"/>
                </a:lnTo>
                <a:lnTo>
                  <a:pt x="151638" y="139319"/>
                </a:lnTo>
                <a:lnTo>
                  <a:pt x="156527" y="134747"/>
                </a:lnTo>
                <a:lnTo>
                  <a:pt x="146748" y="130048"/>
                </a:lnTo>
                <a:lnTo>
                  <a:pt x="136969" y="134747"/>
                </a:lnTo>
                <a:lnTo>
                  <a:pt x="141859" y="139319"/>
                </a:lnTo>
                <a:lnTo>
                  <a:pt x="14668" y="139319"/>
                </a:lnTo>
                <a:lnTo>
                  <a:pt x="14668" y="13970"/>
                </a:lnTo>
                <a:lnTo>
                  <a:pt x="288607" y="13970"/>
                </a:lnTo>
                <a:lnTo>
                  <a:pt x="288607" y="0"/>
                </a:lnTo>
                <a:lnTo>
                  <a:pt x="0" y="0"/>
                </a:lnTo>
                <a:lnTo>
                  <a:pt x="0" y="288036"/>
                </a:lnTo>
                <a:lnTo>
                  <a:pt x="303276" y="288036"/>
                </a:lnTo>
                <a:lnTo>
                  <a:pt x="303276" y="274066"/>
                </a:lnTo>
                <a:lnTo>
                  <a:pt x="303276" y="153289"/>
                </a:lnTo>
                <a:lnTo>
                  <a:pt x="303276" y="139319"/>
                </a:lnTo>
                <a:lnTo>
                  <a:pt x="303276" y="55753"/>
                </a:lnTo>
                <a:lnTo>
                  <a:pt x="303276" y="46482"/>
                </a:lnTo>
                <a:lnTo>
                  <a:pt x="303276" y="13970"/>
                </a:lnTo>
                <a:lnTo>
                  <a:pt x="3032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6341160"/>
            <a:ext cx="1062355" cy="3003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300"/>
              </a:lnSpc>
              <a:spcBef>
                <a:spcPts val="95"/>
              </a:spcBef>
            </a:pPr>
            <a:r>
              <a:rPr dirty="0" sz="750">
                <a:latin typeface="Arial"/>
                <a:cs typeface="Arial"/>
              </a:rPr>
              <a:t>Digital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Auto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Report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-20">
                <a:latin typeface="Arial"/>
                <a:cs typeface="Arial"/>
              </a:rPr>
              <a:t>2023</a:t>
            </a:r>
            <a:r>
              <a:rPr dirty="0" sz="750" spc="-10">
                <a:latin typeface="Arial"/>
                <a:cs typeface="Arial"/>
              </a:rPr>
              <a:t> Strategy&amp;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43483" y="1740407"/>
            <a:ext cx="7269480" cy="4478020"/>
            <a:chOff x="443483" y="1740407"/>
            <a:chExt cx="7269480" cy="4478020"/>
          </a:xfrm>
        </p:grpSpPr>
        <p:sp>
          <p:nvSpPr>
            <p:cNvPr id="4" name="object 4"/>
            <p:cNvSpPr/>
            <p:nvPr/>
          </p:nvSpPr>
          <p:spPr>
            <a:xfrm>
              <a:off x="443483" y="1740407"/>
              <a:ext cx="2546985" cy="4478020"/>
            </a:xfrm>
            <a:custGeom>
              <a:avLst/>
              <a:gdLst/>
              <a:ahLst/>
              <a:cxnLst/>
              <a:rect l="l" t="t" r="r" b="b"/>
              <a:pathLst>
                <a:path w="2546985" h="4478020">
                  <a:moveTo>
                    <a:pt x="2546604" y="0"/>
                  </a:moveTo>
                  <a:lnTo>
                    <a:pt x="0" y="0"/>
                  </a:lnTo>
                  <a:lnTo>
                    <a:pt x="0" y="4477512"/>
                  </a:lnTo>
                  <a:lnTo>
                    <a:pt x="2546604" y="4477512"/>
                  </a:lnTo>
                  <a:lnTo>
                    <a:pt x="2546604" y="0"/>
                  </a:lnTo>
                  <a:close/>
                </a:path>
              </a:pathLst>
            </a:custGeom>
            <a:solidFill>
              <a:srgbClr val="F8DD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915777" y="2259387"/>
              <a:ext cx="236220" cy="281305"/>
            </a:xfrm>
            <a:custGeom>
              <a:avLst/>
              <a:gdLst/>
              <a:ahLst/>
              <a:cxnLst/>
              <a:rect l="l" t="t" r="r" b="b"/>
              <a:pathLst>
                <a:path w="236219" h="281305">
                  <a:moveTo>
                    <a:pt x="236145" y="0"/>
                  </a:moveTo>
                  <a:lnTo>
                    <a:pt x="399" y="136826"/>
                  </a:lnTo>
                  <a:lnTo>
                    <a:pt x="0" y="281283"/>
                  </a:lnTo>
                  <a:lnTo>
                    <a:pt x="235717" y="144457"/>
                  </a:lnTo>
                  <a:lnTo>
                    <a:pt x="236145" y="0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23850" y="2251322"/>
              <a:ext cx="192405" cy="289560"/>
            </a:xfrm>
            <a:custGeom>
              <a:avLst/>
              <a:gdLst/>
              <a:ahLst/>
              <a:cxnLst/>
              <a:rect l="l" t="t" r="r" b="b"/>
              <a:pathLst>
                <a:path w="192405" h="289560">
                  <a:moveTo>
                    <a:pt x="95889" y="0"/>
                  </a:moveTo>
                  <a:lnTo>
                    <a:pt x="399" y="34227"/>
                  </a:lnTo>
                  <a:lnTo>
                    <a:pt x="0" y="178685"/>
                  </a:lnTo>
                  <a:lnTo>
                    <a:pt x="191921" y="289342"/>
                  </a:lnTo>
                  <a:lnTo>
                    <a:pt x="192320" y="144885"/>
                  </a:lnTo>
                  <a:lnTo>
                    <a:pt x="95889" y="0"/>
                  </a:lnTo>
                  <a:close/>
                </a:path>
              </a:pathLst>
            </a:custGeom>
            <a:solidFill>
              <a:srgbClr val="6B6B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14056" y="2110122"/>
              <a:ext cx="349885" cy="180975"/>
            </a:xfrm>
            <a:custGeom>
              <a:avLst/>
              <a:gdLst/>
              <a:ahLst/>
              <a:cxnLst/>
              <a:rect l="l" t="t" r="r" b="b"/>
              <a:pathLst>
                <a:path w="349884" h="180975">
                  <a:moveTo>
                    <a:pt x="349826" y="0"/>
                  </a:moveTo>
                  <a:lnTo>
                    <a:pt x="248947" y="36135"/>
                  </a:lnTo>
                  <a:lnTo>
                    <a:pt x="0" y="180650"/>
                  </a:lnTo>
                  <a:lnTo>
                    <a:pt x="100850" y="144486"/>
                  </a:lnTo>
                  <a:lnTo>
                    <a:pt x="349826" y="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14895" y="2110111"/>
              <a:ext cx="351155" cy="297815"/>
            </a:xfrm>
            <a:custGeom>
              <a:avLst/>
              <a:gdLst/>
              <a:ahLst/>
              <a:cxnLst/>
              <a:rect l="l" t="t" r="r" b="b"/>
              <a:pathLst>
                <a:path w="351155" h="297814">
                  <a:moveTo>
                    <a:pt x="249004" y="0"/>
                  </a:moveTo>
                  <a:lnTo>
                    <a:pt x="0" y="144486"/>
                  </a:lnTo>
                  <a:lnTo>
                    <a:pt x="101848" y="297515"/>
                  </a:lnTo>
                  <a:lnTo>
                    <a:pt x="350824" y="153029"/>
                  </a:lnTo>
                  <a:lnTo>
                    <a:pt x="249004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056" y="2254608"/>
              <a:ext cx="452171" cy="25392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990088" y="1740407"/>
              <a:ext cx="4723130" cy="4478020"/>
            </a:xfrm>
            <a:custGeom>
              <a:avLst/>
              <a:gdLst/>
              <a:ahLst/>
              <a:cxnLst/>
              <a:rect l="l" t="t" r="r" b="b"/>
              <a:pathLst>
                <a:path w="4723130" h="4478020">
                  <a:moveTo>
                    <a:pt x="4722875" y="0"/>
                  </a:moveTo>
                  <a:lnTo>
                    <a:pt x="0" y="0"/>
                  </a:lnTo>
                  <a:lnTo>
                    <a:pt x="0" y="4477512"/>
                  </a:lnTo>
                  <a:lnTo>
                    <a:pt x="4722875" y="4477512"/>
                  </a:lnTo>
                  <a:lnTo>
                    <a:pt x="4722875" y="0"/>
                  </a:lnTo>
                  <a:close/>
                </a:path>
              </a:pathLst>
            </a:custGeom>
            <a:solidFill>
              <a:srgbClr val="FAEAE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4270" y="4688585"/>
              <a:ext cx="2180655" cy="1238702"/>
            </a:xfrm>
            <a:prstGeom prst="rect">
              <a:avLst/>
            </a:prstGeom>
          </p:spPr>
        </p:pic>
      </p:grp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430174" y="296926"/>
            <a:ext cx="9904730" cy="1260475"/>
          </a:xfrm>
          <a:prstGeom prst="rect"/>
        </p:spPr>
        <p:txBody>
          <a:bodyPr wrap="square" lIns="0" tIns="88265" rIns="0" bIns="0" rtlCol="0" vert="horz">
            <a:spAutoFit/>
          </a:bodyPr>
          <a:lstStyle/>
          <a:p>
            <a:pPr marL="12700" marR="5080">
              <a:lnSpc>
                <a:spcPts val="3260"/>
              </a:lnSpc>
              <a:spcBef>
                <a:spcPts val="695"/>
              </a:spcBef>
            </a:pPr>
            <a:r>
              <a:rPr dirty="0">
                <a:solidFill>
                  <a:srgbClr val="000000"/>
                </a:solidFill>
              </a:rPr>
              <a:t>Realization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and</a:t>
            </a:r>
            <a:r>
              <a:rPr dirty="0" spc="-10">
                <a:solidFill>
                  <a:srgbClr val="000000"/>
                </a:solidFill>
              </a:rPr>
              <a:t> scale-</a:t>
            </a:r>
            <a:r>
              <a:rPr dirty="0">
                <a:solidFill>
                  <a:srgbClr val="000000"/>
                </a:solidFill>
              </a:rPr>
              <a:t>up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of</a:t>
            </a:r>
            <a:r>
              <a:rPr dirty="0" spc="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prosumer</a:t>
            </a:r>
            <a:r>
              <a:rPr dirty="0" spc="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use</a:t>
            </a:r>
            <a:r>
              <a:rPr dirty="0" spc="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cases</a:t>
            </a:r>
            <a:r>
              <a:rPr dirty="0" spc="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require </a:t>
            </a:r>
            <a:r>
              <a:rPr dirty="0">
                <a:solidFill>
                  <a:srgbClr val="000000"/>
                </a:solidFill>
              </a:rPr>
              <a:t>efficient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charging</a:t>
            </a:r>
            <a:r>
              <a:rPr dirty="0" spc="-3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and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battery</a:t>
            </a:r>
            <a:r>
              <a:rPr dirty="0" spc="-4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stakeholder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coordination</a:t>
            </a: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Charging</a:t>
            </a:r>
            <a:r>
              <a:rPr dirty="0" sz="1800" spc="-5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&amp;</a:t>
            </a:r>
            <a:r>
              <a:rPr dirty="0" sz="1800" spc="-4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battery</a:t>
            </a:r>
            <a:r>
              <a:rPr dirty="0" sz="1800" spc="-4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ecosystem</a:t>
            </a:r>
            <a:r>
              <a:rPr dirty="0" sz="1800" spc="-3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A21F1F"/>
                </a:solidFill>
                <a:latin typeface="Arial"/>
                <a:cs typeface="Arial"/>
              </a:rPr>
              <a:t>stakeholder</a:t>
            </a:r>
            <a:r>
              <a:rPr dirty="0" sz="1800" spc="-4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A21F1F"/>
                </a:solidFill>
                <a:latin typeface="Arial"/>
                <a:cs typeface="Arial"/>
              </a:rPr>
              <a:t>activation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83485" y="6322369"/>
            <a:ext cx="1765300" cy="319405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800">
                <a:latin typeface="Arial"/>
                <a:cs typeface="Arial"/>
              </a:rPr>
              <a:t>Charging</a:t>
            </a:r>
            <a:r>
              <a:rPr dirty="0" sz="800" spc="-4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stakeholders</a:t>
            </a:r>
            <a:endParaRPr sz="800">
              <a:latin typeface="Arial"/>
              <a:cs typeface="Arial"/>
            </a:endParaRPr>
          </a:p>
          <a:p>
            <a:pPr marL="607060">
              <a:lnSpc>
                <a:spcPct val="100000"/>
              </a:lnSpc>
              <a:spcBef>
                <a:spcPts val="220"/>
              </a:spcBef>
            </a:pPr>
            <a:r>
              <a:rPr dirty="0" sz="750">
                <a:latin typeface="Arial"/>
                <a:cs typeface="Arial"/>
              </a:rPr>
              <a:t>Source:</a:t>
            </a:r>
            <a:r>
              <a:rPr dirty="0" sz="750" spc="-3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Strategy&amp;</a:t>
            </a:r>
            <a:r>
              <a:rPr dirty="0" sz="750" spc="-1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analysis</a:t>
            </a:r>
            <a:endParaRPr sz="7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612626" y="6500876"/>
            <a:ext cx="132080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 spc="-25">
                <a:latin typeface="Arial"/>
                <a:cs typeface="Arial"/>
              </a:rPr>
              <a:t>38</a:t>
            </a:r>
            <a:endParaRPr sz="7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68523" y="2397378"/>
            <a:ext cx="4540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10" i="1">
                <a:latin typeface="Arial"/>
                <a:cs typeface="Arial"/>
              </a:rPr>
              <a:t>Services</a:t>
            </a:r>
            <a:endParaRPr sz="9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71821" y="2398014"/>
            <a:ext cx="578485" cy="286385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57785" marR="5080" indent="-58419">
              <a:lnSpc>
                <a:spcPts val="969"/>
              </a:lnSpc>
              <a:spcBef>
                <a:spcPts val="225"/>
              </a:spcBef>
            </a:pPr>
            <a:r>
              <a:rPr dirty="0" sz="900" i="1">
                <a:latin typeface="Arial"/>
                <a:cs typeface="Arial"/>
              </a:rPr>
              <a:t>White</a:t>
            </a:r>
            <a:r>
              <a:rPr dirty="0" sz="900" spc="-40" i="1">
                <a:latin typeface="Arial"/>
                <a:cs typeface="Arial"/>
              </a:rPr>
              <a:t> </a:t>
            </a:r>
            <a:r>
              <a:rPr dirty="0" sz="900" spc="-10" i="1">
                <a:latin typeface="Arial"/>
                <a:cs typeface="Arial"/>
              </a:rPr>
              <a:t>label</a:t>
            </a:r>
            <a:r>
              <a:rPr dirty="0" sz="900" spc="-10" i="1">
                <a:latin typeface="Arial"/>
                <a:cs typeface="Arial"/>
              </a:rPr>
              <a:t> Software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77538" y="3099942"/>
            <a:ext cx="478155" cy="286385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R="5080">
              <a:lnSpc>
                <a:spcPts val="969"/>
              </a:lnSpc>
              <a:spcBef>
                <a:spcPts val="225"/>
              </a:spcBef>
            </a:pPr>
            <a:r>
              <a:rPr dirty="0" sz="900" spc="-10" i="1">
                <a:latin typeface="Arial"/>
                <a:cs typeface="Arial"/>
              </a:rPr>
              <a:t>Charging</a:t>
            </a:r>
            <a:r>
              <a:rPr dirty="0" sz="900" spc="-10" i="1">
                <a:latin typeface="Arial"/>
                <a:cs typeface="Arial"/>
              </a:rPr>
              <a:t> </a:t>
            </a:r>
            <a:r>
              <a:rPr dirty="0" sz="900" spc="-20" i="1">
                <a:latin typeface="Arial"/>
                <a:cs typeface="Arial"/>
              </a:rPr>
              <a:t>data</a:t>
            </a:r>
            <a:endParaRPr sz="9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38145" y="2820670"/>
            <a:ext cx="7308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latin typeface="Arial"/>
                <a:cs typeface="Arial"/>
              </a:rPr>
              <a:t>Charging</a:t>
            </a:r>
            <a:r>
              <a:rPr dirty="0" sz="900" spc="-40" i="1">
                <a:latin typeface="Arial"/>
                <a:cs typeface="Arial"/>
              </a:rPr>
              <a:t> </a:t>
            </a:r>
            <a:r>
              <a:rPr dirty="0" sz="900" spc="-20" i="1">
                <a:latin typeface="Arial"/>
                <a:cs typeface="Arial"/>
              </a:rPr>
              <a:t>data</a:t>
            </a:r>
            <a:endParaRPr sz="9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617597" y="4788789"/>
            <a:ext cx="5556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10" i="1">
                <a:latin typeface="Arial"/>
                <a:cs typeface="Arial"/>
              </a:rPr>
              <a:t>Integration</a:t>
            </a:r>
            <a:endParaRPr sz="9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980054" y="4064000"/>
            <a:ext cx="478155" cy="2863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5080">
              <a:lnSpc>
                <a:spcPts val="1025"/>
              </a:lnSpc>
              <a:spcBef>
                <a:spcPts val="100"/>
              </a:spcBef>
            </a:pPr>
            <a:r>
              <a:rPr dirty="0" sz="900" spc="-10" i="1">
                <a:latin typeface="Arial"/>
                <a:cs typeface="Arial"/>
              </a:rPr>
              <a:t>Charging</a:t>
            </a:r>
            <a:endParaRPr sz="900">
              <a:latin typeface="Arial"/>
              <a:cs typeface="Arial"/>
            </a:endParaRPr>
          </a:p>
          <a:p>
            <a:pPr algn="ctr" marR="5715">
              <a:lnSpc>
                <a:spcPts val="1025"/>
              </a:lnSpc>
            </a:pPr>
            <a:r>
              <a:rPr dirty="0" sz="900" spc="-20" i="1">
                <a:latin typeface="Arial"/>
                <a:cs typeface="Arial"/>
              </a:rPr>
              <a:t>data</a:t>
            </a:r>
            <a:endParaRPr sz="9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79342" y="2980435"/>
            <a:ext cx="4540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10" i="1">
                <a:latin typeface="Arial"/>
                <a:cs typeface="Arial"/>
              </a:rPr>
              <a:t>Services</a:t>
            </a:r>
            <a:endParaRPr sz="9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528183" y="4761738"/>
            <a:ext cx="4203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latin typeface="Arial"/>
                <a:cs typeface="Arial"/>
              </a:rPr>
              <a:t>EV </a:t>
            </a:r>
            <a:r>
              <a:rPr dirty="0" sz="900" spc="-20" i="1">
                <a:latin typeface="Arial"/>
                <a:cs typeface="Arial"/>
              </a:rPr>
              <a:t>data</a:t>
            </a:r>
            <a:endParaRPr sz="9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602603" y="3046603"/>
            <a:ext cx="478155" cy="286385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R="5080">
              <a:lnSpc>
                <a:spcPts val="969"/>
              </a:lnSpc>
              <a:spcBef>
                <a:spcPts val="225"/>
              </a:spcBef>
            </a:pPr>
            <a:r>
              <a:rPr dirty="0" sz="900" spc="-10" i="1">
                <a:latin typeface="Arial"/>
                <a:cs typeface="Arial"/>
              </a:rPr>
              <a:t>Charging</a:t>
            </a:r>
            <a:r>
              <a:rPr dirty="0" sz="900" spc="-10" i="1">
                <a:latin typeface="Arial"/>
                <a:cs typeface="Arial"/>
              </a:rPr>
              <a:t> </a:t>
            </a:r>
            <a:r>
              <a:rPr dirty="0" sz="900" spc="-20" i="1">
                <a:latin typeface="Arial"/>
                <a:cs typeface="Arial"/>
              </a:rPr>
              <a:t>data</a:t>
            </a:r>
            <a:endParaRPr sz="9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507733" y="4614164"/>
            <a:ext cx="478155" cy="286385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R="5080">
              <a:lnSpc>
                <a:spcPts val="969"/>
              </a:lnSpc>
              <a:spcBef>
                <a:spcPts val="225"/>
              </a:spcBef>
            </a:pPr>
            <a:r>
              <a:rPr dirty="0" sz="900" spc="-10" i="1">
                <a:latin typeface="Arial"/>
                <a:cs typeface="Arial"/>
              </a:rPr>
              <a:t>Charging</a:t>
            </a:r>
            <a:r>
              <a:rPr dirty="0" sz="900" spc="-10" i="1">
                <a:latin typeface="Arial"/>
                <a:cs typeface="Arial"/>
              </a:rPr>
              <a:t> </a:t>
            </a:r>
            <a:r>
              <a:rPr dirty="0" sz="900" spc="-20" i="1">
                <a:latin typeface="Arial"/>
                <a:cs typeface="Arial"/>
              </a:rPr>
              <a:t>data</a:t>
            </a:r>
            <a:endParaRPr sz="9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00683" y="3543568"/>
            <a:ext cx="1038860" cy="57848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386715">
              <a:lnSpc>
                <a:spcPct val="100000"/>
              </a:lnSpc>
              <a:spcBef>
                <a:spcPts val="675"/>
              </a:spcBef>
            </a:pPr>
            <a:r>
              <a:rPr dirty="0" sz="1000" spc="-10" b="1">
                <a:latin typeface="Arial"/>
                <a:cs typeface="Arial"/>
              </a:rPr>
              <a:t>EV/Battery</a:t>
            </a:r>
            <a:endParaRPr sz="1000">
              <a:latin typeface="Arial"/>
              <a:cs typeface="Arial"/>
            </a:endParaRPr>
          </a:p>
          <a:p>
            <a:pPr marL="97155" marR="434340" indent="-97790">
              <a:lnSpc>
                <a:spcPts val="969"/>
              </a:lnSpc>
              <a:spcBef>
                <a:spcPts val="650"/>
              </a:spcBef>
            </a:pPr>
            <a:r>
              <a:rPr dirty="0" sz="900" i="1">
                <a:latin typeface="Arial"/>
                <a:cs typeface="Arial"/>
              </a:rPr>
              <a:t>Charge</a:t>
            </a:r>
            <a:r>
              <a:rPr dirty="0" sz="900" spc="-35" i="1">
                <a:latin typeface="Arial"/>
                <a:cs typeface="Arial"/>
              </a:rPr>
              <a:t> </a:t>
            </a:r>
            <a:r>
              <a:rPr dirty="0" sz="900" spc="-25" i="1">
                <a:latin typeface="Arial"/>
                <a:cs typeface="Arial"/>
              </a:rPr>
              <a:t>and</a:t>
            </a:r>
            <a:r>
              <a:rPr dirty="0" sz="900" spc="-25" i="1">
                <a:latin typeface="Arial"/>
                <a:cs typeface="Arial"/>
              </a:rPr>
              <a:t> </a:t>
            </a:r>
            <a:r>
              <a:rPr dirty="0" sz="900" spc="-10" i="1">
                <a:latin typeface="Arial"/>
                <a:cs typeface="Arial"/>
              </a:rPr>
              <a:t>discharge</a:t>
            </a:r>
            <a:endParaRPr sz="900">
              <a:latin typeface="Arial"/>
              <a:cs typeface="Arial"/>
            </a:endParaRPr>
          </a:p>
        </p:txBody>
      </p:sp>
      <p:pic>
        <p:nvPicPr>
          <p:cNvPr id="26" name="object 2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98961" y="1833348"/>
            <a:ext cx="555375" cy="756016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3664584" y="2565907"/>
            <a:ext cx="10033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latin typeface="Arial"/>
                <a:cs typeface="Arial"/>
              </a:rPr>
              <a:t>Service</a:t>
            </a:r>
            <a:r>
              <a:rPr dirty="0" sz="1000" spc="-5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provider</a:t>
            </a:r>
            <a:endParaRPr sz="10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273419" y="2573273"/>
            <a:ext cx="107442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latin typeface="Arial"/>
                <a:cs typeface="Arial"/>
              </a:rPr>
              <a:t>Software</a:t>
            </a:r>
            <a:r>
              <a:rPr dirty="0" sz="1000" spc="-5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supplier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247833" y="1848246"/>
            <a:ext cx="1014730" cy="3941445"/>
            <a:chOff x="6247833" y="1848246"/>
            <a:chExt cx="1014730" cy="3941445"/>
          </a:xfrm>
        </p:grpSpPr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27412" y="1848246"/>
              <a:ext cx="833221" cy="689686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6812394" y="5302790"/>
              <a:ext cx="450215" cy="259715"/>
            </a:xfrm>
            <a:custGeom>
              <a:avLst/>
              <a:gdLst/>
              <a:ahLst/>
              <a:cxnLst/>
              <a:rect l="l" t="t" r="r" b="b"/>
              <a:pathLst>
                <a:path w="450215" h="259714">
                  <a:moveTo>
                    <a:pt x="273211" y="0"/>
                  </a:moveTo>
                  <a:lnTo>
                    <a:pt x="0" y="157487"/>
                  </a:lnTo>
                  <a:lnTo>
                    <a:pt x="175598" y="259097"/>
                  </a:lnTo>
                  <a:lnTo>
                    <a:pt x="450114" y="99127"/>
                  </a:lnTo>
                  <a:lnTo>
                    <a:pt x="273211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6987993" y="5401917"/>
              <a:ext cx="274955" cy="201295"/>
            </a:xfrm>
            <a:custGeom>
              <a:avLst/>
              <a:gdLst/>
              <a:ahLst/>
              <a:cxnLst/>
              <a:rect l="l" t="t" r="r" b="b"/>
              <a:pathLst>
                <a:path w="274954" h="201295">
                  <a:moveTo>
                    <a:pt x="274515" y="0"/>
                  </a:moveTo>
                  <a:lnTo>
                    <a:pt x="0" y="159969"/>
                  </a:lnTo>
                  <a:lnTo>
                    <a:pt x="0" y="200768"/>
                  </a:lnTo>
                  <a:lnTo>
                    <a:pt x="274515" y="40768"/>
                  </a:lnTo>
                  <a:lnTo>
                    <a:pt x="274515" y="0"/>
                  </a:lnTo>
                  <a:close/>
                </a:path>
              </a:pathLst>
            </a:custGeom>
            <a:solidFill>
              <a:srgbClr val="B5B5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6812394" y="5460277"/>
              <a:ext cx="175895" cy="142875"/>
            </a:xfrm>
            <a:custGeom>
              <a:avLst/>
              <a:gdLst/>
              <a:ahLst/>
              <a:cxnLst/>
              <a:rect l="l" t="t" r="r" b="b"/>
              <a:pathLst>
                <a:path w="175895" h="142875">
                  <a:moveTo>
                    <a:pt x="0" y="0"/>
                  </a:moveTo>
                  <a:lnTo>
                    <a:pt x="0" y="40799"/>
                  </a:lnTo>
                  <a:lnTo>
                    <a:pt x="175598" y="142408"/>
                  </a:lnTo>
                  <a:lnTo>
                    <a:pt x="175598" y="1016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6983298" y="5226125"/>
              <a:ext cx="39370" cy="74295"/>
            </a:xfrm>
            <a:custGeom>
              <a:avLst/>
              <a:gdLst/>
              <a:ahLst/>
              <a:cxnLst/>
              <a:rect l="l" t="t" r="r" b="b"/>
              <a:pathLst>
                <a:path w="39370" h="74295">
                  <a:moveTo>
                    <a:pt x="24912" y="0"/>
                  </a:moveTo>
                  <a:lnTo>
                    <a:pt x="0" y="31689"/>
                  </a:lnTo>
                  <a:lnTo>
                    <a:pt x="3451" y="42350"/>
                  </a:lnTo>
                  <a:lnTo>
                    <a:pt x="15719" y="64440"/>
                  </a:lnTo>
                  <a:lnTo>
                    <a:pt x="18204" y="66922"/>
                  </a:lnTo>
                  <a:lnTo>
                    <a:pt x="31154" y="74027"/>
                  </a:lnTo>
                  <a:lnTo>
                    <a:pt x="33171" y="66303"/>
                  </a:lnTo>
                  <a:lnTo>
                    <a:pt x="36923" y="48117"/>
                  </a:lnTo>
                  <a:lnTo>
                    <a:pt x="38963" y="26946"/>
                  </a:lnTo>
                  <a:lnTo>
                    <a:pt x="35844" y="10269"/>
                  </a:lnTo>
                  <a:lnTo>
                    <a:pt x="34571" y="8128"/>
                  </a:lnTo>
                  <a:lnTo>
                    <a:pt x="32831" y="6298"/>
                  </a:lnTo>
                  <a:lnTo>
                    <a:pt x="30751" y="4964"/>
                  </a:lnTo>
                  <a:lnTo>
                    <a:pt x="35968" y="4436"/>
                  </a:lnTo>
                  <a:lnTo>
                    <a:pt x="31154" y="868"/>
                  </a:lnTo>
                  <a:lnTo>
                    <a:pt x="24912" y="0"/>
                  </a:lnTo>
                  <a:close/>
                </a:path>
              </a:pathLst>
            </a:custGeom>
            <a:solidFill>
              <a:srgbClr val="6B6B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6993776" y="5228141"/>
              <a:ext cx="62230" cy="78740"/>
            </a:xfrm>
            <a:custGeom>
              <a:avLst/>
              <a:gdLst/>
              <a:ahLst/>
              <a:cxnLst/>
              <a:rect l="l" t="t" r="r" b="b"/>
              <a:pathLst>
                <a:path w="62229" h="78739">
                  <a:moveTo>
                    <a:pt x="22758" y="0"/>
                  </a:moveTo>
                  <a:lnTo>
                    <a:pt x="15242" y="3723"/>
                  </a:lnTo>
                  <a:lnTo>
                    <a:pt x="6597" y="10452"/>
                  </a:lnTo>
                  <a:lnTo>
                    <a:pt x="1383" y="19654"/>
                  </a:lnTo>
                  <a:lnTo>
                    <a:pt x="0" y="30136"/>
                  </a:lnTo>
                  <a:lnTo>
                    <a:pt x="3067" y="41202"/>
                  </a:lnTo>
                  <a:lnTo>
                    <a:pt x="24590" y="78681"/>
                  </a:lnTo>
                  <a:lnTo>
                    <a:pt x="62076" y="55257"/>
                  </a:lnTo>
                  <a:lnTo>
                    <a:pt x="31858" y="2761"/>
                  </a:lnTo>
                  <a:lnTo>
                    <a:pt x="22758" y="0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6897460" y="5298973"/>
              <a:ext cx="10160" cy="27305"/>
            </a:xfrm>
            <a:custGeom>
              <a:avLst/>
              <a:gdLst/>
              <a:ahLst/>
              <a:cxnLst/>
              <a:rect l="l" t="t" r="r" b="b"/>
              <a:pathLst>
                <a:path w="10159" h="27304">
                  <a:moveTo>
                    <a:pt x="9472" y="0"/>
                  </a:moveTo>
                  <a:lnTo>
                    <a:pt x="0" y="5522"/>
                  </a:lnTo>
                  <a:lnTo>
                    <a:pt x="0" y="27085"/>
                  </a:lnTo>
                  <a:lnTo>
                    <a:pt x="9596" y="21563"/>
                  </a:lnTo>
                  <a:lnTo>
                    <a:pt x="9472" y="0"/>
                  </a:lnTo>
                  <a:close/>
                </a:path>
              </a:pathLst>
            </a:custGeom>
            <a:solidFill>
              <a:srgbClr val="B5B5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6893454" y="5296491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9472" y="0"/>
                  </a:moveTo>
                  <a:lnTo>
                    <a:pt x="0" y="5491"/>
                  </a:lnTo>
                  <a:lnTo>
                    <a:pt x="4006" y="8004"/>
                  </a:lnTo>
                  <a:lnTo>
                    <a:pt x="13478" y="2482"/>
                  </a:lnTo>
                  <a:lnTo>
                    <a:pt x="9472" y="0"/>
                  </a:lnTo>
                  <a:close/>
                </a:path>
              </a:pathLst>
            </a:custGeom>
            <a:solidFill>
              <a:srgbClr val="C5D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6889416" y="5301983"/>
              <a:ext cx="8255" cy="28575"/>
            </a:xfrm>
            <a:custGeom>
              <a:avLst/>
              <a:gdLst/>
              <a:ahLst/>
              <a:cxnLst/>
              <a:rect l="l" t="t" r="r" b="b"/>
              <a:pathLst>
                <a:path w="8254" h="28575">
                  <a:moveTo>
                    <a:pt x="3571" y="0"/>
                  </a:moveTo>
                  <a:lnTo>
                    <a:pt x="3571" y="22835"/>
                  </a:lnTo>
                  <a:lnTo>
                    <a:pt x="0" y="27426"/>
                  </a:lnTo>
                  <a:lnTo>
                    <a:pt x="1118" y="28140"/>
                  </a:lnTo>
                  <a:lnTo>
                    <a:pt x="8043" y="24076"/>
                  </a:lnTo>
                  <a:lnTo>
                    <a:pt x="8043" y="2513"/>
                  </a:lnTo>
                  <a:lnTo>
                    <a:pt x="3571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6876869" y="5292737"/>
              <a:ext cx="10160" cy="27305"/>
            </a:xfrm>
            <a:custGeom>
              <a:avLst/>
              <a:gdLst/>
              <a:ahLst/>
              <a:cxnLst/>
              <a:rect l="l" t="t" r="r" b="b"/>
              <a:pathLst>
                <a:path w="10159" h="27304">
                  <a:moveTo>
                    <a:pt x="9565" y="0"/>
                  </a:moveTo>
                  <a:lnTo>
                    <a:pt x="0" y="5491"/>
                  </a:lnTo>
                  <a:lnTo>
                    <a:pt x="93" y="27116"/>
                  </a:lnTo>
                  <a:lnTo>
                    <a:pt x="9658" y="21563"/>
                  </a:lnTo>
                  <a:lnTo>
                    <a:pt x="9565" y="0"/>
                  </a:lnTo>
                  <a:close/>
                </a:path>
              </a:pathLst>
            </a:custGeom>
            <a:solidFill>
              <a:srgbClr val="B5B5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6872925" y="5290379"/>
              <a:ext cx="13970" cy="8255"/>
            </a:xfrm>
            <a:custGeom>
              <a:avLst/>
              <a:gdLst/>
              <a:ahLst/>
              <a:cxnLst/>
              <a:rect l="l" t="t" r="r" b="b"/>
              <a:pathLst>
                <a:path w="13970" h="8254">
                  <a:moveTo>
                    <a:pt x="9689" y="0"/>
                  </a:moveTo>
                  <a:lnTo>
                    <a:pt x="0" y="5491"/>
                  </a:lnTo>
                  <a:lnTo>
                    <a:pt x="3944" y="7849"/>
                  </a:lnTo>
                  <a:lnTo>
                    <a:pt x="13509" y="2357"/>
                  </a:lnTo>
                  <a:lnTo>
                    <a:pt x="9689" y="0"/>
                  </a:lnTo>
                  <a:close/>
                </a:path>
              </a:pathLst>
            </a:custGeom>
            <a:solidFill>
              <a:srgbClr val="C5D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6872925" y="5295871"/>
              <a:ext cx="7620" cy="28575"/>
            </a:xfrm>
            <a:custGeom>
              <a:avLst/>
              <a:gdLst/>
              <a:ahLst/>
              <a:cxnLst/>
              <a:rect l="l" t="t" r="r" b="b"/>
              <a:pathLst>
                <a:path w="7620" h="28575">
                  <a:moveTo>
                    <a:pt x="0" y="0"/>
                  </a:moveTo>
                  <a:lnTo>
                    <a:pt x="31" y="21625"/>
                  </a:lnTo>
                  <a:lnTo>
                    <a:pt x="5590" y="27675"/>
                  </a:lnTo>
                  <a:lnTo>
                    <a:pt x="7050" y="28543"/>
                  </a:lnTo>
                  <a:lnTo>
                    <a:pt x="4037" y="23983"/>
                  </a:lnTo>
                  <a:lnTo>
                    <a:pt x="3944" y="23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6876962" y="5314300"/>
              <a:ext cx="12700" cy="10160"/>
            </a:xfrm>
            <a:custGeom>
              <a:avLst/>
              <a:gdLst/>
              <a:ahLst/>
              <a:cxnLst/>
              <a:rect l="l" t="t" r="r" b="b"/>
              <a:pathLst>
                <a:path w="12700" h="10160">
                  <a:moveTo>
                    <a:pt x="9565" y="0"/>
                  </a:moveTo>
                  <a:lnTo>
                    <a:pt x="0" y="5553"/>
                  </a:lnTo>
                  <a:lnTo>
                    <a:pt x="3012" y="10114"/>
                  </a:lnTo>
                  <a:lnTo>
                    <a:pt x="12453" y="4498"/>
                  </a:lnTo>
                  <a:lnTo>
                    <a:pt x="9565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6842085" y="5181727"/>
              <a:ext cx="46990" cy="64135"/>
            </a:xfrm>
            <a:custGeom>
              <a:avLst/>
              <a:gdLst/>
              <a:ahLst/>
              <a:cxnLst/>
              <a:rect l="l" t="t" r="r" b="b"/>
              <a:pathLst>
                <a:path w="46990" h="64135">
                  <a:moveTo>
                    <a:pt x="29628" y="0"/>
                  </a:moveTo>
                  <a:lnTo>
                    <a:pt x="24193" y="0"/>
                  </a:lnTo>
                  <a:lnTo>
                    <a:pt x="19876" y="2575"/>
                  </a:lnTo>
                  <a:lnTo>
                    <a:pt x="403" y="38999"/>
                  </a:lnTo>
                  <a:lnTo>
                    <a:pt x="0" y="45142"/>
                  </a:lnTo>
                  <a:lnTo>
                    <a:pt x="2670" y="51068"/>
                  </a:lnTo>
                  <a:lnTo>
                    <a:pt x="7546" y="54853"/>
                  </a:lnTo>
                  <a:lnTo>
                    <a:pt x="22765" y="63634"/>
                  </a:lnTo>
                  <a:lnTo>
                    <a:pt x="25750" y="58576"/>
                  </a:lnTo>
                  <a:lnTo>
                    <a:pt x="32276" y="46372"/>
                  </a:lnTo>
                  <a:lnTo>
                    <a:pt x="38697" y="31474"/>
                  </a:lnTo>
                  <a:lnTo>
                    <a:pt x="41368" y="18336"/>
                  </a:lnTo>
                  <a:lnTo>
                    <a:pt x="41244" y="14458"/>
                  </a:lnTo>
                  <a:lnTo>
                    <a:pt x="46803" y="10021"/>
                  </a:lnTo>
                  <a:lnTo>
                    <a:pt x="33945" y="2575"/>
                  </a:lnTo>
                  <a:lnTo>
                    <a:pt x="29628" y="0"/>
                  </a:lnTo>
                  <a:close/>
                </a:path>
              </a:pathLst>
            </a:custGeom>
            <a:solidFill>
              <a:srgbClr val="B54D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6856371" y="5190168"/>
              <a:ext cx="41275" cy="56515"/>
            </a:xfrm>
            <a:custGeom>
              <a:avLst/>
              <a:gdLst/>
              <a:ahLst/>
              <a:cxnLst/>
              <a:rect l="l" t="t" r="r" b="b"/>
              <a:pathLst>
                <a:path w="41275" h="56514">
                  <a:moveTo>
                    <a:pt x="27547" y="0"/>
                  </a:moveTo>
                  <a:lnTo>
                    <a:pt x="0" y="38469"/>
                  </a:lnTo>
                  <a:lnTo>
                    <a:pt x="1982" y="47802"/>
                  </a:lnTo>
                  <a:lnTo>
                    <a:pt x="6685" y="53823"/>
                  </a:lnTo>
                  <a:lnTo>
                    <a:pt x="13425" y="56021"/>
                  </a:lnTo>
                  <a:lnTo>
                    <a:pt x="21522" y="53889"/>
                  </a:lnTo>
                  <a:lnTo>
                    <a:pt x="29434" y="47700"/>
                  </a:lnTo>
                  <a:lnTo>
                    <a:pt x="35715" y="38822"/>
                  </a:lnTo>
                  <a:lnTo>
                    <a:pt x="39761" y="28378"/>
                  </a:lnTo>
                  <a:lnTo>
                    <a:pt x="40964" y="17495"/>
                  </a:lnTo>
                  <a:lnTo>
                    <a:pt x="38965" y="8235"/>
                  </a:lnTo>
                  <a:lnTo>
                    <a:pt x="34263" y="2238"/>
                  </a:lnTo>
                  <a:lnTo>
                    <a:pt x="27547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6870130" y="5264286"/>
              <a:ext cx="41275" cy="41910"/>
            </a:xfrm>
            <a:custGeom>
              <a:avLst/>
              <a:gdLst/>
              <a:ahLst/>
              <a:cxnLst/>
              <a:rect l="l" t="t" r="r" b="b"/>
              <a:pathLst>
                <a:path w="41275" h="41910">
                  <a:moveTo>
                    <a:pt x="20435" y="0"/>
                  </a:moveTo>
                  <a:lnTo>
                    <a:pt x="13647" y="698"/>
                  </a:lnTo>
                  <a:lnTo>
                    <a:pt x="7081" y="2792"/>
                  </a:lnTo>
                  <a:lnTo>
                    <a:pt x="0" y="5832"/>
                  </a:lnTo>
                  <a:lnTo>
                    <a:pt x="0" y="36734"/>
                  </a:lnTo>
                  <a:lnTo>
                    <a:pt x="9161" y="41822"/>
                  </a:lnTo>
                  <a:lnTo>
                    <a:pt x="31709" y="41822"/>
                  </a:lnTo>
                  <a:lnTo>
                    <a:pt x="40840" y="36734"/>
                  </a:lnTo>
                  <a:lnTo>
                    <a:pt x="40840" y="5832"/>
                  </a:lnTo>
                  <a:lnTo>
                    <a:pt x="33790" y="2792"/>
                  </a:lnTo>
                  <a:lnTo>
                    <a:pt x="27223" y="698"/>
                  </a:lnTo>
                  <a:lnTo>
                    <a:pt x="20435" y="0"/>
                  </a:lnTo>
                  <a:close/>
                </a:path>
              </a:pathLst>
            </a:custGeom>
            <a:solidFill>
              <a:srgbClr val="B54D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6870130" y="5258733"/>
              <a:ext cx="41275" cy="22860"/>
            </a:xfrm>
            <a:custGeom>
              <a:avLst/>
              <a:gdLst/>
              <a:ahLst/>
              <a:cxnLst/>
              <a:rect l="l" t="t" r="r" b="b"/>
              <a:pathLst>
                <a:path w="41275" h="22860">
                  <a:moveTo>
                    <a:pt x="31709" y="0"/>
                  </a:moveTo>
                  <a:lnTo>
                    <a:pt x="20435" y="0"/>
                  </a:lnTo>
                  <a:lnTo>
                    <a:pt x="9286" y="0"/>
                  </a:lnTo>
                  <a:lnTo>
                    <a:pt x="0" y="5119"/>
                  </a:lnTo>
                  <a:lnTo>
                    <a:pt x="0" y="17684"/>
                  </a:lnTo>
                  <a:lnTo>
                    <a:pt x="9161" y="22773"/>
                  </a:lnTo>
                  <a:lnTo>
                    <a:pt x="31709" y="22773"/>
                  </a:lnTo>
                  <a:lnTo>
                    <a:pt x="40840" y="17684"/>
                  </a:lnTo>
                  <a:lnTo>
                    <a:pt x="40840" y="5119"/>
                  </a:lnTo>
                  <a:lnTo>
                    <a:pt x="31709" y="0"/>
                  </a:lnTo>
                  <a:close/>
                </a:path>
              </a:pathLst>
            </a:custGeom>
            <a:solidFill>
              <a:srgbClr val="FF17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6866496" y="5238550"/>
              <a:ext cx="48260" cy="49530"/>
            </a:xfrm>
            <a:custGeom>
              <a:avLst/>
              <a:gdLst/>
              <a:ahLst/>
              <a:cxnLst/>
              <a:rect l="l" t="t" r="r" b="b"/>
              <a:pathLst>
                <a:path w="48259" h="49529">
                  <a:moveTo>
                    <a:pt x="24081" y="0"/>
                  </a:moveTo>
                  <a:lnTo>
                    <a:pt x="16078" y="826"/>
                  </a:lnTo>
                  <a:lnTo>
                    <a:pt x="8323" y="3304"/>
                  </a:lnTo>
                  <a:lnTo>
                    <a:pt x="0" y="7027"/>
                  </a:lnTo>
                  <a:lnTo>
                    <a:pt x="0" y="36036"/>
                  </a:lnTo>
                  <a:lnTo>
                    <a:pt x="1891" y="41246"/>
                  </a:lnTo>
                  <a:lnTo>
                    <a:pt x="7050" y="45507"/>
                  </a:lnTo>
                  <a:lnTo>
                    <a:pt x="14700" y="48383"/>
                  </a:lnTo>
                  <a:lnTo>
                    <a:pt x="24069" y="49439"/>
                  </a:lnTo>
                  <a:lnTo>
                    <a:pt x="33433" y="48388"/>
                  </a:lnTo>
                  <a:lnTo>
                    <a:pt x="41073" y="45518"/>
                  </a:lnTo>
                  <a:lnTo>
                    <a:pt x="46221" y="41259"/>
                  </a:lnTo>
                  <a:lnTo>
                    <a:pt x="48107" y="36036"/>
                  </a:lnTo>
                  <a:lnTo>
                    <a:pt x="48107" y="7027"/>
                  </a:lnTo>
                  <a:lnTo>
                    <a:pt x="39815" y="3304"/>
                  </a:lnTo>
                  <a:lnTo>
                    <a:pt x="32077" y="826"/>
                  </a:lnTo>
                  <a:lnTo>
                    <a:pt x="24081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6866496" y="5231895"/>
              <a:ext cx="48260" cy="27305"/>
            </a:xfrm>
            <a:custGeom>
              <a:avLst/>
              <a:gdLst/>
              <a:ahLst/>
              <a:cxnLst/>
              <a:rect l="l" t="t" r="r" b="b"/>
              <a:pathLst>
                <a:path w="48259" h="27304">
                  <a:moveTo>
                    <a:pt x="24069" y="0"/>
                  </a:moveTo>
                  <a:lnTo>
                    <a:pt x="14700" y="1056"/>
                  </a:lnTo>
                  <a:lnTo>
                    <a:pt x="7050" y="3936"/>
                  </a:lnTo>
                  <a:lnTo>
                    <a:pt x="1891" y="8206"/>
                  </a:lnTo>
                  <a:lnTo>
                    <a:pt x="0" y="13434"/>
                  </a:lnTo>
                  <a:lnTo>
                    <a:pt x="1891" y="18656"/>
                  </a:lnTo>
                  <a:lnTo>
                    <a:pt x="7050" y="22916"/>
                  </a:lnTo>
                  <a:lnTo>
                    <a:pt x="14700" y="25785"/>
                  </a:lnTo>
                  <a:lnTo>
                    <a:pt x="24069" y="26837"/>
                  </a:lnTo>
                  <a:lnTo>
                    <a:pt x="33442" y="25785"/>
                  </a:lnTo>
                  <a:lnTo>
                    <a:pt x="41104" y="22916"/>
                  </a:lnTo>
                  <a:lnTo>
                    <a:pt x="46273" y="18656"/>
                  </a:lnTo>
                  <a:lnTo>
                    <a:pt x="48169" y="13434"/>
                  </a:lnTo>
                  <a:lnTo>
                    <a:pt x="46273" y="8206"/>
                  </a:lnTo>
                  <a:lnTo>
                    <a:pt x="41104" y="3936"/>
                  </a:lnTo>
                  <a:lnTo>
                    <a:pt x="33442" y="1056"/>
                  </a:lnTo>
                  <a:lnTo>
                    <a:pt x="24069" y="0"/>
                  </a:lnTo>
                  <a:close/>
                </a:path>
              </a:pathLst>
            </a:custGeom>
            <a:solidFill>
              <a:srgbClr val="C779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6999359" y="5079837"/>
              <a:ext cx="114935" cy="103505"/>
            </a:xfrm>
            <a:custGeom>
              <a:avLst/>
              <a:gdLst/>
              <a:ahLst/>
              <a:cxnLst/>
              <a:rect l="l" t="t" r="r" b="b"/>
              <a:pathLst>
                <a:path w="114934" h="103504">
                  <a:moveTo>
                    <a:pt x="85500" y="0"/>
                  </a:moveTo>
                  <a:lnTo>
                    <a:pt x="81121" y="2202"/>
                  </a:lnTo>
                  <a:lnTo>
                    <a:pt x="0" y="48555"/>
                  </a:lnTo>
                  <a:lnTo>
                    <a:pt x="24255" y="102943"/>
                  </a:lnTo>
                  <a:lnTo>
                    <a:pt x="106402" y="55846"/>
                  </a:lnTo>
                  <a:lnTo>
                    <a:pt x="111154" y="53395"/>
                  </a:lnTo>
                  <a:lnTo>
                    <a:pt x="114322" y="47624"/>
                  </a:lnTo>
                  <a:lnTo>
                    <a:pt x="114601" y="39527"/>
                  </a:lnTo>
                  <a:lnTo>
                    <a:pt x="113403" y="28489"/>
                  </a:lnTo>
                  <a:lnTo>
                    <a:pt x="109302" y="17894"/>
                  </a:lnTo>
                  <a:lnTo>
                    <a:pt x="102936" y="8916"/>
                  </a:lnTo>
                  <a:lnTo>
                    <a:pt x="94942" y="2730"/>
                  </a:lnTo>
                  <a:lnTo>
                    <a:pt x="90718" y="186"/>
                  </a:lnTo>
                  <a:lnTo>
                    <a:pt x="85500" y="0"/>
                  </a:lnTo>
                  <a:close/>
                </a:path>
              </a:pathLst>
            </a:custGeom>
            <a:solidFill>
              <a:srgbClr val="6B6B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7082934" y="5102549"/>
              <a:ext cx="41275" cy="40640"/>
            </a:xfrm>
            <a:custGeom>
              <a:avLst/>
              <a:gdLst/>
              <a:ahLst/>
              <a:cxnLst/>
              <a:rect l="l" t="t" r="r" b="b"/>
              <a:pathLst>
                <a:path w="41275" h="40639">
                  <a:moveTo>
                    <a:pt x="13478" y="0"/>
                  </a:moveTo>
                  <a:lnTo>
                    <a:pt x="11118" y="93"/>
                  </a:lnTo>
                  <a:lnTo>
                    <a:pt x="3416" y="4871"/>
                  </a:lnTo>
                  <a:lnTo>
                    <a:pt x="0" y="11262"/>
                  </a:lnTo>
                  <a:lnTo>
                    <a:pt x="186" y="18088"/>
                  </a:lnTo>
                  <a:lnTo>
                    <a:pt x="0" y="21035"/>
                  </a:lnTo>
                  <a:lnTo>
                    <a:pt x="1428" y="23889"/>
                  </a:lnTo>
                  <a:lnTo>
                    <a:pt x="3913" y="25503"/>
                  </a:lnTo>
                  <a:lnTo>
                    <a:pt x="29970" y="40395"/>
                  </a:lnTo>
                  <a:lnTo>
                    <a:pt x="40902" y="15543"/>
                  </a:lnTo>
                  <a:lnTo>
                    <a:pt x="15497" y="1023"/>
                  </a:lnTo>
                  <a:lnTo>
                    <a:pt x="13478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6990911" y="5127163"/>
              <a:ext cx="41910" cy="57150"/>
            </a:xfrm>
            <a:custGeom>
              <a:avLst/>
              <a:gdLst/>
              <a:ahLst/>
              <a:cxnLst/>
              <a:rect l="l" t="t" r="r" b="b"/>
              <a:pathLst>
                <a:path w="41909" h="57150">
                  <a:moveTo>
                    <a:pt x="13604" y="0"/>
                  </a:moveTo>
                  <a:lnTo>
                    <a:pt x="6805" y="2254"/>
                  </a:lnTo>
                  <a:lnTo>
                    <a:pt x="2038" y="8324"/>
                  </a:lnTo>
                  <a:lnTo>
                    <a:pt x="0" y="17705"/>
                  </a:lnTo>
                  <a:lnTo>
                    <a:pt x="1238" y="28733"/>
                  </a:lnTo>
                  <a:lnTo>
                    <a:pt x="5365" y="39337"/>
                  </a:lnTo>
                  <a:lnTo>
                    <a:pt x="11739" y="48324"/>
                  </a:lnTo>
                  <a:lnTo>
                    <a:pt x="19721" y="54501"/>
                  </a:lnTo>
                  <a:lnTo>
                    <a:pt x="27861" y="56556"/>
                  </a:lnTo>
                  <a:lnTo>
                    <a:pt x="34667" y="54304"/>
                  </a:lnTo>
                  <a:lnTo>
                    <a:pt x="39436" y="48240"/>
                  </a:lnTo>
                  <a:lnTo>
                    <a:pt x="41461" y="38864"/>
                  </a:lnTo>
                  <a:lnTo>
                    <a:pt x="40218" y="27822"/>
                  </a:lnTo>
                  <a:lnTo>
                    <a:pt x="36084" y="17220"/>
                  </a:lnTo>
                  <a:lnTo>
                    <a:pt x="29708" y="8240"/>
                  </a:lnTo>
                  <a:lnTo>
                    <a:pt x="21740" y="2068"/>
                  </a:lnTo>
                  <a:lnTo>
                    <a:pt x="13604" y="0"/>
                  </a:lnTo>
                  <a:close/>
                </a:path>
              </a:pathLst>
            </a:custGeom>
            <a:solidFill>
              <a:srgbClr val="7C7C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6968581" y="5372474"/>
              <a:ext cx="224790" cy="82550"/>
            </a:xfrm>
            <a:custGeom>
              <a:avLst/>
              <a:gdLst/>
              <a:ahLst/>
              <a:cxnLst/>
              <a:rect l="l" t="t" r="r" b="b"/>
              <a:pathLst>
                <a:path w="224790" h="82550">
                  <a:moveTo>
                    <a:pt x="224482" y="0"/>
                  </a:moveTo>
                  <a:lnTo>
                    <a:pt x="0" y="0"/>
                  </a:lnTo>
                  <a:lnTo>
                    <a:pt x="0" y="19515"/>
                  </a:lnTo>
                  <a:lnTo>
                    <a:pt x="8815" y="43884"/>
                  </a:lnTo>
                  <a:lnTo>
                    <a:pt x="32862" y="63797"/>
                  </a:lnTo>
                  <a:lnTo>
                    <a:pt x="68538" y="77229"/>
                  </a:lnTo>
                  <a:lnTo>
                    <a:pt x="112241" y="82156"/>
                  </a:lnTo>
                  <a:lnTo>
                    <a:pt x="155931" y="77229"/>
                  </a:lnTo>
                  <a:lnTo>
                    <a:pt x="191608" y="63797"/>
                  </a:lnTo>
                  <a:lnTo>
                    <a:pt x="215662" y="43884"/>
                  </a:lnTo>
                  <a:lnTo>
                    <a:pt x="224482" y="19515"/>
                  </a:lnTo>
                  <a:lnTo>
                    <a:pt x="224482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6968581" y="5309863"/>
              <a:ext cx="224790" cy="125730"/>
            </a:xfrm>
            <a:custGeom>
              <a:avLst/>
              <a:gdLst/>
              <a:ahLst/>
              <a:cxnLst/>
              <a:rect l="l" t="t" r="r" b="b"/>
              <a:pathLst>
                <a:path w="224790" h="125729">
                  <a:moveTo>
                    <a:pt x="112241" y="0"/>
                  </a:moveTo>
                  <a:lnTo>
                    <a:pt x="68551" y="4922"/>
                  </a:lnTo>
                  <a:lnTo>
                    <a:pt x="32874" y="18347"/>
                  </a:lnTo>
                  <a:lnTo>
                    <a:pt x="8820" y="38259"/>
                  </a:lnTo>
                  <a:lnTo>
                    <a:pt x="0" y="62641"/>
                  </a:lnTo>
                  <a:lnTo>
                    <a:pt x="8820" y="87023"/>
                  </a:lnTo>
                  <a:lnTo>
                    <a:pt x="32874" y="106934"/>
                  </a:lnTo>
                  <a:lnTo>
                    <a:pt x="68551" y="120359"/>
                  </a:lnTo>
                  <a:lnTo>
                    <a:pt x="112241" y="125282"/>
                  </a:lnTo>
                  <a:lnTo>
                    <a:pt x="155931" y="120359"/>
                  </a:lnTo>
                  <a:lnTo>
                    <a:pt x="191608" y="106934"/>
                  </a:lnTo>
                  <a:lnTo>
                    <a:pt x="215662" y="87023"/>
                  </a:lnTo>
                  <a:lnTo>
                    <a:pt x="224482" y="62641"/>
                  </a:lnTo>
                  <a:lnTo>
                    <a:pt x="215662" y="38259"/>
                  </a:lnTo>
                  <a:lnTo>
                    <a:pt x="191608" y="18347"/>
                  </a:lnTo>
                  <a:lnTo>
                    <a:pt x="155931" y="4922"/>
                  </a:lnTo>
                  <a:lnTo>
                    <a:pt x="112241" y="0"/>
                  </a:lnTo>
                  <a:close/>
                </a:path>
              </a:pathLst>
            </a:custGeom>
            <a:solidFill>
              <a:srgbClr val="B54D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6981004" y="5345698"/>
              <a:ext cx="200025" cy="78105"/>
            </a:xfrm>
            <a:custGeom>
              <a:avLst/>
              <a:gdLst/>
              <a:ahLst/>
              <a:cxnLst/>
              <a:rect l="l" t="t" r="r" b="b"/>
              <a:pathLst>
                <a:path w="200025" h="78104">
                  <a:moveTo>
                    <a:pt x="199636" y="0"/>
                  </a:moveTo>
                  <a:lnTo>
                    <a:pt x="0" y="0"/>
                  </a:lnTo>
                  <a:lnTo>
                    <a:pt x="0" y="21966"/>
                  </a:lnTo>
                  <a:lnTo>
                    <a:pt x="7840" y="43693"/>
                  </a:lnTo>
                  <a:lnTo>
                    <a:pt x="29225" y="61423"/>
                  </a:lnTo>
                  <a:lnTo>
                    <a:pt x="60952" y="73371"/>
                  </a:lnTo>
                  <a:lnTo>
                    <a:pt x="99818" y="77750"/>
                  </a:lnTo>
                  <a:lnTo>
                    <a:pt x="138684" y="73362"/>
                  </a:lnTo>
                  <a:lnTo>
                    <a:pt x="170411" y="61400"/>
                  </a:lnTo>
                  <a:lnTo>
                    <a:pt x="191796" y="43667"/>
                  </a:lnTo>
                  <a:lnTo>
                    <a:pt x="199636" y="21966"/>
                  </a:lnTo>
                  <a:lnTo>
                    <a:pt x="199636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6981004" y="5290007"/>
              <a:ext cx="200025" cy="111760"/>
            </a:xfrm>
            <a:custGeom>
              <a:avLst/>
              <a:gdLst/>
              <a:ahLst/>
              <a:cxnLst/>
              <a:rect l="l" t="t" r="r" b="b"/>
              <a:pathLst>
                <a:path w="200025" h="111760">
                  <a:moveTo>
                    <a:pt x="99818" y="0"/>
                  </a:moveTo>
                  <a:lnTo>
                    <a:pt x="60965" y="4378"/>
                  </a:lnTo>
                  <a:lnTo>
                    <a:pt x="29236" y="16315"/>
                  </a:lnTo>
                  <a:lnTo>
                    <a:pt x="7844" y="34018"/>
                  </a:lnTo>
                  <a:lnTo>
                    <a:pt x="0" y="55691"/>
                  </a:lnTo>
                  <a:lnTo>
                    <a:pt x="7844" y="77364"/>
                  </a:lnTo>
                  <a:lnTo>
                    <a:pt x="29236" y="95067"/>
                  </a:lnTo>
                  <a:lnTo>
                    <a:pt x="60965" y="107004"/>
                  </a:lnTo>
                  <a:lnTo>
                    <a:pt x="99818" y="111383"/>
                  </a:lnTo>
                  <a:lnTo>
                    <a:pt x="138671" y="107004"/>
                  </a:lnTo>
                  <a:lnTo>
                    <a:pt x="170400" y="95067"/>
                  </a:lnTo>
                  <a:lnTo>
                    <a:pt x="191792" y="77364"/>
                  </a:lnTo>
                  <a:lnTo>
                    <a:pt x="199636" y="55691"/>
                  </a:lnTo>
                  <a:lnTo>
                    <a:pt x="191792" y="34018"/>
                  </a:lnTo>
                  <a:lnTo>
                    <a:pt x="170400" y="16315"/>
                  </a:lnTo>
                  <a:lnTo>
                    <a:pt x="138671" y="4378"/>
                  </a:lnTo>
                  <a:lnTo>
                    <a:pt x="99818" y="0"/>
                  </a:lnTo>
                  <a:close/>
                </a:path>
              </a:pathLst>
            </a:custGeom>
            <a:solidFill>
              <a:srgbClr val="B54D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7000881" y="5277845"/>
              <a:ext cx="160020" cy="106680"/>
            </a:xfrm>
            <a:custGeom>
              <a:avLst/>
              <a:gdLst/>
              <a:ahLst/>
              <a:cxnLst/>
              <a:rect l="l" t="t" r="r" b="b"/>
              <a:pathLst>
                <a:path w="160020" h="106679">
                  <a:moveTo>
                    <a:pt x="159821" y="0"/>
                  </a:moveTo>
                  <a:lnTo>
                    <a:pt x="159758" y="2202"/>
                  </a:lnTo>
                  <a:lnTo>
                    <a:pt x="158578" y="4188"/>
                  </a:lnTo>
                  <a:lnTo>
                    <a:pt x="74351" y="53085"/>
                  </a:lnTo>
                  <a:lnTo>
                    <a:pt x="69506" y="53085"/>
                  </a:lnTo>
                  <a:lnTo>
                    <a:pt x="3229" y="16474"/>
                  </a:lnTo>
                  <a:lnTo>
                    <a:pt x="1397" y="15419"/>
                  </a:lnTo>
                  <a:lnTo>
                    <a:pt x="217" y="13558"/>
                  </a:lnTo>
                  <a:lnTo>
                    <a:pt x="31" y="11448"/>
                  </a:lnTo>
                  <a:lnTo>
                    <a:pt x="0" y="66488"/>
                  </a:lnTo>
                  <a:lnTo>
                    <a:pt x="1211" y="68598"/>
                  </a:lnTo>
                  <a:lnTo>
                    <a:pt x="69506" y="106325"/>
                  </a:lnTo>
                  <a:lnTo>
                    <a:pt x="74351" y="106325"/>
                  </a:lnTo>
                  <a:lnTo>
                    <a:pt x="156684" y="58514"/>
                  </a:lnTo>
                  <a:lnTo>
                    <a:pt x="159200" y="56218"/>
                  </a:lnTo>
                  <a:lnTo>
                    <a:pt x="159883" y="54450"/>
                  </a:lnTo>
                  <a:lnTo>
                    <a:pt x="159821" y="0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6999918" y="5235494"/>
              <a:ext cx="161925" cy="95885"/>
            </a:xfrm>
            <a:custGeom>
              <a:avLst/>
              <a:gdLst/>
              <a:ahLst/>
              <a:cxnLst/>
              <a:rect l="l" t="t" r="r" b="b"/>
              <a:pathLst>
                <a:path w="161925" h="95885">
                  <a:moveTo>
                    <a:pt x="92737" y="0"/>
                  </a:moveTo>
                  <a:lnTo>
                    <a:pt x="87923" y="0"/>
                  </a:lnTo>
                  <a:lnTo>
                    <a:pt x="4192" y="47748"/>
                  </a:lnTo>
                  <a:lnTo>
                    <a:pt x="3105" y="48338"/>
                  </a:lnTo>
                  <a:lnTo>
                    <a:pt x="2267" y="49207"/>
                  </a:lnTo>
                  <a:lnTo>
                    <a:pt x="0" y="53364"/>
                  </a:lnTo>
                  <a:lnTo>
                    <a:pt x="1118" y="57211"/>
                  </a:lnTo>
                  <a:lnTo>
                    <a:pt x="70469" y="95497"/>
                  </a:lnTo>
                  <a:lnTo>
                    <a:pt x="75314" y="95497"/>
                  </a:lnTo>
                  <a:lnTo>
                    <a:pt x="158765" y="47128"/>
                  </a:lnTo>
                  <a:lnTo>
                    <a:pt x="159634" y="46228"/>
                  </a:lnTo>
                  <a:lnTo>
                    <a:pt x="161870" y="42040"/>
                  </a:lnTo>
                  <a:lnTo>
                    <a:pt x="160721" y="38192"/>
                  </a:lnTo>
                  <a:lnTo>
                    <a:pt x="92737" y="0"/>
                  </a:lnTo>
                  <a:close/>
                </a:path>
              </a:pathLst>
            </a:custGeom>
            <a:solidFill>
              <a:srgbClr val="6B6B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7000602" y="5095568"/>
              <a:ext cx="149225" cy="208915"/>
            </a:xfrm>
            <a:custGeom>
              <a:avLst/>
              <a:gdLst/>
              <a:ahLst/>
              <a:cxnLst/>
              <a:rect l="l" t="t" r="r" b="b"/>
              <a:pathLst>
                <a:path w="149225" h="208914">
                  <a:moveTo>
                    <a:pt x="121030" y="0"/>
                  </a:moveTo>
                  <a:lnTo>
                    <a:pt x="115315" y="0"/>
                  </a:lnTo>
                  <a:lnTo>
                    <a:pt x="104849" y="6081"/>
                  </a:lnTo>
                  <a:lnTo>
                    <a:pt x="100004" y="10983"/>
                  </a:lnTo>
                  <a:lnTo>
                    <a:pt x="96774" y="16909"/>
                  </a:lnTo>
                  <a:lnTo>
                    <a:pt x="5275" y="155942"/>
                  </a:lnTo>
                  <a:lnTo>
                    <a:pt x="2313" y="162886"/>
                  </a:lnTo>
                  <a:lnTo>
                    <a:pt x="539" y="170225"/>
                  </a:lnTo>
                  <a:lnTo>
                    <a:pt x="0" y="177809"/>
                  </a:lnTo>
                  <a:lnTo>
                    <a:pt x="341" y="186403"/>
                  </a:lnTo>
                  <a:lnTo>
                    <a:pt x="3726" y="192422"/>
                  </a:lnTo>
                  <a:lnTo>
                    <a:pt x="8882" y="194966"/>
                  </a:lnTo>
                  <a:lnTo>
                    <a:pt x="33138" y="208680"/>
                  </a:lnTo>
                  <a:lnTo>
                    <a:pt x="26554" y="191119"/>
                  </a:lnTo>
                  <a:lnTo>
                    <a:pt x="30187" y="188203"/>
                  </a:lnTo>
                  <a:lnTo>
                    <a:pt x="33324" y="184604"/>
                  </a:lnTo>
                  <a:lnTo>
                    <a:pt x="35715" y="180570"/>
                  </a:lnTo>
                  <a:lnTo>
                    <a:pt x="127301" y="41602"/>
                  </a:lnTo>
                  <a:lnTo>
                    <a:pt x="130149" y="35419"/>
                  </a:lnTo>
                  <a:lnTo>
                    <a:pt x="132071" y="28894"/>
                  </a:lnTo>
                  <a:lnTo>
                    <a:pt x="133018" y="22121"/>
                  </a:lnTo>
                  <a:lnTo>
                    <a:pt x="149199" y="16040"/>
                  </a:lnTo>
                  <a:lnTo>
                    <a:pt x="121030" y="0"/>
                  </a:lnTo>
                  <a:close/>
                </a:path>
              </a:pathLst>
            </a:custGeom>
            <a:solidFill>
              <a:srgbClr val="7C7C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7024702" y="5109902"/>
              <a:ext cx="133350" cy="195580"/>
            </a:xfrm>
            <a:custGeom>
              <a:avLst/>
              <a:gdLst/>
              <a:ahLst/>
              <a:cxnLst/>
              <a:rect l="l" t="t" r="r" b="b"/>
              <a:pathLst>
                <a:path w="133350" h="195579">
                  <a:moveTo>
                    <a:pt x="119215" y="0"/>
                  </a:moveTo>
                  <a:lnTo>
                    <a:pt x="110843" y="2109"/>
                  </a:lnTo>
                  <a:lnTo>
                    <a:pt x="104973" y="5460"/>
                  </a:lnTo>
                  <a:lnTo>
                    <a:pt x="100128" y="10362"/>
                  </a:lnTo>
                  <a:lnTo>
                    <a:pt x="96898" y="16319"/>
                  </a:lnTo>
                  <a:lnTo>
                    <a:pt x="9410" y="148893"/>
                  </a:lnTo>
                  <a:lnTo>
                    <a:pt x="5302" y="155290"/>
                  </a:lnTo>
                  <a:lnTo>
                    <a:pt x="2329" y="162234"/>
                  </a:lnTo>
                  <a:lnTo>
                    <a:pt x="544" y="169574"/>
                  </a:lnTo>
                  <a:lnTo>
                    <a:pt x="0" y="177157"/>
                  </a:lnTo>
                  <a:lnTo>
                    <a:pt x="2082" y="186811"/>
                  </a:lnTo>
                  <a:lnTo>
                    <a:pt x="6972" y="193047"/>
                  </a:lnTo>
                  <a:lnTo>
                    <a:pt x="13958" y="195356"/>
                  </a:lnTo>
                  <a:lnTo>
                    <a:pt x="22330" y="193229"/>
                  </a:lnTo>
                  <a:lnTo>
                    <a:pt x="27951" y="190064"/>
                  </a:lnTo>
                  <a:lnTo>
                    <a:pt x="32641" y="185441"/>
                  </a:lnTo>
                  <a:lnTo>
                    <a:pt x="35840" y="179857"/>
                  </a:lnTo>
                  <a:lnTo>
                    <a:pt x="127832" y="40131"/>
                  </a:lnTo>
                  <a:lnTo>
                    <a:pt x="130825" y="33151"/>
                  </a:lnTo>
                  <a:lnTo>
                    <a:pt x="132623" y="25775"/>
                  </a:lnTo>
                  <a:lnTo>
                    <a:pt x="133173" y="18150"/>
                  </a:lnTo>
                  <a:lnTo>
                    <a:pt x="131091" y="8532"/>
                  </a:lnTo>
                  <a:lnTo>
                    <a:pt x="126201" y="2311"/>
                  </a:lnTo>
                  <a:lnTo>
                    <a:pt x="119215" y="0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7035176" y="5253707"/>
              <a:ext cx="39370" cy="76200"/>
            </a:xfrm>
            <a:custGeom>
              <a:avLst/>
              <a:gdLst/>
              <a:ahLst/>
              <a:cxnLst/>
              <a:rect l="l" t="t" r="r" b="b"/>
              <a:pathLst>
                <a:path w="39370" h="76200">
                  <a:moveTo>
                    <a:pt x="25925" y="0"/>
                  </a:moveTo>
                  <a:lnTo>
                    <a:pt x="0" y="30989"/>
                  </a:lnTo>
                  <a:lnTo>
                    <a:pt x="3563" y="41698"/>
                  </a:lnTo>
                  <a:lnTo>
                    <a:pt x="17694" y="67357"/>
                  </a:lnTo>
                  <a:lnTo>
                    <a:pt x="32571" y="75827"/>
                  </a:lnTo>
                  <a:lnTo>
                    <a:pt x="34355" y="67719"/>
                  </a:lnTo>
                  <a:lnTo>
                    <a:pt x="37594" y="48687"/>
                  </a:lnTo>
                  <a:lnTo>
                    <a:pt x="39122" y="26664"/>
                  </a:lnTo>
                  <a:lnTo>
                    <a:pt x="35770" y="9587"/>
                  </a:lnTo>
                  <a:lnTo>
                    <a:pt x="34559" y="7415"/>
                  </a:lnTo>
                  <a:lnTo>
                    <a:pt x="32788" y="5615"/>
                  </a:lnTo>
                  <a:lnTo>
                    <a:pt x="30707" y="4250"/>
                  </a:lnTo>
                  <a:lnTo>
                    <a:pt x="35894" y="3723"/>
                  </a:lnTo>
                  <a:lnTo>
                    <a:pt x="31391" y="899"/>
                  </a:lnTo>
                  <a:lnTo>
                    <a:pt x="25925" y="0"/>
                  </a:lnTo>
                  <a:close/>
                </a:path>
              </a:pathLst>
            </a:custGeom>
            <a:solidFill>
              <a:srgbClr val="6B6B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7045558" y="5255041"/>
              <a:ext cx="64769" cy="78740"/>
            </a:xfrm>
            <a:custGeom>
              <a:avLst/>
              <a:gdLst/>
              <a:ahLst/>
              <a:cxnLst/>
              <a:rect l="l" t="t" r="r" b="b"/>
              <a:pathLst>
                <a:path w="64770" h="78739">
                  <a:moveTo>
                    <a:pt x="22749" y="0"/>
                  </a:moveTo>
                  <a:lnTo>
                    <a:pt x="15264" y="3754"/>
                  </a:lnTo>
                  <a:lnTo>
                    <a:pt x="6631" y="10433"/>
                  </a:lnTo>
                  <a:lnTo>
                    <a:pt x="1408" y="19588"/>
                  </a:lnTo>
                  <a:lnTo>
                    <a:pt x="0" y="30041"/>
                  </a:lnTo>
                  <a:lnTo>
                    <a:pt x="2810" y="40612"/>
                  </a:lnTo>
                  <a:lnTo>
                    <a:pt x="24612" y="78650"/>
                  </a:lnTo>
                  <a:lnTo>
                    <a:pt x="64428" y="59507"/>
                  </a:lnTo>
                  <a:lnTo>
                    <a:pt x="31879" y="2761"/>
                  </a:lnTo>
                  <a:lnTo>
                    <a:pt x="22749" y="0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7053213" y="5265403"/>
              <a:ext cx="21590" cy="31115"/>
            </a:xfrm>
            <a:custGeom>
              <a:avLst/>
              <a:gdLst/>
              <a:ahLst/>
              <a:cxnLst/>
              <a:rect l="l" t="t" r="r" b="b"/>
              <a:pathLst>
                <a:path w="21590" h="31114">
                  <a:moveTo>
                    <a:pt x="15062" y="0"/>
                  </a:moveTo>
                  <a:lnTo>
                    <a:pt x="12329" y="0"/>
                  </a:lnTo>
                  <a:lnTo>
                    <a:pt x="10124" y="1303"/>
                  </a:lnTo>
                  <a:lnTo>
                    <a:pt x="3757" y="5336"/>
                  </a:lnTo>
                  <a:lnTo>
                    <a:pt x="0" y="12379"/>
                  </a:lnTo>
                  <a:lnTo>
                    <a:pt x="186" y="19887"/>
                  </a:lnTo>
                  <a:lnTo>
                    <a:pt x="0" y="22959"/>
                  </a:lnTo>
                  <a:lnTo>
                    <a:pt x="1242" y="25937"/>
                  </a:lnTo>
                  <a:lnTo>
                    <a:pt x="3633" y="27892"/>
                  </a:lnTo>
                  <a:lnTo>
                    <a:pt x="8447" y="30653"/>
                  </a:lnTo>
                  <a:lnTo>
                    <a:pt x="7422" y="28823"/>
                  </a:lnTo>
                  <a:lnTo>
                    <a:pt x="8727" y="28761"/>
                  </a:lnTo>
                  <a:lnTo>
                    <a:pt x="10000" y="28419"/>
                  </a:lnTo>
                  <a:lnTo>
                    <a:pt x="11149" y="27830"/>
                  </a:lnTo>
                  <a:lnTo>
                    <a:pt x="17516" y="23827"/>
                  </a:lnTo>
                  <a:lnTo>
                    <a:pt x="21274" y="16753"/>
                  </a:lnTo>
                  <a:lnTo>
                    <a:pt x="21025" y="7508"/>
                  </a:lnTo>
                  <a:lnTo>
                    <a:pt x="20591" y="5770"/>
                  </a:lnTo>
                  <a:lnTo>
                    <a:pt x="19876" y="4188"/>
                  </a:lnTo>
                  <a:lnTo>
                    <a:pt x="21398" y="3567"/>
                  </a:lnTo>
                  <a:lnTo>
                    <a:pt x="17298" y="1303"/>
                  </a:lnTo>
                  <a:lnTo>
                    <a:pt x="15062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7057592" y="5266241"/>
              <a:ext cx="21590" cy="32384"/>
            </a:xfrm>
            <a:custGeom>
              <a:avLst/>
              <a:gdLst/>
              <a:ahLst/>
              <a:cxnLst/>
              <a:rect l="l" t="t" r="r" b="b"/>
              <a:pathLst>
                <a:path w="21590" h="32385">
                  <a:moveTo>
                    <a:pt x="16025" y="0"/>
                  </a:moveTo>
                  <a:lnTo>
                    <a:pt x="10279" y="2947"/>
                  </a:lnTo>
                  <a:lnTo>
                    <a:pt x="3882" y="6949"/>
                  </a:lnTo>
                  <a:lnTo>
                    <a:pt x="0" y="13992"/>
                  </a:lnTo>
                  <a:lnTo>
                    <a:pt x="155" y="21531"/>
                  </a:lnTo>
                  <a:lnTo>
                    <a:pt x="434" y="28978"/>
                  </a:lnTo>
                  <a:lnTo>
                    <a:pt x="5372" y="32391"/>
                  </a:lnTo>
                  <a:lnTo>
                    <a:pt x="11304" y="29412"/>
                  </a:lnTo>
                  <a:lnTo>
                    <a:pt x="17671" y="25410"/>
                  </a:lnTo>
                  <a:lnTo>
                    <a:pt x="21429" y="18336"/>
                  </a:lnTo>
                  <a:lnTo>
                    <a:pt x="20963" y="3381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B54D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7129800" y="5122126"/>
              <a:ext cx="19685" cy="28575"/>
            </a:xfrm>
            <a:custGeom>
              <a:avLst/>
              <a:gdLst/>
              <a:ahLst/>
              <a:cxnLst/>
              <a:rect l="l" t="t" r="r" b="b"/>
              <a:pathLst>
                <a:path w="19684" h="28575">
                  <a:moveTo>
                    <a:pt x="13789" y="0"/>
                  </a:moveTo>
                  <a:lnTo>
                    <a:pt x="11304" y="0"/>
                  </a:lnTo>
                  <a:lnTo>
                    <a:pt x="9255" y="1178"/>
                  </a:lnTo>
                  <a:lnTo>
                    <a:pt x="3447" y="4871"/>
                  </a:lnTo>
                  <a:lnTo>
                    <a:pt x="0" y="11355"/>
                  </a:lnTo>
                  <a:lnTo>
                    <a:pt x="124" y="18243"/>
                  </a:lnTo>
                  <a:lnTo>
                    <a:pt x="0" y="21097"/>
                  </a:lnTo>
                  <a:lnTo>
                    <a:pt x="1211" y="23827"/>
                  </a:lnTo>
                  <a:lnTo>
                    <a:pt x="3447" y="25596"/>
                  </a:lnTo>
                  <a:lnTo>
                    <a:pt x="7857" y="28140"/>
                  </a:lnTo>
                  <a:lnTo>
                    <a:pt x="6956" y="26434"/>
                  </a:lnTo>
                  <a:lnTo>
                    <a:pt x="8074" y="26372"/>
                  </a:lnTo>
                  <a:lnTo>
                    <a:pt x="9192" y="26061"/>
                  </a:lnTo>
                  <a:lnTo>
                    <a:pt x="10155" y="25534"/>
                  </a:lnTo>
                  <a:lnTo>
                    <a:pt x="15994" y="21842"/>
                  </a:lnTo>
                  <a:lnTo>
                    <a:pt x="19441" y="15388"/>
                  </a:lnTo>
                  <a:lnTo>
                    <a:pt x="19255" y="8501"/>
                  </a:lnTo>
                  <a:lnTo>
                    <a:pt x="19255" y="6887"/>
                  </a:lnTo>
                  <a:lnTo>
                    <a:pt x="18882" y="5305"/>
                  </a:lnTo>
                  <a:lnTo>
                    <a:pt x="18199" y="3847"/>
                  </a:lnTo>
                  <a:lnTo>
                    <a:pt x="19566" y="3257"/>
                  </a:lnTo>
                  <a:lnTo>
                    <a:pt x="13789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7133806" y="5123088"/>
              <a:ext cx="19685" cy="29845"/>
            </a:xfrm>
            <a:custGeom>
              <a:avLst/>
              <a:gdLst/>
              <a:ahLst/>
              <a:cxnLst/>
              <a:rect l="l" t="t" r="r" b="b"/>
              <a:pathLst>
                <a:path w="19684" h="29845">
                  <a:moveTo>
                    <a:pt x="14565" y="0"/>
                  </a:moveTo>
                  <a:lnTo>
                    <a:pt x="9224" y="2699"/>
                  </a:lnTo>
                  <a:lnTo>
                    <a:pt x="3478" y="6360"/>
                  </a:lnTo>
                  <a:lnTo>
                    <a:pt x="0" y="12751"/>
                  </a:lnTo>
                  <a:lnTo>
                    <a:pt x="124" y="19546"/>
                  </a:lnTo>
                  <a:lnTo>
                    <a:pt x="372" y="26278"/>
                  </a:lnTo>
                  <a:lnTo>
                    <a:pt x="4876" y="29505"/>
                  </a:lnTo>
                  <a:lnTo>
                    <a:pt x="10186" y="26992"/>
                  </a:lnTo>
                  <a:lnTo>
                    <a:pt x="15994" y="23300"/>
                  </a:lnTo>
                  <a:lnTo>
                    <a:pt x="19472" y="16816"/>
                  </a:lnTo>
                  <a:lnTo>
                    <a:pt x="19317" y="9928"/>
                  </a:lnTo>
                  <a:lnTo>
                    <a:pt x="19069" y="3226"/>
                  </a:lnTo>
                  <a:lnTo>
                    <a:pt x="14565" y="0"/>
                  </a:lnTo>
                  <a:close/>
                </a:path>
              </a:pathLst>
            </a:custGeom>
            <a:solidFill>
              <a:srgbClr val="B54D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6975445" y="5144558"/>
              <a:ext cx="41275" cy="40640"/>
            </a:xfrm>
            <a:custGeom>
              <a:avLst/>
              <a:gdLst/>
              <a:ahLst/>
              <a:cxnLst/>
              <a:rect l="l" t="t" r="r" b="b"/>
              <a:pathLst>
                <a:path w="41275" h="40639">
                  <a:moveTo>
                    <a:pt x="27485" y="0"/>
                  </a:moveTo>
                  <a:lnTo>
                    <a:pt x="25467" y="1023"/>
                  </a:lnTo>
                  <a:lnTo>
                    <a:pt x="0" y="15512"/>
                  </a:lnTo>
                  <a:lnTo>
                    <a:pt x="10994" y="40364"/>
                  </a:lnTo>
                  <a:lnTo>
                    <a:pt x="37051" y="25472"/>
                  </a:lnTo>
                  <a:lnTo>
                    <a:pt x="39504" y="23827"/>
                  </a:lnTo>
                  <a:lnTo>
                    <a:pt x="40902" y="21004"/>
                  </a:lnTo>
                  <a:lnTo>
                    <a:pt x="40778" y="18057"/>
                  </a:lnTo>
                  <a:lnTo>
                    <a:pt x="40964" y="11262"/>
                  </a:lnTo>
                  <a:lnTo>
                    <a:pt x="37517" y="4871"/>
                  </a:lnTo>
                  <a:lnTo>
                    <a:pt x="31771" y="1241"/>
                  </a:lnTo>
                  <a:lnTo>
                    <a:pt x="29846" y="93"/>
                  </a:lnTo>
                  <a:lnTo>
                    <a:pt x="27485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6971439" y="5157682"/>
              <a:ext cx="19685" cy="29845"/>
            </a:xfrm>
            <a:custGeom>
              <a:avLst/>
              <a:gdLst/>
              <a:ahLst/>
              <a:cxnLst/>
              <a:rect l="l" t="t" r="r" b="b"/>
              <a:pathLst>
                <a:path w="19684" h="29845">
                  <a:moveTo>
                    <a:pt x="4875" y="0"/>
                  </a:moveTo>
                  <a:lnTo>
                    <a:pt x="434" y="3226"/>
                  </a:lnTo>
                  <a:lnTo>
                    <a:pt x="186" y="9835"/>
                  </a:lnTo>
                  <a:lnTo>
                    <a:pt x="0" y="16629"/>
                  </a:lnTo>
                  <a:lnTo>
                    <a:pt x="3416" y="22990"/>
                  </a:lnTo>
                  <a:lnTo>
                    <a:pt x="9161" y="26620"/>
                  </a:lnTo>
                  <a:lnTo>
                    <a:pt x="14410" y="29319"/>
                  </a:lnTo>
                  <a:lnTo>
                    <a:pt x="18820" y="26123"/>
                  </a:lnTo>
                  <a:lnTo>
                    <a:pt x="19100" y="19484"/>
                  </a:lnTo>
                  <a:lnTo>
                    <a:pt x="19255" y="12689"/>
                  </a:lnTo>
                  <a:lnTo>
                    <a:pt x="15870" y="6329"/>
                  </a:lnTo>
                  <a:lnTo>
                    <a:pt x="10093" y="2699"/>
                  </a:lnTo>
                  <a:lnTo>
                    <a:pt x="4875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6877801" y="5145364"/>
              <a:ext cx="121920" cy="107950"/>
            </a:xfrm>
            <a:custGeom>
              <a:avLst/>
              <a:gdLst/>
              <a:ahLst/>
              <a:cxnLst/>
              <a:rect l="l" t="t" r="r" b="b"/>
              <a:pathLst>
                <a:path w="121920" h="107950">
                  <a:moveTo>
                    <a:pt x="92302" y="0"/>
                  </a:moveTo>
                  <a:lnTo>
                    <a:pt x="87923" y="2233"/>
                  </a:lnTo>
                  <a:lnTo>
                    <a:pt x="0" y="53116"/>
                  </a:lnTo>
                  <a:lnTo>
                    <a:pt x="24069" y="107659"/>
                  </a:lnTo>
                  <a:lnTo>
                    <a:pt x="113173" y="55877"/>
                  </a:lnTo>
                  <a:lnTo>
                    <a:pt x="117893" y="53364"/>
                  </a:lnTo>
                  <a:lnTo>
                    <a:pt x="121092" y="47624"/>
                  </a:lnTo>
                  <a:lnTo>
                    <a:pt x="121403" y="39558"/>
                  </a:lnTo>
                  <a:lnTo>
                    <a:pt x="120169" y="28498"/>
                  </a:lnTo>
                  <a:lnTo>
                    <a:pt x="116053" y="17886"/>
                  </a:lnTo>
                  <a:lnTo>
                    <a:pt x="109689" y="8903"/>
                  </a:lnTo>
                  <a:lnTo>
                    <a:pt x="101712" y="2730"/>
                  </a:lnTo>
                  <a:lnTo>
                    <a:pt x="97520" y="186"/>
                  </a:lnTo>
                  <a:lnTo>
                    <a:pt x="92302" y="0"/>
                  </a:lnTo>
                  <a:close/>
                </a:path>
              </a:pathLst>
            </a:custGeom>
            <a:solidFill>
              <a:srgbClr val="6B6B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6869198" y="5197202"/>
              <a:ext cx="41910" cy="57150"/>
            </a:xfrm>
            <a:custGeom>
              <a:avLst/>
              <a:gdLst/>
              <a:ahLst/>
              <a:cxnLst/>
              <a:rect l="l" t="t" r="r" b="b"/>
              <a:pathLst>
                <a:path w="41909" h="57150">
                  <a:moveTo>
                    <a:pt x="13587" y="0"/>
                  </a:moveTo>
                  <a:lnTo>
                    <a:pt x="6782" y="2256"/>
                  </a:lnTo>
                  <a:lnTo>
                    <a:pt x="2021" y="8328"/>
                  </a:lnTo>
                  <a:lnTo>
                    <a:pt x="0" y="17722"/>
                  </a:lnTo>
                  <a:lnTo>
                    <a:pt x="1233" y="28751"/>
                  </a:lnTo>
                  <a:lnTo>
                    <a:pt x="5349" y="39355"/>
                  </a:lnTo>
                  <a:lnTo>
                    <a:pt x="11713" y="48342"/>
                  </a:lnTo>
                  <a:lnTo>
                    <a:pt x="19690" y="54519"/>
                  </a:lnTo>
                  <a:lnTo>
                    <a:pt x="27830" y="56583"/>
                  </a:lnTo>
                  <a:lnTo>
                    <a:pt x="34636" y="54348"/>
                  </a:lnTo>
                  <a:lnTo>
                    <a:pt x="39405" y="48297"/>
                  </a:lnTo>
                  <a:lnTo>
                    <a:pt x="41430" y="38913"/>
                  </a:lnTo>
                  <a:lnTo>
                    <a:pt x="40201" y="27835"/>
                  </a:lnTo>
                  <a:lnTo>
                    <a:pt x="36092" y="17214"/>
                  </a:lnTo>
                  <a:lnTo>
                    <a:pt x="29730" y="8228"/>
                  </a:lnTo>
                  <a:lnTo>
                    <a:pt x="21740" y="2054"/>
                  </a:lnTo>
                  <a:lnTo>
                    <a:pt x="13587" y="0"/>
                  </a:lnTo>
                  <a:close/>
                </a:path>
              </a:pathLst>
            </a:custGeom>
            <a:solidFill>
              <a:srgbClr val="7C7C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6879416" y="5202886"/>
              <a:ext cx="46990" cy="63500"/>
            </a:xfrm>
            <a:custGeom>
              <a:avLst/>
              <a:gdLst/>
              <a:ahLst/>
              <a:cxnLst/>
              <a:rect l="l" t="t" r="r" b="b"/>
              <a:pathLst>
                <a:path w="46990" h="63500">
                  <a:moveTo>
                    <a:pt x="29668" y="0"/>
                  </a:moveTo>
                  <a:lnTo>
                    <a:pt x="24131" y="0"/>
                  </a:lnTo>
                  <a:lnTo>
                    <a:pt x="19814" y="2575"/>
                  </a:lnTo>
                  <a:lnTo>
                    <a:pt x="372" y="38968"/>
                  </a:lnTo>
                  <a:lnTo>
                    <a:pt x="0" y="45080"/>
                  </a:lnTo>
                  <a:lnTo>
                    <a:pt x="2670" y="50944"/>
                  </a:lnTo>
                  <a:lnTo>
                    <a:pt x="7484" y="54698"/>
                  </a:lnTo>
                  <a:lnTo>
                    <a:pt x="22734" y="63479"/>
                  </a:lnTo>
                  <a:lnTo>
                    <a:pt x="25719" y="58417"/>
                  </a:lnTo>
                  <a:lnTo>
                    <a:pt x="32245" y="46209"/>
                  </a:lnTo>
                  <a:lnTo>
                    <a:pt x="38666" y="31319"/>
                  </a:lnTo>
                  <a:lnTo>
                    <a:pt x="41337" y="18212"/>
                  </a:lnTo>
                  <a:lnTo>
                    <a:pt x="41182" y="14302"/>
                  </a:lnTo>
                  <a:lnTo>
                    <a:pt x="46772" y="9835"/>
                  </a:lnTo>
                  <a:lnTo>
                    <a:pt x="33883" y="2388"/>
                  </a:lnTo>
                  <a:lnTo>
                    <a:pt x="29668" y="0"/>
                  </a:lnTo>
                  <a:close/>
                </a:path>
              </a:pathLst>
            </a:custGeom>
            <a:solidFill>
              <a:srgbClr val="B54D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6893671" y="5211346"/>
              <a:ext cx="41275" cy="56515"/>
            </a:xfrm>
            <a:custGeom>
              <a:avLst/>
              <a:gdLst/>
              <a:ahLst/>
              <a:cxnLst/>
              <a:rect l="l" t="t" r="r" b="b"/>
              <a:pathLst>
                <a:path w="41275" h="56514">
                  <a:moveTo>
                    <a:pt x="27547" y="0"/>
                  </a:moveTo>
                  <a:lnTo>
                    <a:pt x="0" y="38451"/>
                  </a:lnTo>
                  <a:lnTo>
                    <a:pt x="1969" y="47785"/>
                  </a:lnTo>
                  <a:lnTo>
                    <a:pt x="6669" y="53809"/>
                  </a:lnTo>
                  <a:lnTo>
                    <a:pt x="13408" y="56016"/>
                  </a:lnTo>
                  <a:lnTo>
                    <a:pt x="21491" y="53902"/>
                  </a:lnTo>
                  <a:lnTo>
                    <a:pt x="29421" y="47740"/>
                  </a:lnTo>
                  <a:lnTo>
                    <a:pt x="35712" y="38858"/>
                  </a:lnTo>
                  <a:lnTo>
                    <a:pt x="39760" y="28400"/>
                  </a:lnTo>
                  <a:lnTo>
                    <a:pt x="40964" y="17508"/>
                  </a:lnTo>
                  <a:lnTo>
                    <a:pt x="38965" y="8244"/>
                  </a:lnTo>
                  <a:lnTo>
                    <a:pt x="34263" y="2240"/>
                  </a:lnTo>
                  <a:lnTo>
                    <a:pt x="27547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6903081" y="5219361"/>
              <a:ext cx="27940" cy="42545"/>
            </a:xfrm>
            <a:custGeom>
              <a:avLst/>
              <a:gdLst/>
              <a:ahLst/>
              <a:cxnLst/>
              <a:rect l="l" t="t" r="r" b="b"/>
              <a:pathLst>
                <a:path w="27940" h="42545">
                  <a:moveTo>
                    <a:pt x="20528" y="0"/>
                  </a:moveTo>
                  <a:lnTo>
                    <a:pt x="0" y="28202"/>
                  </a:lnTo>
                  <a:lnTo>
                    <a:pt x="341" y="37820"/>
                  </a:lnTo>
                  <a:lnTo>
                    <a:pt x="6770" y="42474"/>
                  </a:lnTo>
                  <a:lnTo>
                    <a:pt x="14348" y="38503"/>
                  </a:lnTo>
                  <a:lnTo>
                    <a:pt x="19923" y="33860"/>
                  </a:lnTo>
                  <a:lnTo>
                    <a:pt x="24057" y="28055"/>
                  </a:lnTo>
                  <a:lnTo>
                    <a:pt x="26590" y="21400"/>
                  </a:lnTo>
                  <a:lnTo>
                    <a:pt x="27361" y="14209"/>
                  </a:lnTo>
                  <a:lnTo>
                    <a:pt x="26988" y="4653"/>
                  </a:lnTo>
                  <a:lnTo>
                    <a:pt x="20528" y="0"/>
                  </a:lnTo>
                  <a:close/>
                </a:path>
              </a:pathLst>
            </a:custGeom>
            <a:solidFill>
              <a:srgbClr val="6B6B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6382001" y="5040993"/>
              <a:ext cx="396240" cy="226695"/>
            </a:xfrm>
            <a:custGeom>
              <a:avLst/>
              <a:gdLst/>
              <a:ahLst/>
              <a:cxnLst/>
              <a:rect l="l" t="t" r="r" b="b"/>
              <a:pathLst>
                <a:path w="396240" h="226695">
                  <a:moveTo>
                    <a:pt x="252185" y="0"/>
                  </a:moveTo>
                  <a:lnTo>
                    <a:pt x="0" y="145046"/>
                  </a:lnTo>
                  <a:lnTo>
                    <a:pt x="139944" y="226178"/>
                  </a:lnTo>
                  <a:lnTo>
                    <a:pt x="395763" y="78619"/>
                  </a:lnTo>
                  <a:lnTo>
                    <a:pt x="252185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6266698" y="5186039"/>
              <a:ext cx="255270" cy="370840"/>
            </a:xfrm>
            <a:custGeom>
              <a:avLst/>
              <a:gdLst/>
              <a:ahLst/>
              <a:cxnLst/>
              <a:rect l="l" t="t" r="r" b="b"/>
              <a:pathLst>
                <a:path w="255270" h="370839">
                  <a:moveTo>
                    <a:pt x="115284" y="0"/>
                  </a:moveTo>
                  <a:lnTo>
                    <a:pt x="0" y="66860"/>
                  </a:lnTo>
                  <a:lnTo>
                    <a:pt x="0" y="222269"/>
                  </a:lnTo>
                  <a:lnTo>
                    <a:pt x="255260" y="370232"/>
                  </a:lnTo>
                  <a:lnTo>
                    <a:pt x="255260" y="81132"/>
                  </a:lnTo>
                  <a:lnTo>
                    <a:pt x="115284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6397015" y="5119623"/>
              <a:ext cx="381000" cy="436880"/>
            </a:xfrm>
            <a:custGeom>
              <a:avLst/>
              <a:gdLst/>
              <a:ahLst/>
              <a:cxnLst/>
              <a:rect l="l" t="t" r="r" b="b"/>
              <a:pathLst>
                <a:path w="381000" h="436879">
                  <a:moveTo>
                    <a:pt x="7454" y="237464"/>
                  </a:moveTo>
                  <a:lnTo>
                    <a:pt x="5778" y="235788"/>
                  </a:lnTo>
                  <a:lnTo>
                    <a:pt x="1676" y="235788"/>
                  </a:lnTo>
                  <a:lnTo>
                    <a:pt x="0" y="237464"/>
                  </a:lnTo>
                  <a:lnTo>
                    <a:pt x="0" y="341617"/>
                  </a:lnTo>
                  <a:lnTo>
                    <a:pt x="1676" y="343293"/>
                  </a:lnTo>
                  <a:lnTo>
                    <a:pt x="3721" y="343293"/>
                  </a:lnTo>
                  <a:lnTo>
                    <a:pt x="5740" y="343293"/>
                  </a:lnTo>
                  <a:lnTo>
                    <a:pt x="7416" y="341680"/>
                  </a:lnTo>
                  <a:lnTo>
                    <a:pt x="7454" y="237464"/>
                  </a:lnTo>
                  <a:close/>
                </a:path>
                <a:path w="381000" h="436879">
                  <a:moveTo>
                    <a:pt x="25654" y="247865"/>
                  </a:moveTo>
                  <a:lnTo>
                    <a:pt x="23977" y="246189"/>
                  </a:lnTo>
                  <a:lnTo>
                    <a:pt x="19875" y="246189"/>
                  </a:lnTo>
                  <a:lnTo>
                    <a:pt x="18199" y="247865"/>
                  </a:lnTo>
                  <a:lnTo>
                    <a:pt x="18199" y="352107"/>
                  </a:lnTo>
                  <a:lnTo>
                    <a:pt x="19875" y="353783"/>
                  </a:lnTo>
                  <a:lnTo>
                    <a:pt x="21920" y="353783"/>
                  </a:lnTo>
                  <a:lnTo>
                    <a:pt x="23977" y="353783"/>
                  </a:lnTo>
                  <a:lnTo>
                    <a:pt x="25654" y="352107"/>
                  </a:lnTo>
                  <a:lnTo>
                    <a:pt x="25654" y="247865"/>
                  </a:lnTo>
                  <a:close/>
                </a:path>
                <a:path w="381000" h="436879">
                  <a:moveTo>
                    <a:pt x="43751" y="259232"/>
                  </a:moveTo>
                  <a:lnTo>
                    <a:pt x="43129" y="256654"/>
                  </a:lnTo>
                  <a:lnTo>
                    <a:pt x="41084" y="255435"/>
                  </a:lnTo>
                  <a:lnTo>
                    <a:pt x="37109" y="256438"/>
                  </a:lnTo>
                  <a:lnTo>
                    <a:pt x="35928" y="258445"/>
                  </a:lnTo>
                  <a:lnTo>
                    <a:pt x="36398" y="260438"/>
                  </a:lnTo>
                  <a:lnTo>
                    <a:pt x="36398" y="362635"/>
                  </a:lnTo>
                  <a:lnTo>
                    <a:pt x="38074" y="364312"/>
                  </a:lnTo>
                  <a:lnTo>
                    <a:pt x="40119" y="364312"/>
                  </a:lnTo>
                  <a:lnTo>
                    <a:pt x="42075" y="364185"/>
                  </a:lnTo>
                  <a:lnTo>
                    <a:pt x="43637" y="362572"/>
                  </a:lnTo>
                  <a:lnTo>
                    <a:pt x="43637" y="260438"/>
                  </a:lnTo>
                  <a:lnTo>
                    <a:pt x="43751" y="259232"/>
                  </a:lnTo>
                  <a:close/>
                </a:path>
                <a:path w="381000" h="436879">
                  <a:moveTo>
                    <a:pt x="62052" y="371348"/>
                  </a:moveTo>
                  <a:lnTo>
                    <a:pt x="62039" y="268935"/>
                  </a:lnTo>
                  <a:lnTo>
                    <a:pt x="60363" y="267258"/>
                  </a:lnTo>
                  <a:lnTo>
                    <a:pt x="56273" y="267258"/>
                  </a:lnTo>
                  <a:lnTo>
                    <a:pt x="54597" y="268935"/>
                  </a:lnTo>
                  <a:lnTo>
                    <a:pt x="54597" y="373113"/>
                  </a:lnTo>
                  <a:lnTo>
                    <a:pt x="56273" y="374789"/>
                  </a:lnTo>
                  <a:lnTo>
                    <a:pt x="58318" y="374789"/>
                  </a:lnTo>
                  <a:lnTo>
                    <a:pt x="60274" y="374789"/>
                  </a:lnTo>
                  <a:lnTo>
                    <a:pt x="61887" y="373278"/>
                  </a:lnTo>
                  <a:lnTo>
                    <a:pt x="62052" y="371348"/>
                  </a:lnTo>
                  <a:close/>
                </a:path>
                <a:path w="381000" h="436879">
                  <a:moveTo>
                    <a:pt x="80060" y="281444"/>
                  </a:moveTo>
                  <a:lnTo>
                    <a:pt x="79717" y="280073"/>
                  </a:lnTo>
                  <a:lnTo>
                    <a:pt x="78625" y="278955"/>
                  </a:lnTo>
                  <a:lnTo>
                    <a:pt x="75247" y="278180"/>
                  </a:lnTo>
                  <a:lnTo>
                    <a:pt x="73253" y="279450"/>
                  </a:lnTo>
                  <a:lnTo>
                    <a:pt x="72796" y="281444"/>
                  </a:lnTo>
                  <a:lnTo>
                    <a:pt x="72796" y="383641"/>
                  </a:lnTo>
                  <a:lnTo>
                    <a:pt x="74472" y="385318"/>
                  </a:lnTo>
                  <a:lnTo>
                    <a:pt x="76517" y="385318"/>
                  </a:lnTo>
                  <a:lnTo>
                    <a:pt x="78473" y="385191"/>
                  </a:lnTo>
                  <a:lnTo>
                    <a:pt x="80060" y="383578"/>
                  </a:lnTo>
                  <a:lnTo>
                    <a:pt x="80060" y="281444"/>
                  </a:lnTo>
                  <a:close/>
                </a:path>
                <a:path w="381000" h="436879">
                  <a:moveTo>
                    <a:pt x="98437" y="289941"/>
                  </a:moveTo>
                  <a:lnTo>
                    <a:pt x="96761" y="288264"/>
                  </a:lnTo>
                  <a:lnTo>
                    <a:pt x="92659" y="288264"/>
                  </a:lnTo>
                  <a:lnTo>
                    <a:pt x="90982" y="289941"/>
                  </a:lnTo>
                  <a:lnTo>
                    <a:pt x="90982" y="394157"/>
                  </a:lnTo>
                  <a:lnTo>
                    <a:pt x="92659" y="395833"/>
                  </a:lnTo>
                  <a:lnTo>
                    <a:pt x="94716" y="395833"/>
                  </a:lnTo>
                  <a:lnTo>
                    <a:pt x="96761" y="395833"/>
                  </a:lnTo>
                  <a:lnTo>
                    <a:pt x="98437" y="394157"/>
                  </a:lnTo>
                  <a:lnTo>
                    <a:pt x="98437" y="289941"/>
                  </a:lnTo>
                  <a:close/>
                </a:path>
                <a:path w="381000" h="436879">
                  <a:moveTo>
                    <a:pt x="380758" y="0"/>
                  </a:moveTo>
                  <a:lnTo>
                    <a:pt x="124942" y="147548"/>
                  </a:lnTo>
                  <a:lnTo>
                    <a:pt x="124942" y="436651"/>
                  </a:lnTo>
                  <a:lnTo>
                    <a:pt x="380758" y="289064"/>
                  </a:lnTo>
                  <a:lnTo>
                    <a:pt x="380758" y="0"/>
                  </a:lnTo>
                  <a:close/>
                </a:path>
              </a:pathLst>
            </a:custGeom>
            <a:solidFill>
              <a:srgbClr val="B5B5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6521946" y="5319295"/>
              <a:ext cx="655955" cy="377825"/>
            </a:xfrm>
            <a:custGeom>
              <a:avLst/>
              <a:gdLst/>
              <a:ahLst/>
              <a:cxnLst/>
              <a:rect l="l" t="t" r="r" b="b"/>
              <a:pathLst>
                <a:path w="655954" h="377825">
                  <a:moveTo>
                    <a:pt x="257651" y="0"/>
                  </a:moveTo>
                  <a:lnTo>
                    <a:pt x="0" y="144301"/>
                  </a:lnTo>
                  <a:lnTo>
                    <a:pt x="399801" y="377337"/>
                  </a:lnTo>
                  <a:lnTo>
                    <a:pt x="655620" y="229343"/>
                  </a:lnTo>
                  <a:lnTo>
                    <a:pt x="257651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6497022" y="5449108"/>
              <a:ext cx="424815" cy="340360"/>
            </a:xfrm>
            <a:custGeom>
              <a:avLst/>
              <a:gdLst/>
              <a:ahLst/>
              <a:cxnLst/>
              <a:rect l="l" t="t" r="r" b="b"/>
              <a:pathLst>
                <a:path w="424815" h="340360">
                  <a:moveTo>
                    <a:pt x="0" y="0"/>
                  </a:moveTo>
                  <a:lnTo>
                    <a:pt x="24939" y="107163"/>
                  </a:lnTo>
                  <a:lnTo>
                    <a:pt x="424678" y="340230"/>
                  </a:lnTo>
                  <a:lnTo>
                    <a:pt x="424709" y="2475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6921716" y="5548654"/>
              <a:ext cx="255904" cy="241300"/>
            </a:xfrm>
            <a:custGeom>
              <a:avLst/>
              <a:gdLst/>
              <a:ahLst/>
              <a:cxnLst/>
              <a:rect l="l" t="t" r="r" b="b"/>
              <a:pathLst>
                <a:path w="255904" h="241300">
                  <a:moveTo>
                    <a:pt x="255850" y="0"/>
                  </a:moveTo>
                  <a:lnTo>
                    <a:pt x="30" y="147962"/>
                  </a:lnTo>
                  <a:lnTo>
                    <a:pt x="0" y="240698"/>
                  </a:lnTo>
                  <a:lnTo>
                    <a:pt x="255850" y="92674"/>
                  </a:lnTo>
                  <a:lnTo>
                    <a:pt x="255850" y="0"/>
                  </a:lnTo>
                  <a:close/>
                </a:path>
              </a:pathLst>
            </a:custGeom>
            <a:solidFill>
              <a:srgbClr val="B5B5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6545735" y="5158116"/>
              <a:ext cx="262890" cy="151765"/>
            </a:xfrm>
            <a:custGeom>
              <a:avLst/>
              <a:gdLst/>
              <a:ahLst/>
              <a:cxnLst/>
              <a:rect l="l" t="t" r="r" b="b"/>
              <a:pathLst>
                <a:path w="262890" h="151764">
                  <a:moveTo>
                    <a:pt x="213457" y="0"/>
                  </a:moveTo>
                  <a:lnTo>
                    <a:pt x="0" y="123079"/>
                  </a:lnTo>
                  <a:lnTo>
                    <a:pt x="49039" y="151623"/>
                  </a:lnTo>
                  <a:lnTo>
                    <a:pt x="262465" y="28543"/>
                  </a:lnTo>
                  <a:lnTo>
                    <a:pt x="213457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6545739" y="5281196"/>
              <a:ext cx="49530" cy="197485"/>
            </a:xfrm>
            <a:custGeom>
              <a:avLst/>
              <a:gdLst/>
              <a:ahLst/>
              <a:cxnLst/>
              <a:rect l="l" t="t" r="r" b="b"/>
              <a:pathLst>
                <a:path w="49529" h="197485">
                  <a:moveTo>
                    <a:pt x="0" y="0"/>
                  </a:moveTo>
                  <a:lnTo>
                    <a:pt x="0" y="168594"/>
                  </a:lnTo>
                  <a:lnTo>
                    <a:pt x="49039" y="197169"/>
                  </a:lnTo>
                  <a:lnTo>
                    <a:pt x="49039" y="285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6594775" y="5186660"/>
              <a:ext cx="213995" cy="292100"/>
            </a:xfrm>
            <a:custGeom>
              <a:avLst/>
              <a:gdLst/>
              <a:ahLst/>
              <a:cxnLst/>
              <a:rect l="l" t="t" r="r" b="b"/>
              <a:pathLst>
                <a:path w="213995" h="292100">
                  <a:moveTo>
                    <a:pt x="213426" y="0"/>
                  </a:moveTo>
                  <a:lnTo>
                    <a:pt x="0" y="123079"/>
                  </a:lnTo>
                  <a:lnTo>
                    <a:pt x="0" y="291705"/>
                  </a:lnTo>
                  <a:lnTo>
                    <a:pt x="213488" y="168532"/>
                  </a:lnTo>
                  <a:lnTo>
                    <a:pt x="213426" y="0"/>
                  </a:lnTo>
                  <a:close/>
                </a:path>
              </a:pathLst>
            </a:custGeom>
            <a:solidFill>
              <a:srgbClr val="B5B5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6634187" y="5267327"/>
              <a:ext cx="145415" cy="186690"/>
            </a:xfrm>
            <a:custGeom>
              <a:avLst/>
              <a:gdLst/>
              <a:ahLst/>
              <a:cxnLst/>
              <a:rect l="l" t="t" r="r" b="b"/>
              <a:pathLst>
                <a:path w="145415" h="186689">
                  <a:moveTo>
                    <a:pt x="144975" y="0"/>
                  </a:moveTo>
                  <a:lnTo>
                    <a:pt x="0" y="83583"/>
                  </a:lnTo>
                  <a:lnTo>
                    <a:pt x="0" y="186372"/>
                  </a:lnTo>
                  <a:lnTo>
                    <a:pt x="144975" y="104619"/>
                  </a:lnTo>
                  <a:lnTo>
                    <a:pt x="1449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6768417" y="5319779"/>
              <a:ext cx="316865" cy="180975"/>
            </a:xfrm>
            <a:custGeom>
              <a:avLst/>
              <a:gdLst/>
              <a:ahLst/>
              <a:cxnLst/>
              <a:rect l="l" t="t" r="r" b="b"/>
              <a:pathLst>
                <a:path w="316865" h="180975">
                  <a:moveTo>
                    <a:pt x="14907" y="0"/>
                  </a:moveTo>
                  <a:lnTo>
                    <a:pt x="6677" y="0"/>
                  </a:lnTo>
                  <a:lnTo>
                    <a:pt x="0" y="3878"/>
                  </a:lnTo>
                  <a:lnTo>
                    <a:pt x="305946" y="180943"/>
                  </a:lnTo>
                  <a:lnTo>
                    <a:pt x="316381" y="174893"/>
                  </a:lnTo>
                  <a:lnTo>
                    <a:pt x="14907" y="0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6634187" y="5394223"/>
              <a:ext cx="318135" cy="184785"/>
            </a:xfrm>
            <a:custGeom>
              <a:avLst/>
              <a:gdLst/>
              <a:ahLst/>
              <a:cxnLst/>
              <a:rect l="l" t="t" r="r" b="b"/>
              <a:pathLst>
                <a:path w="318134" h="184785">
                  <a:moveTo>
                    <a:pt x="12019" y="0"/>
                  </a:moveTo>
                  <a:lnTo>
                    <a:pt x="0" y="6949"/>
                  </a:lnTo>
                  <a:lnTo>
                    <a:pt x="305573" y="184293"/>
                  </a:lnTo>
                  <a:lnTo>
                    <a:pt x="318027" y="177095"/>
                  </a:lnTo>
                  <a:lnTo>
                    <a:pt x="12019" y="0"/>
                  </a:lnTo>
                  <a:close/>
                </a:path>
              </a:pathLst>
            </a:custGeom>
            <a:solidFill>
              <a:srgbClr val="6B6B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6646206" y="5327548"/>
              <a:ext cx="421640" cy="243840"/>
            </a:xfrm>
            <a:custGeom>
              <a:avLst/>
              <a:gdLst/>
              <a:ahLst/>
              <a:cxnLst/>
              <a:rect l="l" t="t" r="r" b="b"/>
              <a:pathLst>
                <a:path w="421640" h="243839">
                  <a:moveTo>
                    <a:pt x="115253" y="0"/>
                  </a:moveTo>
                  <a:lnTo>
                    <a:pt x="0" y="66674"/>
                  </a:lnTo>
                  <a:lnTo>
                    <a:pt x="306008" y="243770"/>
                  </a:lnTo>
                  <a:lnTo>
                    <a:pt x="421199" y="177126"/>
                  </a:lnTo>
                  <a:lnTo>
                    <a:pt x="115253" y="0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6761460" y="5323546"/>
              <a:ext cx="313055" cy="181610"/>
            </a:xfrm>
            <a:custGeom>
              <a:avLst/>
              <a:gdLst/>
              <a:ahLst/>
              <a:cxnLst/>
              <a:rect l="l" t="t" r="r" b="b"/>
              <a:pathLst>
                <a:path w="313054" h="181610">
                  <a:moveTo>
                    <a:pt x="6925" y="0"/>
                  </a:moveTo>
                  <a:lnTo>
                    <a:pt x="0" y="4002"/>
                  </a:lnTo>
                  <a:lnTo>
                    <a:pt x="305946" y="181129"/>
                  </a:lnTo>
                  <a:lnTo>
                    <a:pt x="312934" y="177095"/>
                  </a:lnTo>
                  <a:lnTo>
                    <a:pt x="6925" y="0"/>
                  </a:lnTo>
                  <a:close/>
                </a:path>
              </a:pathLst>
            </a:custGeom>
            <a:solidFill>
              <a:srgbClr val="6B6B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6634187" y="5401173"/>
              <a:ext cx="306070" cy="229870"/>
            </a:xfrm>
            <a:custGeom>
              <a:avLst/>
              <a:gdLst/>
              <a:ahLst/>
              <a:cxnLst/>
              <a:rect l="l" t="t" r="r" b="b"/>
              <a:pathLst>
                <a:path w="306070" h="229870">
                  <a:moveTo>
                    <a:pt x="0" y="0"/>
                  </a:moveTo>
                  <a:lnTo>
                    <a:pt x="0" y="52526"/>
                  </a:lnTo>
                  <a:lnTo>
                    <a:pt x="305573" y="229870"/>
                  </a:lnTo>
                  <a:lnTo>
                    <a:pt x="305573" y="1773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8" name="object 8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01333" y="5306606"/>
              <a:ext cx="383465" cy="324450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6357388" y="5351128"/>
              <a:ext cx="33020" cy="69850"/>
            </a:xfrm>
            <a:custGeom>
              <a:avLst/>
              <a:gdLst/>
              <a:ahLst/>
              <a:cxnLst/>
              <a:rect l="l" t="t" r="r" b="b"/>
              <a:pathLst>
                <a:path w="33020" h="69850">
                  <a:moveTo>
                    <a:pt x="30869" y="42257"/>
                  </a:moveTo>
                  <a:lnTo>
                    <a:pt x="10559" y="42257"/>
                  </a:lnTo>
                  <a:lnTo>
                    <a:pt x="11344" y="46846"/>
                  </a:lnTo>
                  <a:lnTo>
                    <a:pt x="13692" y="56769"/>
                  </a:lnTo>
                  <a:lnTo>
                    <a:pt x="17595" y="66262"/>
                  </a:lnTo>
                  <a:lnTo>
                    <a:pt x="23044" y="69560"/>
                  </a:lnTo>
                  <a:lnTo>
                    <a:pt x="23976" y="69001"/>
                  </a:lnTo>
                  <a:lnTo>
                    <a:pt x="24783" y="68256"/>
                  </a:lnTo>
                  <a:lnTo>
                    <a:pt x="25404" y="67357"/>
                  </a:lnTo>
                  <a:lnTo>
                    <a:pt x="30280" y="61338"/>
                  </a:lnTo>
                  <a:lnTo>
                    <a:pt x="32324" y="54047"/>
                  </a:lnTo>
                  <a:lnTo>
                    <a:pt x="32394" y="53798"/>
                  </a:lnTo>
                  <a:lnTo>
                    <a:pt x="32454" y="53581"/>
                  </a:lnTo>
                  <a:lnTo>
                    <a:pt x="31336" y="45918"/>
                  </a:lnTo>
                  <a:lnTo>
                    <a:pt x="30869" y="42257"/>
                  </a:lnTo>
                  <a:close/>
                </a:path>
                <a:path w="33020" h="69850">
                  <a:moveTo>
                    <a:pt x="8416" y="0"/>
                  </a:moveTo>
                  <a:lnTo>
                    <a:pt x="9689" y="15171"/>
                  </a:lnTo>
                  <a:lnTo>
                    <a:pt x="8820" y="19701"/>
                  </a:lnTo>
                  <a:lnTo>
                    <a:pt x="4938" y="27488"/>
                  </a:lnTo>
                  <a:lnTo>
                    <a:pt x="3975" y="29350"/>
                  </a:lnTo>
                  <a:lnTo>
                    <a:pt x="3354" y="31336"/>
                  </a:lnTo>
                  <a:lnTo>
                    <a:pt x="3043" y="33414"/>
                  </a:lnTo>
                  <a:lnTo>
                    <a:pt x="962" y="48617"/>
                  </a:lnTo>
                  <a:lnTo>
                    <a:pt x="341" y="50292"/>
                  </a:lnTo>
                  <a:lnTo>
                    <a:pt x="111" y="52650"/>
                  </a:lnTo>
                  <a:lnTo>
                    <a:pt x="0" y="53798"/>
                  </a:lnTo>
                  <a:lnTo>
                    <a:pt x="4259" y="54047"/>
                  </a:lnTo>
                  <a:lnTo>
                    <a:pt x="5776" y="54047"/>
                  </a:lnTo>
                  <a:lnTo>
                    <a:pt x="7546" y="52650"/>
                  </a:lnTo>
                  <a:lnTo>
                    <a:pt x="8495" y="48617"/>
                  </a:lnTo>
                  <a:lnTo>
                    <a:pt x="10559" y="42257"/>
                  </a:lnTo>
                  <a:lnTo>
                    <a:pt x="30869" y="42257"/>
                  </a:lnTo>
                  <a:lnTo>
                    <a:pt x="29783" y="33756"/>
                  </a:lnTo>
                  <a:lnTo>
                    <a:pt x="29391" y="29350"/>
                  </a:lnTo>
                  <a:lnTo>
                    <a:pt x="29287" y="28171"/>
                  </a:lnTo>
                  <a:lnTo>
                    <a:pt x="28510" y="22648"/>
                  </a:lnTo>
                  <a:lnTo>
                    <a:pt x="27392" y="17188"/>
                  </a:lnTo>
                  <a:lnTo>
                    <a:pt x="23665" y="2637"/>
                  </a:lnTo>
                  <a:lnTo>
                    <a:pt x="8416" y="0"/>
                  </a:lnTo>
                  <a:close/>
                </a:path>
              </a:pathLst>
            </a:custGeom>
            <a:solidFill>
              <a:srgbClr val="FAD1A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6330732" y="5224170"/>
              <a:ext cx="59690" cy="163195"/>
            </a:xfrm>
            <a:custGeom>
              <a:avLst/>
              <a:gdLst/>
              <a:ahLst/>
              <a:cxnLst/>
              <a:rect l="l" t="t" r="r" b="b"/>
              <a:pathLst>
                <a:path w="59689" h="163195">
                  <a:moveTo>
                    <a:pt x="41399" y="0"/>
                  </a:moveTo>
                  <a:lnTo>
                    <a:pt x="0" y="7942"/>
                  </a:lnTo>
                  <a:lnTo>
                    <a:pt x="12485" y="88020"/>
                  </a:lnTo>
                  <a:lnTo>
                    <a:pt x="13230" y="93605"/>
                  </a:lnTo>
                  <a:lnTo>
                    <a:pt x="31616" y="161489"/>
                  </a:lnTo>
                  <a:lnTo>
                    <a:pt x="38257" y="163066"/>
                  </a:lnTo>
                  <a:lnTo>
                    <a:pt x="46361" y="161935"/>
                  </a:lnTo>
                  <a:lnTo>
                    <a:pt x="54056" y="158797"/>
                  </a:lnTo>
                  <a:lnTo>
                    <a:pt x="59474" y="154353"/>
                  </a:lnTo>
                  <a:lnTo>
                    <a:pt x="47611" y="88920"/>
                  </a:lnTo>
                  <a:lnTo>
                    <a:pt x="41399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6266180" y="5626506"/>
              <a:ext cx="127000" cy="92710"/>
            </a:xfrm>
            <a:custGeom>
              <a:avLst/>
              <a:gdLst/>
              <a:ahLst/>
              <a:cxnLst/>
              <a:rect l="l" t="t" r="r" b="b"/>
              <a:pathLst>
                <a:path w="127000" h="92710">
                  <a:moveTo>
                    <a:pt x="35966" y="41046"/>
                  </a:moveTo>
                  <a:lnTo>
                    <a:pt x="35039" y="31902"/>
                  </a:lnTo>
                  <a:lnTo>
                    <a:pt x="22021" y="27889"/>
                  </a:lnTo>
                  <a:lnTo>
                    <a:pt x="14224" y="34315"/>
                  </a:lnTo>
                  <a:lnTo>
                    <a:pt x="11150" y="44246"/>
                  </a:lnTo>
                  <a:lnTo>
                    <a:pt x="10591" y="46101"/>
                  </a:lnTo>
                  <a:lnTo>
                    <a:pt x="4787" y="61925"/>
                  </a:lnTo>
                  <a:lnTo>
                    <a:pt x="3238" y="64820"/>
                  </a:lnTo>
                  <a:lnTo>
                    <a:pt x="0" y="71767"/>
                  </a:lnTo>
                  <a:lnTo>
                    <a:pt x="101" y="79806"/>
                  </a:lnTo>
                  <a:lnTo>
                    <a:pt x="5562" y="90881"/>
                  </a:lnTo>
                  <a:lnTo>
                    <a:pt x="10528" y="92583"/>
                  </a:lnTo>
                  <a:lnTo>
                    <a:pt x="19634" y="87985"/>
                  </a:lnTo>
                  <a:lnTo>
                    <a:pt x="26403" y="83616"/>
                  </a:lnTo>
                  <a:lnTo>
                    <a:pt x="29413" y="73875"/>
                  </a:lnTo>
                  <a:lnTo>
                    <a:pt x="29908" y="70739"/>
                  </a:lnTo>
                  <a:lnTo>
                    <a:pt x="29794" y="63855"/>
                  </a:lnTo>
                  <a:lnTo>
                    <a:pt x="30721" y="60032"/>
                  </a:lnTo>
                  <a:lnTo>
                    <a:pt x="32588" y="56743"/>
                  </a:lnTo>
                  <a:lnTo>
                    <a:pt x="33642" y="55168"/>
                  </a:lnTo>
                  <a:lnTo>
                    <a:pt x="34391" y="53403"/>
                  </a:lnTo>
                  <a:lnTo>
                    <a:pt x="34785" y="51536"/>
                  </a:lnTo>
                  <a:lnTo>
                    <a:pt x="35966" y="41046"/>
                  </a:lnTo>
                  <a:close/>
                </a:path>
                <a:path w="127000" h="92710">
                  <a:moveTo>
                    <a:pt x="126466" y="45351"/>
                  </a:moveTo>
                  <a:lnTo>
                    <a:pt x="111810" y="26733"/>
                  </a:lnTo>
                  <a:lnTo>
                    <a:pt x="108394" y="23723"/>
                  </a:lnTo>
                  <a:lnTo>
                    <a:pt x="99047" y="15773"/>
                  </a:lnTo>
                  <a:lnTo>
                    <a:pt x="96774" y="11404"/>
                  </a:lnTo>
                  <a:lnTo>
                    <a:pt x="96342" y="6692"/>
                  </a:lnTo>
                  <a:lnTo>
                    <a:pt x="96253" y="4521"/>
                  </a:lnTo>
                  <a:lnTo>
                    <a:pt x="95999" y="3238"/>
                  </a:lnTo>
                  <a:lnTo>
                    <a:pt x="95389" y="1651"/>
                  </a:lnTo>
                  <a:lnTo>
                    <a:pt x="88442" y="0"/>
                  </a:lnTo>
                  <a:lnTo>
                    <a:pt x="80429" y="0"/>
                  </a:lnTo>
                  <a:lnTo>
                    <a:pt x="74193" y="1651"/>
                  </a:lnTo>
                  <a:lnTo>
                    <a:pt x="70599" y="4521"/>
                  </a:lnTo>
                  <a:lnTo>
                    <a:pt x="67957" y="18262"/>
                  </a:lnTo>
                  <a:lnTo>
                    <a:pt x="67957" y="21640"/>
                  </a:lnTo>
                  <a:lnTo>
                    <a:pt x="67792" y="23723"/>
                  </a:lnTo>
                  <a:lnTo>
                    <a:pt x="67703" y="24866"/>
                  </a:lnTo>
                  <a:lnTo>
                    <a:pt x="69570" y="27876"/>
                  </a:lnTo>
                  <a:lnTo>
                    <a:pt x="72580" y="29083"/>
                  </a:lnTo>
                  <a:lnTo>
                    <a:pt x="76212" y="30111"/>
                  </a:lnTo>
                  <a:lnTo>
                    <a:pt x="79667" y="31635"/>
                  </a:lnTo>
                  <a:lnTo>
                    <a:pt x="82829" y="33655"/>
                  </a:lnTo>
                  <a:lnTo>
                    <a:pt x="84785" y="35382"/>
                  </a:lnTo>
                  <a:lnTo>
                    <a:pt x="86652" y="37249"/>
                  </a:lnTo>
                  <a:lnTo>
                    <a:pt x="88366" y="39230"/>
                  </a:lnTo>
                  <a:lnTo>
                    <a:pt x="92557" y="43116"/>
                  </a:lnTo>
                  <a:lnTo>
                    <a:pt x="97612" y="45999"/>
                  </a:lnTo>
                  <a:lnTo>
                    <a:pt x="103085" y="47574"/>
                  </a:lnTo>
                  <a:lnTo>
                    <a:pt x="108762" y="49999"/>
                  </a:lnTo>
                  <a:lnTo>
                    <a:pt x="115074" y="50711"/>
                  </a:lnTo>
                  <a:lnTo>
                    <a:pt x="121158" y="49657"/>
                  </a:lnTo>
                  <a:lnTo>
                    <a:pt x="124510" y="48793"/>
                  </a:lnTo>
                  <a:lnTo>
                    <a:pt x="126466" y="453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6265691" y="5300121"/>
              <a:ext cx="104139" cy="377825"/>
            </a:xfrm>
            <a:custGeom>
              <a:avLst/>
              <a:gdLst/>
              <a:ahLst/>
              <a:cxnLst/>
              <a:rect l="l" t="t" r="r" b="b"/>
              <a:pathLst>
                <a:path w="104139" h="377825">
                  <a:moveTo>
                    <a:pt x="0" y="0"/>
                  </a:moveTo>
                  <a:lnTo>
                    <a:pt x="0" y="33973"/>
                  </a:lnTo>
                  <a:lnTo>
                    <a:pt x="8665" y="371069"/>
                  </a:lnTo>
                  <a:lnTo>
                    <a:pt x="13637" y="375881"/>
                  </a:lnTo>
                  <a:lnTo>
                    <a:pt x="24566" y="377453"/>
                  </a:lnTo>
                  <a:lnTo>
                    <a:pt x="35472" y="375406"/>
                  </a:lnTo>
                  <a:lnTo>
                    <a:pt x="40374" y="369363"/>
                  </a:lnTo>
                  <a:lnTo>
                    <a:pt x="55592" y="130091"/>
                  </a:lnTo>
                  <a:lnTo>
                    <a:pt x="65003" y="333621"/>
                  </a:lnTo>
                  <a:lnTo>
                    <a:pt x="70444" y="338923"/>
                  </a:lnTo>
                  <a:lnTo>
                    <a:pt x="82306" y="340109"/>
                  </a:lnTo>
                  <a:lnTo>
                    <a:pt x="93894" y="337858"/>
                  </a:lnTo>
                  <a:lnTo>
                    <a:pt x="98514" y="332845"/>
                  </a:lnTo>
                  <a:lnTo>
                    <a:pt x="103576" y="52061"/>
                  </a:lnTo>
                  <a:lnTo>
                    <a:pt x="102116" y="425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3" name="object 9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47833" y="5087594"/>
              <a:ext cx="196260" cy="332132"/>
            </a:xfrm>
            <a:prstGeom prst="rect">
              <a:avLst/>
            </a:prstGeom>
          </p:spPr>
        </p:pic>
      </p:grpSp>
      <p:sp>
        <p:nvSpPr>
          <p:cNvPr id="94" name="object 94"/>
          <p:cNvSpPr txBox="1"/>
          <p:nvPr/>
        </p:nvSpPr>
        <p:spPr>
          <a:xfrm>
            <a:off x="6438900" y="5803188"/>
            <a:ext cx="82232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 indent="187325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latin typeface="Arial"/>
                <a:cs typeface="Arial"/>
              </a:rPr>
              <a:t>Battery manufacturer</a:t>
            </a:r>
            <a:endParaRPr sz="1000">
              <a:latin typeface="Arial"/>
              <a:cs typeface="Arial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5024628" y="5803188"/>
            <a:ext cx="82232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 indent="18415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latin typeface="Arial"/>
                <a:cs typeface="Arial"/>
              </a:rPr>
              <a:t>Vehicle manufacturer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96" name="object 96"/>
          <p:cNvGrpSpPr/>
          <p:nvPr/>
        </p:nvGrpSpPr>
        <p:grpSpPr>
          <a:xfrm>
            <a:off x="1114882" y="1873571"/>
            <a:ext cx="4851400" cy="3915410"/>
            <a:chOff x="1114882" y="1873571"/>
            <a:chExt cx="4851400" cy="3915410"/>
          </a:xfrm>
        </p:grpSpPr>
        <p:sp>
          <p:nvSpPr>
            <p:cNvPr id="97" name="object 97"/>
            <p:cNvSpPr/>
            <p:nvPr/>
          </p:nvSpPr>
          <p:spPr>
            <a:xfrm>
              <a:off x="5449417" y="5441422"/>
              <a:ext cx="516890" cy="347980"/>
            </a:xfrm>
            <a:custGeom>
              <a:avLst/>
              <a:gdLst/>
              <a:ahLst/>
              <a:cxnLst/>
              <a:rect l="l" t="t" r="r" b="b"/>
              <a:pathLst>
                <a:path w="516889" h="347979">
                  <a:moveTo>
                    <a:pt x="516557" y="0"/>
                  </a:moveTo>
                  <a:lnTo>
                    <a:pt x="128" y="300026"/>
                  </a:lnTo>
                  <a:lnTo>
                    <a:pt x="0" y="347481"/>
                  </a:lnTo>
                  <a:lnTo>
                    <a:pt x="516428" y="47454"/>
                  </a:lnTo>
                  <a:lnTo>
                    <a:pt x="516557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4929571" y="5441404"/>
              <a:ext cx="520065" cy="347980"/>
            </a:xfrm>
            <a:custGeom>
              <a:avLst/>
              <a:gdLst/>
              <a:ahLst/>
              <a:cxnLst/>
              <a:rect l="l" t="t" r="r" b="b"/>
              <a:pathLst>
                <a:path w="520064" h="347979">
                  <a:moveTo>
                    <a:pt x="146" y="0"/>
                  </a:moveTo>
                  <a:lnTo>
                    <a:pt x="0" y="47454"/>
                  </a:lnTo>
                  <a:lnTo>
                    <a:pt x="519845" y="347500"/>
                  </a:lnTo>
                  <a:lnTo>
                    <a:pt x="519974" y="300045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4929718" y="5141359"/>
              <a:ext cx="1036319" cy="600710"/>
            </a:xfrm>
            <a:custGeom>
              <a:avLst/>
              <a:gdLst/>
              <a:ahLst/>
              <a:cxnLst/>
              <a:rect l="l" t="t" r="r" b="b"/>
              <a:pathLst>
                <a:path w="1036320" h="600710">
                  <a:moveTo>
                    <a:pt x="516428" y="0"/>
                  </a:moveTo>
                  <a:lnTo>
                    <a:pt x="0" y="300045"/>
                  </a:lnTo>
                  <a:lnTo>
                    <a:pt x="519827" y="600090"/>
                  </a:lnTo>
                  <a:lnTo>
                    <a:pt x="1036256" y="300063"/>
                  </a:lnTo>
                  <a:lnTo>
                    <a:pt x="516428" y="0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0" name="object 10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14882" y="1873571"/>
              <a:ext cx="610911" cy="733784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552049" y="5109110"/>
              <a:ext cx="364951" cy="372696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5096442" y="5232577"/>
              <a:ext cx="713740" cy="412115"/>
            </a:xfrm>
            <a:custGeom>
              <a:avLst/>
              <a:gdLst/>
              <a:ahLst/>
              <a:cxnLst/>
              <a:rect l="l" t="t" r="r" b="b"/>
              <a:pathLst>
                <a:path w="713739" h="412114">
                  <a:moveTo>
                    <a:pt x="242241" y="0"/>
                  </a:moveTo>
                  <a:lnTo>
                    <a:pt x="0" y="139811"/>
                  </a:lnTo>
                  <a:lnTo>
                    <a:pt x="471202" y="411722"/>
                  </a:lnTo>
                  <a:lnTo>
                    <a:pt x="713683" y="271763"/>
                  </a:lnTo>
                  <a:lnTo>
                    <a:pt x="242241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5096442" y="5357060"/>
              <a:ext cx="497840" cy="287655"/>
            </a:xfrm>
            <a:custGeom>
              <a:avLst/>
              <a:gdLst/>
              <a:ahLst/>
              <a:cxnLst/>
              <a:rect l="l" t="t" r="r" b="b"/>
              <a:pathLst>
                <a:path w="497839" h="287654">
                  <a:moveTo>
                    <a:pt x="26599" y="0"/>
                  </a:moveTo>
                  <a:lnTo>
                    <a:pt x="0" y="15334"/>
                  </a:lnTo>
                  <a:lnTo>
                    <a:pt x="471202" y="287226"/>
                  </a:lnTo>
                  <a:lnTo>
                    <a:pt x="497710" y="271928"/>
                  </a:lnTo>
                  <a:lnTo>
                    <a:pt x="26599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5101158" y="5357507"/>
              <a:ext cx="493395" cy="287020"/>
            </a:xfrm>
            <a:custGeom>
              <a:avLst/>
              <a:gdLst/>
              <a:ahLst/>
              <a:cxnLst/>
              <a:rect l="l" t="t" r="r" b="b"/>
              <a:pathLst>
                <a:path w="493395" h="287020">
                  <a:moveTo>
                    <a:pt x="6781" y="8255"/>
                  </a:moveTo>
                  <a:lnTo>
                    <a:pt x="0" y="12192"/>
                  </a:lnTo>
                  <a:lnTo>
                    <a:pt x="0" y="17627"/>
                  </a:lnTo>
                  <a:lnTo>
                    <a:pt x="6781" y="21539"/>
                  </a:lnTo>
                  <a:lnTo>
                    <a:pt x="6781" y="8255"/>
                  </a:lnTo>
                  <a:close/>
                </a:path>
                <a:path w="493395" h="287020">
                  <a:moveTo>
                    <a:pt x="21120" y="0"/>
                  </a:moveTo>
                  <a:lnTo>
                    <a:pt x="14351" y="3911"/>
                  </a:lnTo>
                  <a:lnTo>
                    <a:pt x="14351" y="25882"/>
                  </a:lnTo>
                  <a:lnTo>
                    <a:pt x="21120" y="29819"/>
                  </a:lnTo>
                  <a:lnTo>
                    <a:pt x="21120" y="0"/>
                  </a:lnTo>
                  <a:close/>
                </a:path>
                <a:path w="493395" h="287020">
                  <a:moveTo>
                    <a:pt x="35483" y="7416"/>
                  </a:moveTo>
                  <a:lnTo>
                    <a:pt x="28714" y="3479"/>
                  </a:lnTo>
                  <a:lnTo>
                    <a:pt x="28714" y="34175"/>
                  </a:lnTo>
                  <a:lnTo>
                    <a:pt x="35483" y="38087"/>
                  </a:lnTo>
                  <a:lnTo>
                    <a:pt x="35483" y="7416"/>
                  </a:lnTo>
                  <a:close/>
                </a:path>
                <a:path w="493395" h="287020">
                  <a:moveTo>
                    <a:pt x="49834" y="15671"/>
                  </a:moveTo>
                  <a:lnTo>
                    <a:pt x="43053" y="11760"/>
                  </a:lnTo>
                  <a:lnTo>
                    <a:pt x="43053" y="42468"/>
                  </a:lnTo>
                  <a:lnTo>
                    <a:pt x="49834" y="46380"/>
                  </a:lnTo>
                  <a:lnTo>
                    <a:pt x="49834" y="15671"/>
                  </a:lnTo>
                  <a:close/>
                </a:path>
                <a:path w="493395" h="287020">
                  <a:moveTo>
                    <a:pt x="64160" y="23977"/>
                  </a:moveTo>
                  <a:lnTo>
                    <a:pt x="57391" y="20066"/>
                  </a:lnTo>
                  <a:lnTo>
                    <a:pt x="57391" y="50749"/>
                  </a:lnTo>
                  <a:lnTo>
                    <a:pt x="64160" y="54660"/>
                  </a:lnTo>
                  <a:lnTo>
                    <a:pt x="64160" y="23977"/>
                  </a:lnTo>
                  <a:close/>
                </a:path>
                <a:path w="493395" h="287020">
                  <a:moveTo>
                    <a:pt x="78524" y="32258"/>
                  </a:moveTo>
                  <a:lnTo>
                    <a:pt x="71755" y="28333"/>
                  </a:lnTo>
                  <a:lnTo>
                    <a:pt x="71755" y="59016"/>
                  </a:lnTo>
                  <a:lnTo>
                    <a:pt x="78524" y="62953"/>
                  </a:lnTo>
                  <a:lnTo>
                    <a:pt x="78524" y="32258"/>
                  </a:lnTo>
                  <a:close/>
                </a:path>
                <a:path w="493395" h="287020">
                  <a:moveTo>
                    <a:pt x="92875" y="40525"/>
                  </a:moveTo>
                  <a:lnTo>
                    <a:pt x="86093" y="36614"/>
                  </a:lnTo>
                  <a:lnTo>
                    <a:pt x="86093" y="67322"/>
                  </a:lnTo>
                  <a:lnTo>
                    <a:pt x="92875" y="71234"/>
                  </a:lnTo>
                  <a:lnTo>
                    <a:pt x="92875" y="40525"/>
                  </a:lnTo>
                  <a:close/>
                </a:path>
                <a:path w="493395" h="287020">
                  <a:moveTo>
                    <a:pt x="107238" y="48831"/>
                  </a:moveTo>
                  <a:lnTo>
                    <a:pt x="100457" y="44919"/>
                  </a:lnTo>
                  <a:lnTo>
                    <a:pt x="100457" y="75603"/>
                  </a:lnTo>
                  <a:lnTo>
                    <a:pt x="107238" y="79514"/>
                  </a:lnTo>
                  <a:lnTo>
                    <a:pt x="107238" y="48831"/>
                  </a:lnTo>
                  <a:close/>
                </a:path>
                <a:path w="493395" h="287020">
                  <a:moveTo>
                    <a:pt x="121589" y="57111"/>
                  </a:moveTo>
                  <a:lnTo>
                    <a:pt x="114795" y="53200"/>
                  </a:lnTo>
                  <a:lnTo>
                    <a:pt x="114795" y="83870"/>
                  </a:lnTo>
                  <a:lnTo>
                    <a:pt x="121589" y="87795"/>
                  </a:lnTo>
                  <a:lnTo>
                    <a:pt x="121589" y="57111"/>
                  </a:lnTo>
                  <a:close/>
                </a:path>
                <a:path w="493395" h="287020">
                  <a:moveTo>
                    <a:pt x="135940" y="65392"/>
                  </a:moveTo>
                  <a:lnTo>
                    <a:pt x="129133" y="61455"/>
                  </a:lnTo>
                  <a:lnTo>
                    <a:pt x="129133" y="92163"/>
                  </a:lnTo>
                  <a:lnTo>
                    <a:pt x="135940" y="96100"/>
                  </a:lnTo>
                  <a:lnTo>
                    <a:pt x="135940" y="65392"/>
                  </a:lnTo>
                  <a:close/>
                </a:path>
                <a:path w="493395" h="287020">
                  <a:moveTo>
                    <a:pt x="150279" y="73672"/>
                  </a:moveTo>
                  <a:lnTo>
                    <a:pt x="143510" y="69761"/>
                  </a:lnTo>
                  <a:lnTo>
                    <a:pt x="143510" y="100444"/>
                  </a:lnTo>
                  <a:lnTo>
                    <a:pt x="150279" y="104355"/>
                  </a:lnTo>
                  <a:lnTo>
                    <a:pt x="150279" y="73672"/>
                  </a:lnTo>
                  <a:close/>
                </a:path>
                <a:path w="493395" h="287020">
                  <a:moveTo>
                    <a:pt x="164630" y="81953"/>
                  </a:moveTo>
                  <a:lnTo>
                    <a:pt x="157848" y="78041"/>
                  </a:lnTo>
                  <a:lnTo>
                    <a:pt x="157848" y="108712"/>
                  </a:lnTo>
                  <a:lnTo>
                    <a:pt x="164630" y="112649"/>
                  </a:lnTo>
                  <a:lnTo>
                    <a:pt x="164630" y="81953"/>
                  </a:lnTo>
                  <a:close/>
                </a:path>
                <a:path w="493395" h="287020">
                  <a:moveTo>
                    <a:pt x="178993" y="90233"/>
                  </a:moveTo>
                  <a:lnTo>
                    <a:pt x="172212" y="86309"/>
                  </a:lnTo>
                  <a:lnTo>
                    <a:pt x="172212" y="117017"/>
                  </a:lnTo>
                  <a:lnTo>
                    <a:pt x="178993" y="120942"/>
                  </a:lnTo>
                  <a:lnTo>
                    <a:pt x="178993" y="90233"/>
                  </a:lnTo>
                  <a:close/>
                </a:path>
                <a:path w="493395" h="287020">
                  <a:moveTo>
                    <a:pt x="193344" y="98539"/>
                  </a:moveTo>
                  <a:lnTo>
                    <a:pt x="186550" y="94615"/>
                  </a:lnTo>
                  <a:lnTo>
                    <a:pt x="186550" y="125298"/>
                  </a:lnTo>
                  <a:lnTo>
                    <a:pt x="193344" y="129209"/>
                  </a:lnTo>
                  <a:lnTo>
                    <a:pt x="193344" y="98539"/>
                  </a:lnTo>
                  <a:close/>
                </a:path>
                <a:path w="493395" h="287020">
                  <a:moveTo>
                    <a:pt x="207683" y="106807"/>
                  </a:moveTo>
                  <a:lnTo>
                    <a:pt x="200888" y="102895"/>
                  </a:lnTo>
                  <a:lnTo>
                    <a:pt x="200888" y="133578"/>
                  </a:lnTo>
                  <a:lnTo>
                    <a:pt x="207683" y="137490"/>
                  </a:lnTo>
                  <a:lnTo>
                    <a:pt x="207683" y="106807"/>
                  </a:lnTo>
                  <a:close/>
                </a:path>
                <a:path w="493395" h="287020">
                  <a:moveTo>
                    <a:pt x="222034" y="115087"/>
                  </a:moveTo>
                  <a:lnTo>
                    <a:pt x="215252" y="111175"/>
                  </a:lnTo>
                  <a:lnTo>
                    <a:pt x="215252" y="141846"/>
                  </a:lnTo>
                  <a:lnTo>
                    <a:pt x="222034" y="145770"/>
                  </a:lnTo>
                  <a:lnTo>
                    <a:pt x="222034" y="115087"/>
                  </a:lnTo>
                  <a:close/>
                </a:path>
                <a:path w="493395" h="287020">
                  <a:moveTo>
                    <a:pt x="236385" y="123367"/>
                  </a:moveTo>
                  <a:lnTo>
                    <a:pt x="229603" y="119456"/>
                  </a:lnTo>
                  <a:lnTo>
                    <a:pt x="229603" y="150139"/>
                  </a:lnTo>
                  <a:lnTo>
                    <a:pt x="236385" y="154051"/>
                  </a:lnTo>
                  <a:lnTo>
                    <a:pt x="236385" y="123367"/>
                  </a:lnTo>
                  <a:close/>
                </a:path>
                <a:path w="493395" h="287020">
                  <a:moveTo>
                    <a:pt x="250748" y="131648"/>
                  </a:moveTo>
                  <a:lnTo>
                    <a:pt x="243967" y="127736"/>
                  </a:lnTo>
                  <a:lnTo>
                    <a:pt x="243967" y="158432"/>
                  </a:lnTo>
                  <a:lnTo>
                    <a:pt x="250723" y="162344"/>
                  </a:lnTo>
                  <a:lnTo>
                    <a:pt x="250748" y="131648"/>
                  </a:lnTo>
                  <a:close/>
                </a:path>
                <a:path w="493395" h="287020">
                  <a:moveTo>
                    <a:pt x="265087" y="139928"/>
                  </a:moveTo>
                  <a:lnTo>
                    <a:pt x="258292" y="136017"/>
                  </a:lnTo>
                  <a:lnTo>
                    <a:pt x="258292" y="166725"/>
                  </a:lnTo>
                  <a:lnTo>
                    <a:pt x="265074" y="170624"/>
                  </a:lnTo>
                  <a:lnTo>
                    <a:pt x="265087" y="139928"/>
                  </a:lnTo>
                  <a:close/>
                </a:path>
                <a:path w="493395" h="287020">
                  <a:moveTo>
                    <a:pt x="279438" y="148221"/>
                  </a:moveTo>
                  <a:lnTo>
                    <a:pt x="272643" y="144322"/>
                  </a:lnTo>
                  <a:lnTo>
                    <a:pt x="272643" y="174993"/>
                  </a:lnTo>
                  <a:lnTo>
                    <a:pt x="279438" y="178917"/>
                  </a:lnTo>
                  <a:lnTo>
                    <a:pt x="279438" y="148221"/>
                  </a:lnTo>
                  <a:close/>
                </a:path>
                <a:path w="493395" h="287020">
                  <a:moveTo>
                    <a:pt x="293789" y="156514"/>
                  </a:moveTo>
                  <a:lnTo>
                    <a:pt x="287007" y="152590"/>
                  </a:lnTo>
                  <a:lnTo>
                    <a:pt x="287007" y="183273"/>
                  </a:lnTo>
                  <a:lnTo>
                    <a:pt x="293789" y="187185"/>
                  </a:lnTo>
                  <a:lnTo>
                    <a:pt x="293789" y="156514"/>
                  </a:lnTo>
                  <a:close/>
                </a:path>
                <a:path w="493395" h="287020">
                  <a:moveTo>
                    <a:pt x="308127" y="164782"/>
                  </a:moveTo>
                  <a:lnTo>
                    <a:pt x="301358" y="160870"/>
                  </a:lnTo>
                  <a:lnTo>
                    <a:pt x="301358" y="191579"/>
                  </a:lnTo>
                  <a:lnTo>
                    <a:pt x="308127" y="195465"/>
                  </a:lnTo>
                  <a:lnTo>
                    <a:pt x="308127" y="164782"/>
                  </a:lnTo>
                  <a:close/>
                </a:path>
                <a:path w="493395" h="287020">
                  <a:moveTo>
                    <a:pt x="322503" y="173062"/>
                  </a:moveTo>
                  <a:lnTo>
                    <a:pt x="315722" y="169138"/>
                  </a:lnTo>
                  <a:lnTo>
                    <a:pt x="315696" y="199834"/>
                  </a:lnTo>
                  <a:lnTo>
                    <a:pt x="322478" y="203771"/>
                  </a:lnTo>
                  <a:lnTo>
                    <a:pt x="322503" y="173062"/>
                  </a:lnTo>
                  <a:close/>
                </a:path>
                <a:path w="493395" h="287020">
                  <a:moveTo>
                    <a:pt x="336842" y="181368"/>
                  </a:moveTo>
                  <a:lnTo>
                    <a:pt x="330047" y="177431"/>
                  </a:lnTo>
                  <a:lnTo>
                    <a:pt x="330047" y="208127"/>
                  </a:lnTo>
                  <a:lnTo>
                    <a:pt x="336829" y="212039"/>
                  </a:lnTo>
                  <a:lnTo>
                    <a:pt x="336842" y="181368"/>
                  </a:lnTo>
                  <a:close/>
                </a:path>
                <a:path w="493395" h="287020">
                  <a:moveTo>
                    <a:pt x="351193" y="189623"/>
                  </a:moveTo>
                  <a:lnTo>
                    <a:pt x="344398" y="185712"/>
                  </a:lnTo>
                  <a:lnTo>
                    <a:pt x="344398" y="216408"/>
                  </a:lnTo>
                  <a:lnTo>
                    <a:pt x="351193" y="220319"/>
                  </a:lnTo>
                  <a:lnTo>
                    <a:pt x="351193" y="189623"/>
                  </a:lnTo>
                  <a:close/>
                </a:path>
                <a:path w="493395" h="287020">
                  <a:moveTo>
                    <a:pt x="365544" y="197916"/>
                  </a:moveTo>
                  <a:lnTo>
                    <a:pt x="358762" y="194005"/>
                  </a:lnTo>
                  <a:lnTo>
                    <a:pt x="358762" y="224701"/>
                  </a:lnTo>
                  <a:lnTo>
                    <a:pt x="365544" y="228612"/>
                  </a:lnTo>
                  <a:lnTo>
                    <a:pt x="365544" y="197916"/>
                  </a:lnTo>
                  <a:close/>
                </a:path>
                <a:path w="493395" h="287020">
                  <a:moveTo>
                    <a:pt x="379907" y="206209"/>
                  </a:moveTo>
                  <a:lnTo>
                    <a:pt x="373113" y="202285"/>
                  </a:lnTo>
                  <a:lnTo>
                    <a:pt x="373113" y="232968"/>
                  </a:lnTo>
                  <a:lnTo>
                    <a:pt x="379907" y="236905"/>
                  </a:lnTo>
                  <a:lnTo>
                    <a:pt x="379907" y="206209"/>
                  </a:lnTo>
                  <a:close/>
                </a:path>
                <a:path w="493395" h="287020">
                  <a:moveTo>
                    <a:pt x="394246" y="214477"/>
                  </a:moveTo>
                  <a:lnTo>
                    <a:pt x="387451" y="210566"/>
                  </a:lnTo>
                  <a:lnTo>
                    <a:pt x="387451" y="241249"/>
                  </a:lnTo>
                  <a:lnTo>
                    <a:pt x="394233" y="245160"/>
                  </a:lnTo>
                  <a:lnTo>
                    <a:pt x="394246" y="214477"/>
                  </a:lnTo>
                  <a:close/>
                </a:path>
                <a:path w="493395" h="287020">
                  <a:moveTo>
                    <a:pt x="408584" y="222758"/>
                  </a:moveTo>
                  <a:lnTo>
                    <a:pt x="401802" y="218846"/>
                  </a:lnTo>
                  <a:lnTo>
                    <a:pt x="401802" y="249555"/>
                  </a:lnTo>
                  <a:lnTo>
                    <a:pt x="408584" y="253466"/>
                  </a:lnTo>
                  <a:lnTo>
                    <a:pt x="408584" y="222758"/>
                  </a:lnTo>
                  <a:close/>
                </a:path>
                <a:path w="493395" h="287020">
                  <a:moveTo>
                    <a:pt x="422948" y="231063"/>
                  </a:moveTo>
                  <a:lnTo>
                    <a:pt x="416166" y="227152"/>
                  </a:lnTo>
                  <a:lnTo>
                    <a:pt x="416166" y="257822"/>
                  </a:lnTo>
                  <a:lnTo>
                    <a:pt x="422948" y="261747"/>
                  </a:lnTo>
                  <a:lnTo>
                    <a:pt x="422948" y="231063"/>
                  </a:lnTo>
                  <a:close/>
                </a:path>
                <a:path w="493395" h="287020">
                  <a:moveTo>
                    <a:pt x="437286" y="239344"/>
                  </a:moveTo>
                  <a:lnTo>
                    <a:pt x="430517" y="235407"/>
                  </a:lnTo>
                  <a:lnTo>
                    <a:pt x="430517" y="266103"/>
                  </a:lnTo>
                  <a:lnTo>
                    <a:pt x="437286" y="270014"/>
                  </a:lnTo>
                  <a:lnTo>
                    <a:pt x="437286" y="239344"/>
                  </a:lnTo>
                  <a:close/>
                </a:path>
                <a:path w="493395" h="287020">
                  <a:moveTo>
                    <a:pt x="451662" y="247611"/>
                  </a:moveTo>
                  <a:lnTo>
                    <a:pt x="444855" y="243700"/>
                  </a:lnTo>
                  <a:lnTo>
                    <a:pt x="444855" y="274396"/>
                  </a:lnTo>
                  <a:lnTo>
                    <a:pt x="451662" y="278307"/>
                  </a:lnTo>
                  <a:lnTo>
                    <a:pt x="451662" y="247611"/>
                  </a:lnTo>
                  <a:close/>
                </a:path>
                <a:path w="493395" h="287020">
                  <a:moveTo>
                    <a:pt x="465988" y="255905"/>
                  </a:moveTo>
                  <a:lnTo>
                    <a:pt x="459206" y="251993"/>
                  </a:lnTo>
                  <a:lnTo>
                    <a:pt x="459206" y="282663"/>
                  </a:lnTo>
                  <a:lnTo>
                    <a:pt x="465988" y="286600"/>
                  </a:lnTo>
                  <a:lnTo>
                    <a:pt x="465988" y="255905"/>
                  </a:lnTo>
                  <a:close/>
                </a:path>
                <a:path w="493395" h="287020">
                  <a:moveTo>
                    <a:pt x="480326" y="264185"/>
                  </a:moveTo>
                  <a:lnTo>
                    <a:pt x="473557" y="260273"/>
                  </a:lnTo>
                  <a:lnTo>
                    <a:pt x="473557" y="282702"/>
                  </a:lnTo>
                  <a:lnTo>
                    <a:pt x="480326" y="278803"/>
                  </a:lnTo>
                  <a:lnTo>
                    <a:pt x="480326" y="264185"/>
                  </a:lnTo>
                  <a:close/>
                </a:path>
                <a:path w="493395" h="287020">
                  <a:moveTo>
                    <a:pt x="492988" y="271500"/>
                  </a:moveTo>
                  <a:lnTo>
                    <a:pt x="487921" y="268541"/>
                  </a:lnTo>
                  <a:lnTo>
                    <a:pt x="487921" y="274408"/>
                  </a:lnTo>
                  <a:lnTo>
                    <a:pt x="490194" y="273088"/>
                  </a:lnTo>
                  <a:lnTo>
                    <a:pt x="492988" y="271500"/>
                  </a:lnTo>
                  <a:close/>
                </a:path>
              </a:pathLst>
            </a:custGeom>
            <a:solidFill>
              <a:srgbClr val="2121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5312801" y="5232173"/>
              <a:ext cx="497840" cy="287655"/>
            </a:xfrm>
            <a:custGeom>
              <a:avLst/>
              <a:gdLst/>
              <a:ahLst/>
              <a:cxnLst/>
              <a:rect l="l" t="t" r="r" b="b"/>
              <a:pathLst>
                <a:path w="497839" h="287654">
                  <a:moveTo>
                    <a:pt x="26581" y="0"/>
                  </a:moveTo>
                  <a:lnTo>
                    <a:pt x="0" y="15353"/>
                  </a:lnTo>
                  <a:lnTo>
                    <a:pt x="471184" y="287245"/>
                  </a:lnTo>
                  <a:lnTo>
                    <a:pt x="497710" y="271947"/>
                  </a:lnTo>
                  <a:lnTo>
                    <a:pt x="26581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6" name="object 10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17522" y="5015963"/>
              <a:ext cx="492989" cy="503271"/>
            </a:xfrm>
            <a:prstGeom prst="rect">
              <a:avLst/>
            </a:prstGeom>
          </p:spPr>
        </p:pic>
        <p:sp>
          <p:nvSpPr>
            <p:cNvPr id="107" name="object 107"/>
            <p:cNvSpPr/>
            <p:nvPr/>
          </p:nvSpPr>
          <p:spPr>
            <a:xfrm>
              <a:off x="5509725" y="5066063"/>
              <a:ext cx="59690" cy="296545"/>
            </a:xfrm>
            <a:custGeom>
              <a:avLst/>
              <a:gdLst/>
              <a:ahLst/>
              <a:cxnLst/>
              <a:rect l="l" t="t" r="r" b="b"/>
              <a:pathLst>
                <a:path w="59689" h="296545">
                  <a:moveTo>
                    <a:pt x="8652" y="0"/>
                  </a:moveTo>
                  <a:lnTo>
                    <a:pt x="0" y="5105"/>
                  </a:lnTo>
                  <a:lnTo>
                    <a:pt x="330" y="122273"/>
                  </a:lnTo>
                  <a:lnTo>
                    <a:pt x="2094" y="122732"/>
                  </a:lnTo>
                  <a:lnTo>
                    <a:pt x="30149" y="137706"/>
                  </a:lnTo>
                  <a:lnTo>
                    <a:pt x="44521" y="165130"/>
                  </a:lnTo>
                  <a:lnTo>
                    <a:pt x="49762" y="207721"/>
                  </a:lnTo>
                  <a:lnTo>
                    <a:pt x="50425" y="268200"/>
                  </a:lnTo>
                  <a:lnTo>
                    <a:pt x="50425" y="296464"/>
                  </a:lnTo>
                  <a:lnTo>
                    <a:pt x="59095" y="291468"/>
                  </a:lnTo>
                  <a:lnTo>
                    <a:pt x="58405" y="202258"/>
                  </a:lnTo>
                  <a:lnTo>
                    <a:pt x="52969" y="158082"/>
                  </a:lnTo>
                  <a:lnTo>
                    <a:pt x="38067" y="128750"/>
                  </a:lnTo>
                  <a:lnTo>
                    <a:pt x="8982" y="112264"/>
                  </a:lnTo>
                  <a:lnTo>
                    <a:pt x="8652" y="0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5344379" y="5457106"/>
              <a:ext cx="17780" cy="20320"/>
            </a:xfrm>
            <a:custGeom>
              <a:avLst/>
              <a:gdLst/>
              <a:ahLst/>
              <a:cxnLst/>
              <a:rect l="l" t="t" r="r" b="b"/>
              <a:pathLst>
                <a:path w="17779" h="20320">
                  <a:moveTo>
                    <a:pt x="0" y="0"/>
                  </a:moveTo>
                  <a:lnTo>
                    <a:pt x="18" y="9953"/>
                  </a:lnTo>
                  <a:lnTo>
                    <a:pt x="17230" y="19962"/>
                  </a:lnTo>
                  <a:lnTo>
                    <a:pt x="17212" y="100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76C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5344379" y="5380359"/>
              <a:ext cx="150495" cy="86995"/>
            </a:xfrm>
            <a:custGeom>
              <a:avLst/>
              <a:gdLst/>
              <a:ahLst/>
              <a:cxnLst/>
              <a:rect l="l" t="t" r="r" b="b"/>
              <a:pathLst>
                <a:path w="150495" h="86995">
                  <a:moveTo>
                    <a:pt x="132960" y="0"/>
                  </a:moveTo>
                  <a:lnTo>
                    <a:pt x="0" y="76746"/>
                  </a:lnTo>
                  <a:lnTo>
                    <a:pt x="17212" y="86774"/>
                  </a:lnTo>
                  <a:lnTo>
                    <a:pt x="150172" y="10008"/>
                  </a:lnTo>
                  <a:lnTo>
                    <a:pt x="132960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5361591" y="5390368"/>
              <a:ext cx="133350" cy="86995"/>
            </a:xfrm>
            <a:custGeom>
              <a:avLst/>
              <a:gdLst/>
              <a:ahLst/>
              <a:cxnLst/>
              <a:rect l="l" t="t" r="r" b="b"/>
              <a:pathLst>
                <a:path w="133350" h="86995">
                  <a:moveTo>
                    <a:pt x="132960" y="0"/>
                  </a:moveTo>
                  <a:lnTo>
                    <a:pt x="0" y="76765"/>
                  </a:lnTo>
                  <a:lnTo>
                    <a:pt x="18" y="86700"/>
                  </a:lnTo>
                  <a:lnTo>
                    <a:pt x="133015" y="9953"/>
                  </a:lnTo>
                  <a:lnTo>
                    <a:pt x="132960" y="0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5398845" y="5115134"/>
              <a:ext cx="17780" cy="20320"/>
            </a:xfrm>
            <a:custGeom>
              <a:avLst/>
              <a:gdLst/>
              <a:ahLst/>
              <a:cxnLst/>
              <a:rect l="l" t="t" r="r" b="b"/>
              <a:pathLst>
                <a:path w="17779" h="20320">
                  <a:moveTo>
                    <a:pt x="0" y="0"/>
                  </a:moveTo>
                  <a:lnTo>
                    <a:pt x="18" y="9935"/>
                  </a:lnTo>
                  <a:lnTo>
                    <a:pt x="17249" y="19962"/>
                  </a:lnTo>
                  <a:lnTo>
                    <a:pt x="17212" y="100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76C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5398845" y="5061068"/>
              <a:ext cx="111125" cy="64135"/>
            </a:xfrm>
            <a:custGeom>
              <a:avLst/>
              <a:gdLst/>
              <a:ahLst/>
              <a:cxnLst/>
              <a:rect l="l" t="t" r="r" b="b"/>
              <a:pathLst>
                <a:path w="111125" h="64135">
                  <a:moveTo>
                    <a:pt x="93667" y="0"/>
                  </a:moveTo>
                  <a:lnTo>
                    <a:pt x="0" y="54066"/>
                  </a:lnTo>
                  <a:lnTo>
                    <a:pt x="17212" y="64075"/>
                  </a:lnTo>
                  <a:lnTo>
                    <a:pt x="110879" y="9990"/>
                  </a:lnTo>
                  <a:lnTo>
                    <a:pt x="93667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5416058" y="5071058"/>
              <a:ext cx="93980" cy="64135"/>
            </a:xfrm>
            <a:custGeom>
              <a:avLst/>
              <a:gdLst/>
              <a:ahLst/>
              <a:cxnLst/>
              <a:rect l="l" t="t" r="r" b="b"/>
              <a:pathLst>
                <a:path w="93979" h="64135">
                  <a:moveTo>
                    <a:pt x="93667" y="0"/>
                  </a:moveTo>
                  <a:lnTo>
                    <a:pt x="0" y="54084"/>
                  </a:lnTo>
                  <a:lnTo>
                    <a:pt x="36" y="64038"/>
                  </a:lnTo>
                  <a:lnTo>
                    <a:pt x="93704" y="9953"/>
                  </a:lnTo>
                  <a:lnTo>
                    <a:pt x="93667" y="0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5322078" y="5069258"/>
              <a:ext cx="17780" cy="20320"/>
            </a:xfrm>
            <a:custGeom>
              <a:avLst/>
              <a:gdLst/>
              <a:ahLst/>
              <a:cxnLst/>
              <a:rect l="l" t="t" r="r" b="b"/>
              <a:pathLst>
                <a:path w="17779" h="20320">
                  <a:moveTo>
                    <a:pt x="0" y="0"/>
                  </a:moveTo>
                  <a:lnTo>
                    <a:pt x="18" y="9953"/>
                  </a:lnTo>
                  <a:lnTo>
                    <a:pt x="17230" y="19962"/>
                  </a:lnTo>
                  <a:lnTo>
                    <a:pt x="17212" y="99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76C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5322078" y="5015174"/>
              <a:ext cx="111125" cy="64135"/>
            </a:xfrm>
            <a:custGeom>
              <a:avLst/>
              <a:gdLst/>
              <a:ahLst/>
              <a:cxnLst/>
              <a:rect l="l" t="t" r="r" b="b"/>
              <a:pathLst>
                <a:path w="111125" h="64135">
                  <a:moveTo>
                    <a:pt x="93685" y="0"/>
                  </a:moveTo>
                  <a:lnTo>
                    <a:pt x="0" y="54084"/>
                  </a:lnTo>
                  <a:lnTo>
                    <a:pt x="17212" y="64075"/>
                  </a:lnTo>
                  <a:lnTo>
                    <a:pt x="110898" y="10008"/>
                  </a:lnTo>
                  <a:lnTo>
                    <a:pt x="93685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5339290" y="5025183"/>
              <a:ext cx="93980" cy="64135"/>
            </a:xfrm>
            <a:custGeom>
              <a:avLst/>
              <a:gdLst/>
              <a:ahLst/>
              <a:cxnLst/>
              <a:rect l="l" t="t" r="r" b="b"/>
              <a:pathLst>
                <a:path w="93979" h="64135">
                  <a:moveTo>
                    <a:pt x="93685" y="0"/>
                  </a:moveTo>
                  <a:lnTo>
                    <a:pt x="0" y="54066"/>
                  </a:lnTo>
                  <a:lnTo>
                    <a:pt x="18" y="64038"/>
                  </a:lnTo>
                  <a:lnTo>
                    <a:pt x="93704" y="9953"/>
                  </a:lnTo>
                  <a:lnTo>
                    <a:pt x="93685" y="0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5211951" y="5370626"/>
              <a:ext cx="17780" cy="20320"/>
            </a:xfrm>
            <a:custGeom>
              <a:avLst/>
              <a:gdLst/>
              <a:ahLst/>
              <a:cxnLst/>
              <a:rect l="l" t="t" r="r" b="b"/>
              <a:pathLst>
                <a:path w="17779" h="20320">
                  <a:moveTo>
                    <a:pt x="0" y="0"/>
                  </a:moveTo>
                  <a:lnTo>
                    <a:pt x="18" y="9953"/>
                  </a:lnTo>
                  <a:lnTo>
                    <a:pt x="17230" y="19962"/>
                  </a:lnTo>
                  <a:lnTo>
                    <a:pt x="17212" y="99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76C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5211951" y="5293879"/>
              <a:ext cx="150495" cy="86995"/>
            </a:xfrm>
            <a:custGeom>
              <a:avLst/>
              <a:gdLst/>
              <a:ahLst/>
              <a:cxnLst/>
              <a:rect l="l" t="t" r="r" b="b"/>
              <a:pathLst>
                <a:path w="150495" h="86995">
                  <a:moveTo>
                    <a:pt x="132960" y="0"/>
                  </a:moveTo>
                  <a:lnTo>
                    <a:pt x="0" y="76746"/>
                  </a:lnTo>
                  <a:lnTo>
                    <a:pt x="17212" y="86737"/>
                  </a:lnTo>
                  <a:lnTo>
                    <a:pt x="150172" y="9990"/>
                  </a:lnTo>
                  <a:lnTo>
                    <a:pt x="132960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5229164" y="5303870"/>
              <a:ext cx="133350" cy="86995"/>
            </a:xfrm>
            <a:custGeom>
              <a:avLst/>
              <a:gdLst/>
              <a:ahLst/>
              <a:cxnLst/>
              <a:rect l="l" t="t" r="r" b="b"/>
              <a:pathLst>
                <a:path w="133350" h="86995">
                  <a:moveTo>
                    <a:pt x="132960" y="0"/>
                  </a:moveTo>
                  <a:lnTo>
                    <a:pt x="0" y="76746"/>
                  </a:lnTo>
                  <a:lnTo>
                    <a:pt x="18" y="86718"/>
                  </a:lnTo>
                  <a:lnTo>
                    <a:pt x="132978" y="9972"/>
                  </a:lnTo>
                  <a:lnTo>
                    <a:pt x="132960" y="0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5344728" y="5442451"/>
              <a:ext cx="8890" cy="25400"/>
            </a:xfrm>
            <a:custGeom>
              <a:avLst/>
              <a:gdLst/>
              <a:ahLst/>
              <a:cxnLst/>
              <a:rect l="l" t="t" r="r" b="b"/>
              <a:pathLst>
                <a:path w="8889" h="25400">
                  <a:moveTo>
                    <a:pt x="8670" y="0"/>
                  </a:moveTo>
                  <a:lnTo>
                    <a:pt x="73" y="5013"/>
                  </a:lnTo>
                  <a:lnTo>
                    <a:pt x="0" y="24921"/>
                  </a:lnTo>
                  <a:lnTo>
                    <a:pt x="8615" y="19925"/>
                  </a:lnTo>
                  <a:lnTo>
                    <a:pt x="8670" y="0"/>
                  </a:lnTo>
                  <a:close/>
                </a:path>
              </a:pathLst>
            </a:custGeom>
            <a:solidFill>
              <a:srgbClr val="C49D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5211767" y="5370718"/>
              <a:ext cx="133350" cy="97155"/>
            </a:xfrm>
            <a:custGeom>
              <a:avLst/>
              <a:gdLst/>
              <a:ahLst/>
              <a:cxnLst/>
              <a:rect l="l" t="t" r="r" b="b"/>
              <a:pathLst>
                <a:path w="133350" h="97154">
                  <a:moveTo>
                    <a:pt x="73" y="0"/>
                  </a:moveTo>
                  <a:lnTo>
                    <a:pt x="0" y="19889"/>
                  </a:lnTo>
                  <a:lnTo>
                    <a:pt x="132960" y="96654"/>
                  </a:lnTo>
                  <a:lnTo>
                    <a:pt x="133033" y="76746"/>
                  </a:lnTo>
                  <a:lnTo>
                    <a:pt x="73" y="0"/>
                  </a:lnTo>
                  <a:close/>
                </a:path>
              </a:pathLst>
            </a:custGeom>
            <a:solidFill>
              <a:srgbClr val="A1A1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5211841" y="5365704"/>
              <a:ext cx="141605" cy="81915"/>
            </a:xfrm>
            <a:custGeom>
              <a:avLst/>
              <a:gdLst/>
              <a:ahLst/>
              <a:cxnLst/>
              <a:rect l="l" t="t" r="r" b="b"/>
              <a:pathLst>
                <a:path w="141604" h="81914">
                  <a:moveTo>
                    <a:pt x="8597" y="0"/>
                  </a:moveTo>
                  <a:lnTo>
                    <a:pt x="0" y="5013"/>
                  </a:lnTo>
                  <a:lnTo>
                    <a:pt x="132960" y="81760"/>
                  </a:lnTo>
                  <a:lnTo>
                    <a:pt x="141557" y="76746"/>
                  </a:lnTo>
                  <a:lnTo>
                    <a:pt x="8597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5314748" y="5073501"/>
              <a:ext cx="80010" cy="66040"/>
            </a:xfrm>
            <a:custGeom>
              <a:avLst/>
              <a:gdLst/>
              <a:ahLst/>
              <a:cxnLst/>
              <a:rect l="l" t="t" r="r" b="b"/>
              <a:pathLst>
                <a:path w="80010" h="66039">
                  <a:moveTo>
                    <a:pt x="55" y="0"/>
                  </a:moveTo>
                  <a:lnTo>
                    <a:pt x="0" y="19907"/>
                  </a:lnTo>
                  <a:lnTo>
                    <a:pt x="79522" y="65801"/>
                  </a:lnTo>
                  <a:lnTo>
                    <a:pt x="78200" y="45104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A1A1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5314803" y="5068487"/>
              <a:ext cx="86995" cy="50165"/>
            </a:xfrm>
            <a:custGeom>
              <a:avLst/>
              <a:gdLst/>
              <a:ahLst/>
              <a:cxnLst/>
              <a:rect l="l" t="t" r="r" b="b"/>
              <a:pathLst>
                <a:path w="86995" h="50164">
                  <a:moveTo>
                    <a:pt x="8615" y="0"/>
                  </a:moveTo>
                  <a:lnTo>
                    <a:pt x="0" y="5013"/>
                  </a:lnTo>
                  <a:lnTo>
                    <a:pt x="78144" y="50117"/>
                  </a:lnTo>
                  <a:lnTo>
                    <a:pt x="86760" y="45122"/>
                  </a:lnTo>
                  <a:lnTo>
                    <a:pt x="8615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5317639" y="5154967"/>
              <a:ext cx="328295" cy="229870"/>
            </a:xfrm>
            <a:custGeom>
              <a:avLst/>
              <a:gdLst/>
              <a:ahLst/>
              <a:cxnLst/>
              <a:rect l="l" t="t" r="r" b="b"/>
              <a:pathLst>
                <a:path w="328295" h="229870">
                  <a:moveTo>
                    <a:pt x="78497" y="63317"/>
                  </a:moveTo>
                  <a:lnTo>
                    <a:pt x="49518" y="63317"/>
                  </a:lnTo>
                  <a:lnTo>
                    <a:pt x="65041" y="68666"/>
                  </a:lnTo>
                  <a:lnTo>
                    <a:pt x="80544" y="81220"/>
                  </a:lnTo>
                  <a:lnTo>
                    <a:pt x="93190" y="98346"/>
                  </a:lnTo>
                  <a:lnTo>
                    <a:pt x="101699" y="117830"/>
                  </a:lnTo>
                  <a:lnTo>
                    <a:pt x="104793" y="137461"/>
                  </a:lnTo>
                  <a:lnTo>
                    <a:pt x="104683" y="140895"/>
                  </a:lnTo>
                  <a:lnTo>
                    <a:pt x="104603" y="141667"/>
                  </a:lnTo>
                  <a:lnTo>
                    <a:pt x="104517" y="142493"/>
                  </a:lnTo>
                  <a:lnTo>
                    <a:pt x="256803" y="229836"/>
                  </a:lnTo>
                  <a:lnTo>
                    <a:pt x="256803" y="219515"/>
                  </a:lnTo>
                  <a:lnTo>
                    <a:pt x="222965" y="200232"/>
                  </a:lnTo>
                  <a:lnTo>
                    <a:pt x="220449" y="195879"/>
                  </a:lnTo>
                  <a:lnTo>
                    <a:pt x="220448" y="193253"/>
                  </a:lnTo>
                  <a:lnTo>
                    <a:pt x="210750" y="193253"/>
                  </a:lnTo>
                  <a:lnTo>
                    <a:pt x="135434" y="150077"/>
                  </a:lnTo>
                  <a:lnTo>
                    <a:pt x="82069" y="71292"/>
                  </a:lnTo>
                  <a:lnTo>
                    <a:pt x="78698" y="63948"/>
                  </a:lnTo>
                  <a:lnTo>
                    <a:pt x="78497" y="63317"/>
                  </a:lnTo>
                  <a:close/>
                </a:path>
                <a:path w="328295" h="229870">
                  <a:moveTo>
                    <a:pt x="145522" y="14159"/>
                  </a:moveTo>
                  <a:lnTo>
                    <a:pt x="137785" y="14159"/>
                  </a:lnTo>
                  <a:lnTo>
                    <a:pt x="140944" y="14838"/>
                  </a:lnTo>
                  <a:lnTo>
                    <a:pt x="210915" y="54562"/>
                  </a:lnTo>
                  <a:lnTo>
                    <a:pt x="210871" y="91457"/>
                  </a:lnTo>
                  <a:lnTo>
                    <a:pt x="210750" y="193253"/>
                  </a:lnTo>
                  <a:lnTo>
                    <a:pt x="220448" y="193253"/>
                  </a:lnTo>
                  <a:lnTo>
                    <a:pt x="220430" y="71292"/>
                  </a:lnTo>
                  <a:lnTo>
                    <a:pt x="222936" y="68666"/>
                  </a:lnTo>
                  <a:lnTo>
                    <a:pt x="224692" y="66903"/>
                  </a:lnTo>
                  <a:lnTo>
                    <a:pt x="236424" y="66903"/>
                  </a:lnTo>
                  <a:lnTo>
                    <a:pt x="145522" y="14159"/>
                  </a:lnTo>
                  <a:close/>
                </a:path>
                <a:path w="328295" h="229870">
                  <a:moveTo>
                    <a:pt x="236424" y="66903"/>
                  </a:moveTo>
                  <a:lnTo>
                    <a:pt x="231686" y="66903"/>
                  </a:lnTo>
                  <a:lnTo>
                    <a:pt x="233252" y="67325"/>
                  </a:lnTo>
                  <a:lnTo>
                    <a:pt x="234685" y="68152"/>
                  </a:lnTo>
                  <a:lnTo>
                    <a:pt x="248628" y="78693"/>
                  </a:lnTo>
                  <a:lnTo>
                    <a:pt x="251824" y="84056"/>
                  </a:lnTo>
                  <a:lnTo>
                    <a:pt x="261305" y="96947"/>
                  </a:lnTo>
                  <a:lnTo>
                    <a:pt x="295985" y="141667"/>
                  </a:lnTo>
                  <a:lnTo>
                    <a:pt x="311985" y="191949"/>
                  </a:lnTo>
                  <a:lnTo>
                    <a:pt x="327949" y="191949"/>
                  </a:lnTo>
                  <a:lnTo>
                    <a:pt x="326424" y="166753"/>
                  </a:lnTo>
                  <a:lnTo>
                    <a:pt x="326406" y="166440"/>
                  </a:lnTo>
                  <a:lnTo>
                    <a:pt x="309438" y="145486"/>
                  </a:lnTo>
                  <a:lnTo>
                    <a:pt x="282281" y="113873"/>
                  </a:lnTo>
                  <a:lnTo>
                    <a:pt x="245983" y="72449"/>
                  </a:lnTo>
                  <a:lnTo>
                    <a:pt x="236424" y="66903"/>
                  </a:lnTo>
                  <a:close/>
                </a:path>
                <a:path w="328295" h="229870">
                  <a:moveTo>
                    <a:pt x="3006" y="0"/>
                  </a:moveTo>
                  <a:lnTo>
                    <a:pt x="985" y="4885"/>
                  </a:lnTo>
                  <a:lnTo>
                    <a:pt x="0" y="9900"/>
                  </a:lnTo>
                  <a:lnTo>
                    <a:pt x="59" y="40292"/>
                  </a:lnTo>
                  <a:lnTo>
                    <a:pt x="174" y="71292"/>
                  </a:lnTo>
                  <a:lnTo>
                    <a:pt x="22349" y="95368"/>
                  </a:lnTo>
                  <a:lnTo>
                    <a:pt x="25344" y="97113"/>
                  </a:lnTo>
                  <a:lnTo>
                    <a:pt x="25192" y="95368"/>
                  </a:lnTo>
                  <a:lnTo>
                    <a:pt x="25068" y="91457"/>
                  </a:lnTo>
                  <a:lnTo>
                    <a:pt x="28222" y="75442"/>
                  </a:lnTo>
                  <a:lnTo>
                    <a:pt x="36809" y="65819"/>
                  </a:lnTo>
                  <a:lnTo>
                    <a:pt x="49518" y="63317"/>
                  </a:lnTo>
                  <a:lnTo>
                    <a:pt x="78497" y="63317"/>
                  </a:lnTo>
                  <a:lnTo>
                    <a:pt x="76260" y="56274"/>
                  </a:lnTo>
                  <a:lnTo>
                    <a:pt x="74779" y="48359"/>
                  </a:lnTo>
                  <a:lnTo>
                    <a:pt x="74281" y="40292"/>
                  </a:lnTo>
                  <a:lnTo>
                    <a:pt x="74281" y="26206"/>
                  </a:lnTo>
                  <a:lnTo>
                    <a:pt x="80379" y="19485"/>
                  </a:lnTo>
                  <a:lnTo>
                    <a:pt x="134625" y="14416"/>
                  </a:lnTo>
                  <a:lnTo>
                    <a:pt x="137785" y="14159"/>
                  </a:lnTo>
                  <a:lnTo>
                    <a:pt x="145522" y="14159"/>
                  </a:lnTo>
                  <a:lnTo>
                    <a:pt x="144561" y="13601"/>
                  </a:lnTo>
                  <a:lnTo>
                    <a:pt x="41591" y="13601"/>
                  </a:lnTo>
                  <a:lnTo>
                    <a:pt x="32657" y="12889"/>
                  </a:lnTo>
                  <a:lnTo>
                    <a:pt x="23988" y="10880"/>
                  </a:lnTo>
                  <a:lnTo>
                    <a:pt x="15663" y="7199"/>
                  </a:lnTo>
                  <a:lnTo>
                    <a:pt x="3006" y="0"/>
                  </a:lnTo>
                  <a:close/>
                </a:path>
                <a:path w="328295" h="229870">
                  <a:moveTo>
                    <a:pt x="134350" y="7676"/>
                  </a:moveTo>
                  <a:lnTo>
                    <a:pt x="89355" y="9900"/>
                  </a:lnTo>
                  <a:lnTo>
                    <a:pt x="55396" y="13112"/>
                  </a:lnTo>
                  <a:lnTo>
                    <a:pt x="50712" y="13387"/>
                  </a:lnTo>
                  <a:lnTo>
                    <a:pt x="41591" y="13601"/>
                  </a:lnTo>
                  <a:lnTo>
                    <a:pt x="144561" y="13601"/>
                  </a:lnTo>
                  <a:lnTo>
                    <a:pt x="134350" y="7676"/>
                  </a:lnTo>
                  <a:close/>
                </a:path>
              </a:pathLst>
            </a:custGeom>
            <a:solidFill>
              <a:srgbClr val="C779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5696582" y="5402471"/>
              <a:ext cx="48895" cy="60960"/>
            </a:xfrm>
            <a:custGeom>
              <a:avLst/>
              <a:gdLst/>
              <a:ahLst/>
              <a:cxnLst/>
              <a:rect l="l" t="t" r="r" b="b"/>
              <a:pathLst>
                <a:path w="48895" h="60960">
                  <a:moveTo>
                    <a:pt x="29814" y="0"/>
                  </a:moveTo>
                  <a:lnTo>
                    <a:pt x="0" y="28447"/>
                  </a:lnTo>
                  <a:lnTo>
                    <a:pt x="734" y="40494"/>
                  </a:lnTo>
                  <a:lnTo>
                    <a:pt x="5731" y="45838"/>
                  </a:lnTo>
                  <a:lnTo>
                    <a:pt x="17175" y="54194"/>
                  </a:lnTo>
                  <a:lnTo>
                    <a:pt x="24101" y="57573"/>
                  </a:lnTo>
                  <a:lnTo>
                    <a:pt x="31467" y="59612"/>
                  </a:lnTo>
                  <a:lnTo>
                    <a:pt x="34810" y="60897"/>
                  </a:lnTo>
                  <a:lnTo>
                    <a:pt x="48459" y="33993"/>
                  </a:lnTo>
                  <a:lnTo>
                    <a:pt x="29814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7" name="object 1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181145" y="5285560"/>
              <a:ext cx="181787" cy="108738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466354" y="5449320"/>
              <a:ext cx="98002" cy="81962"/>
            </a:xfrm>
            <a:prstGeom prst="rect">
              <a:avLst/>
            </a:prstGeom>
          </p:spPr>
        </p:pic>
        <p:sp>
          <p:nvSpPr>
            <p:cNvPr id="129" name="object 129"/>
            <p:cNvSpPr/>
            <p:nvPr/>
          </p:nvSpPr>
          <p:spPr>
            <a:xfrm>
              <a:off x="5229504" y="5154421"/>
              <a:ext cx="455930" cy="357505"/>
            </a:xfrm>
            <a:custGeom>
              <a:avLst/>
              <a:gdLst/>
              <a:ahLst/>
              <a:cxnLst/>
              <a:rect l="l" t="t" r="r" b="b"/>
              <a:pathLst>
                <a:path w="455929" h="357504">
                  <a:moveTo>
                    <a:pt x="455714" y="291401"/>
                  </a:moveTo>
                  <a:lnTo>
                    <a:pt x="339178" y="224142"/>
                  </a:lnTo>
                  <a:lnTo>
                    <a:pt x="339178" y="219519"/>
                  </a:lnTo>
                  <a:lnTo>
                    <a:pt x="305384" y="200126"/>
                  </a:lnTo>
                  <a:lnTo>
                    <a:pt x="302869" y="195783"/>
                  </a:lnTo>
                  <a:lnTo>
                    <a:pt x="302869" y="193255"/>
                  </a:lnTo>
                  <a:lnTo>
                    <a:pt x="302844" y="71056"/>
                  </a:lnTo>
                  <a:lnTo>
                    <a:pt x="307111" y="66814"/>
                  </a:lnTo>
                  <a:lnTo>
                    <a:pt x="314071" y="66814"/>
                  </a:lnTo>
                  <a:lnTo>
                    <a:pt x="315683" y="67221"/>
                  </a:lnTo>
                  <a:lnTo>
                    <a:pt x="317119" y="68046"/>
                  </a:lnTo>
                  <a:lnTo>
                    <a:pt x="331038" y="78587"/>
                  </a:lnTo>
                  <a:lnTo>
                    <a:pt x="334225" y="83959"/>
                  </a:lnTo>
                  <a:lnTo>
                    <a:pt x="343928" y="97116"/>
                  </a:lnTo>
                  <a:lnTo>
                    <a:pt x="378396" y="141579"/>
                  </a:lnTo>
                  <a:lnTo>
                    <a:pt x="394423" y="191871"/>
                  </a:lnTo>
                  <a:lnTo>
                    <a:pt x="410387" y="191871"/>
                  </a:lnTo>
                  <a:lnTo>
                    <a:pt x="410387" y="163779"/>
                  </a:lnTo>
                  <a:lnTo>
                    <a:pt x="399973" y="151079"/>
                  </a:lnTo>
                  <a:lnTo>
                    <a:pt x="386283" y="135991"/>
                  </a:lnTo>
                  <a:lnTo>
                    <a:pt x="372275" y="119799"/>
                  </a:lnTo>
                  <a:lnTo>
                    <a:pt x="360857" y="103822"/>
                  </a:lnTo>
                  <a:lnTo>
                    <a:pt x="356476" y="97243"/>
                  </a:lnTo>
                  <a:lnTo>
                    <a:pt x="350202" y="89039"/>
                  </a:lnTo>
                  <a:lnTo>
                    <a:pt x="343382" y="81368"/>
                  </a:lnTo>
                  <a:lnTo>
                    <a:pt x="337400" y="76403"/>
                  </a:lnTo>
                  <a:lnTo>
                    <a:pt x="320573" y="66814"/>
                  </a:lnTo>
                  <a:lnTo>
                    <a:pt x="293306" y="51282"/>
                  </a:lnTo>
                  <a:lnTo>
                    <a:pt x="293306" y="54559"/>
                  </a:lnTo>
                  <a:lnTo>
                    <a:pt x="293293" y="193255"/>
                  </a:lnTo>
                  <a:lnTo>
                    <a:pt x="217982" y="150075"/>
                  </a:lnTo>
                  <a:lnTo>
                    <a:pt x="186956" y="113296"/>
                  </a:lnTo>
                  <a:lnTo>
                    <a:pt x="186956" y="136271"/>
                  </a:lnTo>
                  <a:lnTo>
                    <a:pt x="107721" y="90525"/>
                  </a:lnTo>
                  <a:lnTo>
                    <a:pt x="110693" y="75438"/>
                  </a:lnTo>
                  <a:lnTo>
                    <a:pt x="119278" y="65824"/>
                  </a:lnTo>
                  <a:lnTo>
                    <a:pt x="131991" y="63322"/>
                  </a:lnTo>
                  <a:lnTo>
                    <a:pt x="147510" y="68668"/>
                  </a:lnTo>
                  <a:lnTo>
                    <a:pt x="163017" y="81216"/>
                  </a:lnTo>
                  <a:lnTo>
                    <a:pt x="175641" y="98348"/>
                  </a:lnTo>
                  <a:lnTo>
                    <a:pt x="184137" y="117894"/>
                  </a:lnTo>
                  <a:lnTo>
                    <a:pt x="186956" y="136271"/>
                  </a:lnTo>
                  <a:lnTo>
                    <a:pt x="186956" y="113296"/>
                  </a:lnTo>
                  <a:lnTo>
                    <a:pt x="164465" y="71297"/>
                  </a:lnTo>
                  <a:lnTo>
                    <a:pt x="156692" y="40297"/>
                  </a:lnTo>
                  <a:lnTo>
                    <a:pt x="156692" y="26238"/>
                  </a:lnTo>
                  <a:lnTo>
                    <a:pt x="162801" y="19507"/>
                  </a:lnTo>
                  <a:lnTo>
                    <a:pt x="217017" y="14414"/>
                  </a:lnTo>
                  <a:lnTo>
                    <a:pt x="220179" y="14160"/>
                  </a:lnTo>
                  <a:lnTo>
                    <a:pt x="223342" y="14859"/>
                  </a:lnTo>
                  <a:lnTo>
                    <a:pt x="293306" y="54559"/>
                  </a:lnTo>
                  <a:lnTo>
                    <a:pt x="293306" y="51282"/>
                  </a:lnTo>
                  <a:lnTo>
                    <a:pt x="228193" y="14160"/>
                  </a:lnTo>
                  <a:lnTo>
                    <a:pt x="227215" y="13601"/>
                  </a:lnTo>
                  <a:lnTo>
                    <a:pt x="216814" y="7683"/>
                  </a:lnTo>
                  <a:lnTo>
                    <a:pt x="171805" y="9906"/>
                  </a:lnTo>
                  <a:lnTo>
                    <a:pt x="137845" y="13119"/>
                  </a:lnTo>
                  <a:lnTo>
                    <a:pt x="133159" y="13385"/>
                  </a:lnTo>
                  <a:lnTo>
                    <a:pt x="85471" y="0"/>
                  </a:lnTo>
                  <a:lnTo>
                    <a:pt x="83451" y="4889"/>
                  </a:lnTo>
                  <a:lnTo>
                    <a:pt x="82473" y="9906"/>
                  </a:lnTo>
                  <a:lnTo>
                    <a:pt x="82511" y="40297"/>
                  </a:lnTo>
                  <a:lnTo>
                    <a:pt x="82626" y="71297"/>
                  </a:lnTo>
                  <a:lnTo>
                    <a:pt x="91948" y="81419"/>
                  </a:lnTo>
                  <a:lnTo>
                    <a:pt x="37566" y="50025"/>
                  </a:lnTo>
                  <a:lnTo>
                    <a:pt x="0" y="94246"/>
                  </a:lnTo>
                  <a:lnTo>
                    <a:pt x="0" y="140601"/>
                  </a:lnTo>
                  <a:lnTo>
                    <a:pt x="23749" y="177165"/>
                  </a:lnTo>
                  <a:lnTo>
                    <a:pt x="38874" y="214998"/>
                  </a:lnTo>
                  <a:lnTo>
                    <a:pt x="234823" y="329463"/>
                  </a:lnTo>
                  <a:lnTo>
                    <a:pt x="255473" y="291363"/>
                  </a:lnTo>
                  <a:lnTo>
                    <a:pt x="381381" y="277507"/>
                  </a:lnTo>
                  <a:lnTo>
                    <a:pt x="381381" y="357009"/>
                  </a:lnTo>
                  <a:lnTo>
                    <a:pt x="455714" y="291401"/>
                  </a:lnTo>
                  <a:close/>
                </a:path>
              </a:pathLst>
            </a:custGeom>
            <a:solidFill>
              <a:srgbClr val="B54D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0" name="object 1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229513" y="5204442"/>
              <a:ext cx="164188" cy="149839"/>
            </a:xfrm>
            <a:prstGeom prst="rect">
              <a:avLst/>
            </a:prstGeom>
          </p:spPr>
        </p:pic>
        <p:sp>
          <p:nvSpPr>
            <p:cNvPr id="131" name="object 131"/>
            <p:cNvSpPr/>
            <p:nvPr/>
          </p:nvSpPr>
          <p:spPr>
            <a:xfrm>
              <a:off x="5269834" y="5277626"/>
              <a:ext cx="415925" cy="234315"/>
            </a:xfrm>
            <a:custGeom>
              <a:avLst/>
              <a:gdLst/>
              <a:ahLst/>
              <a:cxnLst/>
              <a:rect l="l" t="t" r="r" b="b"/>
              <a:pathLst>
                <a:path w="415925" h="234314">
                  <a:moveTo>
                    <a:pt x="123867" y="0"/>
                  </a:moveTo>
                  <a:lnTo>
                    <a:pt x="15412" y="80878"/>
                  </a:lnTo>
                  <a:lnTo>
                    <a:pt x="5217" y="89198"/>
                  </a:lnTo>
                  <a:lnTo>
                    <a:pt x="0" y="92687"/>
                  </a:lnTo>
                  <a:lnTo>
                    <a:pt x="194554" y="206329"/>
                  </a:lnTo>
                  <a:lnTo>
                    <a:pt x="215201" y="168240"/>
                  </a:lnTo>
                  <a:lnTo>
                    <a:pt x="341126" y="154393"/>
                  </a:lnTo>
                  <a:lnTo>
                    <a:pt x="341126" y="233895"/>
                  </a:lnTo>
                  <a:lnTo>
                    <a:pt x="415395" y="168185"/>
                  </a:lnTo>
                  <a:lnTo>
                    <a:pt x="123867" y="0"/>
                  </a:lnTo>
                  <a:close/>
                </a:path>
              </a:pathLst>
            </a:custGeom>
            <a:solidFill>
              <a:srgbClr val="B54D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2" name="object 13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277586" y="5289545"/>
              <a:ext cx="302641" cy="172923"/>
            </a:xfrm>
            <a:prstGeom prst="rect">
              <a:avLst/>
            </a:prstGeom>
          </p:spPr>
        </p:pic>
        <p:sp>
          <p:nvSpPr>
            <p:cNvPr id="133" name="object 133"/>
            <p:cNvSpPr/>
            <p:nvPr/>
          </p:nvSpPr>
          <p:spPr>
            <a:xfrm>
              <a:off x="5208847" y="5157263"/>
              <a:ext cx="227329" cy="91440"/>
            </a:xfrm>
            <a:custGeom>
              <a:avLst/>
              <a:gdLst/>
              <a:ahLst/>
              <a:cxnLst/>
              <a:rect l="l" t="t" r="r" b="b"/>
              <a:pathLst>
                <a:path w="227329" h="91439">
                  <a:moveTo>
                    <a:pt x="226866" y="0"/>
                  </a:moveTo>
                  <a:lnTo>
                    <a:pt x="139885" y="8264"/>
                  </a:lnTo>
                  <a:lnTo>
                    <a:pt x="89212" y="30073"/>
                  </a:lnTo>
                  <a:lnTo>
                    <a:pt x="53886" y="50595"/>
                  </a:lnTo>
                  <a:lnTo>
                    <a:pt x="17358" y="76675"/>
                  </a:lnTo>
                  <a:lnTo>
                    <a:pt x="0" y="90924"/>
                  </a:lnTo>
                  <a:lnTo>
                    <a:pt x="91205" y="81429"/>
                  </a:lnTo>
                  <a:lnTo>
                    <a:pt x="226866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5158600" y="5150840"/>
              <a:ext cx="414655" cy="169545"/>
            </a:xfrm>
            <a:custGeom>
              <a:avLst/>
              <a:gdLst/>
              <a:ahLst/>
              <a:cxnLst/>
              <a:rect l="l" t="t" r="r" b="b"/>
              <a:pathLst>
                <a:path w="414654" h="169545">
                  <a:moveTo>
                    <a:pt x="414566" y="82080"/>
                  </a:moveTo>
                  <a:lnTo>
                    <a:pt x="347116" y="41173"/>
                  </a:lnTo>
                  <a:lnTo>
                    <a:pt x="288772" y="8890"/>
                  </a:lnTo>
                  <a:lnTo>
                    <a:pt x="284111" y="6210"/>
                  </a:lnTo>
                  <a:lnTo>
                    <a:pt x="278612" y="5346"/>
                  </a:lnTo>
                  <a:lnTo>
                    <a:pt x="274358" y="6286"/>
                  </a:lnTo>
                  <a:lnTo>
                    <a:pt x="259448" y="7734"/>
                  </a:lnTo>
                  <a:lnTo>
                    <a:pt x="259448" y="10629"/>
                  </a:lnTo>
                  <a:lnTo>
                    <a:pt x="253276" y="12446"/>
                  </a:lnTo>
                  <a:lnTo>
                    <a:pt x="223405" y="25895"/>
                  </a:lnTo>
                  <a:lnTo>
                    <a:pt x="185496" y="49898"/>
                  </a:lnTo>
                  <a:lnTo>
                    <a:pt x="147904" y="81826"/>
                  </a:lnTo>
                  <a:lnTo>
                    <a:pt x="62268" y="90512"/>
                  </a:lnTo>
                  <a:lnTo>
                    <a:pt x="64198" y="89268"/>
                  </a:lnTo>
                  <a:lnTo>
                    <a:pt x="183464" y="18529"/>
                  </a:lnTo>
                  <a:lnTo>
                    <a:pt x="259448" y="10629"/>
                  </a:lnTo>
                  <a:lnTo>
                    <a:pt x="259448" y="7734"/>
                  </a:lnTo>
                  <a:lnTo>
                    <a:pt x="189318" y="14528"/>
                  </a:lnTo>
                  <a:lnTo>
                    <a:pt x="161785" y="4038"/>
                  </a:lnTo>
                  <a:lnTo>
                    <a:pt x="143090" y="0"/>
                  </a:lnTo>
                  <a:lnTo>
                    <a:pt x="98183" y="11722"/>
                  </a:lnTo>
                  <a:lnTo>
                    <a:pt x="41846" y="45516"/>
                  </a:lnTo>
                  <a:lnTo>
                    <a:pt x="8674" y="72859"/>
                  </a:lnTo>
                  <a:lnTo>
                    <a:pt x="0" y="93243"/>
                  </a:lnTo>
                  <a:lnTo>
                    <a:pt x="165" y="154381"/>
                  </a:lnTo>
                  <a:lnTo>
                    <a:pt x="14109" y="169506"/>
                  </a:lnTo>
                  <a:lnTo>
                    <a:pt x="14109" y="102590"/>
                  </a:lnTo>
                  <a:lnTo>
                    <a:pt x="36131" y="102590"/>
                  </a:lnTo>
                  <a:lnTo>
                    <a:pt x="50368" y="96735"/>
                  </a:lnTo>
                  <a:lnTo>
                    <a:pt x="50241" y="97332"/>
                  </a:lnTo>
                  <a:lnTo>
                    <a:pt x="141262" y="87871"/>
                  </a:lnTo>
                  <a:lnTo>
                    <a:pt x="143192" y="90043"/>
                  </a:lnTo>
                  <a:lnTo>
                    <a:pt x="145376" y="91948"/>
                  </a:lnTo>
                  <a:lnTo>
                    <a:pt x="147726" y="93624"/>
                  </a:lnTo>
                  <a:lnTo>
                    <a:pt x="171843" y="109791"/>
                  </a:lnTo>
                  <a:lnTo>
                    <a:pt x="250075" y="155816"/>
                  </a:lnTo>
                  <a:lnTo>
                    <a:pt x="271030" y="169062"/>
                  </a:lnTo>
                  <a:lnTo>
                    <a:pt x="275678" y="169303"/>
                  </a:lnTo>
                  <a:lnTo>
                    <a:pt x="271030" y="161429"/>
                  </a:lnTo>
                  <a:lnTo>
                    <a:pt x="278650" y="159981"/>
                  </a:lnTo>
                  <a:lnTo>
                    <a:pt x="326186" y="145402"/>
                  </a:lnTo>
                  <a:lnTo>
                    <a:pt x="381596" y="113982"/>
                  </a:lnTo>
                  <a:lnTo>
                    <a:pt x="409308" y="84442"/>
                  </a:lnTo>
                  <a:lnTo>
                    <a:pt x="409549" y="83947"/>
                  </a:lnTo>
                  <a:lnTo>
                    <a:pt x="411022" y="85559"/>
                  </a:lnTo>
                  <a:lnTo>
                    <a:pt x="412699" y="83947"/>
                  </a:lnTo>
                  <a:lnTo>
                    <a:pt x="414566" y="82080"/>
                  </a:lnTo>
                  <a:close/>
                </a:path>
              </a:pathLst>
            </a:custGeom>
            <a:solidFill>
              <a:srgbClr val="DAA6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5568067" y="5234781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91" y="0"/>
                  </a:moveTo>
                  <a:lnTo>
                    <a:pt x="0" y="55"/>
                  </a:lnTo>
                  <a:lnTo>
                    <a:pt x="1469" y="1689"/>
                  </a:lnTo>
                  <a:close/>
                </a:path>
              </a:pathLst>
            </a:custGeom>
            <a:solidFill>
              <a:srgbClr val="C779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5429529" y="5232946"/>
              <a:ext cx="216535" cy="180975"/>
            </a:xfrm>
            <a:custGeom>
              <a:avLst/>
              <a:gdLst/>
              <a:ahLst/>
              <a:cxnLst/>
              <a:rect l="l" t="t" r="r" b="b"/>
              <a:pathLst>
                <a:path w="216535" h="180975">
                  <a:moveTo>
                    <a:pt x="67056" y="180809"/>
                  </a:moveTo>
                  <a:lnTo>
                    <a:pt x="5219" y="73812"/>
                  </a:lnTo>
                  <a:lnTo>
                    <a:pt x="0" y="79286"/>
                  </a:lnTo>
                  <a:lnTo>
                    <a:pt x="59194" y="179539"/>
                  </a:lnTo>
                  <a:lnTo>
                    <a:pt x="67056" y="180809"/>
                  </a:lnTo>
                  <a:close/>
                </a:path>
                <a:path w="216535" h="180975">
                  <a:moveTo>
                    <a:pt x="216433" y="88557"/>
                  </a:moveTo>
                  <a:lnTo>
                    <a:pt x="146773" y="3187"/>
                  </a:lnTo>
                  <a:lnTo>
                    <a:pt x="143637" y="0"/>
                  </a:lnTo>
                  <a:lnTo>
                    <a:pt x="140004" y="3568"/>
                  </a:lnTo>
                  <a:lnTo>
                    <a:pt x="213296" y="97243"/>
                  </a:lnTo>
                  <a:lnTo>
                    <a:pt x="216433" y="88557"/>
                  </a:lnTo>
                  <a:close/>
                </a:path>
              </a:pathLst>
            </a:custGeom>
            <a:solidFill>
              <a:srgbClr val="DAA6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5182222" y="5242928"/>
              <a:ext cx="565785" cy="252095"/>
            </a:xfrm>
            <a:custGeom>
              <a:avLst/>
              <a:gdLst/>
              <a:ahLst/>
              <a:cxnLst/>
              <a:rect l="l" t="t" r="r" b="b"/>
              <a:pathLst>
                <a:path w="565785" h="252095">
                  <a:moveTo>
                    <a:pt x="291655" y="155282"/>
                  </a:moveTo>
                  <a:lnTo>
                    <a:pt x="291363" y="154317"/>
                  </a:lnTo>
                  <a:lnTo>
                    <a:pt x="290957" y="153377"/>
                  </a:lnTo>
                  <a:lnTo>
                    <a:pt x="290449" y="152501"/>
                  </a:lnTo>
                  <a:lnTo>
                    <a:pt x="286969" y="146634"/>
                  </a:lnTo>
                  <a:lnTo>
                    <a:pt x="291655" y="155282"/>
                  </a:lnTo>
                  <a:close/>
                </a:path>
                <a:path w="565785" h="252095">
                  <a:moveTo>
                    <a:pt x="329628" y="227241"/>
                  </a:moveTo>
                  <a:lnTo>
                    <a:pt x="329552" y="224370"/>
                  </a:lnTo>
                  <a:lnTo>
                    <a:pt x="329501" y="222669"/>
                  </a:lnTo>
                  <a:lnTo>
                    <a:pt x="328180" y="175247"/>
                  </a:lnTo>
                  <a:lnTo>
                    <a:pt x="328079" y="171691"/>
                  </a:lnTo>
                  <a:lnTo>
                    <a:pt x="327748" y="159880"/>
                  </a:lnTo>
                  <a:lnTo>
                    <a:pt x="311454" y="171691"/>
                  </a:lnTo>
                  <a:lnTo>
                    <a:pt x="310375" y="168643"/>
                  </a:lnTo>
                  <a:lnTo>
                    <a:pt x="302463" y="175247"/>
                  </a:lnTo>
                  <a:lnTo>
                    <a:pt x="301764" y="174129"/>
                  </a:lnTo>
                  <a:lnTo>
                    <a:pt x="297535" y="166255"/>
                  </a:lnTo>
                  <a:lnTo>
                    <a:pt x="291655" y="155435"/>
                  </a:lnTo>
                  <a:lnTo>
                    <a:pt x="292061" y="156705"/>
                  </a:lnTo>
                  <a:lnTo>
                    <a:pt x="292265" y="157988"/>
                  </a:lnTo>
                  <a:lnTo>
                    <a:pt x="292265" y="226034"/>
                  </a:lnTo>
                  <a:lnTo>
                    <a:pt x="286346" y="231940"/>
                  </a:lnTo>
                  <a:lnTo>
                    <a:pt x="276809" y="231940"/>
                  </a:lnTo>
                  <a:lnTo>
                    <a:pt x="274459" y="231343"/>
                  </a:lnTo>
                  <a:lnTo>
                    <a:pt x="272465" y="230162"/>
                  </a:lnTo>
                  <a:lnTo>
                    <a:pt x="203149" y="190398"/>
                  </a:lnTo>
                  <a:lnTo>
                    <a:pt x="200634" y="186029"/>
                  </a:lnTo>
                  <a:lnTo>
                    <a:pt x="200634" y="183261"/>
                  </a:lnTo>
                  <a:lnTo>
                    <a:pt x="200634" y="61315"/>
                  </a:lnTo>
                  <a:lnTo>
                    <a:pt x="204914" y="57073"/>
                  </a:lnTo>
                  <a:lnTo>
                    <a:pt x="211861" y="57073"/>
                  </a:lnTo>
                  <a:lnTo>
                    <a:pt x="213537" y="57531"/>
                  </a:lnTo>
                  <a:lnTo>
                    <a:pt x="241782" y="73571"/>
                  </a:lnTo>
                  <a:lnTo>
                    <a:pt x="246341" y="78028"/>
                  </a:lnTo>
                  <a:lnTo>
                    <a:pt x="286969" y="146634"/>
                  </a:lnTo>
                  <a:lnTo>
                    <a:pt x="277964" y="130073"/>
                  </a:lnTo>
                  <a:lnTo>
                    <a:pt x="252349" y="84239"/>
                  </a:lnTo>
                  <a:lnTo>
                    <a:pt x="216827" y="57073"/>
                  </a:lnTo>
                  <a:lnTo>
                    <a:pt x="191084" y="42265"/>
                  </a:lnTo>
                  <a:lnTo>
                    <a:pt x="191084" y="44564"/>
                  </a:lnTo>
                  <a:lnTo>
                    <a:pt x="191058" y="183261"/>
                  </a:lnTo>
                  <a:lnTo>
                    <a:pt x="115735" y="140081"/>
                  </a:lnTo>
                  <a:lnTo>
                    <a:pt x="62242" y="61315"/>
                  </a:lnTo>
                  <a:lnTo>
                    <a:pt x="54470" y="30314"/>
                  </a:lnTo>
                  <a:lnTo>
                    <a:pt x="54470" y="16243"/>
                  </a:lnTo>
                  <a:lnTo>
                    <a:pt x="60566" y="9512"/>
                  </a:lnTo>
                  <a:lnTo>
                    <a:pt x="117957" y="4165"/>
                  </a:lnTo>
                  <a:lnTo>
                    <a:pt x="121107" y="4838"/>
                  </a:lnTo>
                  <a:lnTo>
                    <a:pt x="191084" y="44564"/>
                  </a:lnTo>
                  <a:lnTo>
                    <a:pt x="191084" y="42265"/>
                  </a:lnTo>
                  <a:lnTo>
                    <a:pt x="124917" y="4165"/>
                  </a:lnTo>
                  <a:lnTo>
                    <a:pt x="117678" y="0"/>
                  </a:lnTo>
                  <a:lnTo>
                    <a:pt x="81965" y="0"/>
                  </a:lnTo>
                  <a:lnTo>
                    <a:pt x="81965" y="5702"/>
                  </a:lnTo>
                  <a:lnTo>
                    <a:pt x="42633" y="5702"/>
                  </a:lnTo>
                  <a:lnTo>
                    <a:pt x="42633" y="55803"/>
                  </a:lnTo>
                  <a:lnTo>
                    <a:pt x="40601" y="53581"/>
                  </a:lnTo>
                  <a:lnTo>
                    <a:pt x="2209" y="51435"/>
                  </a:lnTo>
                  <a:lnTo>
                    <a:pt x="0" y="85115"/>
                  </a:lnTo>
                  <a:lnTo>
                    <a:pt x="1612" y="88112"/>
                  </a:lnTo>
                  <a:lnTo>
                    <a:pt x="5270" y="86309"/>
                  </a:lnTo>
                  <a:lnTo>
                    <a:pt x="5270" y="83921"/>
                  </a:lnTo>
                  <a:lnTo>
                    <a:pt x="8394" y="68046"/>
                  </a:lnTo>
                  <a:lnTo>
                    <a:pt x="16929" y="58724"/>
                  </a:lnTo>
                  <a:lnTo>
                    <a:pt x="29578" y="56540"/>
                  </a:lnTo>
                  <a:lnTo>
                    <a:pt x="45085" y="62026"/>
                  </a:lnTo>
                  <a:lnTo>
                    <a:pt x="47078" y="62852"/>
                  </a:lnTo>
                  <a:lnTo>
                    <a:pt x="49034" y="63817"/>
                  </a:lnTo>
                  <a:lnTo>
                    <a:pt x="50927" y="64858"/>
                  </a:lnTo>
                  <a:lnTo>
                    <a:pt x="46304" y="59817"/>
                  </a:lnTo>
                  <a:lnTo>
                    <a:pt x="49174" y="61595"/>
                  </a:lnTo>
                  <a:lnTo>
                    <a:pt x="63030" y="76517"/>
                  </a:lnTo>
                  <a:lnTo>
                    <a:pt x="77228" y="100774"/>
                  </a:lnTo>
                  <a:lnTo>
                    <a:pt x="84734" y="132778"/>
                  </a:lnTo>
                  <a:lnTo>
                    <a:pt x="286905" y="251866"/>
                  </a:lnTo>
                  <a:lnTo>
                    <a:pt x="290652" y="250012"/>
                  </a:lnTo>
                  <a:lnTo>
                    <a:pt x="290652" y="247319"/>
                  </a:lnTo>
                  <a:lnTo>
                    <a:pt x="293839" y="232537"/>
                  </a:lnTo>
                  <a:lnTo>
                    <a:pt x="294449" y="231940"/>
                  </a:lnTo>
                  <a:lnTo>
                    <a:pt x="302399" y="224370"/>
                  </a:lnTo>
                  <a:lnTo>
                    <a:pt x="314820" y="222669"/>
                  </a:lnTo>
                  <a:lnTo>
                    <a:pt x="329628" y="227241"/>
                  </a:lnTo>
                  <a:close/>
                </a:path>
                <a:path w="565785" h="252095">
                  <a:moveTo>
                    <a:pt x="565391" y="198462"/>
                  </a:moveTo>
                  <a:lnTo>
                    <a:pt x="565137" y="195783"/>
                  </a:lnTo>
                  <a:lnTo>
                    <a:pt x="565023" y="194462"/>
                  </a:lnTo>
                  <a:lnTo>
                    <a:pt x="564222" y="190347"/>
                  </a:lnTo>
                  <a:lnTo>
                    <a:pt x="562444" y="189280"/>
                  </a:lnTo>
                  <a:lnTo>
                    <a:pt x="560044" y="192201"/>
                  </a:lnTo>
                  <a:lnTo>
                    <a:pt x="557352" y="194906"/>
                  </a:lnTo>
                  <a:lnTo>
                    <a:pt x="554456" y="197319"/>
                  </a:lnTo>
                  <a:lnTo>
                    <a:pt x="550964" y="200342"/>
                  </a:lnTo>
                  <a:lnTo>
                    <a:pt x="546011" y="200977"/>
                  </a:lnTo>
                  <a:lnTo>
                    <a:pt x="541870" y="198945"/>
                  </a:lnTo>
                  <a:lnTo>
                    <a:pt x="539673" y="197891"/>
                  </a:lnTo>
                  <a:lnTo>
                    <a:pt x="535444" y="195783"/>
                  </a:lnTo>
                  <a:lnTo>
                    <a:pt x="532968" y="191287"/>
                  </a:lnTo>
                  <a:lnTo>
                    <a:pt x="533463" y="186563"/>
                  </a:lnTo>
                  <a:lnTo>
                    <a:pt x="531990" y="186563"/>
                  </a:lnTo>
                  <a:lnTo>
                    <a:pt x="531990" y="205079"/>
                  </a:lnTo>
                  <a:lnTo>
                    <a:pt x="563181" y="205079"/>
                  </a:lnTo>
                  <a:lnTo>
                    <a:pt x="563181" y="200977"/>
                  </a:lnTo>
                  <a:lnTo>
                    <a:pt x="563181" y="198462"/>
                  </a:lnTo>
                  <a:lnTo>
                    <a:pt x="565391" y="198462"/>
                  </a:lnTo>
                  <a:close/>
                </a:path>
              </a:pathLst>
            </a:custGeom>
            <a:solidFill>
              <a:srgbClr val="C779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5158714" y="5233844"/>
              <a:ext cx="589915" cy="320675"/>
            </a:xfrm>
            <a:custGeom>
              <a:avLst/>
              <a:gdLst/>
              <a:ahLst/>
              <a:cxnLst/>
              <a:rect l="l" t="t" r="r" b="b"/>
              <a:pathLst>
                <a:path w="589914" h="320675">
                  <a:moveTo>
                    <a:pt x="588246" y="228921"/>
                  </a:moveTo>
                  <a:lnTo>
                    <a:pt x="334806" y="228921"/>
                  </a:lnTo>
                  <a:lnTo>
                    <a:pt x="350331" y="234280"/>
                  </a:lnTo>
                  <a:lnTo>
                    <a:pt x="365826" y="246824"/>
                  </a:lnTo>
                  <a:lnTo>
                    <a:pt x="378471" y="263944"/>
                  </a:lnTo>
                  <a:lnTo>
                    <a:pt x="386979" y="283426"/>
                  </a:lnTo>
                  <a:lnTo>
                    <a:pt x="389967" y="302432"/>
                  </a:lnTo>
                  <a:lnTo>
                    <a:pt x="390065" y="305260"/>
                  </a:lnTo>
                  <a:lnTo>
                    <a:pt x="389936" y="306252"/>
                  </a:lnTo>
                  <a:lnTo>
                    <a:pt x="396549" y="310054"/>
                  </a:lnTo>
                  <a:lnTo>
                    <a:pt x="409751" y="315888"/>
                  </a:lnTo>
                  <a:lnTo>
                    <a:pt x="423964" y="319183"/>
                  </a:lnTo>
                  <a:lnTo>
                    <a:pt x="438586" y="320361"/>
                  </a:lnTo>
                  <a:lnTo>
                    <a:pt x="453018" y="319842"/>
                  </a:lnTo>
                  <a:lnTo>
                    <a:pt x="498271" y="308884"/>
                  </a:lnTo>
                  <a:lnTo>
                    <a:pt x="551360" y="278413"/>
                  </a:lnTo>
                  <a:lnTo>
                    <a:pt x="583418" y="244578"/>
                  </a:lnTo>
                  <a:lnTo>
                    <a:pt x="587757" y="232283"/>
                  </a:lnTo>
                  <a:lnTo>
                    <a:pt x="588246" y="228921"/>
                  </a:lnTo>
                  <a:close/>
                </a:path>
                <a:path w="589914" h="320675">
                  <a:moveTo>
                    <a:pt x="78296" y="63325"/>
                  </a:moveTo>
                  <a:lnTo>
                    <a:pt x="49416" y="63325"/>
                  </a:lnTo>
                  <a:lnTo>
                    <a:pt x="64938" y="68684"/>
                  </a:lnTo>
                  <a:lnTo>
                    <a:pt x="80440" y="81228"/>
                  </a:lnTo>
                  <a:lnTo>
                    <a:pt x="93074" y="98348"/>
                  </a:lnTo>
                  <a:lnTo>
                    <a:pt x="101551" y="117830"/>
                  </a:lnTo>
                  <a:lnTo>
                    <a:pt x="104580" y="137461"/>
                  </a:lnTo>
                  <a:lnTo>
                    <a:pt x="104488" y="140840"/>
                  </a:lnTo>
                  <a:lnTo>
                    <a:pt x="104305" y="142511"/>
                  </a:lnTo>
                  <a:lnTo>
                    <a:pt x="310340" y="260689"/>
                  </a:lnTo>
                  <a:lnTo>
                    <a:pt x="310340" y="257053"/>
                  </a:lnTo>
                  <a:lnTo>
                    <a:pt x="313373" y="241663"/>
                  </a:lnTo>
                  <a:lnTo>
                    <a:pt x="296487" y="241663"/>
                  </a:lnTo>
                  <a:lnTo>
                    <a:pt x="294138" y="241057"/>
                  </a:lnTo>
                  <a:lnTo>
                    <a:pt x="292135" y="239881"/>
                  </a:lnTo>
                  <a:lnTo>
                    <a:pt x="222826" y="200103"/>
                  </a:lnTo>
                  <a:lnTo>
                    <a:pt x="220310" y="195751"/>
                  </a:lnTo>
                  <a:lnTo>
                    <a:pt x="220310" y="193235"/>
                  </a:lnTo>
                  <a:lnTo>
                    <a:pt x="210684" y="193235"/>
                  </a:lnTo>
                  <a:lnTo>
                    <a:pt x="135349" y="150041"/>
                  </a:lnTo>
                  <a:lnTo>
                    <a:pt x="81857" y="71274"/>
                  </a:lnTo>
                  <a:lnTo>
                    <a:pt x="78488" y="63930"/>
                  </a:lnTo>
                  <a:lnTo>
                    <a:pt x="78296" y="63325"/>
                  </a:lnTo>
                  <a:close/>
                </a:path>
                <a:path w="589914" h="320675">
                  <a:moveTo>
                    <a:pt x="250613" y="66793"/>
                  </a:moveTo>
                  <a:lnTo>
                    <a:pt x="231515" y="66793"/>
                  </a:lnTo>
                  <a:lnTo>
                    <a:pt x="233132" y="67215"/>
                  </a:lnTo>
                  <a:lnTo>
                    <a:pt x="261439" y="83284"/>
                  </a:lnTo>
                  <a:lnTo>
                    <a:pt x="265995" y="87747"/>
                  </a:lnTo>
                  <a:lnTo>
                    <a:pt x="311258" y="164347"/>
                  </a:lnTo>
                  <a:lnTo>
                    <a:pt x="311883" y="166606"/>
                  </a:lnTo>
                  <a:lnTo>
                    <a:pt x="311938" y="235749"/>
                  </a:lnTo>
                  <a:lnTo>
                    <a:pt x="306023" y="241663"/>
                  </a:lnTo>
                  <a:lnTo>
                    <a:pt x="313373" y="241663"/>
                  </a:lnTo>
                  <a:lnTo>
                    <a:pt x="313493" y="241057"/>
                  </a:lnTo>
                  <a:lnTo>
                    <a:pt x="322090" y="231418"/>
                  </a:lnTo>
                  <a:lnTo>
                    <a:pt x="334806" y="228921"/>
                  </a:lnTo>
                  <a:lnTo>
                    <a:pt x="588246" y="228921"/>
                  </a:lnTo>
                  <a:lnTo>
                    <a:pt x="589652" y="219258"/>
                  </a:lnTo>
                  <a:lnTo>
                    <a:pt x="589677" y="212812"/>
                  </a:lnTo>
                  <a:lnTo>
                    <a:pt x="569905" y="212812"/>
                  </a:lnTo>
                  <a:lnTo>
                    <a:pt x="563677" y="209726"/>
                  </a:lnTo>
                  <a:lnTo>
                    <a:pt x="558019" y="206861"/>
                  </a:lnTo>
                  <a:lnTo>
                    <a:pt x="555802" y="200103"/>
                  </a:lnTo>
                  <a:lnTo>
                    <a:pt x="555760" y="199975"/>
                  </a:lnTo>
                  <a:lnTo>
                    <a:pt x="559085" y="193382"/>
                  </a:lnTo>
                  <a:lnTo>
                    <a:pt x="559691" y="192519"/>
                  </a:lnTo>
                  <a:lnTo>
                    <a:pt x="560389" y="191747"/>
                  </a:lnTo>
                  <a:lnTo>
                    <a:pt x="564481" y="186495"/>
                  </a:lnTo>
                  <a:lnTo>
                    <a:pt x="568061" y="180900"/>
                  </a:lnTo>
                  <a:lnTo>
                    <a:pt x="569259" y="178580"/>
                  </a:lnTo>
                  <a:lnTo>
                    <a:pt x="329977" y="178580"/>
                  </a:lnTo>
                  <a:lnTo>
                    <a:pt x="329977" y="178451"/>
                  </a:lnTo>
                  <a:lnTo>
                    <a:pt x="272976" y="81888"/>
                  </a:lnTo>
                  <a:lnTo>
                    <a:pt x="267299" y="76306"/>
                  </a:lnTo>
                  <a:lnTo>
                    <a:pt x="250613" y="66793"/>
                  </a:lnTo>
                  <a:close/>
                </a:path>
                <a:path w="589914" h="320675">
                  <a:moveTo>
                    <a:pt x="587742" y="199424"/>
                  </a:moveTo>
                  <a:lnTo>
                    <a:pt x="569905" y="212812"/>
                  </a:lnTo>
                  <a:lnTo>
                    <a:pt x="589677" y="212812"/>
                  </a:lnTo>
                  <a:lnTo>
                    <a:pt x="589619" y="209139"/>
                  </a:lnTo>
                  <a:lnTo>
                    <a:pt x="589009" y="204474"/>
                  </a:lnTo>
                  <a:lnTo>
                    <a:pt x="587742" y="199424"/>
                  </a:lnTo>
                  <a:close/>
                </a:path>
                <a:path w="589914" h="320675">
                  <a:moveTo>
                    <a:pt x="157822" y="14140"/>
                  </a:moveTo>
                  <a:lnTo>
                    <a:pt x="137572" y="14140"/>
                  </a:lnTo>
                  <a:lnTo>
                    <a:pt x="140732" y="14820"/>
                  </a:lnTo>
                  <a:lnTo>
                    <a:pt x="210702" y="54525"/>
                  </a:lnTo>
                  <a:lnTo>
                    <a:pt x="210684" y="193235"/>
                  </a:lnTo>
                  <a:lnTo>
                    <a:pt x="220310" y="193235"/>
                  </a:lnTo>
                  <a:lnTo>
                    <a:pt x="220310" y="71035"/>
                  </a:lnTo>
                  <a:lnTo>
                    <a:pt x="224571" y="66793"/>
                  </a:lnTo>
                  <a:lnTo>
                    <a:pt x="250613" y="66793"/>
                  </a:lnTo>
                  <a:lnTo>
                    <a:pt x="157822" y="14140"/>
                  </a:lnTo>
                  <a:close/>
                </a:path>
                <a:path w="589914" h="320675">
                  <a:moveTo>
                    <a:pt x="487241" y="87747"/>
                  </a:moveTo>
                  <a:lnTo>
                    <a:pt x="487024" y="87747"/>
                  </a:lnTo>
                  <a:lnTo>
                    <a:pt x="481215" y="91163"/>
                  </a:lnTo>
                  <a:lnTo>
                    <a:pt x="475227" y="94560"/>
                  </a:lnTo>
                  <a:lnTo>
                    <a:pt x="334036" y="176293"/>
                  </a:lnTo>
                  <a:lnTo>
                    <a:pt x="329977" y="178580"/>
                  </a:lnTo>
                  <a:lnTo>
                    <a:pt x="569259" y="178580"/>
                  </a:lnTo>
                  <a:lnTo>
                    <a:pt x="571107" y="174999"/>
                  </a:lnTo>
                  <a:lnTo>
                    <a:pt x="573597" y="168828"/>
                  </a:lnTo>
                  <a:lnTo>
                    <a:pt x="573468" y="168663"/>
                  </a:lnTo>
                  <a:lnTo>
                    <a:pt x="572568" y="167322"/>
                  </a:lnTo>
                  <a:lnTo>
                    <a:pt x="570658" y="164677"/>
                  </a:lnTo>
                  <a:lnTo>
                    <a:pt x="568453" y="161555"/>
                  </a:lnTo>
                  <a:lnTo>
                    <a:pt x="565937" y="158525"/>
                  </a:lnTo>
                  <a:lnTo>
                    <a:pt x="536122" y="128421"/>
                  </a:lnTo>
                  <a:lnTo>
                    <a:pt x="498116" y="96373"/>
                  </a:lnTo>
                  <a:lnTo>
                    <a:pt x="487241" y="87747"/>
                  </a:lnTo>
                  <a:close/>
                </a:path>
                <a:path w="589914" h="320675">
                  <a:moveTo>
                    <a:pt x="2885" y="0"/>
                  </a:moveTo>
                  <a:lnTo>
                    <a:pt x="943" y="4756"/>
                  </a:lnTo>
                  <a:lnTo>
                    <a:pt x="883" y="4903"/>
                  </a:lnTo>
                  <a:lnTo>
                    <a:pt x="0" y="9397"/>
                  </a:lnTo>
                  <a:lnTo>
                    <a:pt x="36" y="71274"/>
                  </a:lnTo>
                  <a:lnTo>
                    <a:pt x="22228" y="95387"/>
                  </a:lnTo>
                  <a:lnTo>
                    <a:pt x="25241" y="97095"/>
                  </a:lnTo>
                  <a:lnTo>
                    <a:pt x="25170" y="96373"/>
                  </a:lnTo>
                  <a:lnTo>
                    <a:pt x="25057" y="95221"/>
                  </a:lnTo>
                  <a:lnTo>
                    <a:pt x="25023" y="91163"/>
                  </a:lnTo>
                  <a:lnTo>
                    <a:pt x="28119" y="75443"/>
                  </a:lnTo>
                  <a:lnTo>
                    <a:pt x="36706" y="65822"/>
                  </a:lnTo>
                  <a:lnTo>
                    <a:pt x="49416" y="63325"/>
                  </a:lnTo>
                  <a:lnTo>
                    <a:pt x="78296" y="63325"/>
                  </a:lnTo>
                  <a:lnTo>
                    <a:pt x="76056" y="56258"/>
                  </a:lnTo>
                  <a:lnTo>
                    <a:pt x="74582" y="48348"/>
                  </a:lnTo>
                  <a:lnTo>
                    <a:pt x="74086" y="40292"/>
                  </a:lnTo>
                  <a:lnTo>
                    <a:pt x="74086" y="26206"/>
                  </a:lnTo>
                  <a:lnTo>
                    <a:pt x="80185" y="19466"/>
                  </a:lnTo>
                  <a:lnTo>
                    <a:pt x="134413" y="14398"/>
                  </a:lnTo>
                  <a:lnTo>
                    <a:pt x="137572" y="14140"/>
                  </a:lnTo>
                  <a:lnTo>
                    <a:pt x="157822" y="14140"/>
                  </a:lnTo>
                  <a:lnTo>
                    <a:pt x="156884" y="13608"/>
                  </a:lnTo>
                  <a:lnTo>
                    <a:pt x="41462" y="13608"/>
                  </a:lnTo>
                  <a:lnTo>
                    <a:pt x="32529" y="12896"/>
                  </a:lnTo>
                  <a:lnTo>
                    <a:pt x="23865" y="10882"/>
                  </a:lnTo>
                  <a:lnTo>
                    <a:pt x="15542" y="7199"/>
                  </a:lnTo>
                  <a:lnTo>
                    <a:pt x="2885" y="0"/>
                  </a:lnTo>
                  <a:close/>
                </a:path>
                <a:path w="589914" h="320675">
                  <a:moveTo>
                    <a:pt x="141283" y="4756"/>
                  </a:moveTo>
                  <a:lnTo>
                    <a:pt x="90336" y="9397"/>
                  </a:lnTo>
                  <a:lnTo>
                    <a:pt x="55276" y="13130"/>
                  </a:lnTo>
                  <a:lnTo>
                    <a:pt x="50591" y="13387"/>
                  </a:lnTo>
                  <a:lnTo>
                    <a:pt x="41462" y="13608"/>
                  </a:lnTo>
                  <a:lnTo>
                    <a:pt x="156884" y="13608"/>
                  </a:lnTo>
                  <a:lnTo>
                    <a:pt x="141283" y="4756"/>
                  </a:lnTo>
                  <a:close/>
                </a:path>
              </a:pathLst>
            </a:custGeom>
            <a:solidFill>
              <a:srgbClr val="BD626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9" name="object 13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488839" y="5321574"/>
              <a:ext cx="233442" cy="202752"/>
            </a:xfrm>
            <a:prstGeom prst="rect">
              <a:avLst/>
            </a:prstGeom>
          </p:spPr>
        </p:pic>
        <p:pic>
          <p:nvPicPr>
            <p:cNvPr id="140" name="object 14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344093" y="5113591"/>
              <a:ext cx="74720" cy="363551"/>
            </a:xfrm>
            <a:prstGeom prst="rect">
              <a:avLst/>
            </a:prstGeom>
          </p:spPr>
        </p:pic>
        <p:sp>
          <p:nvSpPr>
            <p:cNvPr id="141" name="object 141"/>
            <p:cNvSpPr/>
            <p:nvPr/>
          </p:nvSpPr>
          <p:spPr>
            <a:xfrm>
              <a:off x="5361371" y="5123563"/>
              <a:ext cx="57785" cy="353695"/>
            </a:xfrm>
            <a:custGeom>
              <a:avLst/>
              <a:gdLst/>
              <a:ahLst/>
              <a:cxnLst/>
              <a:rect l="l" t="t" r="r" b="b"/>
              <a:pathLst>
                <a:path w="57785" h="353695">
                  <a:moveTo>
                    <a:pt x="57442" y="0"/>
                  </a:moveTo>
                  <a:lnTo>
                    <a:pt x="48771" y="4885"/>
                  </a:lnTo>
                  <a:lnTo>
                    <a:pt x="49102" y="117131"/>
                  </a:lnTo>
                  <a:lnTo>
                    <a:pt x="20200" y="167093"/>
                  </a:lnTo>
                  <a:lnTo>
                    <a:pt x="5510" y="213507"/>
                  </a:lnTo>
                  <a:lnTo>
                    <a:pt x="340" y="263802"/>
                  </a:lnTo>
                  <a:lnTo>
                    <a:pt x="0" y="325407"/>
                  </a:lnTo>
                  <a:lnTo>
                    <a:pt x="165" y="353542"/>
                  </a:lnTo>
                  <a:lnTo>
                    <a:pt x="8817" y="348528"/>
                  </a:lnTo>
                  <a:lnTo>
                    <a:pt x="8971" y="259301"/>
                  </a:lnTo>
                  <a:lnTo>
                    <a:pt x="13958" y="210808"/>
                  </a:lnTo>
                  <a:lnTo>
                    <a:pt x="28132" y="166911"/>
                  </a:lnTo>
                  <a:lnTo>
                    <a:pt x="56009" y="119665"/>
                  </a:lnTo>
                  <a:lnTo>
                    <a:pt x="57772" y="117149"/>
                  </a:lnTo>
                  <a:lnTo>
                    <a:pt x="57442" y="0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5414441" y="5010968"/>
              <a:ext cx="86995" cy="50165"/>
            </a:xfrm>
            <a:custGeom>
              <a:avLst/>
              <a:gdLst/>
              <a:ahLst/>
              <a:cxnLst/>
              <a:rect l="l" t="t" r="r" b="b"/>
              <a:pathLst>
                <a:path w="86995" h="50164">
                  <a:moveTo>
                    <a:pt x="8597" y="0"/>
                  </a:moveTo>
                  <a:lnTo>
                    <a:pt x="0" y="4995"/>
                  </a:lnTo>
                  <a:lnTo>
                    <a:pt x="78126" y="50117"/>
                  </a:lnTo>
                  <a:lnTo>
                    <a:pt x="86742" y="45104"/>
                  </a:lnTo>
                  <a:lnTo>
                    <a:pt x="8597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5232029" y="5208666"/>
              <a:ext cx="36830" cy="34925"/>
            </a:xfrm>
            <a:custGeom>
              <a:avLst/>
              <a:gdLst/>
              <a:ahLst/>
              <a:cxnLst/>
              <a:rect l="l" t="t" r="r" b="b"/>
              <a:pathLst>
                <a:path w="36829" h="34925">
                  <a:moveTo>
                    <a:pt x="3361" y="0"/>
                  </a:moveTo>
                  <a:lnTo>
                    <a:pt x="1653" y="5289"/>
                  </a:lnTo>
                  <a:lnTo>
                    <a:pt x="698" y="8098"/>
                  </a:lnTo>
                  <a:lnTo>
                    <a:pt x="0" y="10302"/>
                  </a:lnTo>
                  <a:lnTo>
                    <a:pt x="35325" y="34525"/>
                  </a:lnTo>
                  <a:lnTo>
                    <a:pt x="35545" y="34525"/>
                  </a:lnTo>
                  <a:lnTo>
                    <a:pt x="35765" y="34323"/>
                  </a:lnTo>
                  <a:lnTo>
                    <a:pt x="36335" y="33662"/>
                  </a:lnTo>
                  <a:lnTo>
                    <a:pt x="36427" y="33479"/>
                  </a:lnTo>
                  <a:lnTo>
                    <a:pt x="36519" y="33350"/>
                  </a:lnTo>
                  <a:lnTo>
                    <a:pt x="36676" y="33350"/>
                  </a:lnTo>
                  <a:lnTo>
                    <a:pt x="36739" y="33129"/>
                  </a:lnTo>
                  <a:lnTo>
                    <a:pt x="3361" y="0"/>
                  </a:lnTo>
                  <a:close/>
                </a:path>
              </a:pathLst>
            </a:custGeom>
            <a:solidFill>
              <a:srgbClr val="A1A1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5064019" y="5153571"/>
              <a:ext cx="112395" cy="101600"/>
            </a:xfrm>
            <a:custGeom>
              <a:avLst/>
              <a:gdLst/>
              <a:ahLst/>
              <a:cxnLst/>
              <a:rect l="l" t="t" r="r" b="b"/>
              <a:pathLst>
                <a:path w="112395" h="101600">
                  <a:moveTo>
                    <a:pt x="111706" y="0"/>
                  </a:moveTo>
                  <a:lnTo>
                    <a:pt x="55582" y="18346"/>
                  </a:lnTo>
                  <a:lnTo>
                    <a:pt x="20637" y="50926"/>
                  </a:lnTo>
                  <a:lnTo>
                    <a:pt x="0" y="99078"/>
                  </a:lnTo>
                  <a:lnTo>
                    <a:pt x="0" y="100290"/>
                  </a:lnTo>
                  <a:lnTo>
                    <a:pt x="991" y="101282"/>
                  </a:lnTo>
                  <a:lnTo>
                    <a:pt x="2707" y="101282"/>
                  </a:lnTo>
                  <a:lnTo>
                    <a:pt x="3214" y="101043"/>
                  </a:lnTo>
                  <a:lnTo>
                    <a:pt x="3949" y="100621"/>
                  </a:lnTo>
                  <a:lnTo>
                    <a:pt x="4427" y="99849"/>
                  </a:lnTo>
                  <a:lnTo>
                    <a:pt x="4427" y="99078"/>
                  </a:lnTo>
                  <a:lnTo>
                    <a:pt x="7456" y="82960"/>
                  </a:lnTo>
                  <a:lnTo>
                    <a:pt x="32477" y="44204"/>
                  </a:lnTo>
                  <a:lnTo>
                    <a:pt x="79086" y="10610"/>
                  </a:lnTo>
                  <a:lnTo>
                    <a:pt x="111449" y="4591"/>
                  </a:lnTo>
                  <a:lnTo>
                    <a:pt x="111779" y="4591"/>
                  </a:lnTo>
                  <a:lnTo>
                    <a:pt x="111706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5209288" y="5200696"/>
              <a:ext cx="27305" cy="21590"/>
            </a:xfrm>
            <a:custGeom>
              <a:avLst/>
              <a:gdLst/>
              <a:ahLst/>
              <a:cxnLst/>
              <a:rect l="l" t="t" r="r" b="b"/>
              <a:pathLst>
                <a:path w="27304" h="21589">
                  <a:moveTo>
                    <a:pt x="3104" y="0"/>
                  </a:moveTo>
                  <a:lnTo>
                    <a:pt x="1561" y="1285"/>
                  </a:lnTo>
                  <a:lnTo>
                    <a:pt x="440" y="1744"/>
                  </a:lnTo>
                  <a:lnTo>
                    <a:pt x="0" y="1377"/>
                  </a:lnTo>
                  <a:lnTo>
                    <a:pt x="24211" y="21560"/>
                  </a:lnTo>
                  <a:lnTo>
                    <a:pt x="25313" y="21174"/>
                  </a:lnTo>
                  <a:lnTo>
                    <a:pt x="26856" y="19815"/>
                  </a:lnTo>
                  <a:lnTo>
                    <a:pt x="3104" y="0"/>
                  </a:lnTo>
                  <a:close/>
                </a:path>
              </a:pathLst>
            </a:custGeom>
            <a:solidFill>
              <a:srgbClr val="E686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5209750" y="5200769"/>
              <a:ext cx="26670" cy="21590"/>
            </a:xfrm>
            <a:custGeom>
              <a:avLst/>
              <a:gdLst/>
              <a:ahLst/>
              <a:cxnLst/>
              <a:rect l="l" t="t" r="r" b="b"/>
              <a:pathLst>
                <a:path w="26670" h="21589">
                  <a:moveTo>
                    <a:pt x="2641" y="0"/>
                  </a:moveTo>
                  <a:lnTo>
                    <a:pt x="919" y="1359"/>
                  </a:lnTo>
                  <a:lnTo>
                    <a:pt x="0" y="1744"/>
                  </a:lnTo>
                  <a:lnTo>
                    <a:pt x="23748" y="21541"/>
                  </a:lnTo>
                  <a:lnTo>
                    <a:pt x="24850" y="21174"/>
                  </a:lnTo>
                  <a:lnTo>
                    <a:pt x="26393" y="19815"/>
                  </a:lnTo>
                  <a:lnTo>
                    <a:pt x="2641" y="0"/>
                  </a:lnTo>
                  <a:close/>
                </a:path>
              </a:pathLst>
            </a:custGeom>
            <a:solidFill>
              <a:srgbClr val="E175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5212429" y="5191354"/>
              <a:ext cx="30480" cy="29845"/>
            </a:xfrm>
            <a:custGeom>
              <a:avLst/>
              <a:gdLst/>
              <a:ahLst/>
              <a:cxnLst/>
              <a:rect l="l" t="t" r="r" b="b"/>
              <a:pathLst>
                <a:path w="30479" h="29845">
                  <a:moveTo>
                    <a:pt x="6392" y="0"/>
                  </a:moveTo>
                  <a:lnTo>
                    <a:pt x="0" y="9414"/>
                  </a:lnTo>
                  <a:lnTo>
                    <a:pt x="23752" y="29230"/>
                  </a:lnTo>
                  <a:lnTo>
                    <a:pt x="26360" y="27044"/>
                  </a:lnTo>
                  <a:lnTo>
                    <a:pt x="28454" y="24345"/>
                  </a:lnTo>
                  <a:lnTo>
                    <a:pt x="29887" y="21260"/>
                  </a:lnTo>
                  <a:lnTo>
                    <a:pt x="30144" y="20360"/>
                  </a:lnTo>
                  <a:lnTo>
                    <a:pt x="30144" y="19809"/>
                  </a:lnTo>
                  <a:lnTo>
                    <a:pt x="6392" y="0"/>
                  </a:lnTo>
                  <a:close/>
                </a:path>
              </a:pathLst>
            </a:custGeom>
            <a:solidFill>
              <a:srgbClr val="E686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5218714" y="5191262"/>
              <a:ext cx="24130" cy="20955"/>
            </a:xfrm>
            <a:custGeom>
              <a:avLst/>
              <a:gdLst/>
              <a:ahLst/>
              <a:cxnLst/>
              <a:rect l="l" t="t" r="r" b="b"/>
              <a:pathLst>
                <a:path w="24129" h="20954">
                  <a:moveTo>
                    <a:pt x="107" y="0"/>
                  </a:moveTo>
                  <a:lnTo>
                    <a:pt x="0" y="711"/>
                  </a:lnTo>
                  <a:lnTo>
                    <a:pt x="23793" y="20531"/>
                  </a:lnTo>
                  <a:lnTo>
                    <a:pt x="23769" y="19821"/>
                  </a:lnTo>
                  <a:lnTo>
                    <a:pt x="105" y="16"/>
                  </a:lnTo>
                  <a:close/>
                </a:path>
              </a:pathLst>
            </a:custGeom>
            <a:solidFill>
              <a:srgbClr val="E175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5217844" y="5191991"/>
              <a:ext cx="24765" cy="22225"/>
            </a:xfrm>
            <a:custGeom>
              <a:avLst/>
              <a:gdLst/>
              <a:ahLst/>
              <a:cxnLst/>
              <a:rect l="l" t="t" r="r" b="b"/>
              <a:pathLst>
                <a:path w="24764" h="22225">
                  <a:moveTo>
                    <a:pt x="978" y="0"/>
                  </a:moveTo>
                  <a:lnTo>
                    <a:pt x="679" y="819"/>
                  </a:lnTo>
                  <a:lnTo>
                    <a:pt x="0" y="2273"/>
                  </a:lnTo>
                  <a:lnTo>
                    <a:pt x="23785" y="22104"/>
                  </a:lnTo>
                  <a:lnTo>
                    <a:pt x="24470" y="20629"/>
                  </a:lnTo>
                  <a:lnTo>
                    <a:pt x="24645" y="20093"/>
                  </a:lnTo>
                  <a:lnTo>
                    <a:pt x="24639" y="19813"/>
                  </a:lnTo>
                  <a:close/>
                </a:path>
              </a:pathLst>
            </a:custGeom>
            <a:solidFill>
              <a:srgbClr val="E997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5215382" y="5194279"/>
              <a:ext cx="26670" cy="23495"/>
            </a:xfrm>
            <a:custGeom>
              <a:avLst/>
              <a:gdLst/>
              <a:ahLst/>
              <a:cxnLst/>
              <a:rect l="l" t="t" r="r" b="b"/>
              <a:pathLst>
                <a:path w="26670" h="23495">
                  <a:moveTo>
                    <a:pt x="2454" y="0"/>
                  </a:moveTo>
                  <a:lnTo>
                    <a:pt x="1712" y="1586"/>
                  </a:lnTo>
                  <a:lnTo>
                    <a:pt x="0" y="3829"/>
                  </a:lnTo>
                  <a:lnTo>
                    <a:pt x="23572" y="23477"/>
                  </a:lnTo>
                  <a:lnTo>
                    <a:pt x="24546" y="22338"/>
                  </a:lnTo>
                  <a:lnTo>
                    <a:pt x="25428" y="21108"/>
                  </a:lnTo>
                  <a:lnTo>
                    <a:pt x="26239" y="19831"/>
                  </a:lnTo>
                  <a:lnTo>
                    <a:pt x="2454" y="0"/>
                  </a:lnTo>
                  <a:close/>
                </a:path>
              </a:pathLst>
            </a:custGeom>
            <a:solidFill>
              <a:srgbClr val="E686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5213070" y="5198109"/>
              <a:ext cx="26034" cy="22225"/>
            </a:xfrm>
            <a:custGeom>
              <a:avLst/>
              <a:gdLst/>
              <a:ahLst/>
              <a:cxnLst/>
              <a:rect l="l" t="t" r="r" b="b"/>
              <a:pathLst>
                <a:path w="26035" h="22225">
                  <a:moveTo>
                    <a:pt x="2312" y="0"/>
                  </a:moveTo>
                  <a:lnTo>
                    <a:pt x="1949" y="475"/>
                  </a:lnTo>
                  <a:lnTo>
                    <a:pt x="0" y="2120"/>
                  </a:lnTo>
                  <a:lnTo>
                    <a:pt x="23775" y="21920"/>
                  </a:lnTo>
                  <a:lnTo>
                    <a:pt x="24563" y="21260"/>
                  </a:lnTo>
                  <a:lnTo>
                    <a:pt x="25224" y="20419"/>
                  </a:lnTo>
                  <a:lnTo>
                    <a:pt x="25922" y="19648"/>
                  </a:lnTo>
                  <a:lnTo>
                    <a:pt x="2312" y="0"/>
                  </a:lnTo>
                  <a:close/>
                </a:path>
              </a:pathLst>
            </a:custGeom>
            <a:solidFill>
              <a:srgbClr val="E997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5212408" y="5200250"/>
              <a:ext cx="24765" cy="20320"/>
            </a:xfrm>
            <a:custGeom>
              <a:avLst/>
              <a:gdLst/>
              <a:ahLst/>
              <a:cxnLst/>
              <a:rect l="l" t="t" r="r" b="b"/>
              <a:pathLst>
                <a:path w="24764" h="20320">
                  <a:moveTo>
                    <a:pt x="636" y="0"/>
                  </a:moveTo>
                  <a:lnTo>
                    <a:pt x="0" y="536"/>
                  </a:lnTo>
                  <a:lnTo>
                    <a:pt x="23751" y="20316"/>
                  </a:lnTo>
                  <a:lnTo>
                    <a:pt x="24411" y="19799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rgbClr val="E175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5208498" y="5190301"/>
              <a:ext cx="11430" cy="12700"/>
            </a:xfrm>
            <a:custGeom>
              <a:avLst/>
              <a:gdLst/>
              <a:ahLst/>
              <a:cxnLst/>
              <a:rect l="l" t="t" r="r" b="b"/>
              <a:pathLst>
                <a:path w="11429" h="12700">
                  <a:moveTo>
                    <a:pt x="9460" y="0"/>
                  </a:moveTo>
                  <a:lnTo>
                    <a:pt x="0" y="12359"/>
                  </a:lnTo>
                  <a:lnTo>
                    <a:pt x="1359" y="12488"/>
                  </a:lnTo>
                  <a:lnTo>
                    <a:pt x="10819" y="238"/>
                  </a:lnTo>
                  <a:lnTo>
                    <a:pt x="9460" y="0"/>
                  </a:lnTo>
                  <a:close/>
                </a:path>
              </a:pathLst>
            </a:custGeom>
            <a:solidFill>
              <a:srgbClr val="6362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5178004" y="5170614"/>
              <a:ext cx="34925" cy="29845"/>
            </a:xfrm>
            <a:custGeom>
              <a:avLst/>
              <a:gdLst/>
              <a:ahLst/>
              <a:cxnLst/>
              <a:rect l="l" t="t" r="r" b="b"/>
              <a:pathLst>
                <a:path w="34925" h="29845">
                  <a:moveTo>
                    <a:pt x="771" y="0"/>
                  </a:moveTo>
                  <a:lnTo>
                    <a:pt x="0" y="2203"/>
                  </a:lnTo>
                  <a:lnTo>
                    <a:pt x="33010" y="29824"/>
                  </a:lnTo>
                  <a:lnTo>
                    <a:pt x="33782" y="29585"/>
                  </a:lnTo>
                  <a:lnTo>
                    <a:pt x="34920" y="28612"/>
                  </a:lnTo>
                  <a:lnTo>
                    <a:pt x="771" y="0"/>
                  </a:lnTo>
                  <a:close/>
                </a:path>
              </a:pathLst>
            </a:custGeom>
            <a:solidFill>
              <a:srgbClr val="E175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5180698" y="5162537"/>
              <a:ext cx="36830" cy="32384"/>
            </a:xfrm>
            <a:custGeom>
              <a:avLst/>
              <a:gdLst/>
              <a:ahLst/>
              <a:cxnLst/>
              <a:rect l="l" t="t" r="r" b="b"/>
              <a:pathLst>
                <a:path w="36829" h="32385">
                  <a:moveTo>
                    <a:pt x="36576" y="30556"/>
                  </a:moveTo>
                  <a:lnTo>
                    <a:pt x="533" y="406"/>
                  </a:lnTo>
                  <a:lnTo>
                    <a:pt x="0" y="2082"/>
                  </a:lnTo>
                  <a:lnTo>
                    <a:pt x="35928" y="32156"/>
                  </a:lnTo>
                  <a:lnTo>
                    <a:pt x="36499" y="30949"/>
                  </a:lnTo>
                  <a:lnTo>
                    <a:pt x="36576" y="30556"/>
                  </a:lnTo>
                  <a:close/>
                </a:path>
                <a:path w="36829" h="32385">
                  <a:moveTo>
                    <a:pt x="36652" y="30340"/>
                  </a:moveTo>
                  <a:lnTo>
                    <a:pt x="36614" y="30124"/>
                  </a:lnTo>
                  <a:lnTo>
                    <a:pt x="36461" y="29933"/>
                  </a:lnTo>
                  <a:lnTo>
                    <a:pt x="698" y="0"/>
                  </a:lnTo>
                  <a:lnTo>
                    <a:pt x="546" y="406"/>
                  </a:lnTo>
                  <a:lnTo>
                    <a:pt x="36576" y="30556"/>
                  </a:lnTo>
                  <a:lnTo>
                    <a:pt x="36652" y="30340"/>
                  </a:lnTo>
                  <a:close/>
                </a:path>
              </a:pathLst>
            </a:custGeom>
            <a:solidFill>
              <a:srgbClr val="E997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5179657" y="5164609"/>
              <a:ext cx="37465" cy="33020"/>
            </a:xfrm>
            <a:custGeom>
              <a:avLst/>
              <a:gdLst/>
              <a:ahLst/>
              <a:cxnLst/>
              <a:rect l="l" t="t" r="r" b="b"/>
              <a:pathLst>
                <a:path w="37464" h="33020">
                  <a:moveTo>
                    <a:pt x="1065" y="0"/>
                  </a:moveTo>
                  <a:lnTo>
                    <a:pt x="0" y="3213"/>
                  </a:lnTo>
                  <a:lnTo>
                    <a:pt x="35214" y="32634"/>
                  </a:lnTo>
                  <a:lnTo>
                    <a:pt x="35894" y="31844"/>
                  </a:lnTo>
                  <a:lnTo>
                    <a:pt x="36500" y="30981"/>
                  </a:lnTo>
                  <a:lnTo>
                    <a:pt x="37015" y="30081"/>
                  </a:lnTo>
                  <a:lnTo>
                    <a:pt x="1065" y="0"/>
                  </a:lnTo>
                  <a:close/>
                </a:path>
              </a:pathLst>
            </a:custGeom>
            <a:solidFill>
              <a:srgbClr val="E686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5178717" y="5167833"/>
              <a:ext cx="36195" cy="31750"/>
            </a:xfrm>
            <a:custGeom>
              <a:avLst/>
              <a:gdLst/>
              <a:ahLst/>
              <a:cxnLst/>
              <a:rect l="l" t="t" r="r" b="b"/>
              <a:pathLst>
                <a:path w="36195" h="31750">
                  <a:moveTo>
                    <a:pt x="34607" y="31064"/>
                  </a:moveTo>
                  <a:lnTo>
                    <a:pt x="203" y="2273"/>
                  </a:lnTo>
                  <a:lnTo>
                    <a:pt x="0" y="2819"/>
                  </a:lnTo>
                  <a:lnTo>
                    <a:pt x="34150" y="31457"/>
                  </a:lnTo>
                  <a:lnTo>
                    <a:pt x="34607" y="31064"/>
                  </a:lnTo>
                  <a:close/>
                </a:path>
                <a:path w="36195" h="31750">
                  <a:moveTo>
                    <a:pt x="36131" y="29413"/>
                  </a:moveTo>
                  <a:lnTo>
                    <a:pt x="901" y="0"/>
                  </a:lnTo>
                  <a:lnTo>
                    <a:pt x="203" y="2235"/>
                  </a:lnTo>
                  <a:lnTo>
                    <a:pt x="34607" y="31038"/>
                  </a:lnTo>
                  <a:lnTo>
                    <a:pt x="35648" y="29984"/>
                  </a:lnTo>
                  <a:lnTo>
                    <a:pt x="36131" y="29413"/>
                  </a:lnTo>
                  <a:close/>
                </a:path>
              </a:pathLst>
            </a:custGeom>
            <a:solidFill>
              <a:srgbClr val="E997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5099161" y="5182515"/>
              <a:ext cx="109855" cy="62865"/>
            </a:xfrm>
            <a:custGeom>
              <a:avLst/>
              <a:gdLst/>
              <a:ahLst/>
              <a:cxnLst/>
              <a:rect l="l" t="t" r="r" b="b"/>
              <a:pathLst>
                <a:path w="109854" h="62864">
                  <a:moveTo>
                    <a:pt x="101603" y="0"/>
                  </a:moveTo>
                  <a:lnTo>
                    <a:pt x="92785" y="1634"/>
                  </a:lnTo>
                  <a:lnTo>
                    <a:pt x="94001" y="7966"/>
                  </a:lnTo>
                  <a:lnTo>
                    <a:pt x="95469" y="14232"/>
                  </a:lnTo>
                  <a:lnTo>
                    <a:pt x="97190" y="20430"/>
                  </a:lnTo>
                  <a:lnTo>
                    <a:pt x="101492" y="33589"/>
                  </a:lnTo>
                  <a:lnTo>
                    <a:pt x="101364" y="39209"/>
                  </a:lnTo>
                  <a:lnTo>
                    <a:pt x="95486" y="51329"/>
                  </a:lnTo>
                  <a:lnTo>
                    <a:pt x="86668" y="54066"/>
                  </a:lnTo>
                  <a:lnTo>
                    <a:pt x="79632" y="53276"/>
                  </a:lnTo>
                  <a:lnTo>
                    <a:pt x="73492" y="51953"/>
                  </a:lnTo>
                  <a:lnTo>
                    <a:pt x="67531" y="49594"/>
                  </a:lnTo>
                  <a:lnTo>
                    <a:pt x="61756" y="46546"/>
                  </a:lnTo>
                  <a:lnTo>
                    <a:pt x="48763" y="38489"/>
                  </a:lnTo>
                  <a:lnTo>
                    <a:pt x="42863" y="35134"/>
                  </a:lnTo>
                  <a:lnTo>
                    <a:pt x="36670" y="32265"/>
                  </a:lnTo>
                  <a:lnTo>
                    <a:pt x="30089" y="30155"/>
                  </a:lnTo>
                  <a:lnTo>
                    <a:pt x="21332" y="29134"/>
                  </a:lnTo>
                  <a:lnTo>
                    <a:pt x="13060" y="30226"/>
                  </a:lnTo>
                  <a:lnTo>
                    <a:pt x="5781" y="33298"/>
                  </a:lnTo>
                  <a:lnTo>
                    <a:pt x="0" y="38217"/>
                  </a:lnTo>
                  <a:lnTo>
                    <a:pt x="6907" y="44038"/>
                  </a:lnTo>
                  <a:lnTo>
                    <a:pt x="12142" y="37794"/>
                  </a:lnTo>
                  <a:lnTo>
                    <a:pt x="21529" y="37427"/>
                  </a:lnTo>
                  <a:lnTo>
                    <a:pt x="35600" y="40770"/>
                  </a:lnTo>
                  <a:lnTo>
                    <a:pt x="57641" y="54589"/>
                  </a:lnTo>
                  <a:lnTo>
                    <a:pt x="64236" y="58030"/>
                  </a:lnTo>
                  <a:lnTo>
                    <a:pt x="71214" y="60711"/>
                  </a:lnTo>
                  <a:lnTo>
                    <a:pt x="78640" y="62256"/>
                  </a:lnTo>
                  <a:lnTo>
                    <a:pt x="83068" y="62734"/>
                  </a:lnTo>
                  <a:lnTo>
                    <a:pt x="87550" y="62293"/>
                  </a:lnTo>
                  <a:lnTo>
                    <a:pt x="91812" y="60934"/>
                  </a:lnTo>
                  <a:lnTo>
                    <a:pt x="98241" y="59043"/>
                  </a:lnTo>
                  <a:lnTo>
                    <a:pt x="103623" y="54617"/>
                  </a:lnTo>
                  <a:lnTo>
                    <a:pt x="106728" y="48666"/>
                  </a:lnTo>
                  <a:lnTo>
                    <a:pt x="108856" y="42597"/>
                  </a:lnTo>
                  <a:lnTo>
                    <a:pt x="109724" y="36284"/>
                  </a:lnTo>
                  <a:lnTo>
                    <a:pt x="109329" y="29922"/>
                  </a:lnTo>
                  <a:lnTo>
                    <a:pt x="107665" y="23709"/>
                  </a:lnTo>
                  <a:lnTo>
                    <a:pt x="104983" y="15995"/>
                  </a:lnTo>
                  <a:lnTo>
                    <a:pt x="102962" y="8062"/>
                  </a:lnTo>
                  <a:lnTo>
                    <a:pt x="101603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5164979" y="5152451"/>
              <a:ext cx="12700" cy="5715"/>
            </a:xfrm>
            <a:custGeom>
              <a:avLst/>
              <a:gdLst/>
              <a:ahLst/>
              <a:cxnLst/>
              <a:rect l="l" t="t" r="r" b="b"/>
              <a:pathLst>
                <a:path w="12700" h="5714">
                  <a:moveTo>
                    <a:pt x="7623" y="0"/>
                  </a:moveTo>
                  <a:lnTo>
                    <a:pt x="3729" y="991"/>
                  </a:lnTo>
                  <a:lnTo>
                    <a:pt x="0" y="4536"/>
                  </a:lnTo>
                  <a:lnTo>
                    <a:pt x="2002" y="5711"/>
                  </a:lnTo>
                  <a:lnTo>
                    <a:pt x="5657" y="2167"/>
                  </a:lnTo>
                  <a:lnTo>
                    <a:pt x="9662" y="1175"/>
                  </a:lnTo>
                  <a:lnTo>
                    <a:pt x="12270" y="2662"/>
                  </a:lnTo>
                  <a:lnTo>
                    <a:pt x="10268" y="1505"/>
                  </a:lnTo>
                  <a:lnTo>
                    <a:pt x="7623" y="0"/>
                  </a:lnTo>
                  <a:close/>
                </a:path>
              </a:pathLst>
            </a:custGeom>
            <a:solidFill>
              <a:srgbClr val="E997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5164976" y="5152974"/>
              <a:ext cx="10160" cy="5715"/>
            </a:xfrm>
            <a:custGeom>
              <a:avLst/>
              <a:gdLst/>
              <a:ahLst/>
              <a:cxnLst/>
              <a:rect l="l" t="t" r="r" b="b"/>
              <a:pathLst>
                <a:path w="10160" h="5714">
                  <a:moveTo>
                    <a:pt x="9677" y="622"/>
                  </a:moveTo>
                  <a:lnTo>
                    <a:pt x="8509" y="0"/>
                  </a:lnTo>
                  <a:lnTo>
                    <a:pt x="6375" y="76"/>
                  </a:lnTo>
                  <a:lnTo>
                    <a:pt x="4648" y="914"/>
                  </a:lnTo>
                  <a:lnTo>
                    <a:pt x="3302" y="1409"/>
                  </a:lnTo>
                  <a:lnTo>
                    <a:pt x="2057" y="2070"/>
                  </a:lnTo>
                  <a:lnTo>
                    <a:pt x="1054" y="3022"/>
                  </a:lnTo>
                  <a:lnTo>
                    <a:pt x="0" y="4025"/>
                  </a:lnTo>
                  <a:lnTo>
                    <a:pt x="2006" y="5194"/>
                  </a:lnTo>
                  <a:lnTo>
                    <a:pt x="3048" y="4178"/>
                  </a:lnTo>
                  <a:lnTo>
                    <a:pt x="5651" y="1651"/>
                  </a:lnTo>
                  <a:lnTo>
                    <a:pt x="5956" y="1651"/>
                  </a:lnTo>
                  <a:lnTo>
                    <a:pt x="5791" y="1562"/>
                  </a:lnTo>
                  <a:lnTo>
                    <a:pt x="9677" y="622"/>
                  </a:lnTo>
                  <a:close/>
                </a:path>
              </a:pathLst>
            </a:custGeom>
            <a:solidFill>
              <a:srgbClr val="E686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5141760" y="5179025"/>
              <a:ext cx="8255" cy="19685"/>
            </a:xfrm>
            <a:custGeom>
              <a:avLst/>
              <a:gdLst/>
              <a:ahLst/>
              <a:cxnLst/>
              <a:rect l="l" t="t" r="r" b="b"/>
              <a:pathLst>
                <a:path w="8254" h="19685">
                  <a:moveTo>
                    <a:pt x="0" y="0"/>
                  </a:moveTo>
                  <a:lnTo>
                    <a:pt x="6245" y="18419"/>
                  </a:lnTo>
                  <a:lnTo>
                    <a:pt x="8248" y="19595"/>
                  </a:lnTo>
                  <a:lnTo>
                    <a:pt x="2002" y="11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97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5141760" y="5156969"/>
              <a:ext cx="25400" cy="23495"/>
            </a:xfrm>
            <a:custGeom>
              <a:avLst/>
              <a:gdLst/>
              <a:ahLst/>
              <a:cxnLst/>
              <a:rect l="l" t="t" r="r" b="b"/>
              <a:pathLst>
                <a:path w="25400" h="23495">
                  <a:moveTo>
                    <a:pt x="23219" y="0"/>
                  </a:moveTo>
                  <a:lnTo>
                    <a:pt x="0" y="22056"/>
                  </a:lnTo>
                  <a:lnTo>
                    <a:pt x="2002" y="23213"/>
                  </a:lnTo>
                  <a:lnTo>
                    <a:pt x="25221" y="1175"/>
                  </a:lnTo>
                  <a:lnTo>
                    <a:pt x="23219" y="0"/>
                  </a:lnTo>
                  <a:close/>
                </a:path>
              </a:pathLst>
            </a:custGeom>
            <a:solidFill>
              <a:srgbClr val="E686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5143763" y="5153168"/>
              <a:ext cx="38100" cy="45720"/>
            </a:xfrm>
            <a:custGeom>
              <a:avLst/>
              <a:gdLst/>
              <a:ahLst/>
              <a:cxnLst/>
              <a:rect l="l" t="t" r="r" b="b"/>
              <a:pathLst>
                <a:path w="38100" h="45720">
                  <a:moveTo>
                    <a:pt x="28491" y="0"/>
                  </a:moveTo>
                  <a:lnTo>
                    <a:pt x="23219" y="4995"/>
                  </a:lnTo>
                  <a:lnTo>
                    <a:pt x="0" y="26996"/>
                  </a:lnTo>
                  <a:lnTo>
                    <a:pt x="6245" y="45416"/>
                  </a:lnTo>
                  <a:lnTo>
                    <a:pt x="29483" y="23415"/>
                  </a:lnTo>
                  <a:lnTo>
                    <a:pt x="34737" y="18328"/>
                  </a:lnTo>
                  <a:lnTo>
                    <a:pt x="37584" y="10192"/>
                  </a:lnTo>
                  <a:lnTo>
                    <a:pt x="34241" y="55"/>
                  </a:lnTo>
                  <a:lnTo>
                    <a:pt x="28491" y="0"/>
                  </a:lnTo>
                  <a:close/>
                </a:path>
              </a:pathLst>
            </a:custGeom>
            <a:solidFill>
              <a:srgbClr val="E997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5164848" y="5154676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20">
                  <a:moveTo>
                    <a:pt x="45262" y="28511"/>
                  </a:moveTo>
                  <a:lnTo>
                    <a:pt x="44767" y="26835"/>
                  </a:lnTo>
                  <a:lnTo>
                    <a:pt x="35204" y="1638"/>
                  </a:lnTo>
                  <a:lnTo>
                    <a:pt x="34582" y="0"/>
                  </a:lnTo>
                  <a:lnTo>
                    <a:pt x="35102" y="1676"/>
                  </a:lnTo>
                  <a:lnTo>
                    <a:pt x="34569" y="3517"/>
                  </a:lnTo>
                  <a:lnTo>
                    <a:pt x="33223" y="4648"/>
                  </a:lnTo>
                  <a:lnTo>
                    <a:pt x="21971" y="15875"/>
                  </a:lnTo>
                  <a:lnTo>
                    <a:pt x="19799" y="18072"/>
                  </a:lnTo>
                  <a:lnTo>
                    <a:pt x="16497" y="18681"/>
                  </a:lnTo>
                  <a:lnTo>
                    <a:pt x="13665" y="17424"/>
                  </a:lnTo>
                  <a:lnTo>
                    <a:pt x="1625" y="10439"/>
                  </a:lnTo>
                  <a:lnTo>
                    <a:pt x="901" y="10045"/>
                  </a:lnTo>
                  <a:lnTo>
                    <a:pt x="304" y="9410"/>
                  </a:lnTo>
                  <a:lnTo>
                    <a:pt x="0" y="8623"/>
                  </a:lnTo>
                  <a:lnTo>
                    <a:pt x="10172" y="35433"/>
                  </a:lnTo>
                  <a:lnTo>
                    <a:pt x="10490" y="36220"/>
                  </a:lnTo>
                  <a:lnTo>
                    <a:pt x="11049" y="36868"/>
                  </a:lnTo>
                  <a:lnTo>
                    <a:pt x="11811" y="37261"/>
                  </a:lnTo>
                  <a:lnTo>
                    <a:pt x="23825" y="44208"/>
                  </a:lnTo>
                  <a:lnTo>
                    <a:pt x="26670" y="45478"/>
                  </a:lnTo>
                  <a:lnTo>
                    <a:pt x="29959" y="44881"/>
                  </a:lnTo>
                  <a:lnTo>
                    <a:pt x="32143" y="42684"/>
                  </a:lnTo>
                  <a:lnTo>
                    <a:pt x="43370" y="31457"/>
                  </a:lnTo>
                  <a:lnTo>
                    <a:pt x="44729" y="30340"/>
                  </a:lnTo>
                  <a:lnTo>
                    <a:pt x="45262" y="28511"/>
                  </a:lnTo>
                  <a:close/>
                </a:path>
              </a:pathLst>
            </a:custGeom>
            <a:solidFill>
              <a:srgbClr val="A1A1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5164025" y="5144720"/>
              <a:ext cx="36830" cy="29209"/>
            </a:xfrm>
            <a:custGeom>
              <a:avLst/>
              <a:gdLst/>
              <a:ahLst/>
              <a:cxnLst/>
              <a:rect l="l" t="t" r="r" b="b"/>
              <a:pathLst>
                <a:path w="36829" h="29210">
                  <a:moveTo>
                    <a:pt x="18939" y="0"/>
                  </a:moveTo>
                  <a:lnTo>
                    <a:pt x="15614" y="606"/>
                  </a:lnTo>
                  <a:lnTo>
                    <a:pt x="0" y="16252"/>
                  </a:lnTo>
                  <a:lnTo>
                    <a:pt x="110" y="19154"/>
                  </a:lnTo>
                  <a:lnTo>
                    <a:pt x="14493" y="27473"/>
                  </a:lnTo>
                  <a:lnTo>
                    <a:pt x="17322" y="28741"/>
                  </a:lnTo>
                  <a:lnTo>
                    <a:pt x="20629" y="28134"/>
                  </a:lnTo>
                  <a:lnTo>
                    <a:pt x="36280" y="12506"/>
                  </a:lnTo>
                  <a:lnTo>
                    <a:pt x="36151" y="9476"/>
                  </a:lnTo>
                  <a:lnTo>
                    <a:pt x="33781" y="8117"/>
                  </a:lnTo>
                  <a:lnTo>
                    <a:pt x="21749" y="1285"/>
                  </a:lnTo>
                  <a:lnTo>
                    <a:pt x="18939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5162664" y="5194884"/>
              <a:ext cx="24130" cy="24765"/>
            </a:xfrm>
            <a:custGeom>
              <a:avLst/>
              <a:gdLst/>
              <a:ahLst/>
              <a:cxnLst/>
              <a:rect l="l" t="t" r="r" b="b"/>
              <a:pathLst>
                <a:path w="24129" h="24764">
                  <a:moveTo>
                    <a:pt x="23723" y="673"/>
                  </a:moveTo>
                  <a:lnTo>
                    <a:pt x="23545" y="12"/>
                  </a:lnTo>
                  <a:lnTo>
                    <a:pt x="406" y="22250"/>
                  </a:lnTo>
                  <a:lnTo>
                    <a:pt x="406" y="22415"/>
                  </a:lnTo>
                  <a:lnTo>
                    <a:pt x="469" y="23444"/>
                  </a:lnTo>
                  <a:lnTo>
                    <a:pt x="431" y="23672"/>
                  </a:lnTo>
                  <a:lnTo>
                    <a:pt x="0" y="24218"/>
                  </a:lnTo>
                  <a:lnTo>
                    <a:pt x="482" y="23749"/>
                  </a:lnTo>
                  <a:lnTo>
                    <a:pt x="19951" y="5029"/>
                  </a:lnTo>
                  <a:lnTo>
                    <a:pt x="23139" y="1955"/>
                  </a:lnTo>
                  <a:lnTo>
                    <a:pt x="23583" y="1409"/>
                  </a:lnTo>
                  <a:lnTo>
                    <a:pt x="23723" y="673"/>
                  </a:lnTo>
                  <a:close/>
                </a:path>
              </a:pathLst>
            </a:custGeom>
            <a:solidFill>
              <a:srgbClr val="E997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5136477" y="5165623"/>
              <a:ext cx="27305" cy="23495"/>
            </a:xfrm>
            <a:custGeom>
              <a:avLst/>
              <a:gdLst/>
              <a:ahLst/>
              <a:cxnLst/>
              <a:rect l="l" t="t" r="r" b="b"/>
              <a:pathLst>
                <a:path w="27304" h="23495">
                  <a:moveTo>
                    <a:pt x="27051" y="1143"/>
                  </a:moveTo>
                  <a:lnTo>
                    <a:pt x="26085" y="558"/>
                  </a:lnTo>
                  <a:lnTo>
                    <a:pt x="25565" y="254"/>
                  </a:lnTo>
                  <a:lnTo>
                    <a:pt x="25374" y="127"/>
                  </a:lnTo>
                  <a:lnTo>
                    <a:pt x="24612" y="63"/>
                  </a:lnTo>
                  <a:lnTo>
                    <a:pt x="23850" y="0"/>
                  </a:lnTo>
                  <a:lnTo>
                    <a:pt x="23368" y="469"/>
                  </a:lnTo>
                  <a:lnTo>
                    <a:pt x="0" y="22936"/>
                  </a:lnTo>
                  <a:lnTo>
                    <a:pt x="596" y="22390"/>
                  </a:lnTo>
                  <a:lnTo>
                    <a:pt x="927" y="22390"/>
                  </a:lnTo>
                  <a:lnTo>
                    <a:pt x="2273" y="22479"/>
                  </a:lnTo>
                  <a:lnTo>
                    <a:pt x="2844" y="22809"/>
                  </a:lnTo>
                  <a:lnTo>
                    <a:pt x="3924" y="23418"/>
                  </a:lnTo>
                  <a:lnTo>
                    <a:pt x="27051" y="1143"/>
                  </a:lnTo>
                  <a:close/>
                </a:path>
              </a:pathLst>
            </a:custGeom>
            <a:solidFill>
              <a:srgbClr val="E686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5160718" y="5182441"/>
              <a:ext cx="26034" cy="34925"/>
            </a:xfrm>
            <a:custGeom>
              <a:avLst/>
              <a:gdLst/>
              <a:ahLst/>
              <a:cxnLst/>
              <a:rect l="l" t="t" r="r" b="b"/>
              <a:pathLst>
                <a:path w="26035" h="34925">
                  <a:moveTo>
                    <a:pt x="23164" y="0"/>
                  </a:moveTo>
                  <a:lnTo>
                    <a:pt x="0" y="22239"/>
                  </a:lnTo>
                  <a:lnTo>
                    <a:pt x="2388" y="34709"/>
                  </a:lnTo>
                  <a:lnTo>
                    <a:pt x="25533" y="12433"/>
                  </a:lnTo>
                  <a:lnTo>
                    <a:pt x="23164" y="0"/>
                  </a:lnTo>
                  <a:close/>
                </a:path>
              </a:pathLst>
            </a:custGeom>
            <a:solidFill>
              <a:srgbClr val="E997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5140401" y="5166766"/>
              <a:ext cx="43815" cy="38100"/>
            </a:xfrm>
            <a:custGeom>
              <a:avLst/>
              <a:gdLst/>
              <a:ahLst/>
              <a:cxnLst/>
              <a:rect l="l" t="t" r="r" b="b"/>
              <a:pathLst>
                <a:path w="43814" h="38100">
                  <a:moveTo>
                    <a:pt x="37490" y="8280"/>
                  </a:moveTo>
                  <a:lnTo>
                    <a:pt x="23126" y="0"/>
                  </a:lnTo>
                  <a:lnTo>
                    <a:pt x="0" y="22250"/>
                  </a:lnTo>
                  <a:lnTo>
                    <a:pt x="14338" y="30556"/>
                  </a:lnTo>
                  <a:lnTo>
                    <a:pt x="37490" y="8280"/>
                  </a:lnTo>
                  <a:close/>
                </a:path>
                <a:path w="43814" h="38100">
                  <a:moveTo>
                    <a:pt x="43472" y="15684"/>
                  </a:moveTo>
                  <a:lnTo>
                    <a:pt x="42443" y="12573"/>
                  </a:lnTo>
                  <a:lnTo>
                    <a:pt x="40309" y="9956"/>
                  </a:lnTo>
                  <a:lnTo>
                    <a:pt x="39217" y="9321"/>
                  </a:lnTo>
                  <a:lnTo>
                    <a:pt x="37503" y="8293"/>
                  </a:lnTo>
                  <a:lnTo>
                    <a:pt x="14338" y="30556"/>
                  </a:lnTo>
                  <a:lnTo>
                    <a:pt x="17170" y="32207"/>
                  </a:lnTo>
                  <a:lnTo>
                    <a:pt x="19304" y="34823"/>
                  </a:lnTo>
                  <a:lnTo>
                    <a:pt x="20307" y="37960"/>
                  </a:lnTo>
                  <a:lnTo>
                    <a:pt x="43472" y="15684"/>
                  </a:lnTo>
                  <a:close/>
                </a:path>
              </a:pathLst>
            </a:custGeom>
            <a:solidFill>
              <a:srgbClr val="E686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5135651" y="5176863"/>
              <a:ext cx="48260" cy="43815"/>
            </a:xfrm>
            <a:custGeom>
              <a:avLst/>
              <a:gdLst/>
              <a:ahLst/>
              <a:cxnLst/>
              <a:rect l="l" t="t" r="r" b="b"/>
              <a:pathLst>
                <a:path w="48260" h="43814">
                  <a:moveTo>
                    <a:pt x="48221" y="5588"/>
                  </a:moveTo>
                  <a:lnTo>
                    <a:pt x="47498" y="3378"/>
                  </a:lnTo>
                  <a:lnTo>
                    <a:pt x="46748" y="2476"/>
                  </a:lnTo>
                  <a:lnTo>
                    <a:pt x="46189" y="1587"/>
                  </a:lnTo>
                  <a:lnTo>
                    <a:pt x="45491" y="736"/>
                  </a:lnTo>
                  <a:lnTo>
                    <a:pt x="44704" y="0"/>
                  </a:lnTo>
                  <a:lnTo>
                    <a:pt x="21818" y="22009"/>
                  </a:lnTo>
                  <a:lnTo>
                    <a:pt x="19088" y="20459"/>
                  </a:lnTo>
                  <a:lnTo>
                    <a:pt x="1917" y="10566"/>
                  </a:lnTo>
                  <a:lnTo>
                    <a:pt x="0" y="11226"/>
                  </a:lnTo>
                  <a:lnTo>
                    <a:pt x="2870" y="26098"/>
                  </a:lnTo>
                  <a:lnTo>
                    <a:pt x="3860" y="29197"/>
                  </a:lnTo>
                  <a:lnTo>
                    <a:pt x="5994" y="31851"/>
                  </a:lnTo>
                  <a:lnTo>
                    <a:pt x="25996" y="43395"/>
                  </a:lnTo>
                  <a:lnTo>
                    <a:pt x="27940" y="42735"/>
                  </a:lnTo>
                  <a:lnTo>
                    <a:pt x="25057" y="27863"/>
                  </a:lnTo>
                  <a:lnTo>
                    <a:pt x="48221" y="5588"/>
                  </a:lnTo>
                  <a:close/>
                </a:path>
              </a:pathLst>
            </a:custGeom>
            <a:solidFill>
              <a:srgbClr val="E997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/>
            <p:cNvSpPr/>
            <p:nvPr/>
          </p:nvSpPr>
          <p:spPr>
            <a:xfrm>
              <a:off x="5055006" y="5193487"/>
              <a:ext cx="93980" cy="86995"/>
            </a:xfrm>
            <a:custGeom>
              <a:avLst/>
              <a:gdLst/>
              <a:ahLst/>
              <a:cxnLst/>
              <a:rect l="l" t="t" r="r" b="b"/>
              <a:pathLst>
                <a:path w="93979" h="86995">
                  <a:moveTo>
                    <a:pt x="93383" y="1968"/>
                  </a:moveTo>
                  <a:lnTo>
                    <a:pt x="90385" y="203"/>
                  </a:lnTo>
                  <a:lnTo>
                    <a:pt x="87960" y="0"/>
                  </a:lnTo>
                  <a:lnTo>
                    <a:pt x="87083" y="838"/>
                  </a:lnTo>
                  <a:lnTo>
                    <a:pt x="46215" y="40157"/>
                  </a:lnTo>
                  <a:lnTo>
                    <a:pt x="0" y="84620"/>
                  </a:lnTo>
                  <a:lnTo>
                    <a:pt x="2413" y="84848"/>
                  </a:lnTo>
                  <a:lnTo>
                    <a:pt x="5410" y="86575"/>
                  </a:lnTo>
                  <a:lnTo>
                    <a:pt x="93383" y="1968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/>
            <p:cNvSpPr/>
            <p:nvPr/>
          </p:nvSpPr>
          <p:spPr>
            <a:xfrm>
              <a:off x="5055479" y="5193791"/>
              <a:ext cx="91440" cy="85725"/>
            </a:xfrm>
            <a:custGeom>
              <a:avLst/>
              <a:gdLst/>
              <a:ahLst/>
              <a:cxnLst/>
              <a:rect l="l" t="t" r="r" b="b"/>
              <a:pathLst>
                <a:path w="91439" h="85725">
                  <a:moveTo>
                    <a:pt x="88694" y="0"/>
                  </a:moveTo>
                  <a:lnTo>
                    <a:pt x="87482" y="202"/>
                  </a:lnTo>
                  <a:lnTo>
                    <a:pt x="0" y="84355"/>
                  </a:lnTo>
                  <a:lnTo>
                    <a:pt x="1945" y="84533"/>
                  </a:lnTo>
                  <a:lnTo>
                    <a:pt x="3160" y="85234"/>
                  </a:lnTo>
                  <a:lnTo>
                    <a:pt x="91136" y="607"/>
                  </a:lnTo>
                  <a:lnTo>
                    <a:pt x="90012" y="202"/>
                  </a:lnTo>
                  <a:lnTo>
                    <a:pt x="88694" y="0"/>
                  </a:lnTo>
                  <a:close/>
                </a:path>
              </a:pathLst>
            </a:custGeom>
            <a:solidFill>
              <a:srgbClr val="A1A1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/>
            <p:cNvSpPr/>
            <p:nvPr/>
          </p:nvSpPr>
          <p:spPr>
            <a:xfrm>
              <a:off x="5058656" y="5194403"/>
              <a:ext cx="90170" cy="85725"/>
            </a:xfrm>
            <a:custGeom>
              <a:avLst/>
              <a:gdLst/>
              <a:ahLst/>
              <a:cxnLst/>
              <a:rect l="l" t="t" r="r" b="b"/>
              <a:pathLst>
                <a:path w="90170" h="85725">
                  <a:moveTo>
                    <a:pt x="87969" y="0"/>
                  </a:moveTo>
                  <a:lnTo>
                    <a:pt x="0" y="84630"/>
                  </a:lnTo>
                  <a:lnTo>
                    <a:pt x="1791" y="85620"/>
                  </a:lnTo>
                  <a:lnTo>
                    <a:pt x="89762" y="1055"/>
                  </a:lnTo>
                  <a:lnTo>
                    <a:pt x="87969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5060474" y="5195443"/>
              <a:ext cx="99060" cy="100965"/>
            </a:xfrm>
            <a:custGeom>
              <a:avLst/>
              <a:gdLst/>
              <a:ahLst/>
              <a:cxnLst/>
              <a:rect l="l" t="t" r="r" b="b"/>
              <a:pathLst>
                <a:path w="99060" h="100964">
                  <a:moveTo>
                    <a:pt x="87917" y="0"/>
                  </a:moveTo>
                  <a:lnTo>
                    <a:pt x="0" y="84606"/>
                  </a:lnTo>
                  <a:lnTo>
                    <a:pt x="4849" y="87435"/>
                  </a:lnTo>
                  <a:lnTo>
                    <a:pt x="9423" y="93091"/>
                  </a:lnTo>
                  <a:lnTo>
                    <a:pt x="10231" y="97297"/>
                  </a:lnTo>
                  <a:lnTo>
                    <a:pt x="10617" y="98435"/>
                  </a:lnTo>
                  <a:lnTo>
                    <a:pt x="10360" y="99702"/>
                  </a:lnTo>
                  <a:lnTo>
                    <a:pt x="9570" y="100639"/>
                  </a:lnTo>
                  <a:lnTo>
                    <a:pt x="97525" y="16032"/>
                  </a:lnTo>
                  <a:lnTo>
                    <a:pt x="98314" y="15077"/>
                  </a:lnTo>
                  <a:lnTo>
                    <a:pt x="98535" y="13810"/>
                  </a:lnTo>
                  <a:lnTo>
                    <a:pt x="98149" y="12653"/>
                  </a:lnTo>
                  <a:lnTo>
                    <a:pt x="97341" y="8466"/>
                  </a:lnTo>
                  <a:lnTo>
                    <a:pt x="92748" y="2791"/>
                  </a:lnTo>
                  <a:lnTo>
                    <a:pt x="87917" y="0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5060553" y="5195443"/>
              <a:ext cx="92075" cy="87630"/>
            </a:xfrm>
            <a:custGeom>
              <a:avLst/>
              <a:gdLst/>
              <a:ahLst/>
              <a:cxnLst/>
              <a:rect l="l" t="t" r="r" b="b"/>
              <a:pathLst>
                <a:path w="92075" h="87629">
                  <a:moveTo>
                    <a:pt x="87839" y="0"/>
                  </a:moveTo>
                  <a:lnTo>
                    <a:pt x="0" y="84654"/>
                  </a:lnTo>
                  <a:lnTo>
                    <a:pt x="4574" y="87330"/>
                  </a:lnTo>
                  <a:lnTo>
                    <a:pt x="91968" y="3122"/>
                  </a:lnTo>
                  <a:lnTo>
                    <a:pt x="90701" y="1928"/>
                  </a:lnTo>
                  <a:lnTo>
                    <a:pt x="89334" y="863"/>
                  </a:lnTo>
                  <a:lnTo>
                    <a:pt x="87839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/>
            <p:cNvSpPr/>
            <p:nvPr/>
          </p:nvSpPr>
          <p:spPr>
            <a:xfrm>
              <a:off x="5065025" y="5198565"/>
              <a:ext cx="91440" cy="88900"/>
            </a:xfrm>
            <a:custGeom>
              <a:avLst/>
              <a:gdLst/>
              <a:ahLst/>
              <a:cxnLst/>
              <a:rect l="l" t="t" r="r" b="b"/>
              <a:pathLst>
                <a:path w="91439" h="88900">
                  <a:moveTo>
                    <a:pt x="87648" y="0"/>
                  </a:moveTo>
                  <a:lnTo>
                    <a:pt x="0" y="84313"/>
                  </a:lnTo>
                  <a:lnTo>
                    <a:pt x="280" y="84313"/>
                  </a:lnTo>
                  <a:lnTo>
                    <a:pt x="3620" y="88426"/>
                  </a:lnTo>
                  <a:lnTo>
                    <a:pt x="91249" y="4150"/>
                  </a:lnTo>
                  <a:lnTo>
                    <a:pt x="90202" y="2644"/>
                  </a:lnTo>
                  <a:lnTo>
                    <a:pt x="88989" y="1267"/>
                  </a:lnTo>
                  <a:lnTo>
                    <a:pt x="87648" y="0"/>
                  </a:lnTo>
                  <a:close/>
                </a:path>
              </a:pathLst>
            </a:custGeom>
            <a:solidFill>
              <a:srgbClr val="A1A1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/>
            <p:cNvSpPr/>
            <p:nvPr/>
          </p:nvSpPr>
          <p:spPr>
            <a:xfrm>
              <a:off x="5052339" y="5202796"/>
              <a:ext cx="107314" cy="95885"/>
            </a:xfrm>
            <a:custGeom>
              <a:avLst/>
              <a:gdLst/>
              <a:ahLst/>
              <a:cxnLst/>
              <a:rect l="l" t="t" r="r" b="b"/>
              <a:pathLst>
                <a:path w="107314" h="95885">
                  <a:moveTo>
                    <a:pt x="106705" y="6553"/>
                  </a:moveTo>
                  <a:lnTo>
                    <a:pt x="106299" y="5397"/>
                  </a:lnTo>
                  <a:lnTo>
                    <a:pt x="105918" y="3441"/>
                  </a:lnTo>
                  <a:lnTo>
                    <a:pt x="105003" y="1612"/>
                  </a:lnTo>
                  <a:lnTo>
                    <a:pt x="103822" y="0"/>
                  </a:lnTo>
                  <a:lnTo>
                    <a:pt x="18732" y="81775"/>
                  </a:lnTo>
                  <a:lnTo>
                    <a:pt x="18732" y="91186"/>
                  </a:lnTo>
                  <a:lnTo>
                    <a:pt x="18681" y="91567"/>
                  </a:lnTo>
                  <a:lnTo>
                    <a:pt x="17551" y="85750"/>
                  </a:lnTo>
                  <a:lnTo>
                    <a:pt x="18389" y="90017"/>
                  </a:lnTo>
                  <a:lnTo>
                    <a:pt x="18732" y="91186"/>
                  </a:lnTo>
                  <a:lnTo>
                    <a:pt x="18732" y="81775"/>
                  </a:lnTo>
                  <a:lnTo>
                    <a:pt x="16256" y="84150"/>
                  </a:lnTo>
                  <a:lnTo>
                    <a:pt x="12979" y="80086"/>
                  </a:lnTo>
                  <a:lnTo>
                    <a:pt x="8128" y="77266"/>
                  </a:lnTo>
                  <a:lnTo>
                    <a:pt x="3276" y="74472"/>
                  </a:lnTo>
                  <a:lnTo>
                    <a:pt x="0" y="75641"/>
                  </a:lnTo>
                  <a:lnTo>
                    <a:pt x="1625" y="83997"/>
                  </a:lnTo>
                  <a:lnTo>
                    <a:pt x="6210" y="89674"/>
                  </a:lnTo>
                  <a:lnTo>
                    <a:pt x="15900" y="95275"/>
                  </a:lnTo>
                  <a:lnTo>
                    <a:pt x="19189" y="94132"/>
                  </a:lnTo>
                  <a:lnTo>
                    <a:pt x="18821" y="92303"/>
                  </a:lnTo>
                  <a:lnTo>
                    <a:pt x="105613" y="8724"/>
                  </a:lnTo>
                  <a:lnTo>
                    <a:pt x="106426" y="7835"/>
                  </a:lnTo>
                  <a:lnTo>
                    <a:pt x="106705" y="6553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/>
            <p:cNvSpPr/>
            <p:nvPr/>
          </p:nvSpPr>
          <p:spPr>
            <a:xfrm>
              <a:off x="5013210" y="5422912"/>
              <a:ext cx="194310" cy="109855"/>
            </a:xfrm>
            <a:custGeom>
              <a:avLst/>
              <a:gdLst/>
              <a:ahLst/>
              <a:cxnLst/>
              <a:rect l="l" t="t" r="r" b="b"/>
              <a:pathLst>
                <a:path w="194310" h="109854">
                  <a:moveTo>
                    <a:pt x="74536" y="14224"/>
                  </a:moveTo>
                  <a:lnTo>
                    <a:pt x="74523" y="12877"/>
                  </a:lnTo>
                  <a:lnTo>
                    <a:pt x="74523" y="11976"/>
                  </a:lnTo>
                  <a:lnTo>
                    <a:pt x="74523" y="7442"/>
                  </a:lnTo>
                  <a:lnTo>
                    <a:pt x="74510" y="6134"/>
                  </a:lnTo>
                  <a:lnTo>
                    <a:pt x="74218" y="5016"/>
                  </a:lnTo>
                  <a:lnTo>
                    <a:pt x="73063" y="2705"/>
                  </a:lnTo>
                  <a:lnTo>
                    <a:pt x="72732" y="1358"/>
                  </a:lnTo>
                  <a:lnTo>
                    <a:pt x="72732" y="2705"/>
                  </a:lnTo>
                  <a:lnTo>
                    <a:pt x="72732" y="5016"/>
                  </a:lnTo>
                  <a:lnTo>
                    <a:pt x="72732" y="7442"/>
                  </a:lnTo>
                  <a:lnTo>
                    <a:pt x="72732" y="12877"/>
                  </a:lnTo>
                  <a:lnTo>
                    <a:pt x="73063" y="14224"/>
                  </a:lnTo>
                  <a:lnTo>
                    <a:pt x="74218" y="16535"/>
                  </a:lnTo>
                  <a:lnTo>
                    <a:pt x="74536" y="17805"/>
                  </a:lnTo>
                  <a:lnTo>
                    <a:pt x="74523" y="16535"/>
                  </a:lnTo>
                  <a:lnTo>
                    <a:pt x="74536" y="14224"/>
                  </a:lnTo>
                  <a:close/>
                </a:path>
                <a:path w="194310" h="109854">
                  <a:moveTo>
                    <a:pt x="74688" y="72275"/>
                  </a:moveTo>
                  <a:lnTo>
                    <a:pt x="72402" y="68961"/>
                  </a:lnTo>
                  <a:lnTo>
                    <a:pt x="70091" y="67678"/>
                  </a:lnTo>
                  <a:lnTo>
                    <a:pt x="68135" y="66573"/>
                  </a:lnTo>
                  <a:lnTo>
                    <a:pt x="54190" y="58445"/>
                  </a:lnTo>
                  <a:lnTo>
                    <a:pt x="50939" y="56769"/>
                  </a:lnTo>
                  <a:lnTo>
                    <a:pt x="48577" y="55562"/>
                  </a:lnTo>
                  <a:lnTo>
                    <a:pt x="47396" y="54952"/>
                  </a:lnTo>
                  <a:lnTo>
                    <a:pt x="42278" y="54203"/>
                  </a:lnTo>
                  <a:lnTo>
                    <a:pt x="40144" y="53886"/>
                  </a:lnTo>
                  <a:lnTo>
                    <a:pt x="39255" y="53886"/>
                  </a:lnTo>
                  <a:lnTo>
                    <a:pt x="33705" y="54927"/>
                  </a:lnTo>
                  <a:lnTo>
                    <a:pt x="33159" y="55041"/>
                  </a:lnTo>
                  <a:lnTo>
                    <a:pt x="28194" y="55968"/>
                  </a:lnTo>
                  <a:lnTo>
                    <a:pt x="24803" y="56603"/>
                  </a:lnTo>
                  <a:lnTo>
                    <a:pt x="23914" y="56769"/>
                  </a:lnTo>
                  <a:lnTo>
                    <a:pt x="15392" y="55499"/>
                  </a:lnTo>
                  <a:lnTo>
                    <a:pt x="8013" y="51727"/>
                  </a:lnTo>
                  <a:lnTo>
                    <a:pt x="5803" y="50571"/>
                  </a:lnTo>
                  <a:lnTo>
                    <a:pt x="4152" y="49695"/>
                  </a:lnTo>
                  <a:lnTo>
                    <a:pt x="2146" y="47358"/>
                  </a:lnTo>
                  <a:lnTo>
                    <a:pt x="1409" y="46469"/>
                  </a:lnTo>
                  <a:lnTo>
                    <a:pt x="1295" y="46342"/>
                  </a:lnTo>
                  <a:lnTo>
                    <a:pt x="0" y="42265"/>
                  </a:lnTo>
                  <a:lnTo>
                    <a:pt x="0" y="53886"/>
                  </a:lnTo>
                  <a:lnTo>
                    <a:pt x="1295" y="57950"/>
                  </a:lnTo>
                  <a:lnTo>
                    <a:pt x="4140" y="61341"/>
                  </a:lnTo>
                  <a:lnTo>
                    <a:pt x="5651" y="62128"/>
                  </a:lnTo>
                  <a:lnTo>
                    <a:pt x="11430" y="65100"/>
                  </a:lnTo>
                  <a:lnTo>
                    <a:pt x="15379" y="67132"/>
                  </a:lnTo>
                  <a:lnTo>
                    <a:pt x="21132" y="67983"/>
                  </a:lnTo>
                  <a:lnTo>
                    <a:pt x="23901" y="68389"/>
                  </a:lnTo>
                  <a:lnTo>
                    <a:pt x="29565" y="67335"/>
                  </a:lnTo>
                  <a:lnTo>
                    <a:pt x="31953" y="66890"/>
                  </a:lnTo>
                  <a:lnTo>
                    <a:pt x="35991" y="66141"/>
                  </a:lnTo>
                  <a:lnTo>
                    <a:pt x="38366" y="65697"/>
                  </a:lnTo>
                  <a:lnTo>
                    <a:pt x="39636" y="65468"/>
                  </a:lnTo>
                  <a:lnTo>
                    <a:pt x="47383" y="66573"/>
                  </a:lnTo>
                  <a:lnTo>
                    <a:pt x="54165" y="70065"/>
                  </a:lnTo>
                  <a:lnTo>
                    <a:pt x="68046" y="78079"/>
                  </a:lnTo>
                  <a:lnTo>
                    <a:pt x="72466" y="80632"/>
                  </a:lnTo>
                  <a:lnTo>
                    <a:pt x="73152" y="81648"/>
                  </a:lnTo>
                  <a:lnTo>
                    <a:pt x="73647" y="82372"/>
                  </a:lnTo>
                  <a:lnTo>
                    <a:pt x="74663" y="83858"/>
                  </a:lnTo>
                  <a:lnTo>
                    <a:pt x="74663" y="82372"/>
                  </a:lnTo>
                  <a:lnTo>
                    <a:pt x="74676" y="78066"/>
                  </a:lnTo>
                  <a:lnTo>
                    <a:pt x="74676" y="75628"/>
                  </a:lnTo>
                  <a:lnTo>
                    <a:pt x="74688" y="72275"/>
                  </a:lnTo>
                  <a:close/>
                </a:path>
                <a:path w="194310" h="109854">
                  <a:moveTo>
                    <a:pt x="121437" y="0"/>
                  </a:moveTo>
                  <a:lnTo>
                    <a:pt x="121412" y="1384"/>
                  </a:lnTo>
                  <a:lnTo>
                    <a:pt x="121069" y="2730"/>
                  </a:lnTo>
                  <a:lnTo>
                    <a:pt x="119849" y="5054"/>
                  </a:lnTo>
                  <a:lnTo>
                    <a:pt x="119545" y="6299"/>
                  </a:lnTo>
                  <a:lnTo>
                    <a:pt x="119545" y="13004"/>
                  </a:lnTo>
                  <a:lnTo>
                    <a:pt x="119545" y="14351"/>
                  </a:lnTo>
                  <a:lnTo>
                    <a:pt x="119545" y="16675"/>
                  </a:lnTo>
                  <a:lnTo>
                    <a:pt x="119545" y="19177"/>
                  </a:lnTo>
                  <a:lnTo>
                    <a:pt x="119557" y="17907"/>
                  </a:lnTo>
                  <a:lnTo>
                    <a:pt x="119849" y="16675"/>
                  </a:lnTo>
                  <a:lnTo>
                    <a:pt x="121069" y="14351"/>
                  </a:lnTo>
                  <a:lnTo>
                    <a:pt x="121399" y="13004"/>
                  </a:lnTo>
                  <a:lnTo>
                    <a:pt x="121437" y="11633"/>
                  </a:lnTo>
                  <a:lnTo>
                    <a:pt x="121437" y="0"/>
                  </a:lnTo>
                  <a:close/>
                </a:path>
                <a:path w="194310" h="109854">
                  <a:moveTo>
                    <a:pt x="121488" y="83312"/>
                  </a:moveTo>
                  <a:lnTo>
                    <a:pt x="120027" y="88099"/>
                  </a:lnTo>
                  <a:lnTo>
                    <a:pt x="115658" y="92430"/>
                  </a:lnTo>
                  <a:lnTo>
                    <a:pt x="114896" y="92786"/>
                  </a:lnTo>
                  <a:lnTo>
                    <a:pt x="108267" y="95846"/>
                  </a:lnTo>
                  <a:lnTo>
                    <a:pt x="108140" y="95846"/>
                  </a:lnTo>
                  <a:lnTo>
                    <a:pt x="98196" y="97739"/>
                  </a:lnTo>
                  <a:lnTo>
                    <a:pt x="97942" y="97739"/>
                  </a:lnTo>
                  <a:lnTo>
                    <a:pt x="96266" y="97739"/>
                  </a:lnTo>
                  <a:lnTo>
                    <a:pt x="90576" y="97409"/>
                  </a:lnTo>
                  <a:lnTo>
                    <a:pt x="85013" y="95846"/>
                  </a:lnTo>
                  <a:lnTo>
                    <a:pt x="79971" y="93192"/>
                  </a:lnTo>
                  <a:lnTo>
                    <a:pt x="75184" y="90449"/>
                  </a:lnTo>
                  <a:lnTo>
                    <a:pt x="74599" y="89560"/>
                  </a:lnTo>
                  <a:lnTo>
                    <a:pt x="73926" y="88519"/>
                  </a:lnTo>
                  <a:lnTo>
                    <a:pt x="72796" y="86791"/>
                  </a:lnTo>
                  <a:lnTo>
                    <a:pt x="72796" y="88519"/>
                  </a:lnTo>
                  <a:lnTo>
                    <a:pt x="72796" y="96710"/>
                  </a:lnTo>
                  <a:lnTo>
                    <a:pt x="72796" y="98399"/>
                  </a:lnTo>
                  <a:lnTo>
                    <a:pt x="75196" y="102044"/>
                  </a:lnTo>
                  <a:lnTo>
                    <a:pt x="78778" y="104114"/>
                  </a:lnTo>
                  <a:lnTo>
                    <a:pt x="79984" y="104813"/>
                  </a:lnTo>
                  <a:lnTo>
                    <a:pt x="82651" y="106222"/>
                  </a:lnTo>
                  <a:lnTo>
                    <a:pt x="85026" y="107480"/>
                  </a:lnTo>
                  <a:lnTo>
                    <a:pt x="88112" y="108356"/>
                  </a:lnTo>
                  <a:lnTo>
                    <a:pt x="90551" y="109042"/>
                  </a:lnTo>
                  <a:lnTo>
                    <a:pt x="96253" y="109372"/>
                  </a:lnTo>
                  <a:lnTo>
                    <a:pt x="97917" y="109372"/>
                  </a:lnTo>
                  <a:lnTo>
                    <a:pt x="98183" y="109372"/>
                  </a:lnTo>
                  <a:lnTo>
                    <a:pt x="108115" y="107505"/>
                  </a:lnTo>
                  <a:lnTo>
                    <a:pt x="108267" y="107480"/>
                  </a:lnTo>
                  <a:lnTo>
                    <a:pt x="115658" y="104063"/>
                  </a:lnTo>
                  <a:lnTo>
                    <a:pt x="120027" y="99745"/>
                  </a:lnTo>
                  <a:lnTo>
                    <a:pt x="120637" y="97739"/>
                  </a:lnTo>
                  <a:lnTo>
                    <a:pt x="121488" y="94919"/>
                  </a:lnTo>
                  <a:lnTo>
                    <a:pt x="121488" y="83312"/>
                  </a:lnTo>
                  <a:close/>
                </a:path>
                <a:path w="194310" h="109854">
                  <a:moveTo>
                    <a:pt x="194183" y="42037"/>
                  </a:moveTo>
                  <a:lnTo>
                    <a:pt x="190182" y="48323"/>
                  </a:lnTo>
                  <a:lnTo>
                    <a:pt x="189776" y="48971"/>
                  </a:lnTo>
                  <a:lnTo>
                    <a:pt x="188353" y="49784"/>
                  </a:lnTo>
                  <a:lnTo>
                    <a:pt x="183197" y="52768"/>
                  </a:lnTo>
                  <a:lnTo>
                    <a:pt x="182029" y="53428"/>
                  </a:lnTo>
                  <a:lnTo>
                    <a:pt x="180962" y="53657"/>
                  </a:lnTo>
                  <a:lnTo>
                    <a:pt x="172847" y="55346"/>
                  </a:lnTo>
                  <a:lnTo>
                    <a:pt x="172237" y="55448"/>
                  </a:lnTo>
                  <a:lnTo>
                    <a:pt x="162191" y="55003"/>
                  </a:lnTo>
                  <a:lnTo>
                    <a:pt x="159766" y="54546"/>
                  </a:lnTo>
                  <a:lnTo>
                    <a:pt x="155016" y="53644"/>
                  </a:lnTo>
                  <a:lnTo>
                    <a:pt x="154343" y="53644"/>
                  </a:lnTo>
                  <a:lnTo>
                    <a:pt x="146964" y="54711"/>
                  </a:lnTo>
                  <a:lnTo>
                    <a:pt x="144272" y="56108"/>
                  </a:lnTo>
                  <a:lnTo>
                    <a:pt x="140208" y="58204"/>
                  </a:lnTo>
                  <a:lnTo>
                    <a:pt x="125933" y="66509"/>
                  </a:lnTo>
                  <a:lnTo>
                    <a:pt x="121691" y="68897"/>
                  </a:lnTo>
                  <a:lnTo>
                    <a:pt x="119481" y="72174"/>
                  </a:lnTo>
                  <a:lnTo>
                    <a:pt x="119481" y="83769"/>
                  </a:lnTo>
                  <a:lnTo>
                    <a:pt x="121780" y="80530"/>
                  </a:lnTo>
                  <a:lnTo>
                    <a:pt x="125933" y="78105"/>
                  </a:lnTo>
                  <a:lnTo>
                    <a:pt x="140169" y="69824"/>
                  </a:lnTo>
                  <a:lnTo>
                    <a:pt x="140195" y="62077"/>
                  </a:lnTo>
                  <a:lnTo>
                    <a:pt x="140195" y="69811"/>
                  </a:lnTo>
                  <a:lnTo>
                    <a:pt x="146964" y="66344"/>
                  </a:lnTo>
                  <a:lnTo>
                    <a:pt x="154724" y="65201"/>
                  </a:lnTo>
                  <a:lnTo>
                    <a:pt x="162191" y="66611"/>
                  </a:lnTo>
                  <a:lnTo>
                    <a:pt x="172339" y="67094"/>
                  </a:lnTo>
                  <a:lnTo>
                    <a:pt x="181546" y="65201"/>
                  </a:lnTo>
                  <a:lnTo>
                    <a:pt x="181851" y="65201"/>
                  </a:lnTo>
                  <a:lnTo>
                    <a:pt x="183413" y="64300"/>
                  </a:lnTo>
                  <a:lnTo>
                    <a:pt x="188252" y="61506"/>
                  </a:lnTo>
                  <a:lnTo>
                    <a:pt x="189776" y="60629"/>
                  </a:lnTo>
                  <a:lnTo>
                    <a:pt x="190195" y="59969"/>
                  </a:lnTo>
                  <a:lnTo>
                    <a:pt x="191363" y="58102"/>
                  </a:lnTo>
                  <a:lnTo>
                    <a:pt x="193052" y="55448"/>
                  </a:lnTo>
                  <a:lnTo>
                    <a:pt x="194170" y="53657"/>
                  </a:lnTo>
                  <a:lnTo>
                    <a:pt x="194183" y="42037"/>
                  </a:lnTo>
                  <a:close/>
                </a:path>
              </a:pathLst>
            </a:custGeom>
            <a:solidFill>
              <a:srgbClr val="E175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5013246" y="5408329"/>
              <a:ext cx="194310" cy="112395"/>
            </a:xfrm>
            <a:custGeom>
              <a:avLst/>
              <a:gdLst/>
              <a:ahLst/>
              <a:cxnLst/>
              <a:rect l="l" t="t" r="r" b="b"/>
              <a:pathLst>
                <a:path w="194310" h="112395">
                  <a:moveTo>
                    <a:pt x="97818" y="0"/>
                  </a:moveTo>
                  <a:lnTo>
                    <a:pt x="84012" y="2552"/>
                  </a:lnTo>
                  <a:lnTo>
                    <a:pt x="76314" y="7017"/>
                  </a:lnTo>
                  <a:lnTo>
                    <a:pt x="72830" y="12574"/>
                  </a:lnTo>
                  <a:lnTo>
                    <a:pt x="73552" y="18401"/>
                  </a:lnTo>
                  <a:lnTo>
                    <a:pt x="75775" y="22845"/>
                  </a:lnTo>
                  <a:lnTo>
                    <a:pt x="73607" y="27620"/>
                  </a:lnTo>
                  <a:lnTo>
                    <a:pt x="53235" y="39447"/>
                  </a:lnTo>
                  <a:lnTo>
                    <a:pt x="46604" y="42900"/>
                  </a:lnTo>
                  <a:lnTo>
                    <a:pt x="39035" y="44057"/>
                  </a:lnTo>
                  <a:lnTo>
                    <a:pt x="31687" y="42735"/>
                  </a:lnTo>
                  <a:lnTo>
                    <a:pt x="21614" y="42328"/>
                  </a:lnTo>
                  <a:lnTo>
                    <a:pt x="12034" y="44360"/>
                  </a:lnTo>
                  <a:lnTo>
                    <a:pt x="4359" y="48829"/>
                  </a:lnTo>
                  <a:lnTo>
                    <a:pt x="0" y="55737"/>
                  </a:lnTo>
                  <a:lnTo>
                    <a:pt x="1285" y="60916"/>
                  </a:lnTo>
                  <a:lnTo>
                    <a:pt x="4151" y="64277"/>
                  </a:lnTo>
                  <a:lnTo>
                    <a:pt x="15375" y="70080"/>
                  </a:lnTo>
                  <a:lnTo>
                    <a:pt x="23899" y="71347"/>
                  </a:lnTo>
                  <a:lnTo>
                    <a:pt x="39641" y="68390"/>
                  </a:lnTo>
                  <a:lnTo>
                    <a:pt x="47393" y="69529"/>
                  </a:lnTo>
                  <a:lnTo>
                    <a:pt x="54154" y="73037"/>
                  </a:lnTo>
                  <a:lnTo>
                    <a:pt x="73883" y="84386"/>
                  </a:lnTo>
                  <a:lnTo>
                    <a:pt x="76197" y="88996"/>
                  </a:lnTo>
                  <a:lnTo>
                    <a:pt x="71311" y="98601"/>
                  </a:lnTo>
                  <a:lnTo>
                    <a:pt x="73332" y="103981"/>
                  </a:lnTo>
                  <a:lnTo>
                    <a:pt x="84978" y="110427"/>
                  </a:lnTo>
                  <a:lnTo>
                    <a:pt x="90544" y="111988"/>
                  </a:lnTo>
                  <a:lnTo>
                    <a:pt x="96863" y="112393"/>
                  </a:lnTo>
                  <a:lnTo>
                    <a:pt x="110127" y="109767"/>
                  </a:lnTo>
                  <a:lnTo>
                    <a:pt x="117825" y="105265"/>
                  </a:lnTo>
                  <a:lnTo>
                    <a:pt x="121256" y="99657"/>
                  </a:lnTo>
                  <a:lnTo>
                    <a:pt x="120432" y="93789"/>
                  </a:lnTo>
                  <a:lnTo>
                    <a:pt x="118099" y="89290"/>
                  </a:lnTo>
                  <a:lnTo>
                    <a:pt x="120193" y="84386"/>
                  </a:lnTo>
                  <a:lnTo>
                    <a:pt x="140179" y="72798"/>
                  </a:lnTo>
                  <a:lnTo>
                    <a:pt x="146958" y="69290"/>
                  </a:lnTo>
                  <a:lnTo>
                    <a:pt x="154710" y="68170"/>
                  </a:lnTo>
                  <a:lnTo>
                    <a:pt x="162204" y="69584"/>
                  </a:lnTo>
                  <a:lnTo>
                    <a:pt x="172344" y="70050"/>
                  </a:lnTo>
                  <a:lnTo>
                    <a:pt x="182014" y="68067"/>
                  </a:lnTo>
                  <a:lnTo>
                    <a:pt x="189765" y="63600"/>
                  </a:lnTo>
                  <a:lnTo>
                    <a:pt x="194260" y="56251"/>
                  </a:lnTo>
                  <a:lnTo>
                    <a:pt x="192845" y="51421"/>
                  </a:lnTo>
                  <a:lnTo>
                    <a:pt x="189998" y="48042"/>
                  </a:lnTo>
                  <a:lnTo>
                    <a:pt x="178756" y="42239"/>
                  </a:lnTo>
                  <a:lnTo>
                    <a:pt x="170250" y="41008"/>
                  </a:lnTo>
                  <a:lnTo>
                    <a:pt x="154508" y="43947"/>
                  </a:lnTo>
                  <a:lnTo>
                    <a:pt x="146756" y="42790"/>
                  </a:lnTo>
                  <a:lnTo>
                    <a:pt x="139977" y="39319"/>
                  </a:lnTo>
                  <a:lnTo>
                    <a:pt x="120285" y="27932"/>
                  </a:lnTo>
                  <a:lnTo>
                    <a:pt x="117970" y="23360"/>
                  </a:lnTo>
                  <a:lnTo>
                    <a:pt x="122856" y="13755"/>
                  </a:lnTo>
                  <a:lnTo>
                    <a:pt x="120836" y="8356"/>
                  </a:lnTo>
                  <a:lnTo>
                    <a:pt x="114223" y="4554"/>
                  </a:lnTo>
                  <a:lnTo>
                    <a:pt x="109134" y="1891"/>
                  </a:lnTo>
                  <a:lnTo>
                    <a:pt x="103550" y="348"/>
                  </a:lnTo>
                  <a:lnTo>
                    <a:pt x="97818" y="0"/>
                  </a:lnTo>
                  <a:close/>
                </a:path>
              </a:pathLst>
            </a:custGeom>
            <a:solidFill>
              <a:srgbClr val="E997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5062403" y="5439659"/>
              <a:ext cx="100330" cy="50800"/>
            </a:xfrm>
            <a:custGeom>
              <a:avLst/>
              <a:gdLst/>
              <a:ahLst/>
              <a:cxnLst/>
              <a:rect l="l" t="t" r="r" b="b"/>
              <a:pathLst>
                <a:path w="100329" h="50800">
                  <a:moveTo>
                    <a:pt x="145" y="0"/>
                  </a:moveTo>
                  <a:lnTo>
                    <a:pt x="21" y="7309"/>
                  </a:lnTo>
                  <a:lnTo>
                    <a:pt x="0" y="28814"/>
                  </a:lnTo>
                  <a:lnTo>
                    <a:pt x="4986" y="36380"/>
                  </a:lnTo>
                  <a:lnTo>
                    <a:pt x="14750" y="42018"/>
                  </a:lnTo>
                  <a:lnTo>
                    <a:pt x="31326" y="48371"/>
                  </a:lnTo>
                  <a:lnTo>
                    <a:pt x="50142" y="50489"/>
                  </a:lnTo>
                  <a:lnTo>
                    <a:pt x="68934" y="48371"/>
                  </a:lnTo>
                  <a:lnTo>
                    <a:pt x="85437" y="42018"/>
                  </a:lnTo>
                  <a:lnTo>
                    <a:pt x="95081" y="36380"/>
                  </a:lnTo>
                  <a:lnTo>
                    <a:pt x="99931" y="29053"/>
                  </a:lnTo>
                  <a:lnTo>
                    <a:pt x="99931" y="21454"/>
                  </a:lnTo>
                  <a:lnTo>
                    <a:pt x="50154" y="21454"/>
                  </a:lnTo>
                  <a:lnTo>
                    <a:pt x="31344" y="19337"/>
                  </a:lnTo>
                  <a:lnTo>
                    <a:pt x="14787" y="12983"/>
                  </a:lnTo>
                  <a:lnTo>
                    <a:pt x="4941" y="7309"/>
                  </a:lnTo>
                  <a:lnTo>
                    <a:pt x="145" y="0"/>
                  </a:lnTo>
                  <a:close/>
                </a:path>
                <a:path w="100329" h="50800">
                  <a:moveTo>
                    <a:pt x="99931" y="0"/>
                  </a:moveTo>
                  <a:lnTo>
                    <a:pt x="95177" y="7309"/>
                  </a:lnTo>
                  <a:lnTo>
                    <a:pt x="95081" y="7456"/>
                  </a:lnTo>
                  <a:lnTo>
                    <a:pt x="85437" y="12983"/>
                  </a:lnTo>
                  <a:lnTo>
                    <a:pt x="68942" y="19337"/>
                  </a:lnTo>
                  <a:lnTo>
                    <a:pt x="50154" y="21454"/>
                  </a:lnTo>
                  <a:lnTo>
                    <a:pt x="99931" y="21454"/>
                  </a:lnTo>
                  <a:lnTo>
                    <a:pt x="99931" y="0"/>
                  </a:lnTo>
                  <a:close/>
                </a:path>
              </a:pathLst>
            </a:custGeom>
            <a:solidFill>
              <a:srgbClr val="E175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/>
            <p:cNvSpPr/>
            <p:nvPr/>
          </p:nvSpPr>
          <p:spPr>
            <a:xfrm>
              <a:off x="5122674" y="5439659"/>
              <a:ext cx="40005" cy="49530"/>
            </a:xfrm>
            <a:custGeom>
              <a:avLst/>
              <a:gdLst/>
              <a:ahLst/>
              <a:cxnLst/>
              <a:rect l="l" t="t" r="r" b="b"/>
              <a:pathLst>
                <a:path w="40004" h="49529">
                  <a:moveTo>
                    <a:pt x="39660" y="0"/>
                  </a:moveTo>
                  <a:lnTo>
                    <a:pt x="6556" y="19835"/>
                  </a:lnTo>
                  <a:lnTo>
                    <a:pt x="0" y="20844"/>
                  </a:lnTo>
                  <a:lnTo>
                    <a:pt x="0" y="49348"/>
                  </a:lnTo>
                  <a:lnTo>
                    <a:pt x="8651" y="48327"/>
                  </a:lnTo>
                  <a:lnTo>
                    <a:pt x="25166" y="42018"/>
                  </a:lnTo>
                  <a:lnTo>
                    <a:pt x="34810" y="36380"/>
                  </a:lnTo>
                  <a:lnTo>
                    <a:pt x="39660" y="29053"/>
                  </a:lnTo>
                  <a:lnTo>
                    <a:pt x="39660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/>
            <p:cNvSpPr/>
            <p:nvPr/>
          </p:nvSpPr>
          <p:spPr>
            <a:xfrm>
              <a:off x="5066849" y="5446216"/>
              <a:ext cx="55880" cy="43815"/>
            </a:xfrm>
            <a:custGeom>
              <a:avLst/>
              <a:gdLst/>
              <a:ahLst/>
              <a:cxnLst/>
              <a:rect l="l" t="t" r="r" b="b"/>
              <a:pathLst>
                <a:path w="55879" h="43814">
                  <a:moveTo>
                    <a:pt x="0" y="0"/>
                  </a:moveTo>
                  <a:lnTo>
                    <a:pt x="24965" y="41081"/>
                  </a:lnTo>
                  <a:lnTo>
                    <a:pt x="45691" y="43809"/>
                  </a:lnTo>
                  <a:lnTo>
                    <a:pt x="55825" y="42792"/>
                  </a:lnTo>
                  <a:lnTo>
                    <a:pt x="55825" y="14898"/>
                  </a:lnTo>
                  <a:lnTo>
                    <a:pt x="44162" y="14898"/>
                  </a:lnTo>
                  <a:lnTo>
                    <a:pt x="31749" y="13737"/>
                  </a:lnTo>
                  <a:lnTo>
                    <a:pt x="28737" y="12988"/>
                  </a:lnTo>
                  <a:lnTo>
                    <a:pt x="26891" y="12780"/>
                  </a:lnTo>
                  <a:lnTo>
                    <a:pt x="25033" y="12068"/>
                  </a:lnTo>
                  <a:lnTo>
                    <a:pt x="20411" y="10920"/>
                  </a:lnTo>
                  <a:lnTo>
                    <a:pt x="10302" y="6415"/>
                  </a:lnTo>
                  <a:lnTo>
                    <a:pt x="495" y="753"/>
                  </a:lnTo>
                  <a:lnTo>
                    <a:pt x="0" y="0"/>
                  </a:lnTo>
                  <a:close/>
                </a:path>
                <a:path w="55879" h="43814">
                  <a:moveTo>
                    <a:pt x="55825" y="14287"/>
                  </a:moveTo>
                  <a:lnTo>
                    <a:pt x="47722" y="14671"/>
                  </a:lnTo>
                  <a:lnTo>
                    <a:pt x="45706" y="14898"/>
                  </a:lnTo>
                  <a:lnTo>
                    <a:pt x="55825" y="14898"/>
                  </a:lnTo>
                  <a:lnTo>
                    <a:pt x="55825" y="14287"/>
                  </a:lnTo>
                  <a:close/>
                </a:path>
              </a:pathLst>
            </a:custGeom>
            <a:solidFill>
              <a:srgbClr val="E175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/>
            <p:cNvSpPr/>
            <p:nvPr/>
          </p:nvSpPr>
          <p:spPr>
            <a:xfrm>
              <a:off x="5062407" y="5439659"/>
              <a:ext cx="5080" cy="33655"/>
            </a:xfrm>
            <a:custGeom>
              <a:avLst/>
              <a:gdLst/>
              <a:ahLst/>
              <a:cxnLst/>
              <a:rect l="l" t="t" r="r" b="b"/>
              <a:pathLst>
                <a:path w="5079" h="33654">
                  <a:moveTo>
                    <a:pt x="78" y="0"/>
                  </a:moveTo>
                  <a:lnTo>
                    <a:pt x="0" y="21413"/>
                  </a:lnTo>
                  <a:lnTo>
                    <a:pt x="161" y="25784"/>
                  </a:lnTo>
                  <a:lnTo>
                    <a:pt x="1723" y="30026"/>
                  </a:lnTo>
                  <a:lnTo>
                    <a:pt x="4515" y="33387"/>
                  </a:lnTo>
                  <a:lnTo>
                    <a:pt x="4515" y="6667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5062419" y="5403231"/>
              <a:ext cx="100330" cy="58419"/>
            </a:xfrm>
            <a:custGeom>
              <a:avLst/>
              <a:gdLst/>
              <a:ahLst/>
              <a:cxnLst/>
              <a:rect l="l" t="t" r="r" b="b"/>
              <a:pathLst>
                <a:path w="100329" h="58420">
                  <a:moveTo>
                    <a:pt x="49798" y="0"/>
                  </a:moveTo>
                  <a:lnTo>
                    <a:pt x="31009" y="2116"/>
                  </a:lnTo>
                  <a:lnTo>
                    <a:pt x="14514" y="8477"/>
                  </a:lnTo>
                  <a:lnTo>
                    <a:pt x="3598" y="18055"/>
                  </a:lnTo>
                  <a:lnTo>
                    <a:pt x="0" y="28943"/>
                  </a:lnTo>
                  <a:lnTo>
                    <a:pt x="3713" y="39827"/>
                  </a:lnTo>
                  <a:lnTo>
                    <a:pt x="14734" y="49394"/>
                  </a:lnTo>
                  <a:lnTo>
                    <a:pt x="31299" y="55747"/>
                  </a:lnTo>
                  <a:lnTo>
                    <a:pt x="50108" y="57865"/>
                  </a:lnTo>
                  <a:lnTo>
                    <a:pt x="68892" y="55747"/>
                  </a:lnTo>
                  <a:lnTo>
                    <a:pt x="85384" y="49394"/>
                  </a:lnTo>
                  <a:lnTo>
                    <a:pt x="96318" y="39824"/>
                  </a:lnTo>
                  <a:lnTo>
                    <a:pt x="99920" y="28936"/>
                  </a:lnTo>
                  <a:lnTo>
                    <a:pt x="96198" y="18047"/>
                  </a:lnTo>
                  <a:lnTo>
                    <a:pt x="85164" y="8477"/>
                  </a:lnTo>
                  <a:lnTo>
                    <a:pt x="68607" y="2122"/>
                  </a:lnTo>
                  <a:lnTo>
                    <a:pt x="49798" y="0"/>
                  </a:lnTo>
                  <a:close/>
                </a:path>
              </a:pathLst>
            </a:custGeom>
            <a:solidFill>
              <a:srgbClr val="E175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/>
            <p:cNvSpPr/>
            <p:nvPr/>
          </p:nvSpPr>
          <p:spPr>
            <a:xfrm>
              <a:off x="5062385" y="5425782"/>
              <a:ext cx="100330" cy="33655"/>
            </a:xfrm>
            <a:custGeom>
              <a:avLst/>
              <a:gdLst/>
              <a:ahLst/>
              <a:cxnLst/>
              <a:rect l="l" t="t" r="r" b="b"/>
              <a:pathLst>
                <a:path w="100329" h="33654">
                  <a:moveTo>
                    <a:pt x="99923" y="0"/>
                  </a:moveTo>
                  <a:lnTo>
                    <a:pt x="95580" y="6540"/>
                  </a:lnTo>
                  <a:lnTo>
                    <a:pt x="95059" y="7340"/>
                  </a:lnTo>
                  <a:lnTo>
                    <a:pt x="85407" y="13042"/>
                  </a:lnTo>
                  <a:lnTo>
                    <a:pt x="70650" y="18732"/>
                  </a:lnTo>
                  <a:lnTo>
                    <a:pt x="68922" y="19392"/>
                  </a:lnTo>
                  <a:lnTo>
                    <a:pt x="66141" y="19710"/>
                  </a:lnTo>
                  <a:lnTo>
                    <a:pt x="52997" y="21196"/>
                  </a:lnTo>
                  <a:lnTo>
                    <a:pt x="52870" y="21196"/>
                  </a:lnTo>
                  <a:lnTo>
                    <a:pt x="49898" y="21488"/>
                  </a:lnTo>
                  <a:lnTo>
                    <a:pt x="31330" y="19392"/>
                  </a:lnTo>
                  <a:lnTo>
                    <a:pt x="14757" y="13042"/>
                  </a:lnTo>
                  <a:lnTo>
                    <a:pt x="4940" y="7340"/>
                  </a:lnTo>
                  <a:lnTo>
                    <a:pt x="88" y="0"/>
                  </a:lnTo>
                  <a:lnTo>
                    <a:pt x="0" y="11442"/>
                  </a:lnTo>
                  <a:lnTo>
                    <a:pt x="4991" y="19024"/>
                  </a:lnTo>
                  <a:lnTo>
                    <a:pt x="14757" y="24650"/>
                  </a:lnTo>
                  <a:lnTo>
                    <a:pt x="31330" y="31013"/>
                  </a:lnTo>
                  <a:lnTo>
                    <a:pt x="33680" y="31280"/>
                  </a:lnTo>
                  <a:lnTo>
                    <a:pt x="34137" y="31330"/>
                  </a:lnTo>
                  <a:lnTo>
                    <a:pt x="50139" y="33134"/>
                  </a:lnTo>
                  <a:lnTo>
                    <a:pt x="64693" y="31496"/>
                  </a:lnTo>
                  <a:lnTo>
                    <a:pt x="66116" y="31330"/>
                  </a:lnTo>
                  <a:lnTo>
                    <a:pt x="68922" y="31013"/>
                  </a:lnTo>
                  <a:lnTo>
                    <a:pt x="70624" y="30365"/>
                  </a:lnTo>
                  <a:lnTo>
                    <a:pt x="85407" y="24650"/>
                  </a:lnTo>
                  <a:lnTo>
                    <a:pt x="90817" y="21513"/>
                  </a:lnTo>
                  <a:lnTo>
                    <a:pt x="95097" y="19024"/>
                  </a:lnTo>
                  <a:lnTo>
                    <a:pt x="99923" y="11696"/>
                  </a:lnTo>
                  <a:lnTo>
                    <a:pt x="99923" y="50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/>
            <p:cNvSpPr/>
            <p:nvPr/>
          </p:nvSpPr>
          <p:spPr>
            <a:xfrm>
              <a:off x="5068331" y="5433703"/>
              <a:ext cx="27940" cy="23495"/>
            </a:xfrm>
            <a:custGeom>
              <a:avLst/>
              <a:gdLst/>
              <a:ahLst/>
              <a:cxnLst/>
              <a:rect l="l" t="t" r="r" b="b"/>
              <a:pathLst>
                <a:path w="27939" h="23495">
                  <a:moveTo>
                    <a:pt x="0" y="0"/>
                  </a:moveTo>
                  <a:lnTo>
                    <a:pt x="27719" y="23343"/>
                  </a:lnTo>
                  <a:lnTo>
                    <a:pt x="27719" y="11887"/>
                  </a:lnTo>
                  <a:lnTo>
                    <a:pt x="21088" y="10620"/>
                  </a:lnTo>
                  <a:lnTo>
                    <a:pt x="14714" y="8306"/>
                  </a:lnTo>
                  <a:lnTo>
                    <a:pt x="8765" y="5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1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/>
            <p:cNvSpPr/>
            <p:nvPr/>
          </p:nvSpPr>
          <p:spPr>
            <a:xfrm>
              <a:off x="5062394" y="5425776"/>
              <a:ext cx="6350" cy="17780"/>
            </a:xfrm>
            <a:custGeom>
              <a:avLst/>
              <a:gdLst/>
              <a:ahLst/>
              <a:cxnLst/>
              <a:rect l="l" t="t" r="r" b="b"/>
              <a:pathLst>
                <a:path w="6350" h="17779">
                  <a:moveTo>
                    <a:pt x="0" y="0"/>
                  </a:moveTo>
                  <a:lnTo>
                    <a:pt x="9" y="9144"/>
                  </a:lnTo>
                  <a:lnTo>
                    <a:pt x="2241" y="14049"/>
                  </a:lnTo>
                  <a:lnTo>
                    <a:pt x="5915" y="17685"/>
                  </a:lnTo>
                  <a:lnTo>
                    <a:pt x="5915" y="7915"/>
                  </a:lnTo>
                  <a:lnTo>
                    <a:pt x="4932" y="7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/>
            <p:cNvSpPr/>
            <p:nvPr/>
          </p:nvSpPr>
          <p:spPr>
            <a:xfrm>
              <a:off x="5062394" y="5389335"/>
              <a:ext cx="100330" cy="58419"/>
            </a:xfrm>
            <a:custGeom>
              <a:avLst/>
              <a:gdLst/>
              <a:ahLst/>
              <a:cxnLst/>
              <a:rect l="l" t="t" r="r" b="b"/>
              <a:pathLst>
                <a:path w="100329" h="58420">
                  <a:moveTo>
                    <a:pt x="49811" y="0"/>
                  </a:moveTo>
                  <a:lnTo>
                    <a:pt x="31023" y="2122"/>
                  </a:lnTo>
                  <a:lnTo>
                    <a:pt x="14521" y="8470"/>
                  </a:lnTo>
                  <a:lnTo>
                    <a:pt x="3597" y="18043"/>
                  </a:lnTo>
                  <a:lnTo>
                    <a:pt x="0" y="28936"/>
                  </a:lnTo>
                  <a:lnTo>
                    <a:pt x="3718" y="39825"/>
                  </a:lnTo>
                  <a:lnTo>
                    <a:pt x="14741" y="49387"/>
                  </a:lnTo>
                  <a:lnTo>
                    <a:pt x="31306" y="55745"/>
                  </a:lnTo>
                  <a:lnTo>
                    <a:pt x="50115" y="57872"/>
                  </a:lnTo>
                  <a:lnTo>
                    <a:pt x="68899" y="55756"/>
                  </a:lnTo>
                  <a:lnTo>
                    <a:pt x="85391" y="49387"/>
                  </a:lnTo>
                  <a:lnTo>
                    <a:pt x="96325" y="39810"/>
                  </a:lnTo>
                  <a:lnTo>
                    <a:pt x="99926" y="28922"/>
                  </a:lnTo>
                  <a:lnTo>
                    <a:pt x="96205" y="18038"/>
                  </a:lnTo>
                  <a:lnTo>
                    <a:pt x="85171" y="8470"/>
                  </a:lnTo>
                  <a:lnTo>
                    <a:pt x="68617" y="2112"/>
                  </a:lnTo>
                  <a:lnTo>
                    <a:pt x="49811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5020805" y="5257825"/>
              <a:ext cx="72390" cy="149860"/>
            </a:xfrm>
            <a:custGeom>
              <a:avLst/>
              <a:gdLst/>
              <a:ahLst/>
              <a:cxnLst/>
              <a:rect l="l" t="t" r="r" b="b"/>
              <a:pathLst>
                <a:path w="72389" h="149860">
                  <a:moveTo>
                    <a:pt x="29324" y="5791"/>
                  </a:moveTo>
                  <a:lnTo>
                    <a:pt x="21590" y="1333"/>
                  </a:lnTo>
                  <a:lnTo>
                    <a:pt x="19380" y="0"/>
                  </a:lnTo>
                  <a:lnTo>
                    <a:pt x="16649" y="152"/>
                  </a:lnTo>
                  <a:lnTo>
                    <a:pt x="16014" y="190"/>
                  </a:lnTo>
                  <a:lnTo>
                    <a:pt x="13652" y="1549"/>
                  </a:lnTo>
                  <a:lnTo>
                    <a:pt x="13512" y="1625"/>
                  </a:lnTo>
                  <a:lnTo>
                    <a:pt x="12369" y="2286"/>
                  </a:lnTo>
                  <a:lnTo>
                    <a:pt x="17386" y="5207"/>
                  </a:lnTo>
                  <a:lnTo>
                    <a:pt x="22415" y="8128"/>
                  </a:lnTo>
                  <a:lnTo>
                    <a:pt x="24358" y="7023"/>
                  </a:lnTo>
                  <a:lnTo>
                    <a:pt x="26073" y="6032"/>
                  </a:lnTo>
                  <a:lnTo>
                    <a:pt x="29324" y="5791"/>
                  </a:lnTo>
                  <a:close/>
                </a:path>
                <a:path w="72389" h="149860">
                  <a:moveTo>
                    <a:pt x="72110" y="149682"/>
                  </a:moveTo>
                  <a:lnTo>
                    <a:pt x="70675" y="148310"/>
                  </a:lnTo>
                  <a:lnTo>
                    <a:pt x="14376" y="50952"/>
                  </a:lnTo>
                  <a:lnTo>
                    <a:pt x="10096" y="32410"/>
                  </a:lnTo>
                  <a:lnTo>
                    <a:pt x="10096" y="32092"/>
                  </a:lnTo>
                  <a:lnTo>
                    <a:pt x="22428" y="8204"/>
                  </a:lnTo>
                  <a:lnTo>
                    <a:pt x="12395" y="2336"/>
                  </a:lnTo>
                  <a:lnTo>
                    <a:pt x="10147" y="4178"/>
                  </a:lnTo>
                  <a:lnTo>
                    <a:pt x="9982" y="4318"/>
                  </a:lnTo>
                  <a:lnTo>
                    <a:pt x="6883" y="6870"/>
                  </a:lnTo>
                  <a:lnTo>
                    <a:pt x="6629" y="7251"/>
                  </a:lnTo>
                  <a:lnTo>
                    <a:pt x="5346" y="9144"/>
                  </a:lnTo>
                  <a:lnTo>
                    <a:pt x="177" y="21297"/>
                  </a:lnTo>
                  <a:lnTo>
                    <a:pt x="0" y="25920"/>
                  </a:lnTo>
                  <a:lnTo>
                    <a:pt x="50" y="26250"/>
                  </a:lnTo>
                  <a:lnTo>
                    <a:pt x="50" y="26568"/>
                  </a:lnTo>
                  <a:lnTo>
                    <a:pt x="8064" y="61328"/>
                  </a:lnTo>
                  <a:lnTo>
                    <a:pt x="19519" y="91986"/>
                  </a:lnTo>
                  <a:lnTo>
                    <a:pt x="36525" y="119100"/>
                  </a:lnTo>
                  <a:lnTo>
                    <a:pt x="61163" y="143243"/>
                  </a:lnTo>
                  <a:lnTo>
                    <a:pt x="71145" y="149123"/>
                  </a:lnTo>
                  <a:lnTo>
                    <a:pt x="72110" y="149682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/>
            <p:cNvSpPr/>
            <p:nvPr/>
          </p:nvSpPr>
          <p:spPr>
            <a:xfrm>
              <a:off x="5030833" y="5262328"/>
              <a:ext cx="91440" cy="147320"/>
            </a:xfrm>
            <a:custGeom>
              <a:avLst/>
              <a:gdLst/>
              <a:ahLst/>
              <a:cxnLst/>
              <a:rect l="l" t="t" r="r" b="b"/>
              <a:pathLst>
                <a:path w="91439" h="147320">
                  <a:moveTo>
                    <a:pt x="18700" y="0"/>
                  </a:moveTo>
                  <a:lnTo>
                    <a:pt x="0" y="27988"/>
                  </a:lnTo>
                  <a:lnTo>
                    <a:pt x="8012" y="62748"/>
                  </a:lnTo>
                  <a:lnTo>
                    <a:pt x="19474" y="93408"/>
                  </a:lnTo>
                  <a:lnTo>
                    <a:pt x="36478" y="120521"/>
                  </a:lnTo>
                  <a:lnTo>
                    <a:pt x="61116" y="144641"/>
                  </a:lnTo>
                  <a:lnTo>
                    <a:pt x="64404" y="147212"/>
                  </a:lnTo>
                  <a:lnTo>
                    <a:pt x="68978" y="146772"/>
                  </a:lnTo>
                  <a:lnTo>
                    <a:pt x="79412" y="140417"/>
                  </a:lnTo>
                  <a:lnTo>
                    <a:pt x="84023" y="135036"/>
                  </a:lnTo>
                  <a:lnTo>
                    <a:pt x="91352" y="118930"/>
                  </a:lnTo>
                  <a:lnTo>
                    <a:pt x="90985" y="109381"/>
                  </a:lnTo>
                  <a:lnTo>
                    <a:pt x="85860" y="105726"/>
                  </a:lnTo>
                  <a:lnTo>
                    <a:pt x="61820" y="85491"/>
                  </a:lnTo>
                  <a:lnTo>
                    <a:pt x="44721" y="63611"/>
                  </a:lnTo>
                  <a:lnTo>
                    <a:pt x="32981" y="38363"/>
                  </a:lnTo>
                  <a:lnTo>
                    <a:pt x="25019" y="8025"/>
                  </a:lnTo>
                  <a:lnTo>
                    <a:pt x="23825" y="1928"/>
                  </a:lnTo>
                  <a:lnTo>
                    <a:pt x="18700" y="0"/>
                  </a:lnTo>
                  <a:close/>
                </a:path>
              </a:pathLst>
            </a:custGeom>
            <a:solidFill>
              <a:srgbClr val="A1A1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/>
            <p:cNvSpPr/>
            <p:nvPr/>
          </p:nvSpPr>
          <p:spPr>
            <a:xfrm>
              <a:off x="5086509" y="5408733"/>
              <a:ext cx="15240" cy="36830"/>
            </a:xfrm>
            <a:custGeom>
              <a:avLst/>
              <a:gdLst/>
              <a:ahLst/>
              <a:cxnLst/>
              <a:rect l="l" t="t" r="r" b="b"/>
              <a:pathLst>
                <a:path w="15239" h="36829">
                  <a:moveTo>
                    <a:pt x="0" y="0"/>
                  </a:moveTo>
                  <a:lnTo>
                    <a:pt x="91" y="27602"/>
                  </a:lnTo>
                  <a:lnTo>
                    <a:pt x="15155" y="36362"/>
                  </a:lnTo>
                  <a:lnTo>
                    <a:pt x="15081" y="87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7C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/>
            <p:cNvSpPr/>
            <p:nvPr/>
          </p:nvSpPr>
          <p:spPr>
            <a:xfrm>
              <a:off x="5112613" y="5358955"/>
              <a:ext cx="29209" cy="13970"/>
            </a:xfrm>
            <a:custGeom>
              <a:avLst/>
              <a:gdLst/>
              <a:ahLst/>
              <a:cxnLst/>
              <a:rect l="l" t="t" r="r" b="b"/>
              <a:pathLst>
                <a:path w="29210" h="13970">
                  <a:moveTo>
                    <a:pt x="28943" y="8788"/>
                  </a:moveTo>
                  <a:lnTo>
                    <a:pt x="18630" y="2768"/>
                  </a:lnTo>
                  <a:lnTo>
                    <a:pt x="13855" y="0"/>
                  </a:lnTo>
                  <a:lnTo>
                    <a:pt x="7277" y="368"/>
                  </a:lnTo>
                  <a:lnTo>
                    <a:pt x="2552" y="3086"/>
                  </a:lnTo>
                  <a:lnTo>
                    <a:pt x="2400" y="3175"/>
                  </a:lnTo>
                  <a:lnTo>
                    <a:pt x="12" y="4546"/>
                  </a:lnTo>
                  <a:lnTo>
                    <a:pt x="7543" y="8953"/>
                  </a:lnTo>
                  <a:lnTo>
                    <a:pt x="15087" y="13347"/>
                  </a:lnTo>
                  <a:lnTo>
                    <a:pt x="18745" y="11252"/>
                  </a:lnTo>
                  <a:lnTo>
                    <a:pt x="22326" y="9182"/>
                  </a:lnTo>
                  <a:lnTo>
                    <a:pt x="28943" y="8788"/>
                  </a:lnTo>
                  <a:close/>
                </a:path>
              </a:pathLst>
            </a:custGeom>
            <a:solidFill>
              <a:srgbClr val="A1A1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/>
            <p:cNvSpPr/>
            <p:nvPr/>
          </p:nvSpPr>
          <p:spPr>
            <a:xfrm>
              <a:off x="5116244" y="5359423"/>
              <a:ext cx="25400" cy="10795"/>
            </a:xfrm>
            <a:custGeom>
              <a:avLst/>
              <a:gdLst/>
              <a:ahLst/>
              <a:cxnLst/>
              <a:rect l="l" t="t" r="r" b="b"/>
              <a:pathLst>
                <a:path w="25400" h="10795">
                  <a:moveTo>
                    <a:pt x="11051" y="0"/>
                  </a:moveTo>
                  <a:lnTo>
                    <a:pt x="5743" y="0"/>
                  </a:lnTo>
                  <a:lnTo>
                    <a:pt x="0" y="2222"/>
                  </a:lnTo>
                  <a:lnTo>
                    <a:pt x="552" y="2222"/>
                  </a:lnTo>
                  <a:lnTo>
                    <a:pt x="15162" y="10744"/>
                  </a:lnTo>
                  <a:lnTo>
                    <a:pt x="18701" y="8705"/>
                  </a:lnTo>
                  <a:lnTo>
                    <a:pt x="21087" y="8566"/>
                  </a:lnTo>
                  <a:lnTo>
                    <a:pt x="25347" y="8264"/>
                  </a:lnTo>
                  <a:lnTo>
                    <a:pt x="11051" y="0"/>
                  </a:lnTo>
                  <a:close/>
                </a:path>
              </a:pathLst>
            </a:custGeom>
            <a:solidFill>
              <a:srgbClr val="7C7C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/>
            <p:cNvSpPr/>
            <p:nvPr/>
          </p:nvSpPr>
          <p:spPr>
            <a:xfrm>
              <a:off x="5086515" y="5363438"/>
              <a:ext cx="41275" cy="54610"/>
            </a:xfrm>
            <a:custGeom>
              <a:avLst/>
              <a:gdLst/>
              <a:ahLst/>
              <a:cxnLst/>
              <a:rect l="l" t="t" r="r" b="b"/>
              <a:pathLst>
                <a:path w="41275" h="54610">
                  <a:moveTo>
                    <a:pt x="41186" y="8826"/>
                  </a:moveTo>
                  <a:lnTo>
                    <a:pt x="37109" y="6451"/>
                  </a:lnTo>
                  <a:lnTo>
                    <a:pt x="26111" y="0"/>
                  </a:lnTo>
                  <a:lnTo>
                    <a:pt x="21336" y="3886"/>
                  </a:lnTo>
                  <a:lnTo>
                    <a:pt x="15824" y="8153"/>
                  </a:lnTo>
                  <a:lnTo>
                    <a:pt x="11480" y="14351"/>
                  </a:lnTo>
                  <a:lnTo>
                    <a:pt x="7581" y="19507"/>
                  </a:lnTo>
                  <a:lnTo>
                    <a:pt x="4978" y="25666"/>
                  </a:lnTo>
                  <a:lnTo>
                    <a:pt x="1981" y="32346"/>
                  </a:lnTo>
                  <a:lnTo>
                    <a:pt x="1028" y="38747"/>
                  </a:lnTo>
                  <a:lnTo>
                    <a:pt x="952" y="39217"/>
                  </a:lnTo>
                  <a:lnTo>
                    <a:pt x="889" y="39636"/>
                  </a:lnTo>
                  <a:lnTo>
                    <a:pt x="0" y="45237"/>
                  </a:lnTo>
                  <a:lnTo>
                    <a:pt x="15074" y="54063"/>
                  </a:lnTo>
                  <a:lnTo>
                    <a:pt x="17094" y="41160"/>
                  </a:lnTo>
                  <a:lnTo>
                    <a:pt x="22694" y="28333"/>
                  </a:lnTo>
                  <a:lnTo>
                    <a:pt x="31013" y="17068"/>
                  </a:lnTo>
                  <a:lnTo>
                    <a:pt x="41186" y="8826"/>
                  </a:lnTo>
                  <a:close/>
                </a:path>
              </a:pathLst>
            </a:custGeom>
            <a:solidFill>
              <a:srgbClr val="A1A1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/>
            <p:cNvSpPr/>
            <p:nvPr/>
          </p:nvSpPr>
          <p:spPr>
            <a:xfrm>
              <a:off x="5101604" y="5368781"/>
              <a:ext cx="52705" cy="76835"/>
            </a:xfrm>
            <a:custGeom>
              <a:avLst/>
              <a:gdLst/>
              <a:ahLst/>
              <a:cxnLst/>
              <a:rect l="l" t="t" r="r" b="b"/>
              <a:pathLst>
                <a:path w="52704" h="76835">
                  <a:moveTo>
                    <a:pt x="36281" y="0"/>
                  </a:moveTo>
                  <a:lnTo>
                    <a:pt x="2019" y="35818"/>
                  </a:lnTo>
                  <a:lnTo>
                    <a:pt x="0" y="48730"/>
                  </a:lnTo>
                  <a:lnTo>
                    <a:pt x="0" y="76332"/>
                  </a:lnTo>
                  <a:lnTo>
                    <a:pt x="52390" y="46085"/>
                  </a:lnTo>
                  <a:lnTo>
                    <a:pt x="52390" y="18483"/>
                  </a:lnTo>
                  <a:lnTo>
                    <a:pt x="50292" y="7983"/>
                  </a:lnTo>
                  <a:lnTo>
                    <a:pt x="44633" y="1658"/>
                  </a:lnTo>
                  <a:lnTo>
                    <a:pt x="36281" y="0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/>
            <p:cNvSpPr/>
            <p:nvPr/>
          </p:nvSpPr>
          <p:spPr>
            <a:xfrm>
              <a:off x="5188199" y="5165747"/>
              <a:ext cx="12700" cy="5715"/>
            </a:xfrm>
            <a:custGeom>
              <a:avLst/>
              <a:gdLst/>
              <a:ahLst/>
              <a:cxnLst/>
              <a:rect l="l" t="t" r="r" b="b"/>
              <a:pathLst>
                <a:path w="12700" h="5714">
                  <a:moveTo>
                    <a:pt x="7678" y="0"/>
                  </a:moveTo>
                  <a:lnTo>
                    <a:pt x="3710" y="1010"/>
                  </a:lnTo>
                  <a:lnTo>
                    <a:pt x="0" y="4536"/>
                  </a:lnTo>
                  <a:lnTo>
                    <a:pt x="2020" y="5711"/>
                  </a:lnTo>
                  <a:lnTo>
                    <a:pt x="5676" y="2185"/>
                  </a:lnTo>
                  <a:lnTo>
                    <a:pt x="9680" y="1175"/>
                  </a:lnTo>
                  <a:lnTo>
                    <a:pt x="12270" y="2681"/>
                  </a:lnTo>
                  <a:lnTo>
                    <a:pt x="10268" y="1524"/>
                  </a:lnTo>
                  <a:lnTo>
                    <a:pt x="7678" y="0"/>
                  </a:lnTo>
                  <a:close/>
                </a:path>
              </a:pathLst>
            </a:custGeom>
            <a:solidFill>
              <a:srgbClr val="E997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/>
            <p:cNvSpPr/>
            <p:nvPr/>
          </p:nvSpPr>
          <p:spPr>
            <a:xfrm>
              <a:off x="5188191" y="5166258"/>
              <a:ext cx="10160" cy="5715"/>
            </a:xfrm>
            <a:custGeom>
              <a:avLst/>
              <a:gdLst/>
              <a:ahLst/>
              <a:cxnLst/>
              <a:rect l="l" t="t" r="r" b="b"/>
              <a:pathLst>
                <a:path w="10160" h="5714">
                  <a:moveTo>
                    <a:pt x="9690" y="647"/>
                  </a:moveTo>
                  <a:lnTo>
                    <a:pt x="8534" y="0"/>
                  </a:lnTo>
                  <a:lnTo>
                    <a:pt x="6375" y="101"/>
                  </a:lnTo>
                  <a:lnTo>
                    <a:pt x="4635" y="939"/>
                  </a:lnTo>
                  <a:lnTo>
                    <a:pt x="3073" y="1562"/>
                  </a:lnTo>
                  <a:lnTo>
                    <a:pt x="2044" y="2082"/>
                  </a:lnTo>
                  <a:lnTo>
                    <a:pt x="1041" y="3048"/>
                  </a:lnTo>
                  <a:lnTo>
                    <a:pt x="0" y="4025"/>
                  </a:lnTo>
                  <a:lnTo>
                    <a:pt x="2019" y="5207"/>
                  </a:lnTo>
                  <a:lnTo>
                    <a:pt x="3060" y="4203"/>
                  </a:lnTo>
                  <a:lnTo>
                    <a:pt x="5689" y="1625"/>
                  </a:lnTo>
                  <a:lnTo>
                    <a:pt x="9690" y="647"/>
                  </a:lnTo>
                  <a:close/>
                </a:path>
              </a:pathLst>
            </a:custGeom>
            <a:solidFill>
              <a:srgbClr val="E686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/>
            <p:cNvSpPr/>
            <p:nvPr/>
          </p:nvSpPr>
          <p:spPr>
            <a:xfrm>
              <a:off x="5164979" y="5192321"/>
              <a:ext cx="8890" cy="19685"/>
            </a:xfrm>
            <a:custGeom>
              <a:avLst/>
              <a:gdLst/>
              <a:ahLst/>
              <a:cxnLst/>
              <a:rect l="l" t="t" r="r" b="b"/>
              <a:pathLst>
                <a:path w="8889" h="19685">
                  <a:moveTo>
                    <a:pt x="0" y="0"/>
                  </a:moveTo>
                  <a:lnTo>
                    <a:pt x="6227" y="18419"/>
                  </a:lnTo>
                  <a:lnTo>
                    <a:pt x="8266" y="19613"/>
                  </a:lnTo>
                  <a:lnTo>
                    <a:pt x="2002" y="11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97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/>
            <p:cNvSpPr/>
            <p:nvPr/>
          </p:nvSpPr>
          <p:spPr>
            <a:xfrm>
              <a:off x="5164979" y="5170284"/>
              <a:ext cx="25400" cy="23495"/>
            </a:xfrm>
            <a:custGeom>
              <a:avLst/>
              <a:gdLst/>
              <a:ahLst/>
              <a:cxnLst/>
              <a:rect l="l" t="t" r="r" b="b"/>
              <a:pathLst>
                <a:path w="25400" h="23495">
                  <a:moveTo>
                    <a:pt x="23219" y="0"/>
                  </a:moveTo>
                  <a:lnTo>
                    <a:pt x="0" y="22037"/>
                  </a:lnTo>
                  <a:lnTo>
                    <a:pt x="2002" y="23194"/>
                  </a:lnTo>
                  <a:lnTo>
                    <a:pt x="25240" y="1175"/>
                  </a:lnTo>
                  <a:lnTo>
                    <a:pt x="23219" y="0"/>
                  </a:lnTo>
                  <a:close/>
                </a:path>
              </a:pathLst>
            </a:custGeom>
            <a:solidFill>
              <a:srgbClr val="E686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/>
            <p:cNvSpPr/>
            <p:nvPr/>
          </p:nvSpPr>
          <p:spPr>
            <a:xfrm>
              <a:off x="5166982" y="5166464"/>
              <a:ext cx="38100" cy="45720"/>
            </a:xfrm>
            <a:custGeom>
              <a:avLst/>
              <a:gdLst/>
              <a:ahLst/>
              <a:cxnLst/>
              <a:rect l="l" t="t" r="r" b="b"/>
              <a:pathLst>
                <a:path w="38100" h="45720">
                  <a:moveTo>
                    <a:pt x="28491" y="0"/>
                  </a:moveTo>
                  <a:lnTo>
                    <a:pt x="23237" y="4995"/>
                  </a:lnTo>
                  <a:lnTo>
                    <a:pt x="0" y="26996"/>
                  </a:lnTo>
                  <a:lnTo>
                    <a:pt x="6264" y="45416"/>
                  </a:lnTo>
                  <a:lnTo>
                    <a:pt x="29465" y="23415"/>
                  </a:lnTo>
                  <a:lnTo>
                    <a:pt x="34718" y="18328"/>
                  </a:lnTo>
                  <a:lnTo>
                    <a:pt x="37584" y="10174"/>
                  </a:lnTo>
                  <a:lnTo>
                    <a:pt x="34241" y="55"/>
                  </a:lnTo>
                  <a:lnTo>
                    <a:pt x="28491" y="0"/>
                  </a:lnTo>
                  <a:close/>
                </a:path>
              </a:pathLst>
            </a:custGeom>
            <a:solidFill>
              <a:srgbClr val="E997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/>
            <p:cNvSpPr/>
            <p:nvPr/>
          </p:nvSpPr>
          <p:spPr>
            <a:xfrm>
              <a:off x="5031765" y="5264962"/>
              <a:ext cx="34290" cy="39370"/>
            </a:xfrm>
            <a:custGeom>
              <a:avLst/>
              <a:gdLst/>
              <a:ahLst/>
              <a:cxnLst/>
              <a:rect l="l" t="t" r="r" b="b"/>
              <a:pathLst>
                <a:path w="34289" h="39370">
                  <a:moveTo>
                    <a:pt x="34010" y="14706"/>
                  </a:moveTo>
                  <a:lnTo>
                    <a:pt x="33985" y="7175"/>
                  </a:lnTo>
                  <a:lnTo>
                    <a:pt x="28752" y="4165"/>
                  </a:lnTo>
                  <a:lnTo>
                    <a:pt x="27114" y="5092"/>
                  </a:lnTo>
                  <a:lnTo>
                    <a:pt x="25400" y="4102"/>
                  </a:lnTo>
                  <a:lnTo>
                    <a:pt x="25400" y="6070"/>
                  </a:lnTo>
                  <a:lnTo>
                    <a:pt x="22186" y="7886"/>
                  </a:lnTo>
                  <a:lnTo>
                    <a:pt x="23380" y="7023"/>
                  </a:lnTo>
                  <a:lnTo>
                    <a:pt x="23596" y="6858"/>
                  </a:lnTo>
                  <a:lnTo>
                    <a:pt x="24587" y="6134"/>
                  </a:lnTo>
                  <a:lnTo>
                    <a:pt x="25400" y="6070"/>
                  </a:lnTo>
                  <a:lnTo>
                    <a:pt x="25400" y="4102"/>
                  </a:lnTo>
                  <a:lnTo>
                    <a:pt x="20510" y="1257"/>
                  </a:lnTo>
                  <a:lnTo>
                    <a:pt x="18364" y="279"/>
                  </a:lnTo>
                  <a:lnTo>
                    <a:pt x="17754" y="0"/>
                  </a:lnTo>
                  <a:lnTo>
                    <a:pt x="14541" y="304"/>
                  </a:lnTo>
                  <a:lnTo>
                    <a:pt x="12623" y="1701"/>
                  </a:lnTo>
                  <a:lnTo>
                    <a:pt x="12077" y="2082"/>
                  </a:lnTo>
                  <a:lnTo>
                    <a:pt x="10477" y="3136"/>
                  </a:lnTo>
                  <a:lnTo>
                    <a:pt x="10477" y="25692"/>
                  </a:lnTo>
                  <a:lnTo>
                    <a:pt x="10337" y="28295"/>
                  </a:lnTo>
                  <a:lnTo>
                    <a:pt x="10337" y="32042"/>
                  </a:lnTo>
                  <a:lnTo>
                    <a:pt x="10033" y="31330"/>
                  </a:lnTo>
                  <a:lnTo>
                    <a:pt x="10134" y="30289"/>
                  </a:lnTo>
                  <a:lnTo>
                    <a:pt x="10337" y="28359"/>
                  </a:lnTo>
                  <a:lnTo>
                    <a:pt x="10464" y="25692"/>
                  </a:lnTo>
                  <a:lnTo>
                    <a:pt x="10477" y="3136"/>
                  </a:lnTo>
                  <a:lnTo>
                    <a:pt x="9652" y="3670"/>
                  </a:lnTo>
                  <a:lnTo>
                    <a:pt x="5105" y="6629"/>
                  </a:lnTo>
                  <a:lnTo>
                    <a:pt x="736" y="14211"/>
                  </a:lnTo>
                  <a:lnTo>
                    <a:pt x="292" y="22517"/>
                  </a:lnTo>
                  <a:lnTo>
                    <a:pt x="0" y="25488"/>
                  </a:lnTo>
                  <a:lnTo>
                    <a:pt x="622" y="26885"/>
                  </a:lnTo>
                  <a:lnTo>
                    <a:pt x="1308" y="28371"/>
                  </a:lnTo>
                  <a:lnTo>
                    <a:pt x="1905" y="28816"/>
                  </a:lnTo>
                  <a:lnTo>
                    <a:pt x="2552" y="29273"/>
                  </a:lnTo>
                  <a:lnTo>
                    <a:pt x="3721" y="30111"/>
                  </a:lnTo>
                  <a:lnTo>
                    <a:pt x="10350" y="33959"/>
                  </a:lnTo>
                  <a:lnTo>
                    <a:pt x="10363" y="35852"/>
                  </a:lnTo>
                  <a:lnTo>
                    <a:pt x="15595" y="38900"/>
                  </a:lnTo>
                  <a:lnTo>
                    <a:pt x="22212" y="35128"/>
                  </a:lnTo>
                  <a:lnTo>
                    <a:pt x="29171" y="30594"/>
                  </a:lnTo>
                  <a:lnTo>
                    <a:pt x="33566" y="22987"/>
                  </a:lnTo>
                  <a:lnTo>
                    <a:pt x="34010" y="14706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/>
            <p:cNvSpPr/>
            <p:nvPr/>
          </p:nvSpPr>
          <p:spPr>
            <a:xfrm>
              <a:off x="5040071" y="5298213"/>
              <a:ext cx="19050" cy="13335"/>
            </a:xfrm>
            <a:custGeom>
              <a:avLst/>
              <a:gdLst/>
              <a:ahLst/>
              <a:cxnLst/>
              <a:rect l="l" t="t" r="r" b="b"/>
              <a:pathLst>
                <a:path w="19050" h="13335">
                  <a:moveTo>
                    <a:pt x="91" y="0"/>
                  </a:moveTo>
                  <a:lnTo>
                    <a:pt x="0" y="1101"/>
                  </a:lnTo>
                  <a:lnTo>
                    <a:pt x="495" y="2185"/>
                  </a:lnTo>
                  <a:lnTo>
                    <a:pt x="1396" y="2809"/>
                  </a:lnTo>
                  <a:lnTo>
                    <a:pt x="19012" y="13039"/>
                  </a:lnTo>
                  <a:lnTo>
                    <a:pt x="18094" y="12396"/>
                  </a:lnTo>
                  <a:lnTo>
                    <a:pt x="17598" y="11312"/>
                  </a:lnTo>
                  <a:lnTo>
                    <a:pt x="17708" y="10210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E686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/>
            <p:cNvSpPr/>
            <p:nvPr/>
          </p:nvSpPr>
          <p:spPr>
            <a:xfrm>
              <a:off x="5040122" y="5298249"/>
              <a:ext cx="18415" cy="12700"/>
            </a:xfrm>
            <a:custGeom>
              <a:avLst/>
              <a:gdLst/>
              <a:ahLst/>
              <a:cxnLst/>
              <a:rect l="l" t="t" r="r" b="b"/>
              <a:pathLst>
                <a:path w="18414" h="12700">
                  <a:moveTo>
                    <a:pt x="17729" y="10210"/>
                  </a:moveTo>
                  <a:lnTo>
                    <a:pt x="114" y="0"/>
                  </a:lnTo>
                  <a:lnTo>
                    <a:pt x="25" y="215"/>
                  </a:lnTo>
                  <a:lnTo>
                    <a:pt x="0" y="495"/>
                  </a:lnTo>
                  <a:lnTo>
                    <a:pt x="114" y="762"/>
                  </a:lnTo>
                  <a:lnTo>
                    <a:pt x="17589" y="10883"/>
                  </a:lnTo>
                  <a:lnTo>
                    <a:pt x="17653" y="10706"/>
                  </a:lnTo>
                  <a:lnTo>
                    <a:pt x="17729" y="10210"/>
                  </a:lnTo>
                  <a:close/>
                </a:path>
                <a:path w="18414" h="12700">
                  <a:moveTo>
                    <a:pt x="18122" y="12522"/>
                  </a:moveTo>
                  <a:lnTo>
                    <a:pt x="17830" y="11785"/>
                  </a:lnTo>
                  <a:lnTo>
                    <a:pt x="17551" y="11277"/>
                  </a:lnTo>
                  <a:lnTo>
                    <a:pt x="17589" y="10896"/>
                  </a:lnTo>
                  <a:lnTo>
                    <a:pt x="114" y="762"/>
                  </a:lnTo>
                  <a:lnTo>
                    <a:pt x="177" y="1600"/>
                  </a:lnTo>
                  <a:lnTo>
                    <a:pt x="495" y="2108"/>
                  </a:lnTo>
                  <a:lnTo>
                    <a:pt x="660" y="2311"/>
                  </a:lnTo>
                  <a:lnTo>
                    <a:pt x="1346" y="2768"/>
                  </a:lnTo>
                  <a:lnTo>
                    <a:pt x="18122" y="12522"/>
                  </a:lnTo>
                  <a:close/>
                </a:path>
              </a:pathLst>
            </a:custGeom>
            <a:solidFill>
              <a:srgbClr val="E997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/>
            <p:cNvSpPr/>
            <p:nvPr/>
          </p:nvSpPr>
          <p:spPr>
            <a:xfrm>
              <a:off x="5056810" y="5268633"/>
              <a:ext cx="20955" cy="11430"/>
            </a:xfrm>
            <a:custGeom>
              <a:avLst/>
              <a:gdLst/>
              <a:ahLst/>
              <a:cxnLst/>
              <a:rect l="l" t="t" r="r" b="b"/>
              <a:pathLst>
                <a:path w="20954" h="11429">
                  <a:moveTo>
                    <a:pt x="20764" y="10731"/>
                  </a:moveTo>
                  <a:lnTo>
                    <a:pt x="20053" y="10337"/>
                  </a:lnTo>
                  <a:lnTo>
                    <a:pt x="4178" y="1130"/>
                  </a:lnTo>
                  <a:lnTo>
                    <a:pt x="3149" y="520"/>
                  </a:lnTo>
                  <a:lnTo>
                    <a:pt x="2362" y="88"/>
                  </a:lnTo>
                  <a:lnTo>
                    <a:pt x="2133" y="0"/>
                  </a:lnTo>
                  <a:lnTo>
                    <a:pt x="927" y="114"/>
                  </a:lnTo>
                  <a:lnTo>
                    <a:pt x="584" y="368"/>
                  </a:lnTo>
                  <a:lnTo>
                    <a:pt x="0" y="774"/>
                  </a:lnTo>
                  <a:lnTo>
                    <a:pt x="17627" y="11010"/>
                  </a:lnTo>
                  <a:lnTo>
                    <a:pt x="18122" y="10642"/>
                  </a:lnTo>
                  <a:lnTo>
                    <a:pt x="18986" y="10312"/>
                  </a:lnTo>
                  <a:lnTo>
                    <a:pt x="19926" y="10337"/>
                  </a:lnTo>
                  <a:lnTo>
                    <a:pt x="20764" y="10731"/>
                  </a:lnTo>
                  <a:close/>
                </a:path>
              </a:pathLst>
            </a:custGeom>
            <a:solidFill>
              <a:srgbClr val="E686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/>
            <p:cNvSpPr/>
            <p:nvPr/>
          </p:nvSpPr>
          <p:spPr>
            <a:xfrm>
              <a:off x="5040172" y="5284091"/>
              <a:ext cx="17780" cy="24765"/>
            </a:xfrm>
            <a:custGeom>
              <a:avLst/>
              <a:gdLst/>
              <a:ahLst/>
              <a:cxnLst/>
              <a:rect l="l" t="t" r="r" b="b"/>
              <a:pathLst>
                <a:path w="17779" h="24764">
                  <a:moveTo>
                    <a:pt x="0" y="0"/>
                  </a:moveTo>
                  <a:lnTo>
                    <a:pt x="36" y="14122"/>
                  </a:lnTo>
                  <a:lnTo>
                    <a:pt x="17634" y="24333"/>
                  </a:lnTo>
                  <a:lnTo>
                    <a:pt x="17598" y="102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97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/>
            <p:cNvSpPr/>
            <p:nvPr/>
          </p:nvSpPr>
          <p:spPr>
            <a:xfrm>
              <a:off x="5044560" y="5269417"/>
              <a:ext cx="30480" cy="17780"/>
            </a:xfrm>
            <a:custGeom>
              <a:avLst/>
              <a:gdLst/>
              <a:ahLst/>
              <a:cxnLst/>
              <a:rect l="l" t="t" r="r" b="b"/>
              <a:pathLst>
                <a:path w="30479" h="17779">
                  <a:moveTo>
                    <a:pt x="12307" y="0"/>
                  </a:moveTo>
                  <a:lnTo>
                    <a:pt x="0" y="7088"/>
                  </a:lnTo>
                  <a:lnTo>
                    <a:pt x="17561" y="17299"/>
                  </a:lnTo>
                  <a:lnTo>
                    <a:pt x="29869" y="10210"/>
                  </a:lnTo>
                  <a:lnTo>
                    <a:pt x="12307" y="0"/>
                  </a:lnTo>
                  <a:close/>
                </a:path>
              </a:pathLst>
            </a:custGeom>
            <a:solidFill>
              <a:srgbClr val="E686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/>
            <p:cNvSpPr/>
            <p:nvPr/>
          </p:nvSpPr>
          <p:spPr>
            <a:xfrm>
              <a:off x="5040146" y="5276524"/>
              <a:ext cx="22225" cy="17780"/>
            </a:xfrm>
            <a:custGeom>
              <a:avLst/>
              <a:gdLst/>
              <a:ahLst/>
              <a:cxnLst/>
              <a:rect l="l" t="t" r="r" b="b"/>
              <a:pathLst>
                <a:path w="22225" h="17779">
                  <a:moveTo>
                    <a:pt x="4408" y="0"/>
                  </a:moveTo>
                  <a:lnTo>
                    <a:pt x="1818" y="1689"/>
                  </a:lnTo>
                  <a:lnTo>
                    <a:pt x="183" y="4481"/>
                  </a:lnTo>
                  <a:lnTo>
                    <a:pt x="0" y="7566"/>
                  </a:lnTo>
                  <a:lnTo>
                    <a:pt x="17616" y="17777"/>
                  </a:lnTo>
                  <a:lnTo>
                    <a:pt x="17800" y="14691"/>
                  </a:lnTo>
                  <a:lnTo>
                    <a:pt x="19435" y="11900"/>
                  </a:lnTo>
                  <a:lnTo>
                    <a:pt x="22025" y="10229"/>
                  </a:lnTo>
                  <a:lnTo>
                    <a:pt x="4408" y="0"/>
                  </a:lnTo>
                  <a:close/>
                </a:path>
              </a:pathLst>
            </a:custGeom>
            <a:solidFill>
              <a:srgbClr val="E997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/>
            <p:cNvSpPr/>
            <p:nvPr/>
          </p:nvSpPr>
          <p:spPr>
            <a:xfrm>
              <a:off x="5057731" y="5278251"/>
              <a:ext cx="21590" cy="34290"/>
            </a:xfrm>
            <a:custGeom>
              <a:avLst/>
              <a:gdLst/>
              <a:ahLst/>
              <a:cxnLst/>
              <a:rect l="l" t="t" r="r" b="b"/>
              <a:pathLst>
                <a:path w="21589" h="34289">
                  <a:moveTo>
                    <a:pt x="19122" y="0"/>
                  </a:moveTo>
                  <a:lnTo>
                    <a:pt x="0" y="16050"/>
                  </a:lnTo>
                  <a:lnTo>
                    <a:pt x="0" y="32946"/>
                  </a:lnTo>
                  <a:lnTo>
                    <a:pt x="1983" y="34066"/>
                  </a:lnTo>
                  <a:lnTo>
                    <a:pt x="16698" y="25600"/>
                  </a:lnTo>
                  <a:lnTo>
                    <a:pt x="19288" y="23929"/>
                  </a:lnTo>
                  <a:lnTo>
                    <a:pt x="20923" y="21101"/>
                  </a:lnTo>
                  <a:lnTo>
                    <a:pt x="21106" y="18034"/>
                  </a:lnTo>
                  <a:lnTo>
                    <a:pt x="21106" y="1120"/>
                  </a:lnTo>
                  <a:lnTo>
                    <a:pt x="19122" y="0"/>
                  </a:lnTo>
                  <a:close/>
                </a:path>
              </a:pathLst>
            </a:custGeom>
            <a:solidFill>
              <a:srgbClr val="E686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5046265" y="5220732"/>
              <a:ext cx="70485" cy="100965"/>
            </a:xfrm>
            <a:custGeom>
              <a:avLst/>
              <a:gdLst/>
              <a:ahLst/>
              <a:cxnLst/>
              <a:rect l="l" t="t" r="r" b="b"/>
              <a:pathLst>
                <a:path w="70485" h="100964">
                  <a:moveTo>
                    <a:pt x="52771" y="0"/>
                  </a:moveTo>
                  <a:lnTo>
                    <a:pt x="49375" y="5398"/>
                  </a:lnTo>
                  <a:lnTo>
                    <a:pt x="47373" y="11716"/>
                  </a:lnTo>
                  <a:lnTo>
                    <a:pt x="46806" y="18723"/>
                  </a:lnTo>
                  <a:lnTo>
                    <a:pt x="47719" y="26188"/>
                  </a:lnTo>
                  <a:lnTo>
                    <a:pt x="49317" y="32505"/>
                  </a:lnTo>
                  <a:lnTo>
                    <a:pt x="51614" y="38658"/>
                  </a:lnTo>
                  <a:lnTo>
                    <a:pt x="56610" y="48868"/>
                  </a:lnTo>
                  <a:lnTo>
                    <a:pt x="59347" y="55002"/>
                  </a:lnTo>
                  <a:lnTo>
                    <a:pt x="62048" y="62220"/>
                  </a:lnTo>
                  <a:lnTo>
                    <a:pt x="61460" y="69309"/>
                  </a:lnTo>
                  <a:lnTo>
                    <a:pt x="59474" y="76550"/>
                  </a:lnTo>
                  <a:lnTo>
                    <a:pt x="55545" y="82768"/>
                  </a:lnTo>
                  <a:lnTo>
                    <a:pt x="49990" y="87590"/>
                  </a:lnTo>
                  <a:lnTo>
                    <a:pt x="43127" y="90649"/>
                  </a:lnTo>
                  <a:lnTo>
                    <a:pt x="35502" y="91443"/>
                  </a:lnTo>
                  <a:lnTo>
                    <a:pt x="28061" y="90238"/>
                  </a:lnTo>
                  <a:lnTo>
                    <a:pt x="21182" y="87149"/>
                  </a:lnTo>
                  <a:lnTo>
                    <a:pt x="15242" y="82292"/>
                  </a:lnTo>
                  <a:lnTo>
                    <a:pt x="10355" y="77114"/>
                  </a:lnTo>
                  <a:lnTo>
                    <a:pt x="8041" y="70410"/>
                  </a:lnTo>
                  <a:lnTo>
                    <a:pt x="10263" y="59722"/>
                  </a:lnTo>
                  <a:lnTo>
                    <a:pt x="15517" y="54635"/>
                  </a:lnTo>
                  <a:lnTo>
                    <a:pt x="20973" y="55553"/>
                  </a:lnTo>
                  <a:lnTo>
                    <a:pt x="22461" y="46756"/>
                  </a:lnTo>
                  <a:lnTo>
                    <a:pt x="0" y="69646"/>
                  </a:lnTo>
                  <a:lnTo>
                    <a:pt x="1301" y="76248"/>
                  </a:lnTo>
                  <a:lnTo>
                    <a:pt x="35517" y="100528"/>
                  </a:lnTo>
                  <a:lnTo>
                    <a:pt x="45570" y="99445"/>
                  </a:lnTo>
                  <a:lnTo>
                    <a:pt x="70461" y="70080"/>
                  </a:lnTo>
                  <a:lnTo>
                    <a:pt x="70360" y="63372"/>
                  </a:lnTo>
                  <a:lnTo>
                    <a:pt x="69145" y="56951"/>
                  </a:lnTo>
                  <a:lnTo>
                    <a:pt x="67183" y="50879"/>
                  </a:lnTo>
                  <a:lnTo>
                    <a:pt x="62782" y="40659"/>
                  </a:lnTo>
                  <a:lnTo>
                    <a:pt x="60100" y="35444"/>
                  </a:lnTo>
                  <a:lnTo>
                    <a:pt x="58006" y="29953"/>
                  </a:lnTo>
                  <a:lnTo>
                    <a:pt x="56537" y="24278"/>
                  </a:lnTo>
                  <a:lnTo>
                    <a:pt x="54957" y="16969"/>
                  </a:lnTo>
                  <a:lnTo>
                    <a:pt x="56133" y="10063"/>
                  </a:lnTo>
                  <a:lnTo>
                    <a:pt x="59696" y="5821"/>
                  </a:lnTo>
                  <a:lnTo>
                    <a:pt x="52771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/>
            <p:cNvSpPr/>
            <p:nvPr/>
          </p:nvSpPr>
          <p:spPr>
            <a:xfrm>
              <a:off x="4994464" y="5225195"/>
              <a:ext cx="81915" cy="39370"/>
            </a:xfrm>
            <a:custGeom>
              <a:avLst/>
              <a:gdLst/>
              <a:ahLst/>
              <a:cxnLst/>
              <a:rect l="l" t="t" r="r" b="b"/>
              <a:pathLst>
                <a:path w="81914" h="39370">
                  <a:moveTo>
                    <a:pt x="46034" y="0"/>
                  </a:moveTo>
                  <a:lnTo>
                    <a:pt x="0" y="29861"/>
                  </a:lnTo>
                  <a:lnTo>
                    <a:pt x="35600" y="39227"/>
                  </a:lnTo>
                  <a:lnTo>
                    <a:pt x="81653" y="9402"/>
                  </a:lnTo>
                  <a:lnTo>
                    <a:pt x="46034" y="0"/>
                  </a:lnTo>
                  <a:close/>
                </a:path>
              </a:pathLst>
            </a:custGeom>
            <a:solidFill>
              <a:srgbClr val="E2BB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/>
            <p:cNvSpPr/>
            <p:nvPr/>
          </p:nvSpPr>
          <p:spPr>
            <a:xfrm>
              <a:off x="5030063" y="5234597"/>
              <a:ext cx="50800" cy="71120"/>
            </a:xfrm>
            <a:custGeom>
              <a:avLst/>
              <a:gdLst/>
              <a:ahLst/>
              <a:cxnLst/>
              <a:rect l="l" t="t" r="r" b="b"/>
              <a:pathLst>
                <a:path w="50800" h="71120">
                  <a:moveTo>
                    <a:pt x="46052" y="0"/>
                  </a:moveTo>
                  <a:lnTo>
                    <a:pt x="0" y="29824"/>
                  </a:lnTo>
                  <a:lnTo>
                    <a:pt x="4427" y="70557"/>
                  </a:lnTo>
                  <a:lnTo>
                    <a:pt x="50461" y="40733"/>
                  </a:lnTo>
                  <a:lnTo>
                    <a:pt x="46052" y="0"/>
                  </a:lnTo>
                  <a:close/>
                </a:path>
              </a:pathLst>
            </a:custGeom>
            <a:solidFill>
              <a:srgbClr val="BD626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/>
            <p:cNvSpPr/>
            <p:nvPr/>
          </p:nvSpPr>
          <p:spPr>
            <a:xfrm>
              <a:off x="4994464" y="5255056"/>
              <a:ext cx="40640" cy="50165"/>
            </a:xfrm>
            <a:custGeom>
              <a:avLst/>
              <a:gdLst/>
              <a:ahLst/>
              <a:cxnLst/>
              <a:rect l="l" t="t" r="r" b="b"/>
              <a:pathLst>
                <a:path w="40639" h="50164">
                  <a:moveTo>
                    <a:pt x="0" y="0"/>
                  </a:moveTo>
                  <a:lnTo>
                    <a:pt x="4408" y="40714"/>
                  </a:lnTo>
                  <a:lnTo>
                    <a:pt x="40027" y="50099"/>
                  </a:lnTo>
                  <a:lnTo>
                    <a:pt x="35600" y="93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79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/>
            <p:cNvSpPr/>
            <p:nvPr/>
          </p:nvSpPr>
          <p:spPr>
            <a:xfrm>
              <a:off x="5178500" y="5459475"/>
              <a:ext cx="2540" cy="8890"/>
            </a:xfrm>
            <a:custGeom>
              <a:avLst/>
              <a:gdLst/>
              <a:ahLst/>
              <a:cxnLst/>
              <a:rect l="l" t="t" r="r" b="b"/>
              <a:pathLst>
                <a:path w="2539" h="8889">
                  <a:moveTo>
                    <a:pt x="0" y="0"/>
                  </a:moveTo>
                  <a:lnTo>
                    <a:pt x="18" y="3691"/>
                  </a:lnTo>
                  <a:lnTo>
                    <a:pt x="2296" y="8686"/>
                  </a:lnTo>
                  <a:lnTo>
                    <a:pt x="2296" y="49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5C6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/>
            <p:cNvSpPr/>
            <p:nvPr/>
          </p:nvSpPr>
          <p:spPr>
            <a:xfrm>
              <a:off x="5180796" y="5464471"/>
              <a:ext cx="8890" cy="5080"/>
            </a:xfrm>
            <a:custGeom>
              <a:avLst/>
              <a:gdLst/>
              <a:ahLst/>
              <a:cxnLst/>
              <a:rect l="l" t="t" r="r" b="b"/>
              <a:pathLst>
                <a:path w="8889" h="5079">
                  <a:moveTo>
                    <a:pt x="0" y="0"/>
                  </a:moveTo>
                  <a:lnTo>
                    <a:pt x="0" y="3691"/>
                  </a:lnTo>
                  <a:lnTo>
                    <a:pt x="8633" y="5013"/>
                  </a:lnTo>
                  <a:lnTo>
                    <a:pt x="8633" y="1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17C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/>
            <p:cNvSpPr/>
            <p:nvPr/>
          </p:nvSpPr>
          <p:spPr>
            <a:xfrm>
              <a:off x="5189430" y="5462156"/>
              <a:ext cx="6350" cy="7620"/>
            </a:xfrm>
            <a:custGeom>
              <a:avLst/>
              <a:gdLst/>
              <a:ahLst/>
              <a:cxnLst/>
              <a:rect l="l" t="t" r="r" b="b"/>
              <a:pathLst>
                <a:path w="6350" h="7620">
                  <a:moveTo>
                    <a:pt x="6337" y="0"/>
                  </a:moveTo>
                  <a:lnTo>
                    <a:pt x="0" y="3654"/>
                  </a:lnTo>
                  <a:lnTo>
                    <a:pt x="0" y="7327"/>
                  </a:lnTo>
                  <a:lnTo>
                    <a:pt x="6337" y="3672"/>
                  </a:lnTo>
                  <a:lnTo>
                    <a:pt x="6337" y="0"/>
                  </a:lnTo>
                  <a:close/>
                </a:path>
              </a:pathLst>
            </a:custGeom>
            <a:solidFill>
              <a:srgbClr val="9B96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/>
            <p:cNvSpPr/>
            <p:nvPr/>
          </p:nvSpPr>
          <p:spPr>
            <a:xfrm>
              <a:off x="5178500" y="5455821"/>
              <a:ext cx="17780" cy="10160"/>
            </a:xfrm>
            <a:custGeom>
              <a:avLst/>
              <a:gdLst/>
              <a:ahLst/>
              <a:cxnLst/>
              <a:rect l="l" t="t" r="r" b="b"/>
              <a:pathLst>
                <a:path w="17779" h="10160">
                  <a:moveTo>
                    <a:pt x="6337" y="0"/>
                  </a:moveTo>
                  <a:lnTo>
                    <a:pt x="0" y="3654"/>
                  </a:lnTo>
                  <a:lnTo>
                    <a:pt x="2296" y="8649"/>
                  </a:lnTo>
                  <a:lnTo>
                    <a:pt x="10930" y="9990"/>
                  </a:lnTo>
                  <a:lnTo>
                    <a:pt x="17267" y="6335"/>
                  </a:lnTo>
                  <a:lnTo>
                    <a:pt x="14971" y="1340"/>
                  </a:lnTo>
                  <a:lnTo>
                    <a:pt x="6337" y="0"/>
                  </a:lnTo>
                  <a:close/>
                </a:path>
              </a:pathLst>
            </a:custGeom>
            <a:solidFill>
              <a:srgbClr val="BCB8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/>
            <p:cNvSpPr/>
            <p:nvPr/>
          </p:nvSpPr>
          <p:spPr>
            <a:xfrm>
              <a:off x="5102216" y="5505075"/>
              <a:ext cx="2540" cy="8890"/>
            </a:xfrm>
            <a:custGeom>
              <a:avLst/>
              <a:gdLst/>
              <a:ahLst/>
              <a:cxnLst/>
              <a:rect l="l" t="t" r="r" b="b"/>
              <a:pathLst>
                <a:path w="2539" h="8889">
                  <a:moveTo>
                    <a:pt x="0" y="0"/>
                  </a:moveTo>
                  <a:lnTo>
                    <a:pt x="18" y="3672"/>
                  </a:lnTo>
                  <a:lnTo>
                    <a:pt x="2296" y="8668"/>
                  </a:lnTo>
                  <a:lnTo>
                    <a:pt x="2296" y="49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5C6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/>
            <p:cNvSpPr/>
            <p:nvPr/>
          </p:nvSpPr>
          <p:spPr>
            <a:xfrm>
              <a:off x="5104505" y="5510071"/>
              <a:ext cx="8890" cy="5080"/>
            </a:xfrm>
            <a:custGeom>
              <a:avLst/>
              <a:gdLst/>
              <a:ahLst/>
              <a:cxnLst/>
              <a:rect l="l" t="t" r="r" b="b"/>
              <a:pathLst>
                <a:path w="8889" h="5079">
                  <a:moveTo>
                    <a:pt x="0" y="0"/>
                  </a:moveTo>
                  <a:lnTo>
                    <a:pt x="0" y="3672"/>
                  </a:lnTo>
                  <a:lnTo>
                    <a:pt x="8633" y="5013"/>
                  </a:lnTo>
                  <a:lnTo>
                    <a:pt x="8615" y="1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17C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/>
            <p:cNvSpPr/>
            <p:nvPr/>
          </p:nvSpPr>
          <p:spPr>
            <a:xfrm>
              <a:off x="5113122" y="5507756"/>
              <a:ext cx="6350" cy="7620"/>
            </a:xfrm>
            <a:custGeom>
              <a:avLst/>
              <a:gdLst/>
              <a:ahLst/>
              <a:cxnLst/>
              <a:rect l="l" t="t" r="r" b="b"/>
              <a:pathLst>
                <a:path w="6350" h="7620">
                  <a:moveTo>
                    <a:pt x="6337" y="0"/>
                  </a:moveTo>
                  <a:lnTo>
                    <a:pt x="0" y="3654"/>
                  </a:lnTo>
                  <a:lnTo>
                    <a:pt x="18" y="7327"/>
                  </a:lnTo>
                  <a:lnTo>
                    <a:pt x="6355" y="3672"/>
                  </a:lnTo>
                  <a:lnTo>
                    <a:pt x="6337" y="0"/>
                  </a:lnTo>
                  <a:close/>
                </a:path>
              </a:pathLst>
            </a:custGeom>
            <a:solidFill>
              <a:srgbClr val="9B96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/>
            <p:cNvSpPr/>
            <p:nvPr/>
          </p:nvSpPr>
          <p:spPr>
            <a:xfrm>
              <a:off x="5102216" y="5501421"/>
              <a:ext cx="17780" cy="10160"/>
            </a:xfrm>
            <a:custGeom>
              <a:avLst/>
              <a:gdLst/>
              <a:ahLst/>
              <a:cxnLst/>
              <a:rect l="l" t="t" r="r" b="b"/>
              <a:pathLst>
                <a:path w="17779" h="10160">
                  <a:moveTo>
                    <a:pt x="6337" y="0"/>
                  </a:moveTo>
                  <a:lnTo>
                    <a:pt x="0" y="3654"/>
                  </a:lnTo>
                  <a:lnTo>
                    <a:pt x="2296" y="8649"/>
                  </a:lnTo>
                  <a:lnTo>
                    <a:pt x="10911" y="9990"/>
                  </a:lnTo>
                  <a:lnTo>
                    <a:pt x="17249" y="6335"/>
                  </a:lnTo>
                  <a:lnTo>
                    <a:pt x="14952" y="1340"/>
                  </a:lnTo>
                  <a:lnTo>
                    <a:pt x="6337" y="0"/>
                  </a:lnTo>
                  <a:close/>
                </a:path>
              </a:pathLst>
            </a:custGeom>
            <a:solidFill>
              <a:srgbClr val="BCB8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/>
            <p:cNvSpPr/>
            <p:nvPr/>
          </p:nvSpPr>
          <p:spPr>
            <a:xfrm>
              <a:off x="5023439" y="5459696"/>
              <a:ext cx="2540" cy="8890"/>
            </a:xfrm>
            <a:custGeom>
              <a:avLst/>
              <a:gdLst/>
              <a:ahLst/>
              <a:cxnLst/>
              <a:rect l="l" t="t" r="r" b="b"/>
              <a:pathLst>
                <a:path w="2539" h="8889">
                  <a:moveTo>
                    <a:pt x="0" y="0"/>
                  </a:moveTo>
                  <a:lnTo>
                    <a:pt x="0" y="3672"/>
                  </a:lnTo>
                  <a:lnTo>
                    <a:pt x="2296" y="8668"/>
                  </a:lnTo>
                  <a:lnTo>
                    <a:pt x="2259" y="49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5C6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/>
            <p:cNvSpPr/>
            <p:nvPr/>
          </p:nvSpPr>
          <p:spPr>
            <a:xfrm>
              <a:off x="5025706" y="5464691"/>
              <a:ext cx="8890" cy="5080"/>
            </a:xfrm>
            <a:custGeom>
              <a:avLst/>
              <a:gdLst/>
              <a:ahLst/>
              <a:cxnLst/>
              <a:rect l="l" t="t" r="r" b="b"/>
              <a:pathLst>
                <a:path w="8889" h="5079">
                  <a:moveTo>
                    <a:pt x="0" y="0"/>
                  </a:moveTo>
                  <a:lnTo>
                    <a:pt x="18" y="3672"/>
                  </a:lnTo>
                  <a:lnTo>
                    <a:pt x="8652" y="5013"/>
                  </a:lnTo>
                  <a:lnTo>
                    <a:pt x="8633" y="1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17C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/>
            <p:cNvSpPr/>
            <p:nvPr/>
          </p:nvSpPr>
          <p:spPr>
            <a:xfrm>
              <a:off x="5034338" y="5462358"/>
              <a:ext cx="6350" cy="7620"/>
            </a:xfrm>
            <a:custGeom>
              <a:avLst/>
              <a:gdLst/>
              <a:ahLst/>
              <a:cxnLst/>
              <a:rect l="l" t="t" r="r" b="b"/>
              <a:pathLst>
                <a:path w="6350" h="7620">
                  <a:moveTo>
                    <a:pt x="6337" y="0"/>
                  </a:moveTo>
                  <a:lnTo>
                    <a:pt x="0" y="3672"/>
                  </a:lnTo>
                  <a:lnTo>
                    <a:pt x="18" y="7345"/>
                  </a:lnTo>
                  <a:lnTo>
                    <a:pt x="6355" y="3691"/>
                  </a:lnTo>
                  <a:lnTo>
                    <a:pt x="6337" y="0"/>
                  </a:lnTo>
                  <a:close/>
                </a:path>
              </a:pathLst>
            </a:custGeom>
            <a:solidFill>
              <a:srgbClr val="9B96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/>
            <p:cNvSpPr/>
            <p:nvPr/>
          </p:nvSpPr>
          <p:spPr>
            <a:xfrm>
              <a:off x="5023439" y="5456041"/>
              <a:ext cx="17780" cy="10160"/>
            </a:xfrm>
            <a:custGeom>
              <a:avLst/>
              <a:gdLst/>
              <a:ahLst/>
              <a:cxnLst/>
              <a:rect l="l" t="t" r="r" b="b"/>
              <a:pathLst>
                <a:path w="17779" h="10160">
                  <a:moveTo>
                    <a:pt x="6337" y="0"/>
                  </a:moveTo>
                  <a:lnTo>
                    <a:pt x="0" y="3654"/>
                  </a:lnTo>
                  <a:lnTo>
                    <a:pt x="2259" y="8649"/>
                  </a:lnTo>
                  <a:lnTo>
                    <a:pt x="10893" y="9990"/>
                  </a:lnTo>
                  <a:lnTo>
                    <a:pt x="17230" y="6317"/>
                  </a:lnTo>
                  <a:lnTo>
                    <a:pt x="14952" y="1303"/>
                  </a:lnTo>
                  <a:lnTo>
                    <a:pt x="6337" y="0"/>
                  </a:lnTo>
                  <a:close/>
                </a:path>
              </a:pathLst>
            </a:custGeom>
            <a:solidFill>
              <a:srgbClr val="BCB8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/>
            <p:cNvSpPr/>
            <p:nvPr/>
          </p:nvSpPr>
          <p:spPr>
            <a:xfrm>
              <a:off x="5112385" y="5378196"/>
              <a:ext cx="26034" cy="38735"/>
            </a:xfrm>
            <a:custGeom>
              <a:avLst/>
              <a:gdLst/>
              <a:ahLst/>
              <a:cxnLst/>
              <a:rect l="l" t="t" r="r" b="b"/>
              <a:pathLst>
                <a:path w="26035" h="38735">
                  <a:moveTo>
                    <a:pt x="17983" y="4394"/>
                  </a:moveTo>
                  <a:lnTo>
                    <a:pt x="14922" y="2616"/>
                  </a:lnTo>
                  <a:lnTo>
                    <a:pt x="13855" y="3505"/>
                  </a:lnTo>
                  <a:lnTo>
                    <a:pt x="8851" y="7594"/>
                  </a:lnTo>
                  <a:lnTo>
                    <a:pt x="8470" y="8115"/>
                  </a:lnTo>
                  <a:lnTo>
                    <a:pt x="4343" y="13804"/>
                  </a:lnTo>
                  <a:lnTo>
                    <a:pt x="2806" y="17373"/>
                  </a:lnTo>
                  <a:lnTo>
                    <a:pt x="1193" y="20815"/>
                  </a:lnTo>
                  <a:lnTo>
                    <a:pt x="838" y="23164"/>
                  </a:lnTo>
                  <a:lnTo>
                    <a:pt x="749" y="23698"/>
                  </a:lnTo>
                  <a:lnTo>
                    <a:pt x="266" y="26962"/>
                  </a:lnTo>
                  <a:lnTo>
                    <a:pt x="0" y="28524"/>
                  </a:lnTo>
                  <a:lnTo>
                    <a:pt x="0" y="29756"/>
                  </a:lnTo>
                  <a:lnTo>
                    <a:pt x="25" y="32880"/>
                  </a:lnTo>
                  <a:lnTo>
                    <a:pt x="38" y="33185"/>
                  </a:lnTo>
                  <a:lnTo>
                    <a:pt x="1587" y="36283"/>
                  </a:lnTo>
                  <a:lnTo>
                    <a:pt x="1701" y="36512"/>
                  </a:lnTo>
                  <a:lnTo>
                    <a:pt x="4749" y="38315"/>
                  </a:lnTo>
                  <a:lnTo>
                    <a:pt x="4648" y="38138"/>
                  </a:lnTo>
                  <a:lnTo>
                    <a:pt x="3009" y="34988"/>
                  </a:lnTo>
                  <a:lnTo>
                    <a:pt x="3009" y="31457"/>
                  </a:lnTo>
                  <a:lnTo>
                    <a:pt x="11557" y="9956"/>
                  </a:lnTo>
                  <a:lnTo>
                    <a:pt x="11963" y="9410"/>
                  </a:lnTo>
                  <a:lnTo>
                    <a:pt x="17272" y="4991"/>
                  </a:lnTo>
                  <a:lnTo>
                    <a:pt x="17945" y="4432"/>
                  </a:lnTo>
                  <a:close/>
                </a:path>
                <a:path w="26035" h="38735">
                  <a:moveTo>
                    <a:pt x="25882" y="1765"/>
                  </a:moveTo>
                  <a:lnTo>
                    <a:pt x="24650" y="1054"/>
                  </a:lnTo>
                  <a:lnTo>
                    <a:pt x="23685" y="482"/>
                  </a:lnTo>
                  <a:lnTo>
                    <a:pt x="22872" y="0"/>
                  </a:lnTo>
                  <a:lnTo>
                    <a:pt x="19100" y="228"/>
                  </a:lnTo>
                  <a:lnTo>
                    <a:pt x="16179" y="1917"/>
                  </a:lnTo>
                  <a:lnTo>
                    <a:pt x="14947" y="2628"/>
                  </a:lnTo>
                  <a:lnTo>
                    <a:pt x="17983" y="4394"/>
                  </a:lnTo>
                  <a:lnTo>
                    <a:pt x="21361" y="2438"/>
                  </a:lnTo>
                  <a:lnTo>
                    <a:pt x="22136" y="1981"/>
                  </a:lnTo>
                  <a:lnTo>
                    <a:pt x="25882" y="1765"/>
                  </a:lnTo>
                  <a:close/>
                </a:path>
              </a:pathLst>
            </a:custGeom>
            <a:solidFill>
              <a:srgbClr val="E997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/>
            <p:cNvSpPr/>
            <p:nvPr/>
          </p:nvSpPr>
          <p:spPr>
            <a:xfrm>
              <a:off x="5115455" y="5377807"/>
              <a:ext cx="30480" cy="43815"/>
            </a:xfrm>
            <a:custGeom>
              <a:avLst/>
              <a:gdLst/>
              <a:ahLst/>
              <a:cxnLst/>
              <a:rect l="l" t="t" r="r" b="b"/>
              <a:pathLst>
                <a:path w="30479" h="43814">
                  <a:moveTo>
                    <a:pt x="23182" y="0"/>
                  </a:moveTo>
                  <a:lnTo>
                    <a:pt x="0" y="30614"/>
                  </a:lnTo>
                  <a:lnTo>
                    <a:pt x="0" y="40108"/>
                  </a:lnTo>
                  <a:lnTo>
                    <a:pt x="6723" y="43818"/>
                  </a:lnTo>
                  <a:lnTo>
                    <a:pt x="15008" y="39153"/>
                  </a:lnTo>
                  <a:lnTo>
                    <a:pt x="20980" y="34187"/>
                  </a:lnTo>
                  <a:lnTo>
                    <a:pt x="25563" y="28040"/>
                  </a:lnTo>
                  <a:lnTo>
                    <a:pt x="28593" y="20995"/>
                  </a:lnTo>
                  <a:lnTo>
                    <a:pt x="29905" y="13332"/>
                  </a:lnTo>
                  <a:lnTo>
                    <a:pt x="29887" y="3819"/>
                  </a:lnTo>
                  <a:lnTo>
                    <a:pt x="23182" y="0"/>
                  </a:lnTo>
                  <a:close/>
                </a:path>
              </a:pathLst>
            </a:custGeom>
            <a:solidFill>
              <a:srgbClr val="E686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/>
            <p:cNvSpPr/>
            <p:nvPr/>
          </p:nvSpPr>
          <p:spPr>
            <a:xfrm>
              <a:off x="5183873" y="5171960"/>
              <a:ext cx="15875" cy="18415"/>
            </a:xfrm>
            <a:custGeom>
              <a:avLst/>
              <a:gdLst/>
              <a:ahLst/>
              <a:cxnLst/>
              <a:rect l="l" t="t" r="r" b="b"/>
              <a:pathLst>
                <a:path w="15875" h="18414">
                  <a:moveTo>
                    <a:pt x="15303" y="1905"/>
                  </a:moveTo>
                  <a:lnTo>
                    <a:pt x="14643" y="1422"/>
                  </a:lnTo>
                  <a:lnTo>
                    <a:pt x="14414" y="1257"/>
                  </a:lnTo>
                  <a:lnTo>
                    <a:pt x="15303" y="1905"/>
                  </a:lnTo>
                  <a:close/>
                </a:path>
                <a:path w="15875" h="18414">
                  <a:moveTo>
                    <a:pt x="15303" y="1905"/>
                  </a:moveTo>
                  <a:lnTo>
                    <a:pt x="14211" y="1117"/>
                  </a:lnTo>
                  <a:lnTo>
                    <a:pt x="13970" y="939"/>
                  </a:lnTo>
                  <a:lnTo>
                    <a:pt x="12992" y="368"/>
                  </a:lnTo>
                  <a:lnTo>
                    <a:pt x="12382" y="0"/>
                  </a:lnTo>
                  <a:lnTo>
                    <a:pt x="10439" y="0"/>
                  </a:lnTo>
                  <a:lnTo>
                    <a:pt x="8940" y="914"/>
                  </a:lnTo>
                  <a:lnTo>
                    <a:pt x="8267" y="1104"/>
                  </a:lnTo>
                  <a:lnTo>
                    <a:pt x="7213" y="1651"/>
                  </a:lnTo>
                  <a:lnTo>
                    <a:pt x="4356" y="3086"/>
                  </a:lnTo>
                  <a:lnTo>
                    <a:pt x="1219" y="7327"/>
                  </a:lnTo>
                  <a:lnTo>
                    <a:pt x="609" y="10871"/>
                  </a:lnTo>
                  <a:lnTo>
                    <a:pt x="469" y="11645"/>
                  </a:lnTo>
                  <a:lnTo>
                    <a:pt x="368" y="12268"/>
                  </a:lnTo>
                  <a:lnTo>
                    <a:pt x="254" y="12827"/>
                  </a:lnTo>
                  <a:lnTo>
                    <a:pt x="0" y="14033"/>
                  </a:lnTo>
                  <a:lnTo>
                    <a:pt x="596" y="15849"/>
                  </a:lnTo>
                  <a:lnTo>
                    <a:pt x="774" y="16014"/>
                  </a:lnTo>
                  <a:lnTo>
                    <a:pt x="1371" y="16560"/>
                  </a:lnTo>
                  <a:lnTo>
                    <a:pt x="1930" y="17043"/>
                  </a:lnTo>
                  <a:lnTo>
                    <a:pt x="3251" y="18034"/>
                  </a:lnTo>
                  <a:lnTo>
                    <a:pt x="1917" y="16840"/>
                  </a:lnTo>
                  <a:lnTo>
                    <a:pt x="1778" y="16433"/>
                  </a:lnTo>
                  <a:lnTo>
                    <a:pt x="1651" y="16014"/>
                  </a:lnTo>
                  <a:lnTo>
                    <a:pt x="1574" y="15811"/>
                  </a:lnTo>
                  <a:lnTo>
                    <a:pt x="1320" y="15024"/>
                  </a:lnTo>
                  <a:lnTo>
                    <a:pt x="1587" y="13817"/>
                  </a:lnTo>
                  <a:lnTo>
                    <a:pt x="1714" y="13258"/>
                  </a:lnTo>
                  <a:lnTo>
                    <a:pt x="2108" y="10871"/>
                  </a:lnTo>
                  <a:lnTo>
                    <a:pt x="2425" y="8978"/>
                  </a:lnTo>
                  <a:lnTo>
                    <a:pt x="2540" y="8318"/>
                  </a:lnTo>
                  <a:lnTo>
                    <a:pt x="3009" y="7670"/>
                  </a:lnTo>
                  <a:lnTo>
                    <a:pt x="5562" y="4241"/>
                  </a:lnTo>
                  <a:lnTo>
                    <a:pt x="5676" y="4076"/>
                  </a:lnTo>
                  <a:lnTo>
                    <a:pt x="6286" y="3771"/>
                  </a:lnTo>
                  <a:lnTo>
                    <a:pt x="9550" y="2146"/>
                  </a:lnTo>
                  <a:lnTo>
                    <a:pt x="10134" y="1866"/>
                  </a:lnTo>
                  <a:lnTo>
                    <a:pt x="10795" y="1562"/>
                  </a:lnTo>
                  <a:lnTo>
                    <a:pt x="11772" y="990"/>
                  </a:lnTo>
                  <a:lnTo>
                    <a:pt x="11963" y="1117"/>
                  </a:lnTo>
                  <a:lnTo>
                    <a:pt x="13944" y="1117"/>
                  </a:lnTo>
                  <a:lnTo>
                    <a:pt x="15303" y="1905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/>
            <p:cNvSpPr/>
            <p:nvPr/>
          </p:nvSpPr>
          <p:spPr>
            <a:xfrm>
              <a:off x="5185131" y="5171973"/>
              <a:ext cx="16510" cy="20320"/>
            </a:xfrm>
            <a:custGeom>
              <a:avLst/>
              <a:gdLst/>
              <a:ahLst/>
              <a:cxnLst/>
              <a:rect l="l" t="t" r="r" b="b"/>
              <a:pathLst>
                <a:path w="16510" h="20320">
                  <a:moveTo>
                    <a:pt x="13116" y="0"/>
                  </a:moveTo>
                  <a:lnTo>
                    <a:pt x="0" y="17630"/>
                  </a:lnTo>
                  <a:lnTo>
                    <a:pt x="2975" y="19834"/>
                  </a:lnTo>
                  <a:lnTo>
                    <a:pt x="16091" y="2203"/>
                  </a:lnTo>
                  <a:lnTo>
                    <a:pt x="13116" y="0"/>
                  </a:lnTo>
                  <a:close/>
                </a:path>
              </a:pathLst>
            </a:custGeom>
            <a:solidFill>
              <a:srgbClr val="A1A1A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9" name="object 229"/>
          <p:cNvSpPr txBox="1"/>
          <p:nvPr/>
        </p:nvSpPr>
        <p:spPr>
          <a:xfrm>
            <a:off x="3901185" y="5803188"/>
            <a:ext cx="52006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 indent="2286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latin typeface="Arial"/>
                <a:cs typeface="Arial"/>
              </a:rPr>
              <a:t>Parking provider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230" name="object 230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438197" y="4708090"/>
            <a:ext cx="1275144" cy="1071665"/>
          </a:xfrm>
          <a:prstGeom prst="rect">
            <a:avLst/>
          </a:prstGeom>
        </p:spPr>
      </p:pic>
      <p:sp>
        <p:nvSpPr>
          <p:cNvPr id="231" name="object 231"/>
          <p:cNvSpPr txBox="1"/>
          <p:nvPr/>
        </p:nvSpPr>
        <p:spPr>
          <a:xfrm>
            <a:off x="1398142" y="5752896"/>
            <a:ext cx="39306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 indent="1524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latin typeface="Arial"/>
                <a:cs typeface="Arial"/>
              </a:rPr>
              <a:t>Utility sector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2" name="object 232"/>
          <p:cNvSpPr txBox="1"/>
          <p:nvPr/>
        </p:nvSpPr>
        <p:spPr>
          <a:xfrm>
            <a:off x="653795" y="4611057"/>
            <a:ext cx="1099185" cy="557530"/>
          </a:xfrm>
          <a:prstGeom prst="rect">
            <a:avLst/>
          </a:prstGeom>
        </p:spPr>
        <p:txBody>
          <a:bodyPr wrap="square" lIns="0" tIns="7493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590"/>
              </a:spcBef>
            </a:pPr>
            <a:r>
              <a:rPr dirty="0" sz="1000" spc="-25" b="1">
                <a:latin typeface="Arial"/>
                <a:cs typeface="Arial"/>
              </a:rPr>
              <a:t>CPO</a:t>
            </a:r>
            <a:endParaRPr sz="1000">
              <a:latin typeface="Arial"/>
              <a:cs typeface="Arial"/>
            </a:endParaRPr>
          </a:p>
          <a:p>
            <a:pPr marR="247650" indent="177800">
              <a:lnSpc>
                <a:spcPts val="969"/>
              </a:lnSpc>
              <a:spcBef>
                <a:spcPts val="570"/>
              </a:spcBef>
            </a:pPr>
            <a:r>
              <a:rPr dirty="0" sz="900" spc="-10" i="1">
                <a:latin typeface="Arial"/>
                <a:cs typeface="Arial"/>
              </a:rPr>
              <a:t>Bi-directional</a:t>
            </a:r>
            <a:r>
              <a:rPr dirty="0" sz="900" spc="-10" i="1">
                <a:latin typeface="Arial"/>
                <a:cs typeface="Arial"/>
              </a:rPr>
              <a:t> </a:t>
            </a:r>
            <a:r>
              <a:rPr dirty="0" sz="900" i="1">
                <a:latin typeface="Arial"/>
                <a:cs typeface="Arial"/>
              </a:rPr>
              <a:t>energy</a:t>
            </a:r>
            <a:r>
              <a:rPr dirty="0" sz="900" spc="-25" i="1">
                <a:latin typeface="Arial"/>
                <a:cs typeface="Arial"/>
              </a:rPr>
              <a:t> </a:t>
            </a:r>
            <a:r>
              <a:rPr dirty="0" sz="900" spc="-10" i="1">
                <a:latin typeface="Arial"/>
                <a:cs typeface="Arial"/>
              </a:rPr>
              <a:t>provision</a:t>
            </a:r>
            <a:endParaRPr sz="900">
              <a:latin typeface="Arial"/>
              <a:cs typeface="Arial"/>
            </a:endParaRPr>
          </a:p>
        </p:txBody>
      </p:sp>
      <p:sp>
        <p:nvSpPr>
          <p:cNvPr id="233" name="object 233"/>
          <p:cNvSpPr txBox="1"/>
          <p:nvPr/>
        </p:nvSpPr>
        <p:spPr>
          <a:xfrm>
            <a:off x="979627" y="2559436"/>
            <a:ext cx="911860" cy="48133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357505">
              <a:lnSpc>
                <a:spcPct val="100000"/>
              </a:lnSpc>
              <a:spcBef>
                <a:spcPts val="270"/>
              </a:spcBef>
            </a:pPr>
            <a:r>
              <a:rPr dirty="0" sz="1000" b="1">
                <a:latin typeface="Arial"/>
                <a:cs typeface="Arial"/>
              </a:rPr>
              <a:t>End</a:t>
            </a:r>
            <a:r>
              <a:rPr dirty="0" sz="1000" spc="-20" b="1">
                <a:latin typeface="Arial"/>
                <a:cs typeface="Arial"/>
              </a:rPr>
              <a:t> user</a:t>
            </a:r>
            <a:endParaRPr sz="1000">
              <a:latin typeface="Arial"/>
              <a:cs typeface="Arial"/>
            </a:endParaRPr>
          </a:p>
          <a:p>
            <a:pPr marR="387350" indent="88265">
              <a:lnSpc>
                <a:spcPts val="969"/>
              </a:lnSpc>
              <a:spcBef>
                <a:spcPts val="285"/>
              </a:spcBef>
            </a:pPr>
            <a:r>
              <a:rPr dirty="0" sz="900" spc="-10" i="1">
                <a:latin typeface="Arial"/>
                <a:cs typeface="Arial"/>
              </a:rPr>
              <a:t>Connect</a:t>
            </a:r>
            <a:r>
              <a:rPr dirty="0" sz="900" spc="-10" i="1">
                <a:latin typeface="Arial"/>
                <a:cs typeface="Arial"/>
              </a:rPr>
              <a:t> </a:t>
            </a:r>
            <a:r>
              <a:rPr dirty="0" sz="900" i="1">
                <a:latin typeface="Arial"/>
                <a:cs typeface="Arial"/>
              </a:rPr>
              <a:t>to</a:t>
            </a:r>
            <a:r>
              <a:rPr dirty="0" sz="900" spc="-15" i="1">
                <a:latin typeface="Arial"/>
                <a:cs typeface="Arial"/>
              </a:rPr>
              <a:t> </a:t>
            </a:r>
            <a:r>
              <a:rPr dirty="0" sz="900" spc="-10" i="1">
                <a:latin typeface="Arial"/>
                <a:cs typeface="Arial"/>
              </a:rPr>
              <a:t>charger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34" name="object 234"/>
          <p:cNvGrpSpPr/>
          <p:nvPr/>
        </p:nvGrpSpPr>
        <p:grpSpPr>
          <a:xfrm>
            <a:off x="824014" y="1754885"/>
            <a:ext cx="7011034" cy="4449445"/>
            <a:chOff x="824014" y="1754885"/>
            <a:chExt cx="7011034" cy="4449445"/>
          </a:xfrm>
        </p:grpSpPr>
        <p:pic>
          <p:nvPicPr>
            <p:cNvPr id="235" name="object 23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943100" y="2278252"/>
              <a:ext cx="1852549" cy="172847"/>
            </a:xfrm>
            <a:prstGeom prst="rect">
              <a:avLst/>
            </a:prstGeom>
          </p:spPr>
        </p:pic>
        <p:pic>
          <p:nvPicPr>
            <p:cNvPr id="236" name="object 23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351270" y="2802889"/>
              <a:ext cx="432942" cy="594359"/>
            </a:xfrm>
            <a:prstGeom prst="rect">
              <a:avLst/>
            </a:prstGeom>
          </p:spPr>
        </p:pic>
        <p:sp>
          <p:nvSpPr>
            <p:cNvPr id="237" name="object 237"/>
            <p:cNvSpPr/>
            <p:nvPr/>
          </p:nvSpPr>
          <p:spPr>
            <a:xfrm>
              <a:off x="4565903" y="2841116"/>
              <a:ext cx="491490" cy="537210"/>
            </a:xfrm>
            <a:custGeom>
              <a:avLst/>
              <a:gdLst/>
              <a:ahLst/>
              <a:cxnLst/>
              <a:rect l="l" t="t" r="r" b="b"/>
              <a:pathLst>
                <a:path w="491489" h="537210">
                  <a:moveTo>
                    <a:pt x="489711" y="534669"/>
                  </a:moveTo>
                  <a:lnTo>
                    <a:pt x="488060" y="534669"/>
                  </a:lnTo>
                  <a:lnTo>
                    <a:pt x="489330" y="537209"/>
                  </a:lnTo>
                  <a:lnTo>
                    <a:pt x="489711" y="534669"/>
                  </a:lnTo>
                  <a:close/>
                </a:path>
                <a:path w="491489" h="537210">
                  <a:moveTo>
                    <a:pt x="489902" y="525779"/>
                  </a:moveTo>
                  <a:lnTo>
                    <a:pt x="484504" y="525779"/>
                  </a:lnTo>
                  <a:lnTo>
                    <a:pt x="485647" y="528319"/>
                  </a:lnTo>
                  <a:lnTo>
                    <a:pt x="484758" y="528319"/>
                  </a:lnTo>
                  <a:lnTo>
                    <a:pt x="485901" y="529589"/>
                  </a:lnTo>
                  <a:lnTo>
                    <a:pt x="487553" y="533399"/>
                  </a:lnTo>
                  <a:lnTo>
                    <a:pt x="488695" y="534669"/>
                  </a:lnTo>
                  <a:lnTo>
                    <a:pt x="489711" y="534669"/>
                  </a:lnTo>
                  <a:lnTo>
                    <a:pt x="490092" y="537209"/>
                  </a:lnTo>
                  <a:lnTo>
                    <a:pt x="491363" y="537209"/>
                  </a:lnTo>
                  <a:lnTo>
                    <a:pt x="491108" y="535939"/>
                  </a:lnTo>
                  <a:lnTo>
                    <a:pt x="490473" y="533399"/>
                  </a:lnTo>
                  <a:lnTo>
                    <a:pt x="488950" y="529589"/>
                  </a:lnTo>
                  <a:lnTo>
                    <a:pt x="490092" y="529589"/>
                  </a:lnTo>
                  <a:lnTo>
                    <a:pt x="489966" y="527049"/>
                  </a:lnTo>
                  <a:lnTo>
                    <a:pt x="489902" y="525779"/>
                  </a:lnTo>
                  <a:close/>
                </a:path>
                <a:path w="491489" h="537210">
                  <a:moveTo>
                    <a:pt x="483869" y="527049"/>
                  </a:moveTo>
                  <a:lnTo>
                    <a:pt x="483616" y="527049"/>
                  </a:lnTo>
                  <a:lnTo>
                    <a:pt x="483488" y="528319"/>
                  </a:lnTo>
                  <a:lnTo>
                    <a:pt x="484758" y="529589"/>
                  </a:lnTo>
                  <a:lnTo>
                    <a:pt x="483869" y="527049"/>
                  </a:lnTo>
                  <a:close/>
                </a:path>
                <a:path w="491489" h="537210">
                  <a:moveTo>
                    <a:pt x="479311" y="522249"/>
                  </a:moveTo>
                  <a:lnTo>
                    <a:pt x="479425" y="524509"/>
                  </a:lnTo>
                  <a:lnTo>
                    <a:pt x="481456" y="527049"/>
                  </a:lnTo>
                  <a:lnTo>
                    <a:pt x="484504" y="525779"/>
                  </a:lnTo>
                  <a:lnTo>
                    <a:pt x="489902" y="525779"/>
                  </a:lnTo>
                  <a:lnTo>
                    <a:pt x="489838" y="524509"/>
                  </a:lnTo>
                  <a:lnTo>
                    <a:pt x="480313" y="524509"/>
                  </a:lnTo>
                  <a:lnTo>
                    <a:pt x="479311" y="522249"/>
                  </a:lnTo>
                  <a:close/>
                </a:path>
                <a:path w="491489" h="537210">
                  <a:moveTo>
                    <a:pt x="476631" y="521589"/>
                  </a:moveTo>
                  <a:lnTo>
                    <a:pt x="476461" y="521589"/>
                  </a:lnTo>
                  <a:lnTo>
                    <a:pt x="475488" y="524509"/>
                  </a:lnTo>
                  <a:lnTo>
                    <a:pt x="478380" y="522030"/>
                  </a:lnTo>
                  <a:lnTo>
                    <a:pt x="477072" y="522030"/>
                  </a:lnTo>
                  <a:lnTo>
                    <a:pt x="476631" y="521589"/>
                  </a:lnTo>
                  <a:close/>
                </a:path>
                <a:path w="491489" h="537210">
                  <a:moveTo>
                    <a:pt x="487618" y="520808"/>
                  </a:moveTo>
                  <a:lnTo>
                    <a:pt x="480009" y="520808"/>
                  </a:lnTo>
                  <a:lnTo>
                    <a:pt x="481710" y="523239"/>
                  </a:lnTo>
                  <a:lnTo>
                    <a:pt x="480313" y="524509"/>
                  </a:lnTo>
                  <a:lnTo>
                    <a:pt x="489838" y="524509"/>
                  </a:lnTo>
                  <a:lnTo>
                    <a:pt x="487618" y="520808"/>
                  </a:lnTo>
                  <a:close/>
                </a:path>
                <a:path w="491489" h="537210">
                  <a:moveTo>
                    <a:pt x="475889" y="517424"/>
                  </a:moveTo>
                  <a:lnTo>
                    <a:pt x="475995" y="517905"/>
                  </a:lnTo>
                  <a:lnTo>
                    <a:pt x="477447" y="520808"/>
                  </a:lnTo>
                  <a:lnTo>
                    <a:pt x="476721" y="520808"/>
                  </a:lnTo>
                  <a:lnTo>
                    <a:pt x="476916" y="521589"/>
                  </a:lnTo>
                  <a:lnTo>
                    <a:pt x="477027" y="522030"/>
                  </a:lnTo>
                  <a:lnTo>
                    <a:pt x="478380" y="522030"/>
                  </a:lnTo>
                  <a:lnTo>
                    <a:pt x="478895" y="521589"/>
                  </a:lnTo>
                  <a:lnTo>
                    <a:pt x="478430" y="520808"/>
                  </a:lnTo>
                  <a:lnTo>
                    <a:pt x="475889" y="517424"/>
                  </a:lnTo>
                  <a:close/>
                </a:path>
                <a:path w="491489" h="537210">
                  <a:moveTo>
                    <a:pt x="475741" y="501649"/>
                  </a:moveTo>
                  <a:lnTo>
                    <a:pt x="461009" y="501649"/>
                  </a:lnTo>
                  <a:lnTo>
                    <a:pt x="461898" y="502919"/>
                  </a:lnTo>
                  <a:lnTo>
                    <a:pt x="463169" y="502919"/>
                  </a:lnTo>
                  <a:lnTo>
                    <a:pt x="462406" y="504189"/>
                  </a:lnTo>
                  <a:lnTo>
                    <a:pt x="463205" y="505520"/>
                  </a:lnTo>
                  <a:lnTo>
                    <a:pt x="465107" y="505520"/>
                  </a:lnTo>
                  <a:lnTo>
                    <a:pt x="467169" y="509269"/>
                  </a:lnTo>
                  <a:lnTo>
                    <a:pt x="467867" y="509269"/>
                  </a:lnTo>
                  <a:lnTo>
                    <a:pt x="467867" y="510539"/>
                  </a:lnTo>
                  <a:lnTo>
                    <a:pt x="470788" y="510539"/>
                  </a:lnTo>
                  <a:lnTo>
                    <a:pt x="470788" y="511809"/>
                  </a:lnTo>
                  <a:lnTo>
                    <a:pt x="469264" y="511809"/>
                  </a:lnTo>
                  <a:lnTo>
                    <a:pt x="472313" y="515619"/>
                  </a:lnTo>
                  <a:lnTo>
                    <a:pt x="474091" y="515619"/>
                  </a:lnTo>
                  <a:lnTo>
                    <a:pt x="474217" y="516889"/>
                  </a:lnTo>
                  <a:lnTo>
                    <a:pt x="474522" y="517905"/>
                  </a:lnTo>
                  <a:lnTo>
                    <a:pt x="474598" y="518159"/>
                  </a:lnTo>
                  <a:lnTo>
                    <a:pt x="473201" y="518159"/>
                  </a:lnTo>
                  <a:lnTo>
                    <a:pt x="476631" y="521589"/>
                  </a:lnTo>
                  <a:lnTo>
                    <a:pt x="476461" y="521589"/>
                  </a:lnTo>
                  <a:lnTo>
                    <a:pt x="476721" y="520808"/>
                  </a:lnTo>
                  <a:lnTo>
                    <a:pt x="476059" y="518159"/>
                  </a:lnTo>
                  <a:lnTo>
                    <a:pt x="475995" y="517905"/>
                  </a:lnTo>
                  <a:lnTo>
                    <a:pt x="475488" y="516889"/>
                  </a:lnTo>
                  <a:lnTo>
                    <a:pt x="475741" y="516889"/>
                  </a:lnTo>
                  <a:lnTo>
                    <a:pt x="475106" y="514349"/>
                  </a:lnTo>
                  <a:lnTo>
                    <a:pt x="484250" y="514349"/>
                  </a:lnTo>
                  <a:lnTo>
                    <a:pt x="480441" y="511809"/>
                  </a:lnTo>
                  <a:lnTo>
                    <a:pt x="481203" y="509269"/>
                  </a:lnTo>
                  <a:lnTo>
                    <a:pt x="477773" y="506729"/>
                  </a:lnTo>
                  <a:lnTo>
                    <a:pt x="477011" y="506729"/>
                  </a:lnTo>
                  <a:lnTo>
                    <a:pt x="474598" y="504189"/>
                  </a:lnTo>
                  <a:lnTo>
                    <a:pt x="475995" y="504189"/>
                  </a:lnTo>
                  <a:lnTo>
                    <a:pt x="476122" y="502919"/>
                  </a:lnTo>
                  <a:lnTo>
                    <a:pt x="475741" y="501649"/>
                  </a:lnTo>
                  <a:close/>
                </a:path>
                <a:path w="491489" h="537210">
                  <a:moveTo>
                    <a:pt x="484250" y="514349"/>
                  </a:moveTo>
                  <a:lnTo>
                    <a:pt x="475106" y="514349"/>
                  </a:lnTo>
                  <a:lnTo>
                    <a:pt x="478663" y="518159"/>
                  </a:lnTo>
                  <a:lnTo>
                    <a:pt x="479235" y="521589"/>
                  </a:lnTo>
                  <a:lnTo>
                    <a:pt x="478895" y="521589"/>
                  </a:lnTo>
                  <a:lnTo>
                    <a:pt x="479805" y="520808"/>
                  </a:lnTo>
                  <a:lnTo>
                    <a:pt x="487618" y="520808"/>
                  </a:lnTo>
                  <a:lnTo>
                    <a:pt x="486791" y="519429"/>
                  </a:lnTo>
                  <a:lnTo>
                    <a:pt x="484250" y="514349"/>
                  </a:lnTo>
                  <a:close/>
                </a:path>
                <a:path w="491489" h="537210">
                  <a:moveTo>
                    <a:pt x="475741" y="516889"/>
                  </a:moveTo>
                  <a:lnTo>
                    <a:pt x="475488" y="516889"/>
                  </a:lnTo>
                  <a:lnTo>
                    <a:pt x="475889" y="517424"/>
                  </a:lnTo>
                  <a:lnTo>
                    <a:pt x="475741" y="516889"/>
                  </a:lnTo>
                  <a:close/>
                </a:path>
                <a:path w="491489" h="537210">
                  <a:moveTo>
                    <a:pt x="467169" y="509269"/>
                  </a:moveTo>
                  <a:lnTo>
                    <a:pt x="466344" y="509269"/>
                  </a:lnTo>
                  <a:lnTo>
                    <a:pt x="467359" y="510539"/>
                  </a:lnTo>
                  <a:lnTo>
                    <a:pt x="467613" y="511809"/>
                  </a:lnTo>
                  <a:lnTo>
                    <a:pt x="468883" y="511809"/>
                  </a:lnTo>
                  <a:lnTo>
                    <a:pt x="467867" y="510539"/>
                  </a:lnTo>
                  <a:lnTo>
                    <a:pt x="467169" y="509269"/>
                  </a:lnTo>
                  <a:close/>
                </a:path>
                <a:path w="491489" h="537210">
                  <a:moveTo>
                    <a:pt x="475995" y="504189"/>
                  </a:moveTo>
                  <a:lnTo>
                    <a:pt x="474598" y="504189"/>
                  </a:lnTo>
                  <a:lnTo>
                    <a:pt x="475929" y="505520"/>
                  </a:lnTo>
                  <a:lnTo>
                    <a:pt x="475995" y="504189"/>
                  </a:lnTo>
                  <a:close/>
                </a:path>
                <a:path w="491489" h="537210">
                  <a:moveTo>
                    <a:pt x="466725" y="486409"/>
                  </a:moveTo>
                  <a:lnTo>
                    <a:pt x="464819" y="487679"/>
                  </a:lnTo>
                  <a:lnTo>
                    <a:pt x="453008" y="487679"/>
                  </a:lnTo>
                  <a:lnTo>
                    <a:pt x="455167" y="488949"/>
                  </a:lnTo>
                  <a:lnTo>
                    <a:pt x="455929" y="491489"/>
                  </a:lnTo>
                  <a:lnTo>
                    <a:pt x="449072" y="491489"/>
                  </a:lnTo>
                  <a:lnTo>
                    <a:pt x="450341" y="494029"/>
                  </a:lnTo>
                  <a:lnTo>
                    <a:pt x="452754" y="494029"/>
                  </a:lnTo>
                  <a:lnTo>
                    <a:pt x="454405" y="496569"/>
                  </a:lnTo>
                  <a:lnTo>
                    <a:pt x="454025" y="496569"/>
                  </a:lnTo>
                  <a:lnTo>
                    <a:pt x="456183" y="499109"/>
                  </a:lnTo>
                  <a:lnTo>
                    <a:pt x="459994" y="500379"/>
                  </a:lnTo>
                  <a:lnTo>
                    <a:pt x="460438" y="501649"/>
                  </a:lnTo>
                  <a:lnTo>
                    <a:pt x="474217" y="501649"/>
                  </a:lnTo>
                  <a:lnTo>
                    <a:pt x="473582" y="500379"/>
                  </a:lnTo>
                  <a:lnTo>
                    <a:pt x="473836" y="499109"/>
                  </a:lnTo>
                  <a:lnTo>
                    <a:pt x="472820" y="495299"/>
                  </a:lnTo>
                  <a:lnTo>
                    <a:pt x="470661" y="495299"/>
                  </a:lnTo>
                  <a:lnTo>
                    <a:pt x="470026" y="492759"/>
                  </a:lnTo>
                  <a:lnTo>
                    <a:pt x="471042" y="492759"/>
                  </a:lnTo>
                  <a:lnTo>
                    <a:pt x="469138" y="490219"/>
                  </a:lnTo>
                  <a:lnTo>
                    <a:pt x="468503" y="488949"/>
                  </a:lnTo>
                  <a:lnTo>
                    <a:pt x="466725" y="486409"/>
                  </a:lnTo>
                  <a:close/>
                </a:path>
                <a:path w="491489" h="537210">
                  <a:moveTo>
                    <a:pt x="472566" y="494029"/>
                  </a:moveTo>
                  <a:lnTo>
                    <a:pt x="470788" y="494029"/>
                  </a:lnTo>
                  <a:lnTo>
                    <a:pt x="471550" y="495299"/>
                  </a:lnTo>
                  <a:lnTo>
                    <a:pt x="472058" y="495299"/>
                  </a:lnTo>
                  <a:lnTo>
                    <a:pt x="472566" y="494029"/>
                  </a:lnTo>
                  <a:close/>
                </a:path>
                <a:path w="491489" h="537210">
                  <a:moveTo>
                    <a:pt x="470503" y="493553"/>
                  </a:moveTo>
                  <a:lnTo>
                    <a:pt x="470407" y="494029"/>
                  </a:lnTo>
                  <a:lnTo>
                    <a:pt x="470788" y="494029"/>
                  </a:lnTo>
                  <a:lnTo>
                    <a:pt x="470503" y="493553"/>
                  </a:lnTo>
                  <a:close/>
                </a:path>
                <a:path w="491489" h="537210">
                  <a:moveTo>
                    <a:pt x="470661" y="492759"/>
                  </a:moveTo>
                  <a:lnTo>
                    <a:pt x="470026" y="492759"/>
                  </a:lnTo>
                  <a:lnTo>
                    <a:pt x="470503" y="493553"/>
                  </a:lnTo>
                  <a:lnTo>
                    <a:pt x="470661" y="492759"/>
                  </a:lnTo>
                  <a:close/>
                </a:path>
                <a:path w="491489" h="537210">
                  <a:moveTo>
                    <a:pt x="452119" y="487679"/>
                  </a:moveTo>
                  <a:lnTo>
                    <a:pt x="450976" y="490219"/>
                  </a:lnTo>
                  <a:lnTo>
                    <a:pt x="450341" y="491489"/>
                  </a:lnTo>
                  <a:lnTo>
                    <a:pt x="455929" y="491489"/>
                  </a:lnTo>
                  <a:lnTo>
                    <a:pt x="452119" y="487679"/>
                  </a:lnTo>
                  <a:close/>
                </a:path>
                <a:path w="491489" h="537210">
                  <a:moveTo>
                    <a:pt x="448267" y="487256"/>
                  </a:moveTo>
                  <a:lnTo>
                    <a:pt x="448436" y="487679"/>
                  </a:lnTo>
                  <a:lnTo>
                    <a:pt x="448944" y="487679"/>
                  </a:lnTo>
                  <a:lnTo>
                    <a:pt x="448267" y="487256"/>
                  </a:lnTo>
                  <a:close/>
                </a:path>
                <a:path w="491489" h="537210">
                  <a:moveTo>
                    <a:pt x="464396" y="485139"/>
                  </a:moveTo>
                  <a:lnTo>
                    <a:pt x="448944" y="485139"/>
                  </a:lnTo>
                  <a:lnTo>
                    <a:pt x="450341" y="487679"/>
                  </a:lnTo>
                  <a:lnTo>
                    <a:pt x="464819" y="487679"/>
                  </a:lnTo>
                  <a:lnTo>
                    <a:pt x="464396" y="485139"/>
                  </a:lnTo>
                  <a:close/>
                </a:path>
                <a:path w="491489" h="537210">
                  <a:moveTo>
                    <a:pt x="449471" y="466089"/>
                  </a:moveTo>
                  <a:lnTo>
                    <a:pt x="431926" y="466089"/>
                  </a:lnTo>
                  <a:lnTo>
                    <a:pt x="432942" y="469899"/>
                  </a:lnTo>
                  <a:lnTo>
                    <a:pt x="432180" y="469899"/>
                  </a:lnTo>
                  <a:lnTo>
                    <a:pt x="432942" y="471169"/>
                  </a:lnTo>
                  <a:lnTo>
                    <a:pt x="433831" y="472439"/>
                  </a:lnTo>
                  <a:lnTo>
                    <a:pt x="434847" y="473709"/>
                  </a:lnTo>
                  <a:lnTo>
                    <a:pt x="438276" y="476249"/>
                  </a:lnTo>
                  <a:lnTo>
                    <a:pt x="440816" y="476249"/>
                  </a:lnTo>
                  <a:lnTo>
                    <a:pt x="443229" y="480059"/>
                  </a:lnTo>
                  <a:lnTo>
                    <a:pt x="441325" y="482599"/>
                  </a:lnTo>
                  <a:lnTo>
                    <a:pt x="445897" y="482599"/>
                  </a:lnTo>
                  <a:lnTo>
                    <a:pt x="446913" y="486409"/>
                  </a:lnTo>
                  <a:lnTo>
                    <a:pt x="448267" y="487256"/>
                  </a:lnTo>
                  <a:lnTo>
                    <a:pt x="447420" y="485139"/>
                  </a:lnTo>
                  <a:lnTo>
                    <a:pt x="464396" y="485139"/>
                  </a:lnTo>
                  <a:lnTo>
                    <a:pt x="464184" y="483869"/>
                  </a:lnTo>
                  <a:lnTo>
                    <a:pt x="463422" y="483869"/>
                  </a:lnTo>
                  <a:lnTo>
                    <a:pt x="462153" y="481329"/>
                  </a:lnTo>
                  <a:lnTo>
                    <a:pt x="462025" y="480059"/>
                  </a:lnTo>
                  <a:lnTo>
                    <a:pt x="457453" y="480059"/>
                  </a:lnTo>
                  <a:lnTo>
                    <a:pt x="458978" y="477519"/>
                  </a:lnTo>
                  <a:lnTo>
                    <a:pt x="456945" y="477519"/>
                  </a:lnTo>
                  <a:lnTo>
                    <a:pt x="455422" y="476249"/>
                  </a:lnTo>
                  <a:lnTo>
                    <a:pt x="453897" y="472439"/>
                  </a:lnTo>
                  <a:lnTo>
                    <a:pt x="453897" y="469899"/>
                  </a:lnTo>
                  <a:lnTo>
                    <a:pt x="449471" y="466089"/>
                  </a:lnTo>
                  <a:close/>
                </a:path>
                <a:path w="491489" h="537210">
                  <a:moveTo>
                    <a:pt x="443991" y="482599"/>
                  </a:moveTo>
                  <a:lnTo>
                    <a:pt x="439800" y="482599"/>
                  </a:lnTo>
                  <a:lnTo>
                    <a:pt x="439928" y="483869"/>
                  </a:lnTo>
                  <a:lnTo>
                    <a:pt x="444626" y="483869"/>
                  </a:lnTo>
                  <a:lnTo>
                    <a:pt x="443991" y="482599"/>
                  </a:lnTo>
                  <a:close/>
                </a:path>
                <a:path w="491489" h="537210">
                  <a:moveTo>
                    <a:pt x="441197" y="481329"/>
                  </a:moveTo>
                  <a:lnTo>
                    <a:pt x="440181" y="481329"/>
                  </a:lnTo>
                  <a:lnTo>
                    <a:pt x="440816" y="482599"/>
                  </a:lnTo>
                  <a:lnTo>
                    <a:pt x="441325" y="482599"/>
                  </a:lnTo>
                  <a:lnTo>
                    <a:pt x="441197" y="481329"/>
                  </a:lnTo>
                  <a:close/>
                </a:path>
                <a:path w="491489" h="537210">
                  <a:moveTo>
                    <a:pt x="441070" y="480059"/>
                  </a:moveTo>
                  <a:lnTo>
                    <a:pt x="441197" y="481329"/>
                  </a:lnTo>
                  <a:lnTo>
                    <a:pt x="441451" y="481329"/>
                  </a:lnTo>
                  <a:lnTo>
                    <a:pt x="441070" y="480059"/>
                  </a:lnTo>
                  <a:close/>
                </a:path>
                <a:path w="491489" h="537210">
                  <a:moveTo>
                    <a:pt x="438881" y="479409"/>
                  </a:moveTo>
                  <a:lnTo>
                    <a:pt x="438915" y="479551"/>
                  </a:lnTo>
                  <a:lnTo>
                    <a:pt x="439038" y="480059"/>
                  </a:lnTo>
                  <a:lnTo>
                    <a:pt x="439166" y="479551"/>
                  </a:lnTo>
                  <a:lnTo>
                    <a:pt x="438881" y="479409"/>
                  </a:lnTo>
                  <a:close/>
                </a:path>
                <a:path w="491489" h="537210">
                  <a:moveTo>
                    <a:pt x="439643" y="479790"/>
                  </a:moveTo>
                  <a:lnTo>
                    <a:pt x="439292" y="480059"/>
                  </a:lnTo>
                  <a:lnTo>
                    <a:pt x="440181" y="480059"/>
                  </a:lnTo>
                  <a:lnTo>
                    <a:pt x="439643" y="479790"/>
                  </a:lnTo>
                  <a:close/>
                </a:path>
                <a:path w="491489" h="537210">
                  <a:moveTo>
                    <a:pt x="440950" y="478853"/>
                  </a:moveTo>
                  <a:lnTo>
                    <a:pt x="440393" y="479213"/>
                  </a:lnTo>
                  <a:lnTo>
                    <a:pt x="439643" y="479790"/>
                  </a:lnTo>
                  <a:lnTo>
                    <a:pt x="439885" y="479790"/>
                  </a:lnTo>
                  <a:lnTo>
                    <a:pt x="440181" y="480059"/>
                  </a:lnTo>
                  <a:lnTo>
                    <a:pt x="441070" y="480059"/>
                  </a:lnTo>
                  <a:lnTo>
                    <a:pt x="440950" y="478853"/>
                  </a:lnTo>
                  <a:close/>
                </a:path>
                <a:path w="491489" h="537210">
                  <a:moveTo>
                    <a:pt x="439250" y="479213"/>
                  </a:moveTo>
                  <a:lnTo>
                    <a:pt x="439166" y="479551"/>
                  </a:lnTo>
                  <a:lnTo>
                    <a:pt x="439643" y="479790"/>
                  </a:lnTo>
                  <a:lnTo>
                    <a:pt x="439885" y="479790"/>
                  </a:lnTo>
                  <a:lnTo>
                    <a:pt x="439250" y="479213"/>
                  </a:lnTo>
                  <a:close/>
                </a:path>
                <a:path w="491489" h="537210">
                  <a:moveTo>
                    <a:pt x="438422" y="478460"/>
                  </a:moveTo>
                  <a:lnTo>
                    <a:pt x="438264" y="478853"/>
                  </a:lnTo>
                  <a:lnTo>
                    <a:pt x="437768" y="478853"/>
                  </a:lnTo>
                  <a:lnTo>
                    <a:pt x="438881" y="479409"/>
                  </a:lnTo>
                  <a:lnTo>
                    <a:pt x="438833" y="479213"/>
                  </a:lnTo>
                  <a:lnTo>
                    <a:pt x="438746" y="478853"/>
                  </a:lnTo>
                  <a:lnTo>
                    <a:pt x="438422" y="478460"/>
                  </a:lnTo>
                  <a:close/>
                </a:path>
                <a:path w="491489" h="537210">
                  <a:moveTo>
                    <a:pt x="439340" y="478853"/>
                  </a:moveTo>
                  <a:lnTo>
                    <a:pt x="438854" y="478853"/>
                  </a:lnTo>
                  <a:lnTo>
                    <a:pt x="439250" y="479213"/>
                  </a:lnTo>
                  <a:lnTo>
                    <a:pt x="439340" y="478853"/>
                  </a:lnTo>
                  <a:close/>
                </a:path>
                <a:path w="491489" h="537210">
                  <a:moveTo>
                    <a:pt x="439438" y="478460"/>
                  </a:moveTo>
                  <a:lnTo>
                    <a:pt x="439340" y="478853"/>
                  </a:lnTo>
                  <a:lnTo>
                    <a:pt x="439870" y="478853"/>
                  </a:lnTo>
                  <a:lnTo>
                    <a:pt x="439438" y="478460"/>
                  </a:lnTo>
                  <a:close/>
                </a:path>
                <a:path w="491489" h="537210">
                  <a:moveTo>
                    <a:pt x="435991" y="476249"/>
                  </a:moveTo>
                  <a:lnTo>
                    <a:pt x="438422" y="478460"/>
                  </a:lnTo>
                  <a:lnTo>
                    <a:pt x="438530" y="477519"/>
                  </a:lnTo>
                  <a:lnTo>
                    <a:pt x="438276" y="477519"/>
                  </a:lnTo>
                  <a:lnTo>
                    <a:pt x="435991" y="476249"/>
                  </a:lnTo>
                  <a:close/>
                </a:path>
                <a:path w="491489" h="537210">
                  <a:moveTo>
                    <a:pt x="439673" y="477519"/>
                  </a:moveTo>
                  <a:lnTo>
                    <a:pt x="438403" y="477519"/>
                  </a:lnTo>
                  <a:lnTo>
                    <a:pt x="439438" y="478460"/>
                  </a:lnTo>
                  <a:lnTo>
                    <a:pt x="439673" y="477519"/>
                  </a:lnTo>
                  <a:close/>
                </a:path>
                <a:path w="491489" h="537210">
                  <a:moveTo>
                    <a:pt x="456945" y="476249"/>
                  </a:moveTo>
                  <a:lnTo>
                    <a:pt x="456945" y="477519"/>
                  </a:lnTo>
                  <a:lnTo>
                    <a:pt x="458978" y="477519"/>
                  </a:lnTo>
                  <a:lnTo>
                    <a:pt x="456945" y="476249"/>
                  </a:lnTo>
                  <a:close/>
                </a:path>
                <a:path w="491489" h="537210">
                  <a:moveTo>
                    <a:pt x="429312" y="439478"/>
                  </a:moveTo>
                  <a:lnTo>
                    <a:pt x="428781" y="439478"/>
                  </a:lnTo>
                  <a:lnTo>
                    <a:pt x="429386" y="440689"/>
                  </a:lnTo>
                  <a:lnTo>
                    <a:pt x="430275" y="440689"/>
                  </a:lnTo>
                  <a:lnTo>
                    <a:pt x="430783" y="441959"/>
                  </a:lnTo>
                  <a:lnTo>
                    <a:pt x="412030" y="441959"/>
                  </a:lnTo>
                  <a:lnTo>
                    <a:pt x="413130" y="444499"/>
                  </a:lnTo>
                  <a:lnTo>
                    <a:pt x="415035" y="445769"/>
                  </a:lnTo>
                  <a:lnTo>
                    <a:pt x="416813" y="448309"/>
                  </a:lnTo>
                  <a:lnTo>
                    <a:pt x="416559" y="448309"/>
                  </a:lnTo>
                  <a:lnTo>
                    <a:pt x="418464" y="453389"/>
                  </a:lnTo>
                  <a:lnTo>
                    <a:pt x="422528" y="454659"/>
                  </a:lnTo>
                  <a:lnTo>
                    <a:pt x="425957" y="458469"/>
                  </a:lnTo>
                  <a:lnTo>
                    <a:pt x="424433" y="458469"/>
                  </a:lnTo>
                  <a:lnTo>
                    <a:pt x="425703" y="461009"/>
                  </a:lnTo>
                  <a:lnTo>
                    <a:pt x="427863" y="464819"/>
                  </a:lnTo>
                  <a:lnTo>
                    <a:pt x="430275" y="464819"/>
                  </a:lnTo>
                  <a:lnTo>
                    <a:pt x="430656" y="468629"/>
                  </a:lnTo>
                  <a:lnTo>
                    <a:pt x="431926" y="466089"/>
                  </a:lnTo>
                  <a:lnTo>
                    <a:pt x="449471" y="466089"/>
                  </a:lnTo>
                  <a:lnTo>
                    <a:pt x="446520" y="463549"/>
                  </a:lnTo>
                  <a:lnTo>
                    <a:pt x="441737" y="455929"/>
                  </a:lnTo>
                  <a:lnTo>
                    <a:pt x="437288" y="447039"/>
                  </a:lnTo>
                  <a:lnTo>
                    <a:pt x="431973" y="439631"/>
                  </a:lnTo>
                  <a:lnTo>
                    <a:pt x="429450" y="439631"/>
                  </a:lnTo>
                  <a:lnTo>
                    <a:pt x="429312" y="439478"/>
                  </a:lnTo>
                  <a:close/>
                </a:path>
                <a:path w="491489" h="537210">
                  <a:moveTo>
                    <a:pt x="420242" y="427989"/>
                  </a:moveTo>
                  <a:lnTo>
                    <a:pt x="403123" y="427989"/>
                  </a:lnTo>
                  <a:lnTo>
                    <a:pt x="403271" y="428605"/>
                  </a:lnTo>
                  <a:lnTo>
                    <a:pt x="405002" y="430564"/>
                  </a:lnTo>
                  <a:lnTo>
                    <a:pt x="405002" y="431799"/>
                  </a:lnTo>
                  <a:lnTo>
                    <a:pt x="407288" y="435609"/>
                  </a:lnTo>
                  <a:lnTo>
                    <a:pt x="411225" y="436879"/>
                  </a:lnTo>
                  <a:lnTo>
                    <a:pt x="413003" y="441959"/>
                  </a:lnTo>
                  <a:lnTo>
                    <a:pt x="427989" y="441959"/>
                  </a:lnTo>
                  <a:lnTo>
                    <a:pt x="427291" y="439631"/>
                  </a:lnTo>
                  <a:lnTo>
                    <a:pt x="427245" y="439478"/>
                  </a:lnTo>
                  <a:lnTo>
                    <a:pt x="426610" y="439478"/>
                  </a:lnTo>
                  <a:lnTo>
                    <a:pt x="426243" y="438255"/>
                  </a:lnTo>
                  <a:lnTo>
                    <a:pt x="425576" y="436879"/>
                  </a:lnTo>
                  <a:lnTo>
                    <a:pt x="425830" y="436879"/>
                  </a:lnTo>
                  <a:lnTo>
                    <a:pt x="423798" y="433069"/>
                  </a:lnTo>
                  <a:lnTo>
                    <a:pt x="420878" y="431799"/>
                  </a:lnTo>
                  <a:lnTo>
                    <a:pt x="420623" y="429259"/>
                  </a:lnTo>
                  <a:lnTo>
                    <a:pt x="420242" y="427989"/>
                  </a:lnTo>
                  <a:close/>
                </a:path>
                <a:path w="491489" h="537210">
                  <a:moveTo>
                    <a:pt x="429386" y="440689"/>
                  </a:moveTo>
                  <a:lnTo>
                    <a:pt x="427989" y="441959"/>
                  </a:lnTo>
                  <a:lnTo>
                    <a:pt x="430783" y="441959"/>
                  </a:lnTo>
                  <a:lnTo>
                    <a:pt x="429386" y="440689"/>
                  </a:lnTo>
                  <a:close/>
                </a:path>
                <a:path w="491489" h="537210">
                  <a:moveTo>
                    <a:pt x="427511" y="439478"/>
                  </a:moveTo>
                  <a:lnTo>
                    <a:pt x="427269" y="439478"/>
                  </a:lnTo>
                  <a:lnTo>
                    <a:pt x="428116" y="440689"/>
                  </a:lnTo>
                  <a:lnTo>
                    <a:pt x="427587" y="439631"/>
                  </a:lnTo>
                  <a:lnTo>
                    <a:pt x="427511" y="439478"/>
                  </a:lnTo>
                  <a:close/>
                </a:path>
                <a:path w="491489" h="537210">
                  <a:moveTo>
                    <a:pt x="430986" y="438255"/>
                  </a:moveTo>
                  <a:lnTo>
                    <a:pt x="429831" y="438255"/>
                  </a:lnTo>
                  <a:lnTo>
                    <a:pt x="430565" y="439478"/>
                  </a:lnTo>
                  <a:lnTo>
                    <a:pt x="429220" y="439478"/>
                  </a:lnTo>
                  <a:lnTo>
                    <a:pt x="429450" y="439631"/>
                  </a:lnTo>
                  <a:lnTo>
                    <a:pt x="431973" y="439631"/>
                  </a:lnTo>
                  <a:lnTo>
                    <a:pt x="430986" y="438255"/>
                  </a:lnTo>
                  <a:close/>
                </a:path>
                <a:path w="491489" h="537210">
                  <a:moveTo>
                    <a:pt x="426973" y="436879"/>
                  </a:moveTo>
                  <a:lnTo>
                    <a:pt x="427386" y="438255"/>
                  </a:lnTo>
                  <a:lnTo>
                    <a:pt x="429220" y="439478"/>
                  </a:lnTo>
                  <a:lnTo>
                    <a:pt x="428212" y="438255"/>
                  </a:lnTo>
                  <a:lnTo>
                    <a:pt x="426973" y="436879"/>
                  </a:lnTo>
                  <a:close/>
                </a:path>
                <a:path w="491489" h="537210">
                  <a:moveTo>
                    <a:pt x="425206" y="430564"/>
                  </a:moveTo>
                  <a:lnTo>
                    <a:pt x="424814" y="431482"/>
                  </a:lnTo>
                  <a:lnTo>
                    <a:pt x="424179" y="433069"/>
                  </a:lnTo>
                  <a:lnTo>
                    <a:pt x="425830" y="435609"/>
                  </a:lnTo>
                  <a:lnTo>
                    <a:pt x="426084" y="434339"/>
                  </a:lnTo>
                  <a:lnTo>
                    <a:pt x="426592" y="434339"/>
                  </a:lnTo>
                  <a:lnTo>
                    <a:pt x="425069" y="433069"/>
                  </a:lnTo>
                  <a:lnTo>
                    <a:pt x="425957" y="433069"/>
                  </a:lnTo>
                  <a:lnTo>
                    <a:pt x="425206" y="430564"/>
                  </a:lnTo>
                  <a:close/>
                </a:path>
                <a:path w="491489" h="537210">
                  <a:moveTo>
                    <a:pt x="426592" y="434339"/>
                  </a:moveTo>
                  <a:lnTo>
                    <a:pt x="426084" y="434339"/>
                  </a:lnTo>
                  <a:lnTo>
                    <a:pt x="428116" y="435609"/>
                  </a:lnTo>
                  <a:lnTo>
                    <a:pt x="426592" y="434339"/>
                  </a:lnTo>
                  <a:close/>
                </a:path>
                <a:path w="491489" h="537210">
                  <a:moveTo>
                    <a:pt x="419353" y="424179"/>
                  </a:moveTo>
                  <a:lnTo>
                    <a:pt x="402208" y="424179"/>
                  </a:lnTo>
                  <a:lnTo>
                    <a:pt x="404494" y="427989"/>
                  </a:lnTo>
                  <a:lnTo>
                    <a:pt x="421766" y="427989"/>
                  </a:lnTo>
                  <a:lnTo>
                    <a:pt x="422412" y="430564"/>
                  </a:lnTo>
                  <a:lnTo>
                    <a:pt x="422687" y="431482"/>
                  </a:lnTo>
                  <a:lnTo>
                    <a:pt x="423163" y="431799"/>
                  </a:lnTo>
                  <a:lnTo>
                    <a:pt x="424179" y="433069"/>
                  </a:lnTo>
                  <a:lnTo>
                    <a:pt x="423303" y="430564"/>
                  </a:lnTo>
                  <a:lnTo>
                    <a:pt x="424310" y="430564"/>
                  </a:lnTo>
                  <a:lnTo>
                    <a:pt x="424180" y="429259"/>
                  </a:lnTo>
                  <a:lnTo>
                    <a:pt x="423163" y="429259"/>
                  </a:lnTo>
                  <a:lnTo>
                    <a:pt x="422020" y="426719"/>
                  </a:lnTo>
                  <a:lnTo>
                    <a:pt x="421258" y="426719"/>
                  </a:lnTo>
                  <a:lnTo>
                    <a:pt x="421268" y="426516"/>
                  </a:lnTo>
                  <a:lnTo>
                    <a:pt x="419988" y="425449"/>
                  </a:lnTo>
                  <a:lnTo>
                    <a:pt x="421512" y="425449"/>
                  </a:lnTo>
                  <a:lnTo>
                    <a:pt x="419353" y="424179"/>
                  </a:lnTo>
                  <a:close/>
                </a:path>
                <a:path w="491489" h="537210">
                  <a:moveTo>
                    <a:pt x="421311" y="430564"/>
                  </a:moveTo>
                  <a:lnTo>
                    <a:pt x="422782" y="431799"/>
                  </a:lnTo>
                  <a:lnTo>
                    <a:pt x="422687" y="431482"/>
                  </a:lnTo>
                  <a:lnTo>
                    <a:pt x="421311" y="430564"/>
                  </a:lnTo>
                  <a:close/>
                </a:path>
                <a:path w="491489" h="537210">
                  <a:moveTo>
                    <a:pt x="402818" y="426719"/>
                  </a:moveTo>
                  <a:lnTo>
                    <a:pt x="401700" y="426719"/>
                  </a:lnTo>
                  <a:lnTo>
                    <a:pt x="403751" y="430564"/>
                  </a:lnTo>
                  <a:lnTo>
                    <a:pt x="403271" y="428605"/>
                  </a:lnTo>
                  <a:lnTo>
                    <a:pt x="402716" y="427989"/>
                  </a:lnTo>
                  <a:lnTo>
                    <a:pt x="403123" y="427989"/>
                  </a:lnTo>
                  <a:lnTo>
                    <a:pt x="402818" y="426719"/>
                  </a:lnTo>
                  <a:close/>
                </a:path>
                <a:path w="491489" h="537210">
                  <a:moveTo>
                    <a:pt x="424053" y="427989"/>
                  </a:moveTo>
                  <a:lnTo>
                    <a:pt x="423163" y="429259"/>
                  </a:lnTo>
                  <a:lnTo>
                    <a:pt x="424180" y="429259"/>
                  </a:lnTo>
                  <a:lnTo>
                    <a:pt x="424114" y="428605"/>
                  </a:lnTo>
                  <a:lnTo>
                    <a:pt x="424053" y="427989"/>
                  </a:lnTo>
                  <a:close/>
                </a:path>
                <a:path w="491489" h="537210">
                  <a:moveTo>
                    <a:pt x="410082" y="412749"/>
                  </a:moveTo>
                  <a:lnTo>
                    <a:pt x="391413" y="412749"/>
                  </a:lnTo>
                  <a:lnTo>
                    <a:pt x="392683" y="414019"/>
                  </a:lnTo>
                  <a:lnTo>
                    <a:pt x="393064" y="417829"/>
                  </a:lnTo>
                  <a:lnTo>
                    <a:pt x="396747" y="420369"/>
                  </a:lnTo>
                  <a:lnTo>
                    <a:pt x="397890" y="424179"/>
                  </a:lnTo>
                  <a:lnTo>
                    <a:pt x="401827" y="427989"/>
                  </a:lnTo>
                  <a:lnTo>
                    <a:pt x="401700" y="426719"/>
                  </a:lnTo>
                  <a:lnTo>
                    <a:pt x="402818" y="426719"/>
                  </a:lnTo>
                  <a:lnTo>
                    <a:pt x="402208" y="424179"/>
                  </a:lnTo>
                  <a:lnTo>
                    <a:pt x="419353" y="424179"/>
                  </a:lnTo>
                  <a:lnTo>
                    <a:pt x="420623" y="422909"/>
                  </a:lnTo>
                  <a:lnTo>
                    <a:pt x="417829" y="419099"/>
                  </a:lnTo>
                  <a:lnTo>
                    <a:pt x="414908" y="419099"/>
                  </a:lnTo>
                  <a:lnTo>
                    <a:pt x="413766" y="415289"/>
                  </a:lnTo>
                  <a:lnTo>
                    <a:pt x="413384" y="415289"/>
                  </a:lnTo>
                  <a:lnTo>
                    <a:pt x="410717" y="414019"/>
                  </a:lnTo>
                  <a:lnTo>
                    <a:pt x="410082" y="412749"/>
                  </a:lnTo>
                  <a:close/>
                </a:path>
                <a:path w="491489" h="537210">
                  <a:moveTo>
                    <a:pt x="421339" y="425449"/>
                  </a:moveTo>
                  <a:lnTo>
                    <a:pt x="421268" y="426516"/>
                  </a:lnTo>
                  <a:lnTo>
                    <a:pt x="421513" y="426719"/>
                  </a:lnTo>
                  <a:lnTo>
                    <a:pt x="421339" y="425449"/>
                  </a:lnTo>
                  <a:close/>
                </a:path>
                <a:path w="491489" h="537210">
                  <a:moveTo>
                    <a:pt x="413384" y="414019"/>
                  </a:moveTo>
                  <a:lnTo>
                    <a:pt x="413384" y="415289"/>
                  </a:lnTo>
                  <a:lnTo>
                    <a:pt x="413766" y="415289"/>
                  </a:lnTo>
                  <a:lnTo>
                    <a:pt x="413384" y="414019"/>
                  </a:lnTo>
                  <a:close/>
                </a:path>
                <a:path w="491489" h="537210">
                  <a:moveTo>
                    <a:pt x="409066" y="407669"/>
                  </a:moveTo>
                  <a:lnTo>
                    <a:pt x="385825" y="407669"/>
                  </a:lnTo>
                  <a:lnTo>
                    <a:pt x="386714" y="408939"/>
                  </a:lnTo>
                  <a:lnTo>
                    <a:pt x="387222" y="410209"/>
                  </a:lnTo>
                  <a:lnTo>
                    <a:pt x="387603" y="410209"/>
                  </a:lnTo>
                  <a:lnTo>
                    <a:pt x="390143" y="412749"/>
                  </a:lnTo>
                  <a:lnTo>
                    <a:pt x="409828" y="412749"/>
                  </a:lnTo>
                  <a:lnTo>
                    <a:pt x="409888" y="412157"/>
                  </a:lnTo>
                  <a:lnTo>
                    <a:pt x="408939" y="411479"/>
                  </a:lnTo>
                  <a:lnTo>
                    <a:pt x="409066" y="407669"/>
                  </a:lnTo>
                  <a:close/>
                </a:path>
                <a:path w="491489" h="537210">
                  <a:moveTo>
                    <a:pt x="409955" y="411479"/>
                  </a:moveTo>
                  <a:lnTo>
                    <a:pt x="409888" y="412157"/>
                  </a:lnTo>
                  <a:lnTo>
                    <a:pt x="410717" y="412749"/>
                  </a:lnTo>
                  <a:lnTo>
                    <a:pt x="409955" y="411479"/>
                  </a:lnTo>
                  <a:close/>
                </a:path>
                <a:path w="491489" h="537210">
                  <a:moveTo>
                    <a:pt x="404113" y="402589"/>
                  </a:moveTo>
                  <a:lnTo>
                    <a:pt x="384936" y="402589"/>
                  </a:lnTo>
                  <a:lnTo>
                    <a:pt x="386587" y="406399"/>
                  </a:lnTo>
                  <a:lnTo>
                    <a:pt x="384428" y="406399"/>
                  </a:lnTo>
                  <a:lnTo>
                    <a:pt x="386206" y="410209"/>
                  </a:lnTo>
                  <a:lnTo>
                    <a:pt x="385825" y="407669"/>
                  </a:lnTo>
                  <a:lnTo>
                    <a:pt x="409066" y="407669"/>
                  </a:lnTo>
                  <a:lnTo>
                    <a:pt x="406526" y="406399"/>
                  </a:lnTo>
                  <a:lnTo>
                    <a:pt x="404875" y="403859"/>
                  </a:lnTo>
                  <a:lnTo>
                    <a:pt x="405510" y="403859"/>
                  </a:lnTo>
                  <a:lnTo>
                    <a:pt x="404113" y="402589"/>
                  </a:lnTo>
                  <a:close/>
                </a:path>
                <a:path w="491489" h="537210">
                  <a:moveTo>
                    <a:pt x="380909" y="402262"/>
                  </a:moveTo>
                  <a:lnTo>
                    <a:pt x="380745" y="402589"/>
                  </a:lnTo>
                  <a:lnTo>
                    <a:pt x="382523" y="406399"/>
                  </a:lnTo>
                  <a:lnTo>
                    <a:pt x="384936" y="402589"/>
                  </a:lnTo>
                  <a:lnTo>
                    <a:pt x="381253" y="402589"/>
                  </a:lnTo>
                  <a:lnTo>
                    <a:pt x="380909" y="402262"/>
                  </a:lnTo>
                  <a:close/>
                </a:path>
                <a:path w="491489" h="537210">
                  <a:moveTo>
                    <a:pt x="384555" y="405129"/>
                  </a:moveTo>
                  <a:lnTo>
                    <a:pt x="385190" y="406399"/>
                  </a:lnTo>
                  <a:lnTo>
                    <a:pt x="386587" y="406399"/>
                  </a:lnTo>
                  <a:lnTo>
                    <a:pt x="384555" y="405129"/>
                  </a:lnTo>
                  <a:close/>
                </a:path>
                <a:path w="491489" h="537210">
                  <a:moveTo>
                    <a:pt x="381380" y="401319"/>
                  </a:moveTo>
                  <a:lnTo>
                    <a:pt x="380991" y="402098"/>
                  </a:lnTo>
                  <a:lnTo>
                    <a:pt x="381253" y="402589"/>
                  </a:lnTo>
                  <a:lnTo>
                    <a:pt x="381634" y="402589"/>
                  </a:lnTo>
                  <a:lnTo>
                    <a:pt x="381380" y="401319"/>
                  </a:lnTo>
                  <a:close/>
                </a:path>
                <a:path w="491489" h="537210">
                  <a:moveTo>
                    <a:pt x="396493" y="397509"/>
                  </a:moveTo>
                  <a:lnTo>
                    <a:pt x="396221" y="398870"/>
                  </a:lnTo>
                  <a:lnTo>
                    <a:pt x="380355" y="398870"/>
                  </a:lnTo>
                  <a:lnTo>
                    <a:pt x="381888" y="400049"/>
                  </a:lnTo>
                  <a:lnTo>
                    <a:pt x="382904" y="402589"/>
                  </a:lnTo>
                  <a:lnTo>
                    <a:pt x="402843" y="402589"/>
                  </a:lnTo>
                  <a:lnTo>
                    <a:pt x="401700" y="401319"/>
                  </a:lnTo>
                  <a:lnTo>
                    <a:pt x="397509" y="401319"/>
                  </a:lnTo>
                  <a:lnTo>
                    <a:pt x="398144" y="400049"/>
                  </a:lnTo>
                  <a:lnTo>
                    <a:pt x="396493" y="397509"/>
                  </a:lnTo>
                  <a:close/>
                </a:path>
                <a:path w="491489" h="537210">
                  <a:moveTo>
                    <a:pt x="379555" y="399404"/>
                  </a:moveTo>
                  <a:lnTo>
                    <a:pt x="378586" y="400049"/>
                  </a:lnTo>
                  <a:lnTo>
                    <a:pt x="380909" y="402262"/>
                  </a:lnTo>
                  <a:lnTo>
                    <a:pt x="380991" y="402098"/>
                  </a:lnTo>
                  <a:lnTo>
                    <a:pt x="379555" y="399404"/>
                  </a:lnTo>
                  <a:close/>
                </a:path>
                <a:path w="491489" h="537210">
                  <a:moveTo>
                    <a:pt x="398779" y="397509"/>
                  </a:moveTo>
                  <a:lnTo>
                    <a:pt x="397800" y="398870"/>
                  </a:lnTo>
                  <a:lnTo>
                    <a:pt x="398271" y="400049"/>
                  </a:lnTo>
                  <a:lnTo>
                    <a:pt x="397509" y="401319"/>
                  </a:lnTo>
                  <a:lnTo>
                    <a:pt x="401700" y="401319"/>
                  </a:lnTo>
                  <a:lnTo>
                    <a:pt x="402843" y="400049"/>
                  </a:lnTo>
                  <a:lnTo>
                    <a:pt x="399795" y="400049"/>
                  </a:lnTo>
                  <a:lnTo>
                    <a:pt x="398779" y="397509"/>
                  </a:lnTo>
                  <a:close/>
                </a:path>
                <a:path w="491489" h="537210">
                  <a:moveTo>
                    <a:pt x="402081" y="397509"/>
                  </a:moveTo>
                  <a:lnTo>
                    <a:pt x="399795" y="400049"/>
                  </a:lnTo>
                  <a:lnTo>
                    <a:pt x="402843" y="400049"/>
                  </a:lnTo>
                  <a:lnTo>
                    <a:pt x="402081" y="397509"/>
                  </a:lnTo>
                  <a:close/>
                </a:path>
                <a:path w="491489" h="537210">
                  <a:moveTo>
                    <a:pt x="380355" y="398870"/>
                  </a:moveTo>
                  <a:lnTo>
                    <a:pt x="379270" y="398870"/>
                  </a:lnTo>
                  <a:lnTo>
                    <a:pt x="379555" y="399404"/>
                  </a:lnTo>
                  <a:lnTo>
                    <a:pt x="380355" y="398870"/>
                  </a:lnTo>
                  <a:close/>
                </a:path>
                <a:path w="491489" h="537210">
                  <a:moveTo>
                    <a:pt x="391413" y="388619"/>
                  </a:moveTo>
                  <a:lnTo>
                    <a:pt x="373125" y="388619"/>
                  </a:lnTo>
                  <a:lnTo>
                    <a:pt x="373506" y="391159"/>
                  </a:lnTo>
                  <a:lnTo>
                    <a:pt x="373887" y="392429"/>
                  </a:lnTo>
                  <a:lnTo>
                    <a:pt x="373633" y="392429"/>
                  </a:lnTo>
                  <a:lnTo>
                    <a:pt x="374903" y="393699"/>
                  </a:lnTo>
                  <a:lnTo>
                    <a:pt x="374649" y="393699"/>
                  </a:lnTo>
                  <a:lnTo>
                    <a:pt x="374539" y="394804"/>
                  </a:lnTo>
                  <a:lnTo>
                    <a:pt x="374522" y="394969"/>
                  </a:lnTo>
                  <a:lnTo>
                    <a:pt x="375157" y="396239"/>
                  </a:lnTo>
                  <a:lnTo>
                    <a:pt x="377570" y="396239"/>
                  </a:lnTo>
                  <a:lnTo>
                    <a:pt x="376781" y="398870"/>
                  </a:lnTo>
                  <a:lnTo>
                    <a:pt x="396385" y="398870"/>
                  </a:lnTo>
                  <a:lnTo>
                    <a:pt x="394207" y="397509"/>
                  </a:lnTo>
                  <a:lnTo>
                    <a:pt x="395096" y="397509"/>
                  </a:lnTo>
                  <a:lnTo>
                    <a:pt x="393572" y="396239"/>
                  </a:lnTo>
                  <a:lnTo>
                    <a:pt x="392556" y="394969"/>
                  </a:lnTo>
                  <a:lnTo>
                    <a:pt x="393445" y="394969"/>
                  </a:lnTo>
                  <a:lnTo>
                    <a:pt x="392937" y="392429"/>
                  </a:lnTo>
                  <a:lnTo>
                    <a:pt x="391921" y="391159"/>
                  </a:lnTo>
                  <a:lnTo>
                    <a:pt x="392810" y="391159"/>
                  </a:lnTo>
                  <a:lnTo>
                    <a:pt x="391413" y="388619"/>
                  </a:lnTo>
                  <a:close/>
                </a:path>
                <a:path w="491489" h="537210">
                  <a:moveTo>
                    <a:pt x="397509" y="393699"/>
                  </a:moveTo>
                  <a:lnTo>
                    <a:pt x="396516" y="394804"/>
                  </a:lnTo>
                  <a:lnTo>
                    <a:pt x="396747" y="394969"/>
                  </a:lnTo>
                  <a:lnTo>
                    <a:pt x="397128" y="396239"/>
                  </a:lnTo>
                  <a:lnTo>
                    <a:pt x="398906" y="396239"/>
                  </a:lnTo>
                  <a:lnTo>
                    <a:pt x="397509" y="393699"/>
                  </a:lnTo>
                  <a:close/>
                </a:path>
                <a:path w="491489" h="537210">
                  <a:moveTo>
                    <a:pt x="394969" y="393699"/>
                  </a:moveTo>
                  <a:lnTo>
                    <a:pt x="396366" y="394969"/>
                  </a:lnTo>
                  <a:lnTo>
                    <a:pt x="396516" y="394804"/>
                  </a:lnTo>
                  <a:lnTo>
                    <a:pt x="394969" y="393699"/>
                  </a:lnTo>
                  <a:close/>
                </a:path>
                <a:path w="491489" h="537210">
                  <a:moveTo>
                    <a:pt x="373633" y="392429"/>
                  </a:moveTo>
                  <a:lnTo>
                    <a:pt x="371728" y="392429"/>
                  </a:lnTo>
                  <a:lnTo>
                    <a:pt x="373153" y="394804"/>
                  </a:lnTo>
                  <a:lnTo>
                    <a:pt x="373443" y="393699"/>
                  </a:lnTo>
                  <a:lnTo>
                    <a:pt x="373633" y="392429"/>
                  </a:lnTo>
                  <a:close/>
                </a:path>
                <a:path w="491489" h="537210">
                  <a:moveTo>
                    <a:pt x="395731" y="391159"/>
                  </a:moveTo>
                  <a:lnTo>
                    <a:pt x="394969" y="391159"/>
                  </a:lnTo>
                  <a:lnTo>
                    <a:pt x="394715" y="392429"/>
                  </a:lnTo>
                  <a:lnTo>
                    <a:pt x="395604" y="392429"/>
                  </a:lnTo>
                  <a:lnTo>
                    <a:pt x="395731" y="391159"/>
                  </a:lnTo>
                  <a:close/>
                </a:path>
                <a:path w="491489" h="537210">
                  <a:moveTo>
                    <a:pt x="373125" y="388619"/>
                  </a:moveTo>
                  <a:lnTo>
                    <a:pt x="371220" y="388619"/>
                  </a:lnTo>
                  <a:lnTo>
                    <a:pt x="372236" y="391159"/>
                  </a:lnTo>
                  <a:lnTo>
                    <a:pt x="373125" y="388619"/>
                  </a:lnTo>
                  <a:close/>
                </a:path>
                <a:path w="491489" h="537210">
                  <a:moveTo>
                    <a:pt x="371220" y="388619"/>
                  </a:moveTo>
                  <a:lnTo>
                    <a:pt x="368426" y="388619"/>
                  </a:lnTo>
                  <a:lnTo>
                    <a:pt x="369442" y="389889"/>
                  </a:lnTo>
                  <a:lnTo>
                    <a:pt x="371220" y="389889"/>
                  </a:lnTo>
                  <a:lnTo>
                    <a:pt x="371220" y="388619"/>
                  </a:lnTo>
                  <a:close/>
                </a:path>
                <a:path w="491489" h="537210">
                  <a:moveTo>
                    <a:pt x="391413" y="387349"/>
                  </a:moveTo>
                  <a:lnTo>
                    <a:pt x="391413" y="388619"/>
                  </a:lnTo>
                  <a:lnTo>
                    <a:pt x="392810" y="389889"/>
                  </a:lnTo>
                  <a:lnTo>
                    <a:pt x="392302" y="388619"/>
                  </a:lnTo>
                  <a:lnTo>
                    <a:pt x="391413" y="387349"/>
                  </a:lnTo>
                  <a:close/>
                </a:path>
                <a:path w="491489" h="537210">
                  <a:moveTo>
                    <a:pt x="366902" y="386079"/>
                  </a:moveTo>
                  <a:lnTo>
                    <a:pt x="366140" y="386079"/>
                  </a:lnTo>
                  <a:lnTo>
                    <a:pt x="366775" y="387349"/>
                  </a:lnTo>
                  <a:lnTo>
                    <a:pt x="367664" y="388619"/>
                  </a:lnTo>
                  <a:lnTo>
                    <a:pt x="367537" y="388619"/>
                  </a:lnTo>
                  <a:lnTo>
                    <a:pt x="367791" y="387349"/>
                  </a:lnTo>
                  <a:lnTo>
                    <a:pt x="367156" y="387349"/>
                  </a:lnTo>
                  <a:lnTo>
                    <a:pt x="366902" y="386079"/>
                  </a:lnTo>
                  <a:close/>
                </a:path>
                <a:path w="491489" h="537210">
                  <a:moveTo>
                    <a:pt x="370458" y="387349"/>
                  </a:moveTo>
                  <a:lnTo>
                    <a:pt x="369188" y="388619"/>
                  </a:lnTo>
                  <a:lnTo>
                    <a:pt x="371982" y="388619"/>
                  </a:lnTo>
                  <a:lnTo>
                    <a:pt x="370458" y="387349"/>
                  </a:lnTo>
                  <a:close/>
                </a:path>
                <a:path w="491489" h="537210">
                  <a:moveTo>
                    <a:pt x="379582" y="370909"/>
                  </a:moveTo>
                  <a:lnTo>
                    <a:pt x="358922" y="370909"/>
                  </a:lnTo>
                  <a:lnTo>
                    <a:pt x="358145" y="371416"/>
                  </a:lnTo>
                  <a:lnTo>
                    <a:pt x="359028" y="373379"/>
                  </a:lnTo>
                  <a:lnTo>
                    <a:pt x="356234" y="373379"/>
                  </a:lnTo>
                  <a:lnTo>
                    <a:pt x="358012" y="374649"/>
                  </a:lnTo>
                  <a:lnTo>
                    <a:pt x="358497" y="375342"/>
                  </a:lnTo>
                  <a:lnTo>
                    <a:pt x="358901" y="375977"/>
                  </a:lnTo>
                  <a:lnTo>
                    <a:pt x="358901" y="377189"/>
                  </a:lnTo>
                  <a:lnTo>
                    <a:pt x="362076" y="377189"/>
                  </a:lnTo>
                  <a:lnTo>
                    <a:pt x="363600" y="378459"/>
                  </a:lnTo>
                  <a:lnTo>
                    <a:pt x="364362" y="379729"/>
                  </a:lnTo>
                  <a:lnTo>
                    <a:pt x="364870" y="379729"/>
                  </a:lnTo>
                  <a:lnTo>
                    <a:pt x="364743" y="380999"/>
                  </a:lnTo>
                  <a:lnTo>
                    <a:pt x="367791" y="382269"/>
                  </a:lnTo>
                  <a:lnTo>
                    <a:pt x="370204" y="384809"/>
                  </a:lnTo>
                  <a:lnTo>
                    <a:pt x="373125" y="386079"/>
                  </a:lnTo>
                  <a:lnTo>
                    <a:pt x="371093" y="386079"/>
                  </a:lnTo>
                  <a:lnTo>
                    <a:pt x="371855" y="387349"/>
                  </a:lnTo>
                  <a:lnTo>
                    <a:pt x="371982" y="388619"/>
                  </a:lnTo>
                  <a:lnTo>
                    <a:pt x="389508" y="388619"/>
                  </a:lnTo>
                  <a:lnTo>
                    <a:pt x="387984" y="386079"/>
                  </a:lnTo>
                  <a:lnTo>
                    <a:pt x="386968" y="384809"/>
                  </a:lnTo>
                  <a:lnTo>
                    <a:pt x="387857" y="384809"/>
                  </a:lnTo>
                  <a:lnTo>
                    <a:pt x="385698" y="383539"/>
                  </a:lnTo>
                  <a:lnTo>
                    <a:pt x="386206" y="382269"/>
                  </a:lnTo>
                  <a:lnTo>
                    <a:pt x="386079" y="380999"/>
                  </a:lnTo>
                  <a:lnTo>
                    <a:pt x="382269" y="378459"/>
                  </a:lnTo>
                  <a:lnTo>
                    <a:pt x="383285" y="373379"/>
                  </a:lnTo>
                  <a:lnTo>
                    <a:pt x="379918" y="372327"/>
                  </a:lnTo>
                  <a:lnTo>
                    <a:pt x="379156" y="372327"/>
                  </a:lnTo>
                  <a:lnTo>
                    <a:pt x="379582" y="370909"/>
                  </a:lnTo>
                  <a:close/>
                </a:path>
                <a:path w="491489" h="537210">
                  <a:moveTo>
                    <a:pt x="388873" y="383539"/>
                  </a:moveTo>
                  <a:lnTo>
                    <a:pt x="388238" y="384809"/>
                  </a:lnTo>
                  <a:lnTo>
                    <a:pt x="389254" y="384809"/>
                  </a:lnTo>
                  <a:lnTo>
                    <a:pt x="388873" y="383539"/>
                  </a:lnTo>
                  <a:close/>
                </a:path>
                <a:path w="491489" h="537210">
                  <a:moveTo>
                    <a:pt x="362203" y="382269"/>
                  </a:moveTo>
                  <a:lnTo>
                    <a:pt x="363600" y="383539"/>
                  </a:lnTo>
                  <a:lnTo>
                    <a:pt x="363854" y="383539"/>
                  </a:lnTo>
                  <a:lnTo>
                    <a:pt x="362203" y="382269"/>
                  </a:lnTo>
                  <a:close/>
                </a:path>
                <a:path w="491489" h="537210">
                  <a:moveTo>
                    <a:pt x="362330" y="380999"/>
                  </a:moveTo>
                  <a:lnTo>
                    <a:pt x="361949" y="380999"/>
                  </a:lnTo>
                  <a:lnTo>
                    <a:pt x="364108" y="382269"/>
                  </a:lnTo>
                  <a:lnTo>
                    <a:pt x="362330" y="380999"/>
                  </a:lnTo>
                  <a:close/>
                </a:path>
                <a:path w="491489" h="537210">
                  <a:moveTo>
                    <a:pt x="361568" y="379729"/>
                  </a:moveTo>
                  <a:lnTo>
                    <a:pt x="363219" y="380999"/>
                  </a:lnTo>
                  <a:lnTo>
                    <a:pt x="363727" y="380999"/>
                  </a:lnTo>
                  <a:lnTo>
                    <a:pt x="361568" y="379729"/>
                  </a:lnTo>
                  <a:close/>
                </a:path>
                <a:path w="491489" h="537210">
                  <a:moveTo>
                    <a:pt x="356234" y="375977"/>
                  </a:moveTo>
                  <a:lnTo>
                    <a:pt x="356488" y="377189"/>
                  </a:lnTo>
                  <a:lnTo>
                    <a:pt x="358266" y="378459"/>
                  </a:lnTo>
                  <a:lnTo>
                    <a:pt x="358647" y="378459"/>
                  </a:lnTo>
                  <a:lnTo>
                    <a:pt x="358139" y="377189"/>
                  </a:lnTo>
                  <a:lnTo>
                    <a:pt x="358901" y="377189"/>
                  </a:lnTo>
                  <a:lnTo>
                    <a:pt x="356234" y="375977"/>
                  </a:lnTo>
                  <a:close/>
                </a:path>
                <a:path w="491489" h="537210">
                  <a:moveTo>
                    <a:pt x="362076" y="377189"/>
                  </a:moveTo>
                  <a:lnTo>
                    <a:pt x="359155" y="377189"/>
                  </a:lnTo>
                  <a:lnTo>
                    <a:pt x="359536" y="378459"/>
                  </a:lnTo>
                  <a:lnTo>
                    <a:pt x="362076" y="377189"/>
                  </a:lnTo>
                  <a:close/>
                </a:path>
                <a:path w="491489" h="537210">
                  <a:moveTo>
                    <a:pt x="356234" y="374649"/>
                  </a:moveTo>
                  <a:lnTo>
                    <a:pt x="355472" y="374649"/>
                  </a:lnTo>
                  <a:lnTo>
                    <a:pt x="355980" y="377189"/>
                  </a:lnTo>
                  <a:lnTo>
                    <a:pt x="356223" y="375977"/>
                  </a:lnTo>
                  <a:lnTo>
                    <a:pt x="356234" y="374649"/>
                  </a:lnTo>
                  <a:close/>
                </a:path>
                <a:path w="491489" h="537210">
                  <a:moveTo>
                    <a:pt x="353186" y="374649"/>
                  </a:moveTo>
                  <a:lnTo>
                    <a:pt x="353585" y="375977"/>
                  </a:lnTo>
                  <a:lnTo>
                    <a:pt x="354433" y="375342"/>
                  </a:lnTo>
                  <a:lnTo>
                    <a:pt x="353186" y="374649"/>
                  </a:lnTo>
                  <a:close/>
                </a:path>
                <a:path w="491489" h="537210">
                  <a:moveTo>
                    <a:pt x="355177" y="374846"/>
                  </a:moveTo>
                  <a:lnTo>
                    <a:pt x="354433" y="375342"/>
                  </a:lnTo>
                  <a:lnTo>
                    <a:pt x="355576" y="375977"/>
                  </a:lnTo>
                  <a:lnTo>
                    <a:pt x="355314" y="375342"/>
                  </a:lnTo>
                  <a:lnTo>
                    <a:pt x="355177" y="374846"/>
                  </a:lnTo>
                  <a:close/>
                </a:path>
                <a:path w="491489" h="537210">
                  <a:moveTo>
                    <a:pt x="354652" y="371416"/>
                  </a:moveTo>
                  <a:lnTo>
                    <a:pt x="354317" y="372327"/>
                  </a:lnTo>
                  <a:lnTo>
                    <a:pt x="354485" y="372327"/>
                  </a:lnTo>
                  <a:lnTo>
                    <a:pt x="355123" y="374649"/>
                  </a:lnTo>
                  <a:lnTo>
                    <a:pt x="355177" y="374846"/>
                  </a:lnTo>
                  <a:lnTo>
                    <a:pt x="355472" y="374649"/>
                  </a:lnTo>
                  <a:lnTo>
                    <a:pt x="356234" y="374649"/>
                  </a:lnTo>
                  <a:lnTo>
                    <a:pt x="356234" y="373379"/>
                  </a:lnTo>
                  <a:lnTo>
                    <a:pt x="356615" y="373379"/>
                  </a:lnTo>
                  <a:lnTo>
                    <a:pt x="354652" y="371416"/>
                  </a:lnTo>
                  <a:close/>
                </a:path>
                <a:path w="491489" h="537210">
                  <a:moveTo>
                    <a:pt x="351513" y="370613"/>
                  </a:moveTo>
                  <a:lnTo>
                    <a:pt x="350883" y="370909"/>
                  </a:lnTo>
                  <a:lnTo>
                    <a:pt x="351105" y="371416"/>
                  </a:lnTo>
                  <a:lnTo>
                    <a:pt x="351604" y="372327"/>
                  </a:lnTo>
                  <a:lnTo>
                    <a:pt x="352551" y="373379"/>
                  </a:lnTo>
                  <a:lnTo>
                    <a:pt x="353948" y="373379"/>
                  </a:lnTo>
                  <a:lnTo>
                    <a:pt x="354317" y="372327"/>
                  </a:lnTo>
                  <a:lnTo>
                    <a:pt x="354485" y="372327"/>
                  </a:lnTo>
                  <a:lnTo>
                    <a:pt x="354095" y="370909"/>
                  </a:lnTo>
                  <a:lnTo>
                    <a:pt x="351542" y="370909"/>
                  </a:lnTo>
                  <a:lnTo>
                    <a:pt x="351513" y="370613"/>
                  </a:lnTo>
                  <a:close/>
                </a:path>
                <a:path w="491489" h="537210">
                  <a:moveTo>
                    <a:pt x="357004" y="372327"/>
                  </a:moveTo>
                  <a:lnTo>
                    <a:pt x="356089" y="372327"/>
                  </a:lnTo>
                  <a:lnTo>
                    <a:pt x="356615" y="373379"/>
                  </a:lnTo>
                  <a:lnTo>
                    <a:pt x="358266" y="373379"/>
                  </a:lnTo>
                  <a:lnTo>
                    <a:pt x="357004" y="372327"/>
                  </a:lnTo>
                  <a:close/>
                </a:path>
                <a:path w="491489" h="537210">
                  <a:moveTo>
                    <a:pt x="357917" y="370909"/>
                  </a:moveTo>
                  <a:lnTo>
                    <a:pt x="356885" y="370909"/>
                  </a:lnTo>
                  <a:lnTo>
                    <a:pt x="356893" y="372327"/>
                  </a:lnTo>
                  <a:lnTo>
                    <a:pt x="356750" y="372327"/>
                  </a:lnTo>
                  <a:lnTo>
                    <a:pt x="358145" y="371416"/>
                  </a:lnTo>
                  <a:lnTo>
                    <a:pt x="357917" y="370909"/>
                  </a:lnTo>
                  <a:close/>
                </a:path>
                <a:path w="491489" h="537210">
                  <a:moveTo>
                    <a:pt x="354813" y="370909"/>
                  </a:moveTo>
                  <a:lnTo>
                    <a:pt x="354145" y="370909"/>
                  </a:lnTo>
                  <a:lnTo>
                    <a:pt x="354652" y="371416"/>
                  </a:lnTo>
                  <a:lnTo>
                    <a:pt x="354813" y="370909"/>
                  </a:lnTo>
                  <a:close/>
                </a:path>
                <a:path w="491489" h="537210">
                  <a:moveTo>
                    <a:pt x="353694" y="369569"/>
                  </a:moveTo>
                  <a:lnTo>
                    <a:pt x="351399" y="370613"/>
                  </a:lnTo>
                  <a:lnTo>
                    <a:pt x="351577" y="370909"/>
                  </a:lnTo>
                  <a:lnTo>
                    <a:pt x="355838" y="370909"/>
                  </a:lnTo>
                  <a:lnTo>
                    <a:pt x="353694" y="369569"/>
                  </a:lnTo>
                  <a:close/>
                </a:path>
                <a:path w="491489" h="537210">
                  <a:moveTo>
                    <a:pt x="356869" y="368299"/>
                  </a:moveTo>
                  <a:lnTo>
                    <a:pt x="355345" y="369569"/>
                  </a:lnTo>
                  <a:lnTo>
                    <a:pt x="356551" y="370909"/>
                  </a:lnTo>
                  <a:lnTo>
                    <a:pt x="356885" y="370909"/>
                  </a:lnTo>
                  <a:lnTo>
                    <a:pt x="356869" y="368299"/>
                  </a:lnTo>
                  <a:close/>
                </a:path>
                <a:path w="491489" h="537210">
                  <a:moveTo>
                    <a:pt x="368553" y="355599"/>
                  </a:moveTo>
                  <a:lnTo>
                    <a:pt x="364870" y="361949"/>
                  </a:lnTo>
                  <a:lnTo>
                    <a:pt x="358266" y="361949"/>
                  </a:lnTo>
                  <a:lnTo>
                    <a:pt x="360171" y="364489"/>
                  </a:lnTo>
                  <a:lnTo>
                    <a:pt x="358393" y="364489"/>
                  </a:lnTo>
                  <a:lnTo>
                    <a:pt x="361108" y="365918"/>
                  </a:lnTo>
                  <a:lnTo>
                    <a:pt x="360727" y="365918"/>
                  </a:lnTo>
                  <a:lnTo>
                    <a:pt x="359536" y="368299"/>
                  </a:lnTo>
                  <a:lnTo>
                    <a:pt x="359282" y="368299"/>
                  </a:lnTo>
                  <a:lnTo>
                    <a:pt x="358330" y="369093"/>
                  </a:lnTo>
                  <a:lnTo>
                    <a:pt x="358938" y="370613"/>
                  </a:lnTo>
                  <a:lnTo>
                    <a:pt x="359056" y="370909"/>
                  </a:lnTo>
                  <a:lnTo>
                    <a:pt x="379847" y="370909"/>
                  </a:lnTo>
                  <a:lnTo>
                    <a:pt x="375157" y="369569"/>
                  </a:lnTo>
                  <a:lnTo>
                    <a:pt x="374141" y="363219"/>
                  </a:lnTo>
                  <a:lnTo>
                    <a:pt x="369569" y="361949"/>
                  </a:lnTo>
                  <a:lnTo>
                    <a:pt x="368553" y="355599"/>
                  </a:lnTo>
                  <a:close/>
                </a:path>
                <a:path w="491489" h="537210">
                  <a:moveTo>
                    <a:pt x="350773" y="369569"/>
                  </a:moveTo>
                  <a:lnTo>
                    <a:pt x="350859" y="370613"/>
                  </a:lnTo>
                  <a:lnTo>
                    <a:pt x="351087" y="370092"/>
                  </a:lnTo>
                  <a:lnTo>
                    <a:pt x="350773" y="369569"/>
                  </a:lnTo>
                  <a:close/>
                </a:path>
                <a:path w="491489" h="537210">
                  <a:moveTo>
                    <a:pt x="351268" y="369369"/>
                  </a:moveTo>
                  <a:lnTo>
                    <a:pt x="351193" y="369569"/>
                  </a:lnTo>
                  <a:lnTo>
                    <a:pt x="351087" y="370092"/>
                  </a:lnTo>
                  <a:lnTo>
                    <a:pt x="351399" y="370613"/>
                  </a:lnTo>
                  <a:lnTo>
                    <a:pt x="351408" y="369569"/>
                  </a:lnTo>
                  <a:lnTo>
                    <a:pt x="351268" y="369369"/>
                  </a:lnTo>
                  <a:close/>
                </a:path>
                <a:path w="491489" h="537210">
                  <a:moveTo>
                    <a:pt x="350519" y="368299"/>
                  </a:moveTo>
                  <a:lnTo>
                    <a:pt x="348233" y="368299"/>
                  </a:lnTo>
                  <a:lnTo>
                    <a:pt x="349249" y="369569"/>
                  </a:lnTo>
                  <a:lnTo>
                    <a:pt x="350519" y="368299"/>
                  </a:lnTo>
                  <a:close/>
                </a:path>
                <a:path w="491489" h="537210">
                  <a:moveTo>
                    <a:pt x="358012" y="368299"/>
                  </a:moveTo>
                  <a:lnTo>
                    <a:pt x="357695" y="368299"/>
                  </a:lnTo>
                  <a:lnTo>
                    <a:pt x="357758" y="369569"/>
                  </a:lnTo>
                  <a:lnTo>
                    <a:pt x="358330" y="369093"/>
                  </a:lnTo>
                  <a:lnTo>
                    <a:pt x="358012" y="368299"/>
                  </a:lnTo>
                  <a:close/>
                </a:path>
                <a:path w="491489" h="537210">
                  <a:moveTo>
                    <a:pt x="351535" y="368299"/>
                  </a:moveTo>
                  <a:lnTo>
                    <a:pt x="350519" y="368299"/>
                  </a:lnTo>
                  <a:lnTo>
                    <a:pt x="351268" y="369369"/>
                  </a:lnTo>
                  <a:lnTo>
                    <a:pt x="351309" y="369093"/>
                  </a:lnTo>
                  <a:lnTo>
                    <a:pt x="351535" y="368299"/>
                  </a:lnTo>
                  <a:close/>
                </a:path>
                <a:path w="491489" h="537210">
                  <a:moveTo>
                    <a:pt x="356234" y="363219"/>
                  </a:moveTo>
                  <a:lnTo>
                    <a:pt x="355345" y="363219"/>
                  </a:lnTo>
                  <a:lnTo>
                    <a:pt x="355345" y="364489"/>
                  </a:lnTo>
                  <a:lnTo>
                    <a:pt x="356124" y="365918"/>
                  </a:lnTo>
                  <a:lnTo>
                    <a:pt x="355726" y="368299"/>
                  </a:lnTo>
                  <a:lnTo>
                    <a:pt x="357695" y="368299"/>
                  </a:lnTo>
                  <a:lnTo>
                    <a:pt x="357631" y="367029"/>
                  </a:lnTo>
                  <a:lnTo>
                    <a:pt x="356267" y="365918"/>
                  </a:lnTo>
                  <a:lnTo>
                    <a:pt x="357965" y="365918"/>
                  </a:lnTo>
                  <a:lnTo>
                    <a:pt x="357250" y="364489"/>
                  </a:lnTo>
                  <a:lnTo>
                    <a:pt x="356488" y="364489"/>
                  </a:lnTo>
                  <a:lnTo>
                    <a:pt x="356234" y="363219"/>
                  </a:lnTo>
                  <a:close/>
                </a:path>
                <a:path w="491489" h="537210">
                  <a:moveTo>
                    <a:pt x="347519" y="365918"/>
                  </a:moveTo>
                  <a:lnTo>
                    <a:pt x="346852" y="365918"/>
                  </a:lnTo>
                  <a:lnTo>
                    <a:pt x="347852" y="367029"/>
                  </a:lnTo>
                  <a:lnTo>
                    <a:pt x="347519" y="365918"/>
                  </a:lnTo>
                  <a:close/>
                </a:path>
                <a:path w="491489" h="537210">
                  <a:moveTo>
                    <a:pt x="353933" y="365918"/>
                  </a:moveTo>
                  <a:lnTo>
                    <a:pt x="351980" y="365918"/>
                  </a:lnTo>
                  <a:lnTo>
                    <a:pt x="352424" y="367029"/>
                  </a:lnTo>
                  <a:lnTo>
                    <a:pt x="353821" y="367029"/>
                  </a:lnTo>
                  <a:lnTo>
                    <a:pt x="353933" y="365918"/>
                  </a:lnTo>
                  <a:close/>
                </a:path>
                <a:path w="491489" h="537210">
                  <a:moveTo>
                    <a:pt x="355091" y="364489"/>
                  </a:moveTo>
                  <a:lnTo>
                    <a:pt x="354806" y="365918"/>
                  </a:lnTo>
                  <a:lnTo>
                    <a:pt x="355377" y="365918"/>
                  </a:lnTo>
                  <a:lnTo>
                    <a:pt x="355091" y="364489"/>
                  </a:lnTo>
                  <a:close/>
                </a:path>
                <a:path w="491489" h="537210">
                  <a:moveTo>
                    <a:pt x="347090" y="361949"/>
                  </a:moveTo>
                  <a:lnTo>
                    <a:pt x="347036" y="362222"/>
                  </a:lnTo>
                  <a:lnTo>
                    <a:pt x="346958" y="362612"/>
                  </a:lnTo>
                  <a:lnTo>
                    <a:pt x="346836" y="363219"/>
                  </a:lnTo>
                  <a:lnTo>
                    <a:pt x="348614" y="364489"/>
                  </a:lnTo>
                  <a:lnTo>
                    <a:pt x="348487" y="363219"/>
                  </a:lnTo>
                  <a:lnTo>
                    <a:pt x="347979" y="363219"/>
                  </a:lnTo>
                  <a:lnTo>
                    <a:pt x="347090" y="361949"/>
                  </a:lnTo>
                  <a:close/>
                </a:path>
                <a:path w="491489" h="537210">
                  <a:moveTo>
                    <a:pt x="354266" y="362222"/>
                  </a:moveTo>
                  <a:lnTo>
                    <a:pt x="352170" y="363219"/>
                  </a:lnTo>
                  <a:lnTo>
                    <a:pt x="353059" y="363219"/>
                  </a:lnTo>
                  <a:lnTo>
                    <a:pt x="353694" y="364489"/>
                  </a:lnTo>
                  <a:lnTo>
                    <a:pt x="354539" y="362612"/>
                  </a:lnTo>
                  <a:lnTo>
                    <a:pt x="354266" y="362222"/>
                  </a:lnTo>
                  <a:close/>
                </a:path>
                <a:path w="491489" h="537210">
                  <a:moveTo>
                    <a:pt x="356615" y="363219"/>
                  </a:moveTo>
                  <a:lnTo>
                    <a:pt x="356615" y="364489"/>
                  </a:lnTo>
                  <a:lnTo>
                    <a:pt x="357250" y="364489"/>
                  </a:lnTo>
                  <a:lnTo>
                    <a:pt x="356615" y="363219"/>
                  </a:lnTo>
                  <a:close/>
                </a:path>
                <a:path w="491489" h="537210">
                  <a:moveTo>
                    <a:pt x="359219" y="363219"/>
                  </a:moveTo>
                  <a:lnTo>
                    <a:pt x="359023" y="363219"/>
                  </a:lnTo>
                  <a:lnTo>
                    <a:pt x="357250" y="364489"/>
                  </a:lnTo>
                  <a:lnTo>
                    <a:pt x="360171" y="364489"/>
                  </a:lnTo>
                  <a:lnTo>
                    <a:pt x="359219" y="363219"/>
                  </a:lnTo>
                  <a:close/>
                </a:path>
                <a:path w="491489" h="537210">
                  <a:moveTo>
                    <a:pt x="351672" y="362222"/>
                  </a:moveTo>
                  <a:lnTo>
                    <a:pt x="351789" y="363219"/>
                  </a:lnTo>
                  <a:lnTo>
                    <a:pt x="352170" y="363219"/>
                  </a:lnTo>
                  <a:lnTo>
                    <a:pt x="351672" y="362222"/>
                  </a:lnTo>
                  <a:close/>
                </a:path>
                <a:path w="491489" h="537210">
                  <a:moveTo>
                    <a:pt x="356869" y="361949"/>
                  </a:moveTo>
                  <a:lnTo>
                    <a:pt x="354837" y="361949"/>
                  </a:lnTo>
                  <a:lnTo>
                    <a:pt x="354539" y="362612"/>
                  </a:lnTo>
                  <a:lnTo>
                    <a:pt x="354964" y="363219"/>
                  </a:lnTo>
                  <a:lnTo>
                    <a:pt x="356488" y="363219"/>
                  </a:lnTo>
                  <a:lnTo>
                    <a:pt x="356671" y="362612"/>
                  </a:lnTo>
                  <a:lnTo>
                    <a:pt x="356788" y="362222"/>
                  </a:lnTo>
                  <a:lnTo>
                    <a:pt x="356869" y="361949"/>
                  </a:lnTo>
                  <a:close/>
                </a:path>
                <a:path w="491489" h="537210">
                  <a:moveTo>
                    <a:pt x="354837" y="361949"/>
                  </a:moveTo>
                  <a:lnTo>
                    <a:pt x="354075" y="361949"/>
                  </a:lnTo>
                  <a:lnTo>
                    <a:pt x="354266" y="362222"/>
                  </a:lnTo>
                  <a:lnTo>
                    <a:pt x="354837" y="361949"/>
                  </a:lnTo>
                  <a:close/>
                </a:path>
                <a:path w="491489" h="537210">
                  <a:moveTo>
                    <a:pt x="349801" y="357737"/>
                  </a:moveTo>
                  <a:lnTo>
                    <a:pt x="349884" y="359409"/>
                  </a:lnTo>
                  <a:lnTo>
                    <a:pt x="348741" y="359409"/>
                  </a:lnTo>
                  <a:lnTo>
                    <a:pt x="349630" y="360679"/>
                  </a:lnTo>
                  <a:lnTo>
                    <a:pt x="350392" y="361949"/>
                  </a:lnTo>
                  <a:lnTo>
                    <a:pt x="350900" y="361949"/>
                  </a:lnTo>
                  <a:lnTo>
                    <a:pt x="351281" y="360679"/>
                  </a:lnTo>
                  <a:lnTo>
                    <a:pt x="350997" y="359409"/>
                  </a:lnTo>
                  <a:lnTo>
                    <a:pt x="350761" y="359047"/>
                  </a:lnTo>
                  <a:lnTo>
                    <a:pt x="349801" y="357737"/>
                  </a:lnTo>
                  <a:close/>
                </a:path>
                <a:path w="491489" h="537210">
                  <a:moveTo>
                    <a:pt x="351535" y="359409"/>
                  </a:moveTo>
                  <a:lnTo>
                    <a:pt x="351662" y="361949"/>
                  </a:lnTo>
                  <a:lnTo>
                    <a:pt x="353567" y="361949"/>
                  </a:lnTo>
                  <a:lnTo>
                    <a:pt x="351535" y="359409"/>
                  </a:lnTo>
                  <a:close/>
                </a:path>
                <a:path w="491489" h="537210">
                  <a:moveTo>
                    <a:pt x="360834" y="353078"/>
                  </a:moveTo>
                  <a:lnTo>
                    <a:pt x="349393" y="353078"/>
                  </a:lnTo>
                  <a:lnTo>
                    <a:pt x="352805" y="356869"/>
                  </a:lnTo>
                  <a:lnTo>
                    <a:pt x="353350" y="359047"/>
                  </a:lnTo>
                  <a:lnTo>
                    <a:pt x="353440" y="359409"/>
                  </a:lnTo>
                  <a:lnTo>
                    <a:pt x="354329" y="360679"/>
                  </a:lnTo>
                  <a:lnTo>
                    <a:pt x="353567" y="361949"/>
                  </a:lnTo>
                  <a:lnTo>
                    <a:pt x="364870" y="361949"/>
                  </a:lnTo>
                  <a:lnTo>
                    <a:pt x="364337" y="358139"/>
                  </a:lnTo>
                  <a:lnTo>
                    <a:pt x="364281" y="357737"/>
                  </a:lnTo>
                  <a:lnTo>
                    <a:pt x="364159" y="356869"/>
                  </a:lnTo>
                  <a:lnTo>
                    <a:pt x="363727" y="356869"/>
                  </a:lnTo>
                  <a:lnTo>
                    <a:pt x="360834" y="353078"/>
                  </a:lnTo>
                  <a:close/>
                </a:path>
                <a:path w="491489" h="537210">
                  <a:moveTo>
                    <a:pt x="343915" y="358139"/>
                  </a:moveTo>
                  <a:lnTo>
                    <a:pt x="341121" y="358139"/>
                  </a:lnTo>
                  <a:lnTo>
                    <a:pt x="343534" y="360679"/>
                  </a:lnTo>
                  <a:lnTo>
                    <a:pt x="343915" y="358139"/>
                  </a:lnTo>
                  <a:close/>
                </a:path>
                <a:path w="491489" h="537210">
                  <a:moveTo>
                    <a:pt x="346582" y="358139"/>
                  </a:moveTo>
                  <a:lnTo>
                    <a:pt x="343915" y="358139"/>
                  </a:lnTo>
                  <a:lnTo>
                    <a:pt x="346074" y="360679"/>
                  </a:lnTo>
                  <a:lnTo>
                    <a:pt x="345439" y="359409"/>
                  </a:lnTo>
                  <a:lnTo>
                    <a:pt x="347979" y="359409"/>
                  </a:lnTo>
                  <a:lnTo>
                    <a:pt x="346582" y="358139"/>
                  </a:lnTo>
                  <a:close/>
                </a:path>
                <a:path w="491489" h="537210">
                  <a:moveTo>
                    <a:pt x="348487" y="359047"/>
                  </a:moveTo>
                  <a:lnTo>
                    <a:pt x="348487" y="359409"/>
                  </a:lnTo>
                  <a:lnTo>
                    <a:pt x="348741" y="359409"/>
                  </a:lnTo>
                  <a:lnTo>
                    <a:pt x="348487" y="359047"/>
                  </a:lnTo>
                  <a:close/>
                </a:path>
                <a:path w="491489" h="537210">
                  <a:moveTo>
                    <a:pt x="353059" y="358139"/>
                  </a:moveTo>
                  <a:lnTo>
                    <a:pt x="351027" y="358139"/>
                  </a:lnTo>
                  <a:lnTo>
                    <a:pt x="352424" y="359409"/>
                  </a:lnTo>
                  <a:lnTo>
                    <a:pt x="353059" y="358139"/>
                  </a:lnTo>
                  <a:close/>
                </a:path>
                <a:path w="491489" h="537210">
                  <a:moveTo>
                    <a:pt x="346319" y="354525"/>
                  </a:moveTo>
                  <a:lnTo>
                    <a:pt x="345518" y="354525"/>
                  </a:lnTo>
                  <a:lnTo>
                    <a:pt x="344550" y="355599"/>
                  </a:lnTo>
                  <a:lnTo>
                    <a:pt x="341375" y="355599"/>
                  </a:lnTo>
                  <a:lnTo>
                    <a:pt x="343153" y="358139"/>
                  </a:lnTo>
                  <a:lnTo>
                    <a:pt x="347852" y="358139"/>
                  </a:lnTo>
                  <a:lnTo>
                    <a:pt x="348487" y="359047"/>
                  </a:lnTo>
                  <a:lnTo>
                    <a:pt x="348487" y="356869"/>
                  </a:lnTo>
                  <a:lnTo>
                    <a:pt x="346328" y="356869"/>
                  </a:lnTo>
                  <a:lnTo>
                    <a:pt x="345566" y="355599"/>
                  </a:lnTo>
                  <a:lnTo>
                    <a:pt x="346319" y="354525"/>
                  </a:lnTo>
                  <a:close/>
                </a:path>
                <a:path w="491489" h="537210">
                  <a:moveTo>
                    <a:pt x="350265" y="356869"/>
                  </a:moveTo>
                  <a:lnTo>
                    <a:pt x="350900" y="358139"/>
                  </a:lnTo>
                  <a:lnTo>
                    <a:pt x="351281" y="358139"/>
                  </a:lnTo>
                  <a:lnTo>
                    <a:pt x="350265" y="356869"/>
                  </a:lnTo>
                  <a:close/>
                </a:path>
                <a:path w="491489" h="537210">
                  <a:moveTo>
                    <a:pt x="349757" y="356869"/>
                  </a:moveTo>
                  <a:lnTo>
                    <a:pt x="349165" y="356869"/>
                  </a:lnTo>
                  <a:lnTo>
                    <a:pt x="349801" y="357737"/>
                  </a:lnTo>
                  <a:lnTo>
                    <a:pt x="349757" y="356869"/>
                  </a:lnTo>
                  <a:close/>
                </a:path>
                <a:path w="491489" h="537210">
                  <a:moveTo>
                    <a:pt x="339724" y="350519"/>
                  </a:moveTo>
                  <a:lnTo>
                    <a:pt x="335851" y="350519"/>
                  </a:lnTo>
                  <a:lnTo>
                    <a:pt x="336295" y="351789"/>
                  </a:lnTo>
                  <a:lnTo>
                    <a:pt x="338070" y="353078"/>
                  </a:lnTo>
                  <a:lnTo>
                    <a:pt x="337609" y="355381"/>
                  </a:lnTo>
                  <a:lnTo>
                    <a:pt x="337565" y="355599"/>
                  </a:lnTo>
                  <a:lnTo>
                    <a:pt x="338200" y="356869"/>
                  </a:lnTo>
                  <a:lnTo>
                    <a:pt x="339724" y="356869"/>
                  </a:lnTo>
                  <a:lnTo>
                    <a:pt x="341375" y="355599"/>
                  </a:lnTo>
                  <a:lnTo>
                    <a:pt x="344550" y="355599"/>
                  </a:lnTo>
                  <a:lnTo>
                    <a:pt x="344443" y="354525"/>
                  </a:lnTo>
                  <a:lnTo>
                    <a:pt x="343505" y="354525"/>
                  </a:lnTo>
                  <a:lnTo>
                    <a:pt x="342782" y="353078"/>
                  </a:lnTo>
                  <a:lnTo>
                    <a:pt x="339724" y="350519"/>
                  </a:lnTo>
                  <a:close/>
                </a:path>
                <a:path w="491489" h="537210">
                  <a:moveTo>
                    <a:pt x="348233" y="355599"/>
                  </a:moveTo>
                  <a:lnTo>
                    <a:pt x="348741" y="356869"/>
                  </a:lnTo>
                  <a:lnTo>
                    <a:pt x="349165" y="356869"/>
                  </a:lnTo>
                  <a:lnTo>
                    <a:pt x="348233" y="355599"/>
                  </a:lnTo>
                  <a:close/>
                </a:path>
                <a:path w="491489" h="537210">
                  <a:moveTo>
                    <a:pt x="363981" y="355599"/>
                  </a:moveTo>
                  <a:lnTo>
                    <a:pt x="363727" y="356869"/>
                  </a:lnTo>
                  <a:lnTo>
                    <a:pt x="364159" y="356869"/>
                  </a:lnTo>
                  <a:lnTo>
                    <a:pt x="363981" y="355599"/>
                  </a:lnTo>
                  <a:close/>
                </a:path>
                <a:path w="491489" h="537210">
                  <a:moveTo>
                    <a:pt x="335790" y="353078"/>
                  </a:moveTo>
                  <a:lnTo>
                    <a:pt x="336022" y="354525"/>
                  </a:lnTo>
                  <a:lnTo>
                    <a:pt x="336134" y="355381"/>
                  </a:lnTo>
                  <a:lnTo>
                    <a:pt x="335424" y="355381"/>
                  </a:lnTo>
                  <a:lnTo>
                    <a:pt x="335533" y="355599"/>
                  </a:lnTo>
                  <a:lnTo>
                    <a:pt x="335950" y="355381"/>
                  </a:lnTo>
                  <a:lnTo>
                    <a:pt x="335094" y="354525"/>
                  </a:lnTo>
                  <a:lnTo>
                    <a:pt x="338283" y="354525"/>
                  </a:lnTo>
                  <a:lnTo>
                    <a:pt x="335790" y="353078"/>
                  </a:lnTo>
                  <a:close/>
                </a:path>
                <a:path w="491489" h="537210">
                  <a:moveTo>
                    <a:pt x="336136" y="355381"/>
                  </a:moveTo>
                  <a:lnTo>
                    <a:pt x="335950" y="355381"/>
                  </a:lnTo>
                  <a:lnTo>
                    <a:pt x="336168" y="355599"/>
                  </a:lnTo>
                  <a:lnTo>
                    <a:pt x="336136" y="355381"/>
                  </a:lnTo>
                  <a:close/>
                </a:path>
                <a:path w="491489" h="537210">
                  <a:moveTo>
                    <a:pt x="359850" y="351789"/>
                  </a:moveTo>
                  <a:lnTo>
                    <a:pt x="348487" y="351789"/>
                  </a:lnTo>
                  <a:lnTo>
                    <a:pt x="347650" y="355381"/>
                  </a:lnTo>
                  <a:lnTo>
                    <a:pt x="347598" y="355599"/>
                  </a:lnTo>
                  <a:lnTo>
                    <a:pt x="349630" y="355599"/>
                  </a:lnTo>
                  <a:lnTo>
                    <a:pt x="348771" y="354525"/>
                  </a:lnTo>
                  <a:lnTo>
                    <a:pt x="348497" y="354525"/>
                  </a:lnTo>
                  <a:lnTo>
                    <a:pt x="349365" y="353078"/>
                  </a:lnTo>
                  <a:lnTo>
                    <a:pt x="360834" y="353078"/>
                  </a:lnTo>
                  <a:lnTo>
                    <a:pt x="359850" y="351789"/>
                  </a:lnTo>
                  <a:close/>
                </a:path>
                <a:path w="491489" h="537210">
                  <a:moveTo>
                    <a:pt x="348487" y="351789"/>
                  </a:moveTo>
                  <a:lnTo>
                    <a:pt x="344296" y="351789"/>
                  </a:lnTo>
                  <a:lnTo>
                    <a:pt x="346709" y="353078"/>
                  </a:lnTo>
                  <a:lnTo>
                    <a:pt x="346709" y="354525"/>
                  </a:lnTo>
                  <a:lnTo>
                    <a:pt x="348487" y="351789"/>
                  </a:lnTo>
                  <a:close/>
                </a:path>
                <a:path w="491489" h="537210">
                  <a:moveTo>
                    <a:pt x="355973" y="346709"/>
                  </a:moveTo>
                  <a:lnTo>
                    <a:pt x="337311" y="346709"/>
                  </a:lnTo>
                  <a:lnTo>
                    <a:pt x="338750" y="348004"/>
                  </a:lnTo>
                  <a:lnTo>
                    <a:pt x="340867" y="349249"/>
                  </a:lnTo>
                  <a:lnTo>
                    <a:pt x="341883" y="350519"/>
                  </a:lnTo>
                  <a:lnTo>
                    <a:pt x="344058" y="353078"/>
                  </a:lnTo>
                  <a:lnTo>
                    <a:pt x="344296" y="351789"/>
                  </a:lnTo>
                  <a:lnTo>
                    <a:pt x="359850" y="351789"/>
                  </a:lnTo>
                  <a:lnTo>
                    <a:pt x="355973" y="346709"/>
                  </a:lnTo>
                  <a:close/>
                </a:path>
                <a:path w="491489" h="537210">
                  <a:moveTo>
                    <a:pt x="333628" y="349249"/>
                  </a:moveTo>
                  <a:lnTo>
                    <a:pt x="332358" y="350519"/>
                  </a:lnTo>
                  <a:lnTo>
                    <a:pt x="334009" y="351789"/>
                  </a:lnTo>
                  <a:lnTo>
                    <a:pt x="334878" y="350211"/>
                  </a:lnTo>
                  <a:lnTo>
                    <a:pt x="333628" y="349249"/>
                  </a:lnTo>
                  <a:close/>
                </a:path>
                <a:path w="491489" h="537210">
                  <a:moveTo>
                    <a:pt x="341248" y="350519"/>
                  </a:moveTo>
                  <a:lnTo>
                    <a:pt x="341883" y="351789"/>
                  </a:lnTo>
                  <a:lnTo>
                    <a:pt x="342010" y="351789"/>
                  </a:lnTo>
                  <a:lnTo>
                    <a:pt x="341248" y="350519"/>
                  </a:lnTo>
                  <a:close/>
                </a:path>
                <a:path w="491489" h="537210">
                  <a:moveTo>
                    <a:pt x="335521" y="349249"/>
                  </a:moveTo>
                  <a:lnTo>
                    <a:pt x="334878" y="350211"/>
                  </a:lnTo>
                  <a:lnTo>
                    <a:pt x="335279" y="350519"/>
                  </a:lnTo>
                  <a:lnTo>
                    <a:pt x="335851" y="350519"/>
                  </a:lnTo>
                  <a:lnTo>
                    <a:pt x="335521" y="349249"/>
                  </a:lnTo>
                  <a:close/>
                </a:path>
                <a:path w="491489" h="537210">
                  <a:moveTo>
                    <a:pt x="336041" y="349249"/>
                  </a:moveTo>
                  <a:lnTo>
                    <a:pt x="335533" y="349249"/>
                  </a:lnTo>
                  <a:lnTo>
                    <a:pt x="336168" y="350519"/>
                  </a:lnTo>
                  <a:lnTo>
                    <a:pt x="336549" y="350519"/>
                  </a:lnTo>
                  <a:lnTo>
                    <a:pt x="336041" y="349249"/>
                  </a:lnTo>
                  <a:close/>
                </a:path>
                <a:path w="491489" h="537210">
                  <a:moveTo>
                    <a:pt x="331235" y="348004"/>
                  </a:moveTo>
                  <a:lnTo>
                    <a:pt x="330224" y="348004"/>
                  </a:lnTo>
                  <a:lnTo>
                    <a:pt x="331469" y="349249"/>
                  </a:lnTo>
                  <a:lnTo>
                    <a:pt x="331235" y="348004"/>
                  </a:lnTo>
                  <a:close/>
                </a:path>
                <a:path w="491489" h="537210">
                  <a:moveTo>
                    <a:pt x="334263" y="346709"/>
                  </a:moveTo>
                  <a:lnTo>
                    <a:pt x="331220" y="348004"/>
                  </a:lnTo>
                  <a:lnTo>
                    <a:pt x="336073" y="349249"/>
                  </a:lnTo>
                  <a:lnTo>
                    <a:pt x="335533" y="349249"/>
                  </a:lnTo>
                  <a:lnTo>
                    <a:pt x="334263" y="346709"/>
                  </a:lnTo>
                  <a:close/>
                </a:path>
                <a:path w="491489" h="537210">
                  <a:moveTo>
                    <a:pt x="318499" y="303529"/>
                  </a:moveTo>
                  <a:lnTo>
                    <a:pt x="292861" y="303529"/>
                  </a:lnTo>
                  <a:lnTo>
                    <a:pt x="294004" y="304799"/>
                  </a:lnTo>
                  <a:lnTo>
                    <a:pt x="296290" y="304799"/>
                  </a:lnTo>
                  <a:lnTo>
                    <a:pt x="294949" y="305917"/>
                  </a:lnTo>
                  <a:lnTo>
                    <a:pt x="295147" y="306069"/>
                  </a:lnTo>
                  <a:lnTo>
                    <a:pt x="296671" y="306069"/>
                  </a:lnTo>
                  <a:lnTo>
                    <a:pt x="295528" y="307339"/>
                  </a:lnTo>
                  <a:lnTo>
                    <a:pt x="297306" y="308609"/>
                  </a:lnTo>
                  <a:lnTo>
                    <a:pt x="300608" y="309879"/>
                  </a:lnTo>
                  <a:lnTo>
                    <a:pt x="303021" y="311149"/>
                  </a:lnTo>
                  <a:lnTo>
                    <a:pt x="304545" y="312419"/>
                  </a:lnTo>
                  <a:lnTo>
                    <a:pt x="305434" y="312419"/>
                  </a:lnTo>
                  <a:lnTo>
                    <a:pt x="305561" y="313689"/>
                  </a:lnTo>
                  <a:lnTo>
                    <a:pt x="305083" y="314287"/>
                  </a:lnTo>
                  <a:lnTo>
                    <a:pt x="305688" y="314959"/>
                  </a:lnTo>
                  <a:lnTo>
                    <a:pt x="306196" y="317499"/>
                  </a:lnTo>
                  <a:lnTo>
                    <a:pt x="306704" y="318769"/>
                  </a:lnTo>
                  <a:lnTo>
                    <a:pt x="306060" y="320303"/>
                  </a:lnTo>
                  <a:lnTo>
                    <a:pt x="309083" y="320303"/>
                  </a:lnTo>
                  <a:lnTo>
                    <a:pt x="309879" y="322579"/>
                  </a:lnTo>
                  <a:lnTo>
                    <a:pt x="312800" y="323849"/>
                  </a:lnTo>
                  <a:lnTo>
                    <a:pt x="311911" y="325119"/>
                  </a:lnTo>
                  <a:lnTo>
                    <a:pt x="313816" y="325119"/>
                  </a:lnTo>
                  <a:lnTo>
                    <a:pt x="314324" y="326389"/>
                  </a:lnTo>
                  <a:lnTo>
                    <a:pt x="313181" y="326389"/>
                  </a:lnTo>
                  <a:lnTo>
                    <a:pt x="314324" y="327659"/>
                  </a:lnTo>
                  <a:lnTo>
                    <a:pt x="318896" y="327659"/>
                  </a:lnTo>
                  <a:lnTo>
                    <a:pt x="321690" y="331469"/>
                  </a:lnTo>
                  <a:lnTo>
                    <a:pt x="321817" y="332739"/>
                  </a:lnTo>
                  <a:lnTo>
                    <a:pt x="321864" y="333207"/>
                  </a:lnTo>
                  <a:lnTo>
                    <a:pt x="321944" y="334009"/>
                  </a:lnTo>
                  <a:lnTo>
                    <a:pt x="325119" y="334009"/>
                  </a:lnTo>
                  <a:lnTo>
                    <a:pt x="326770" y="335279"/>
                  </a:lnTo>
                  <a:lnTo>
                    <a:pt x="328548" y="337819"/>
                  </a:lnTo>
                  <a:lnTo>
                    <a:pt x="329310" y="337819"/>
                  </a:lnTo>
                  <a:lnTo>
                    <a:pt x="331596" y="339089"/>
                  </a:lnTo>
                  <a:lnTo>
                    <a:pt x="330199" y="339089"/>
                  </a:lnTo>
                  <a:lnTo>
                    <a:pt x="332358" y="341629"/>
                  </a:lnTo>
                  <a:lnTo>
                    <a:pt x="332234" y="342253"/>
                  </a:lnTo>
                  <a:lnTo>
                    <a:pt x="332170" y="342573"/>
                  </a:lnTo>
                  <a:lnTo>
                    <a:pt x="332104" y="342899"/>
                  </a:lnTo>
                  <a:lnTo>
                    <a:pt x="331342" y="342899"/>
                  </a:lnTo>
                  <a:lnTo>
                    <a:pt x="331891" y="344204"/>
                  </a:lnTo>
                  <a:lnTo>
                    <a:pt x="334771" y="346709"/>
                  </a:lnTo>
                  <a:lnTo>
                    <a:pt x="336713" y="348004"/>
                  </a:lnTo>
                  <a:lnTo>
                    <a:pt x="337311" y="346709"/>
                  </a:lnTo>
                  <a:lnTo>
                    <a:pt x="355973" y="346709"/>
                  </a:lnTo>
                  <a:lnTo>
                    <a:pt x="348075" y="336549"/>
                  </a:lnTo>
                  <a:lnTo>
                    <a:pt x="339939" y="327659"/>
                  </a:lnTo>
                  <a:lnTo>
                    <a:pt x="331469" y="318769"/>
                  </a:lnTo>
                  <a:lnTo>
                    <a:pt x="331977" y="318769"/>
                  </a:lnTo>
                  <a:lnTo>
                    <a:pt x="319752" y="304799"/>
                  </a:lnTo>
                  <a:lnTo>
                    <a:pt x="318499" y="303529"/>
                  </a:lnTo>
                  <a:close/>
                </a:path>
                <a:path w="491489" h="537210">
                  <a:moveTo>
                    <a:pt x="328195" y="344204"/>
                  </a:moveTo>
                  <a:lnTo>
                    <a:pt x="328548" y="345439"/>
                  </a:lnTo>
                  <a:lnTo>
                    <a:pt x="329183" y="345439"/>
                  </a:lnTo>
                  <a:lnTo>
                    <a:pt x="328195" y="344204"/>
                  </a:lnTo>
                  <a:close/>
                </a:path>
                <a:path w="491489" h="537210">
                  <a:moveTo>
                    <a:pt x="327056" y="340359"/>
                  </a:moveTo>
                  <a:lnTo>
                    <a:pt x="326834" y="340994"/>
                  </a:lnTo>
                  <a:lnTo>
                    <a:pt x="326457" y="342253"/>
                  </a:lnTo>
                  <a:lnTo>
                    <a:pt x="326360" y="342573"/>
                  </a:lnTo>
                  <a:lnTo>
                    <a:pt x="328726" y="344204"/>
                  </a:lnTo>
                  <a:lnTo>
                    <a:pt x="328136" y="342899"/>
                  </a:lnTo>
                  <a:lnTo>
                    <a:pt x="327056" y="340359"/>
                  </a:lnTo>
                  <a:close/>
                </a:path>
                <a:path w="491489" h="537210">
                  <a:moveTo>
                    <a:pt x="325896" y="342253"/>
                  </a:moveTo>
                  <a:lnTo>
                    <a:pt x="326263" y="342899"/>
                  </a:lnTo>
                  <a:lnTo>
                    <a:pt x="326360" y="342573"/>
                  </a:lnTo>
                  <a:lnTo>
                    <a:pt x="325896" y="342253"/>
                  </a:lnTo>
                  <a:close/>
                </a:path>
                <a:path w="491489" h="537210">
                  <a:moveTo>
                    <a:pt x="325183" y="340994"/>
                  </a:moveTo>
                  <a:lnTo>
                    <a:pt x="324992" y="341629"/>
                  </a:lnTo>
                  <a:lnTo>
                    <a:pt x="325896" y="342253"/>
                  </a:lnTo>
                  <a:lnTo>
                    <a:pt x="325183" y="340994"/>
                  </a:lnTo>
                  <a:close/>
                </a:path>
                <a:path w="491489" h="537210">
                  <a:moveTo>
                    <a:pt x="324254" y="339690"/>
                  </a:moveTo>
                  <a:lnTo>
                    <a:pt x="323385" y="340037"/>
                  </a:lnTo>
                  <a:lnTo>
                    <a:pt x="324738" y="341629"/>
                  </a:lnTo>
                  <a:lnTo>
                    <a:pt x="324421" y="340359"/>
                  </a:lnTo>
                  <a:lnTo>
                    <a:pt x="324340" y="340037"/>
                  </a:lnTo>
                  <a:lnTo>
                    <a:pt x="324254" y="339690"/>
                  </a:lnTo>
                  <a:close/>
                </a:path>
                <a:path w="491489" h="537210">
                  <a:moveTo>
                    <a:pt x="327786" y="337819"/>
                  </a:moveTo>
                  <a:lnTo>
                    <a:pt x="327225" y="339690"/>
                  </a:lnTo>
                  <a:lnTo>
                    <a:pt x="327417" y="339690"/>
                  </a:lnTo>
                  <a:lnTo>
                    <a:pt x="330327" y="341629"/>
                  </a:lnTo>
                  <a:lnTo>
                    <a:pt x="327786" y="337819"/>
                  </a:lnTo>
                  <a:close/>
                </a:path>
                <a:path w="491489" h="537210">
                  <a:moveTo>
                    <a:pt x="325754" y="339089"/>
                  </a:moveTo>
                  <a:lnTo>
                    <a:pt x="324254" y="339690"/>
                  </a:lnTo>
                  <a:lnTo>
                    <a:pt x="324444" y="339690"/>
                  </a:lnTo>
                  <a:lnTo>
                    <a:pt x="325183" y="340994"/>
                  </a:lnTo>
                  <a:lnTo>
                    <a:pt x="325754" y="339089"/>
                  </a:lnTo>
                  <a:close/>
                </a:path>
                <a:path w="491489" h="537210">
                  <a:moveTo>
                    <a:pt x="321817" y="337819"/>
                  </a:moveTo>
                  <a:lnTo>
                    <a:pt x="322379" y="339690"/>
                  </a:lnTo>
                  <a:lnTo>
                    <a:pt x="322483" y="340037"/>
                  </a:lnTo>
                  <a:lnTo>
                    <a:pt x="322579" y="340359"/>
                  </a:lnTo>
                  <a:lnTo>
                    <a:pt x="323385" y="340037"/>
                  </a:lnTo>
                  <a:lnTo>
                    <a:pt x="322579" y="339089"/>
                  </a:lnTo>
                  <a:lnTo>
                    <a:pt x="321817" y="337819"/>
                  </a:lnTo>
                  <a:close/>
                </a:path>
                <a:path w="491489" h="537210">
                  <a:moveTo>
                    <a:pt x="326516" y="339089"/>
                  </a:moveTo>
                  <a:lnTo>
                    <a:pt x="327056" y="340359"/>
                  </a:lnTo>
                  <a:lnTo>
                    <a:pt x="327121" y="340037"/>
                  </a:lnTo>
                  <a:lnTo>
                    <a:pt x="327225" y="339690"/>
                  </a:lnTo>
                  <a:lnTo>
                    <a:pt x="327417" y="339690"/>
                  </a:lnTo>
                  <a:lnTo>
                    <a:pt x="326516" y="339089"/>
                  </a:lnTo>
                  <a:close/>
                </a:path>
                <a:path w="491489" h="537210">
                  <a:moveTo>
                    <a:pt x="324103" y="339089"/>
                  </a:moveTo>
                  <a:lnTo>
                    <a:pt x="324254" y="339690"/>
                  </a:lnTo>
                  <a:lnTo>
                    <a:pt x="324444" y="339690"/>
                  </a:lnTo>
                  <a:lnTo>
                    <a:pt x="324103" y="339089"/>
                  </a:lnTo>
                  <a:close/>
                </a:path>
                <a:path w="491489" h="537210">
                  <a:moveTo>
                    <a:pt x="324611" y="335279"/>
                  </a:moveTo>
                  <a:lnTo>
                    <a:pt x="323469" y="335279"/>
                  </a:lnTo>
                  <a:lnTo>
                    <a:pt x="322706" y="336549"/>
                  </a:lnTo>
                  <a:lnTo>
                    <a:pt x="323977" y="337819"/>
                  </a:lnTo>
                  <a:lnTo>
                    <a:pt x="324738" y="337819"/>
                  </a:lnTo>
                  <a:lnTo>
                    <a:pt x="324611" y="335279"/>
                  </a:lnTo>
                  <a:close/>
                </a:path>
                <a:path w="491489" h="537210">
                  <a:moveTo>
                    <a:pt x="319404" y="331469"/>
                  </a:moveTo>
                  <a:lnTo>
                    <a:pt x="318896" y="332739"/>
                  </a:lnTo>
                  <a:lnTo>
                    <a:pt x="321436" y="336549"/>
                  </a:lnTo>
                  <a:lnTo>
                    <a:pt x="325119" y="334009"/>
                  </a:lnTo>
                  <a:lnTo>
                    <a:pt x="321944" y="334009"/>
                  </a:lnTo>
                  <a:lnTo>
                    <a:pt x="319404" y="331469"/>
                  </a:lnTo>
                  <a:close/>
                </a:path>
                <a:path w="491489" h="537210">
                  <a:moveTo>
                    <a:pt x="323603" y="335055"/>
                  </a:moveTo>
                  <a:lnTo>
                    <a:pt x="323278" y="335279"/>
                  </a:lnTo>
                  <a:lnTo>
                    <a:pt x="323469" y="335279"/>
                  </a:lnTo>
                  <a:lnTo>
                    <a:pt x="323603" y="335055"/>
                  </a:lnTo>
                  <a:close/>
                </a:path>
                <a:path w="491489" h="537210">
                  <a:moveTo>
                    <a:pt x="317753" y="333207"/>
                  </a:moveTo>
                  <a:lnTo>
                    <a:pt x="317753" y="334009"/>
                  </a:lnTo>
                  <a:lnTo>
                    <a:pt x="318515" y="334009"/>
                  </a:lnTo>
                  <a:lnTo>
                    <a:pt x="317753" y="333207"/>
                  </a:lnTo>
                  <a:close/>
                </a:path>
                <a:path w="491489" h="537210">
                  <a:moveTo>
                    <a:pt x="316102" y="331469"/>
                  </a:moveTo>
                  <a:lnTo>
                    <a:pt x="317753" y="333207"/>
                  </a:lnTo>
                  <a:lnTo>
                    <a:pt x="317753" y="332739"/>
                  </a:lnTo>
                  <a:lnTo>
                    <a:pt x="316102" y="331469"/>
                  </a:lnTo>
                  <a:close/>
                </a:path>
                <a:path w="491489" h="537210">
                  <a:moveTo>
                    <a:pt x="315213" y="331469"/>
                  </a:moveTo>
                  <a:lnTo>
                    <a:pt x="314832" y="331469"/>
                  </a:lnTo>
                  <a:lnTo>
                    <a:pt x="315213" y="332739"/>
                  </a:lnTo>
                  <a:lnTo>
                    <a:pt x="315213" y="331469"/>
                  </a:lnTo>
                  <a:close/>
                </a:path>
                <a:path w="491489" h="537210">
                  <a:moveTo>
                    <a:pt x="314070" y="327659"/>
                  </a:moveTo>
                  <a:lnTo>
                    <a:pt x="312927" y="328929"/>
                  </a:lnTo>
                  <a:lnTo>
                    <a:pt x="313943" y="330199"/>
                  </a:lnTo>
                  <a:lnTo>
                    <a:pt x="314452" y="328929"/>
                  </a:lnTo>
                  <a:lnTo>
                    <a:pt x="313308" y="328929"/>
                  </a:lnTo>
                  <a:lnTo>
                    <a:pt x="314070" y="327659"/>
                  </a:lnTo>
                  <a:close/>
                </a:path>
                <a:path w="491489" h="537210">
                  <a:moveTo>
                    <a:pt x="315213" y="328929"/>
                  </a:moveTo>
                  <a:lnTo>
                    <a:pt x="314452" y="328929"/>
                  </a:lnTo>
                  <a:lnTo>
                    <a:pt x="315721" y="330199"/>
                  </a:lnTo>
                  <a:lnTo>
                    <a:pt x="315213" y="328929"/>
                  </a:lnTo>
                  <a:close/>
                </a:path>
                <a:path w="491489" h="537210">
                  <a:moveTo>
                    <a:pt x="318896" y="327659"/>
                  </a:moveTo>
                  <a:lnTo>
                    <a:pt x="314578" y="327659"/>
                  </a:lnTo>
                  <a:lnTo>
                    <a:pt x="314832" y="328929"/>
                  </a:lnTo>
                  <a:lnTo>
                    <a:pt x="317372" y="328929"/>
                  </a:lnTo>
                  <a:lnTo>
                    <a:pt x="318896" y="327659"/>
                  </a:lnTo>
                  <a:close/>
                </a:path>
                <a:path w="491489" h="537210">
                  <a:moveTo>
                    <a:pt x="310260" y="323849"/>
                  </a:moveTo>
                  <a:lnTo>
                    <a:pt x="308609" y="323849"/>
                  </a:lnTo>
                  <a:lnTo>
                    <a:pt x="309244" y="325119"/>
                  </a:lnTo>
                  <a:lnTo>
                    <a:pt x="309879" y="325119"/>
                  </a:lnTo>
                  <a:lnTo>
                    <a:pt x="310260" y="323849"/>
                  </a:lnTo>
                  <a:close/>
                </a:path>
                <a:path w="491489" h="537210">
                  <a:moveTo>
                    <a:pt x="304489" y="320860"/>
                  </a:moveTo>
                  <a:lnTo>
                    <a:pt x="303656" y="321309"/>
                  </a:lnTo>
                  <a:lnTo>
                    <a:pt x="305434" y="322579"/>
                  </a:lnTo>
                  <a:lnTo>
                    <a:pt x="304489" y="320860"/>
                  </a:lnTo>
                  <a:close/>
                </a:path>
                <a:path w="491489" h="537210">
                  <a:moveTo>
                    <a:pt x="306109" y="320303"/>
                  </a:moveTo>
                  <a:lnTo>
                    <a:pt x="305680" y="320303"/>
                  </a:lnTo>
                  <a:lnTo>
                    <a:pt x="306704" y="322579"/>
                  </a:lnTo>
                  <a:lnTo>
                    <a:pt x="306109" y="320303"/>
                  </a:lnTo>
                  <a:close/>
                </a:path>
                <a:path w="491489" h="537210">
                  <a:moveTo>
                    <a:pt x="308701" y="320303"/>
                  </a:moveTo>
                  <a:lnTo>
                    <a:pt x="306328" y="320303"/>
                  </a:lnTo>
                  <a:lnTo>
                    <a:pt x="307593" y="321309"/>
                  </a:lnTo>
                  <a:lnTo>
                    <a:pt x="308701" y="320303"/>
                  </a:lnTo>
                  <a:close/>
                </a:path>
                <a:path w="491489" h="537210">
                  <a:moveTo>
                    <a:pt x="305519" y="320303"/>
                  </a:moveTo>
                  <a:lnTo>
                    <a:pt x="304182" y="320303"/>
                  </a:lnTo>
                  <a:lnTo>
                    <a:pt x="304489" y="320860"/>
                  </a:lnTo>
                  <a:lnTo>
                    <a:pt x="305519" y="320303"/>
                  </a:lnTo>
                  <a:close/>
                </a:path>
                <a:path w="491489" h="537210">
                  <a:moveTo>
                    <a:pt x="304927" y="317499"/>
                  </a:moveTo>
                  <a:lnTo>
                    <a:pt x="304291" y="317499"/>
                  </a:lnTo>
                  <a:lnTo>
                    <a:pt x="302767" y="318769"/>
                  </a:lnTo>
                  <a:lnTo>
                    <a:pt x="306842" y="320303"/>
                  </a:lnTo>
                  <a:lnTo>
                    <a:pt x="306328" y="320303"/>
                  </a:lnTo>
                  <a:lnTo>
                    <a:pt x="304927" y="317499"/>
                  </a:lnTo>
                  <a:close/>
                </a:path>
                <a:path w="491489" h="537210">
                  <a:moveTo>
                    <a:pt x="302787" y="312941"/>
                  </a:moveTo>
                  <a:lnTo>
                    <a:pt x="300735" y="317499"/>
                  </a:lnTo>
                  <a:lnTo>
                    <a:pt x="302132" y="317499"/>
                  </a:lnTo>
                  <a:lnTo>
                    <a:pt x="304164" y="313689"/>
                  </a:lnTo>
                  <a:lnTo>
                    <a:pt x="303910" y="313689"/>
                  </a:lnTo>
                  <a:lnTo>
                    <a:pt x="302787" y="312941"/>
                  </a:lnTo>
                  <a:close/>
                </a:path>
                <a:path w="491489" h="537210">
                  <a:moveTo>
                    <a:pt x="304545" y="313689"/>
                  </a:moveTo>
                  <a:lnTo>
                    <a:pt x="304545" y="314959"/>
                  </a:lnTo>
                  <a:lnTo>
                    <a:pt x="305083" y="314287"/>
                  </a:lnTo>
                  <a:lnTo>
                    <a:pt x="304545" y="313689"/>
                  </a:lnTo>
                  <a:close/>
                </a:path>
                <a:path w="491489" h="537210">
                  <a:moveTo>
                    <a:pt x="303021" y="311149"/>
                  </a:moveTo>
                  <a:lnTo>
                    <a:pt x="302005" y="311149"/>
                  </a:lnTo>
                  <a:lnTo>
                    <a:pt x="303910" y="313689"/>
                  </a:lnTo>
                  <a:lnTo>
                    <a:pt x="304482" y="313689"/>
                  </a:lnTo>
                  <a:lnTo>
                    <a:pt x="304418" y="312419"/>
                  </a:lnTo>
                  <a:lnTo>
                    <a:pt x="303529" y="312419"/>
                  </a:lnTo>
                  <a:lnTo>
                    <a:pt x="303021" y="311149"/>
                  </a:lnTo>
                  <a:close/>
                </a:path>
                <a:path w="491489" h="537210">
                  <a:moveTo>
                    <a:pt x="303021" y="312419"/>
                  </a:moveTo>
                  <a:lnTo>
                    <a:pt x="302005" y="312419"/>
                  </a:lnTo>
                  <a:lnTo>
                    <a:pt x="302787" y="312941"/>
                  </a:lnTo>
                  <a:lnTo>
                    <a:pt x="303021" y="312419"/>
                  </a:lnTo>
                  <a:close/>
                </a:path>
                <a:path w="491489" h="537210">
                  <a:moveTo>
                    <a:pt x="295010" y="305917"/>
                  </a:moveTo>
                  <a:lnTo>
                    <a:pt x="294766" y="306069"/>
                  </a:lnTo>
                  <a:lnTo>
                    <a:pt x="295147" y="306069"/>
                  </a:lnTo>
                  <a:lnTo>
                    <a:pt x="295010" y="305917"/>
                  </a:lnTo>
                  <a:close/>
                </a:path>
                <a:path w="491489" h="537210">
                  <a:moveTo>
                    <a:pt x="294634" y="279399"/>
                  </a:moveTo>
                  <a:lnTo>
                    <a:pt x="271271" y="279399"/>
                  </a:lnTo>
                  <a:lnTo>
                    <a:pt x="272033" y="280669"/>
                  </a:lnTo>
                  <a:lnTo>
                    <a:pt x="275081" y="283209"/>
                  </a:lnTo>
                  <a:lnTo>
                    <a:pt x="273811" y="284479"/>
                  </a:lnTo>
                  <a:lnTo>
                    <a:pt x="278638" y="289559"/>
                  </a:lnTo>
                  <a:lnTo>
                    <a:pt x="293496" y="304799"/>
                  </a:lnTo>
                  <a:lnTo>
                    <a:pt x="294949" y="305917"/>
                  </a:lnTo>
                  <a:lnTo>
                    <a:pt x="294004" y="304799"/>
                  </a:lnTo>
                  <a:lnTo>
                    <a:pt x="292861" y="303529"/>
                  </a:lnTo>
                  <a:lnTo>
                    <a:pt x="318499" y="303529"/>
                  </a:lnTo>
                  <a:lnTo>
                    <a:pt x="294634" y="279399"/>
                  </a:lnTo>
                  <a:close/>
                </a:path>
                <a:path w="491489" h="537210">
                  <a:moveTo>
                    <a:pt x="266371" y="273448"/>
                  </a:moveTo>
                  <a:lnTo>
                    <a:pt x="266152" y="273448"/>
                  </a:lnTo>
                  <a:lnTo>
                    <a:pt x="266064" y="274319"/>
                  </a:lnTo>
                  <a:lnTo>
                    <a:pt x="265938" y="275589"/>
                  </a:lnTo>
                  <a:lnTo>
                    <a:pt x="266445" y="275589"/>
                  </a:lnTo>
                  <a:lnTo>
                    <a:pt x="267842" y="276859"/>
                  </a:lnTo>
                  <a:lnTo>
                    <a:pt x="267461" y="278129"/>
                  </a:lnTo>
                  <a:lnTo>
                    <a:pt x="268731" y="279399"/>
                  </a:lnTo>
                  <a:lnTo>
                    <a:pt x="269239" y="280669"/>
                  </a:lnTo>
                  <a:lnTo>
                    <a:pt x="270255" y="280669"/>
                  </a:lnTo>
                  <a:lnTo>
                    <a:pt x="270255" y="279399"/>
                  </a:lnTo>
                  <a:lnTo>
                    <a:pt x="294634" y="279399"/>
                  </a:lnTo>
                  <a:lnTo>
                    <a:pt x="292372" y="276859"/>
                  </a:lnTo>
                  <a:lnTo>
                    <a:pt x="271398" y="276859"/>
                  </a:lnTo>
                  <a:lnTo>
                    <a:pt x="267334" y="275589"/>
                  </a:lnTo>
                  <a:lnTo>
                    <a:pt x="266371" y="273448"/>
                  </a:lnTo>
                  <a:close/>
                </a:path>
                <a:path w="491489" h="537210">
                  <a:moveTo>
                    <a:pt x="280161" y="264159"/>
                  </a:moveTo>
                  <a:lnTo>
                    <a:pt x="280034" y="266699"/>
                  </a:lnTo>
                  <a:lnTo>
                    <a:pt x="257301" y="266699"/>
                  </a:lnTo>
                  <a:lnTo>
                    <a:pt x="258698" y="267969"/>
                  </a:lnTo>
                  <a:lnTo>
                    <a:pt x="261492" y="271779"/>
                  </a:lnTo>
                  <a:lnTo>
                    <a:pt x="265175" y="273049"/>
                  </a:lnTo>
                  <a:lnTo>
                    <a:pt x="268985" y="274319"/>
                  </a:lnTo>
                  <a:lnTo>
                    <a:pt x="271398" y="276859"/>
                  </a:lnTo>
                  <a:lnTo>
                    <a:pt x="292372" y="276859"/>
                  </a:lnTo>
                  <a:lnTo>
                    <a:pt x="289334" y="273448"/>
                  </a:lnTo>
                  <a:lnTo>
                    <a:pt x="266152" y="273448"/>
                  </a:lnTo>
                  <a:lnTo>
                    <a:pt x="266191" y="273049"/>
                  </a:lnTo>
                  <a:lnTo>
                    <a:pt x="288979" y="273049"/>
                  </a:lnTo>
                  <a:lnTo>
                    <a:pt x="282193" y="265429"/>
                  </a:lnTo>
                  <a:lnTo>
                    <a:pt x="280161" y="264159"/>
                  </a:lnTo>
                  <a:close/>
                </a:path>
                <a:path w="491489" h="537210">
                  <a:moveTo>
                    <a:pt x="288979" y="273049"/>
                  </a:moveTo>
                  <a:lnTo>
                    <a:pt x="266191" y="273049"/>
                  </a:lnTo>
                  <a:lnTo>
                    <a:pt x="266371" y="273448"/>
                  </a:lnTo>
                  <a:lnTo>
                    <a:pt x="289334" y="273448"/>
                  </a:lnTo>
                  <a:lnTo>
                    <a:pt x="288979" y="273049"/>
                  </a:lnTo>
                  <a:close/>
                </a:path>
                <a:path w="491489" h="537210">
                  <a:moveTo>
                    <a:pt x="278256" y="265429"/>
                  </a:moveTo>
                  <a:lnTo>
                    <a:pt x="255777" y="265429"/>
                  </a:lnTo>
                  <a:lnTo>
                    <a:pt x="256031" y="266699"/>
                  </a:lnTo>
                  <a:lnTo>
                    <a:pt x="280034" y="266699"/>
                  </a:lnTo>
                  <a:lnTo>
                    <a:pt x="278256" y="265429"/>
                  </a:lnTo>
                  <a:close/>
                </a:path>
                <a:path w="491489" h="537210">
                  <a:moveTo>
                    <a:pt x="276796" y="263016"/>
                  </a:moveTo>
                  <a:lnTo>
                    <a:pt x="253491" y="263016"/>
                  </a:lnTo>
                  <a:lnTo>
                    <a:pt x="254634" y="264159"/>
                  </a:lnTo>
                  <a:lnTo>
                    <a:pt x="256031" y="264159"/>
                  </a:lnTo>
                  <a:lnTo>
                    <a:pt x="256666" y="265429"/>
                  </a:lnTo>
                  <a:lnTo>
                    <a:pt x="277621" y="265429"/>
                  </a:lnTo>
                  <a:lnTo>
                    <a:pt x="276224" y="264159"/>
                  </a:lnTo>
                  <a:lnTo>
                    <a:pt x="276796" y="263016"/>
                  </a:lnTo>
                  <a:close/>
                </a:path>
                <a:path w="491489" h="537210">
                  <a:moveTo>
                    <a:pt x="278142" y="263016"/>
                  </a:moveTo>
                  <a:lnTo>
                    <a:pt x="276999" y="263016"/>
                  </a:lnTo>
                  <a:lnTo>
                    <a:pt x="278256" y="264159"/>
                  </a:lnTo>
                  <a:lnTo>
                    <a:pt x="278142" y="263016"/>
                  </a:lnTo>
                  <a:close/>
                </a:path>
                <a:path w="491489" h="537210">
                  <a:moveTo>
                    <a:pt x="279450" y="263016"/>
                  </a:moveTo>
                  <a:lnTo>
                    <a:pt x="278890" y="263016"/>
                  </a:lnTo>
                  <a:lnTo>
                    <a:pt x="279527" y="264159"/>
                  </a:lnTo>
                  <a:lnTo>
                    <a:pt x="279907" y="264159"/>
                  </a:lnTo>
                  <a:lnTo>
                    <a:pt x="279450" y="263016"/>
                  </a:lnTo>
                  <a:close/>
                </a:path>
                <a:path w="491489" h="537210">
                  <a:moveTo>
                    <a:pt x="272668" y="256539"/>
                  </a:moveTo>
                  <a:lnTo>
                    <a:pt x="273303" y="259079"/>
                  </a:lnTo>
                  <a:lnTo>
                    <a:pt x="252602" y="259079"/>
                  </a:lnTo>
                  <a:lnTo>
                    <a:pt x="256146" y="263016"/>
                  </a:lnTo>
                  <a:lnTo>
                    <a:pt x="278955" y="263016"/>
                  </a:lnTo>
                  <a:lnTo>
                    <a:pt x="276859" y="261619"/>
                  </a:lnTo>
                  <a:lnTo>
                    <a:pt x="274954" y="257809"/>
                  </a:lnTo>
                  <a:lnTo>
                    <a:pt x="272668" y="256539"/>
                  </a:lnTo>
                  <a:close/>
                </a:path>
                <a:path w="491489" h="537210">
                  <a:moveTo>
                    <a:pt x="271525" y="255269"/>
                  </a:moveTo>
                  <a:lnTo>
                    <a:pt x="246887" y="255269"/>
                  </a:lnTo>
                  <a:lnTo>
                    <a:pt x="247141" y="256539"/>
                  </a:lnTo>
                  <a:lnTo>
                    <a:pt x="250316" y="260349"/>
                  </a:lnTo>
                  <a:lnTo>
                    <a:pt x="252602" y="259079"/>
                  </a:lnTo>
                  <a:lnTo>
                    <a:pt x="272288" y="259079"/>
                  </a:lnTo>
                  <a:lnTo>
                    <a:pt x="271525" y="257809"/>
                  </a:lnTo>
                  <a:lnTo>
                    <a:pt x="270890" y="256539"/>
                  </a:lnTo>
                  <a:lnTo>
                    <a:pt x="271525" y="256539"/>
                  </a:lnTo>
                  <a:lnTo>
                    <a:pt x="271525" y="255269"/>
                  </a:lnTo>
                  <a:close/>
                </a:path>
                <a:path w="491489" h="537210">
                  <a:moveTo>
                    <a:pt x="217042" y="220979"/>
                  </a:moveTo>
                  <a:lnTo>
                    <a:pt x="221741" y="227329"/>
                  </a:lnTo>
                  <a:lnTo>
                    <a:pt x="225537" y="230780"/>
                  </a:lnTo>
                  <a:lnTo>
                    <a:pt x="225999" y="231255"/>
                  </a:lnTo>
                  <a:lnTo>
                    <a:pt x="229615" y="237489"/>
                  </a:lnTo>
                  <a:lnTo>
                    <a:pt x="232155" y="237489"/>
                  </a:lnTo>
                  <a:lnTo>
                    <a:pt x="232536" y="240029"/>
                  </a:lnTo>
                  <a:lnTo>
                    <a:pt x="236854" y="246379"/>
                  </a:lnTo>
                  <a:lnTo>
                    <a:pt x="241553" y="248919"/>
                  </a:lnTo>
                  <a:lnTo>
                    <a:pt x="246887" y="253999"/>
                  </a:lnTo>
                  <a:lnTo>
                    <a:pt x="248411" y="255269"/>
                  </a:lnTo>
                  <a:lnTo>
                    <a:pt x="272160" y="255269"/>
                  </a:lnTo>
                  <a:lnTo>
                    <a:pt x="266827" y="253999"/>
                  </a:lnTo>
                  <a:lnTo>
                    <a:pt x="270255" y="251459"/>
                  </a:lnTo>
                  <a:lnTo>
                    <a:pt x="268350" y="250189"/>
                  </a:lnTo>
                  <a:lnTo>
                    <a:pt x="264286" y="250189"/>
                  </a:lnTo>
                  <a:lnTo>
                    <a:pt x="259333" y="247649"/>
                  </a:lnTo>
                  <a:lnTo>
                    <a:pt x="255777" y="246379"/>
                  </a:lnTo>
                  <a:lnTo>
                    <a:pt x="254761" y="245109"/>
                  </a:lnTo>
                  <a:lnTo>
                    <a:pt x="256222" y="245109"/>
                  </a:lnTo>
                  <a:lnTo>
                    <a:pt x="255904" y="243839"/>
                  </a:lnTo>
                  <a:lnTo>
                    <a:pt x="256666" y="243839"/>
                  </a:lnTo>
                  <a:lnTo>
                    <a:pt x="254253" y="242569"/>
                  </a:lnTo>
                  <a:lnTo>
                    <a:pt x="252221" y="242569"/>
                  </a:lnTo>
                  <a:lnTo>
                    <a:pt x="251332" y="241299"/>
                  </a:lnTo>
                  <a:lnTo>
                    <a:pt x="250570" y="240029"/>
                  </a:lnTo>
                  <a:lnTo>
                    <a:pt x="251205" y="238759"/>
                  </a:lnTo>
                  <a:lnTo>
                    <a:pt x="250062" y="237489"/>
                  </a:lnTo>
                  <a:lnTo>
                    <a:pt x="249300" y="236219"/>
                  </a:lnTo>
                  <a:lnTo>
                    <a:pt x="249681" y="234949"/>
                  </a:lnTo>
                  <a:lnTo>
                    <a:pt x="245490" y="234949"/>
                  </a:lnTo>
                  <a:lnTo>
                    <a:pt x="242315" y="232409"/>
                  </a:lnTo>
                  <a:lnTo>
                    <a:pt x="242200" y="231255"/>
                  </a:lnTo>
                  <a:lnTo>
                    <a:pt x="238044" y="231255"/>
                  </a:lnTo>
                  <a:lnTo>
                    <a:pt x="235965" y="229869"/>
                  </a:lnTo>
                  <a:lnTo>
                    <a:pt x="237934" y="229869"/>
                  </a:lnTo>
                  <a:lnTo>
                    <a:pt x="237997" y="228599"/>
                  </a:lnTo>
                  <a:lnTo>
                    <a:pt x="236727" y="228599"/>
                  </a:lnTo>
                  <a:lnTo>
                    <a:pt x="236981" y="227329"/>
                  </a:lnTo>
                  <a:lnTo>
                    <a:pt x="233298" y="227329"/>
                  </a:lnTo>
                  <a:lnTo>
                    <a:pt x="233425" y="226059"/>
                  </a:lnTo>
                  <a:lnTo>
                    <a:pt x="232409" y="224789"/>
                  </a:lnTo>
                  <a:lnTo>
                    <a:pt x="231393" y="224789"/>
                  </a:lnTo>
                  <a:lnTo>
                    <a:pt x="230306" y="222280"/>
                  </a:lnTo>
                  <a:lnTo>
                    <a:pt x="218864" y="222280"/>
                  </a:lnTo>
                  <a:lnTo>
                    <a:pt x="217042" y="220979"/>
                  </a:lnTo>
                  <a:close/>
                </a:path>
                <a:path w="491489" h="537210">
                  <a:moveTo>
                    <a:pt x="266445" y="248919"/>
                  </a:moveTo>
                  <a:lnTo>
                    <a:pt x="264286" y="250189"/>
                  </a:lnTo>
                  <a:lnTo>
                    <a:pt x="268350" y="250189"/>
                  </a:lnTo>
                  <a:lnTo>
                    <a:pt x="266445" y="248919"/>
                  </a:lnTo>
                  <a:close/>
                </a:path>
                <a:path w="491489" h="537210">
                  <a:moveTo>
                    <a:pt x="261238" y="245109"/>
                  </a:moveTo>
                  <a:lnTo>
                    <a:pt x="260984" y="246379"/>
                  </a:lnTo>
                  <a:lnTo>
                    <a:pt x="262381" y="247649"/>
                  </a:lnTo>
                  <a:lnTo>
                    <a:pt x="262381" y="246379"/>
                  </a:lnTo>
                  <a:lnTo>
                    <a:pt x="261619" y="246379"/>
                  </a:lnTo>
                  <a:lnTo>
                    <a:pt x="261238" y="245109"/>
                  </a:lnTo>
                  <a:close/>
                </a:path>
                <a:path w="491489" h="537210">
                  <a:moveTo>
                    <a:pt x="256222" y="245109"/>
                  </a:moveTo>
                  <a:lnTo>
                    <a:pt x="254761" y="245109"/>
                  </a:lnTo>
                  <a:lnTo>
                    <a:pt x="256539" y="246379"/>
                  </a:lnTo>
                  <a:lnTo>
                    <a:pt x="256222" y="245109"/>
                  </a:lnTo>
                  <a:close/>
                </a:path>
                <a:path w="491489" h="537210">
                  <a:moveTo>
                    <a:pt x="256666" y="243839"/>
                  </a:moveTo>
                  <a:lnTo>
                    <a:pt x="255904" y="243839"/>
                  </a:lnTo>
                  <a:lnTo>
                    <a:pt x="257936" y="246379"/>
                  </a:lnTo>
                  <a:lnTo>
                    <a:pt x="256666" y="243839"/>
                  </a:lnTo>
                  <a:close/>
                </a:path>
                <a:path w="491489" h="537210">
                  <a:moveTo>
                    <a:pt x="252856" y="240029"/>
                  </a:moveTo>
                  <a:lnTo>
                    <a:pt x="252729" y="241299"/>
                  </a:lnTo>
                  <a:lnTo>
                    <a:pt x="252221" y="242569"/>
                  </a:lnTo>
                  <a:lnTo>
                    <a:pt x="254253" y="242569"/>
                  </a:lnTo>
                  <a:lnTo>
                    <a:pt x="252856" y="240029"/>
                  </a:lnTo>
                  <a:close/>
                </a:path>
                <a:path w="491489" h="537210">
                  <a:moveTo>
                    <a:pt x="251459" y="237489"/>
                  </a:moveTo>
                  <a:lnTo>
                    <a:pt x="250062" y="237489"/>
                  </a:lnTo>
                  <a:lnTo>
                    <a:pt x="251713" y="238759"/>
                  </a:lnTo>
                  <a:lnTo>
                    <a:pt x="251459" y="237489"/>
                  </a:lnTo>
                  <a:close/>
                </a:path>
                <a:path w="491489" h="537210">
                  <a:moveTo>
                    <a:pt x="251713" y="234949"/>
                  </a:moveTo>
                  <a:lnTo>
                    <a:pt x="251078" y="236219"/>
                  </a:lnTo>
                  <a:lnTo>
                    <a:pt x="252221" y="236219"/>
                  </a:lnTo>
                  <a:lnTo>
                    <a:pt x="253237" y="237489"/>
                  </a:lnTo>
                  <a:lnTo>
                    <a:pt x="253745" y="237489"/>
                  </a:lnTo>
                  <a:lnTo>
                    <a:pt x="253237" y="236219"/>
                  </a:lnTo>
                  <a:lnTo>
                    <a:pt x="251713" y="234949"/>
                  </a:lnTo>
                  <a:close/>
                </a:path>
                <a:path w="491489" h="537210">
                  <a:moveTo>
                    <a:pt x="254253" y="236219"/>
                  </a:moveTo>
                  <a:lnTo>
                    <a:pt x="253745" y="237489"/>
                  </a:lnTo>
                  <a:lnTo>
                    <a:pt x="254380" y="237489"/>
                  </a:lnTo>
                  <a:lnTo>
                    <a:pt x="254253" y="236219"/>
                  </a:lnTo>
                  <a:close/>
                </a:path>
                <a:path w="491489" h="537210">
                  <a:moveTo>
                    <a:pt x="243077" y="232409"/>
                  </a:moveTo>
                  <a:lnTo>
                    <a:pt x="245490" y="234949"/>
                  </a:lnTo>
                  <a:lnTo>
                    <a:pt x="247522" y="234949"/>
                  </a:lnTo>
                  <a:lnTo>
                    <a:pt x="245300" y="233679"/>
                  </a:lnTo>
                  <a:lnTo>
                    <a:pt x="244855" y="233679"/>
                  </a:lnTo>
                  <a:lnTo>
                    <a:pt x="244603" y="233281"/>
                  </a:lnTo>
                  <a:lnTo>
                    <a:pt x="243077" y="232409"/>
                  </a:lnTo>
                  <a:close/>
                </a:path>
                <a:path w="491489" h="537210">
                  <a:moveTo>
                    <a:pt x="249046" y="232409"/>
                  </a:moveTo>
                  <a:lnTo>
                    <a:pt x="246760" y="232409"/>
                  </a:lnTo>
                  <a:lnTo>
                    <a:pt x="247522" y="234949"/>
                  </a:lnTo>
                  <a:lnTo>
                    <a:pt x="249681" y="234949"/>
                  </a:lnTo>
                  <a:lnTo>
                    <a:pt x="248030" y="233679"/>
                  </a:lnTo>
                  <a:lnTo>
                    <a:pt x="249046" y="232409"/>
                  </a:lnTo>
                  <a:close/>
                </a:path>
                <a:path w="491489" h="537210">
                  <a:moveTo>
                    <a:pt x="244603" y="233281"/>
                  </a:moveTo>
                  <a:lnTo>
                    <a:pt x="244855" y="233679"/>
                  </a:lnTo>
                  <a:lnTo>
                    <a:pt x="245300" y="233679"/>
                  </a:lnTo>
                  <a:lnTo>
                    <a:pt x="244603" y="233281"/>
                  </a:lnTo>
                  <a:close/>
                </a:path>
                <a:path w="491489" h="537210">
                  <a:moveTo>
                    <a:pt x="244271" y="231901"/>
                  </a:moveTo>
                  <a:lnTo>
                    <a:pt x="245871" y="233679"/>
                  </a:lnTo>
                  <a:lnTo>
                    <a:pt x="246760" y="232409"/>
                  </a:lnTo>
                  <a:lnTo>
                    <a:pt x="245236" y="232409"/>
                  </a:lnTo>
                  <a:lnTo>
                    <a:pt x="244271" y="231901"/>
                  </a:lnTo>
                  <a:close/>
                </a:path>
                <a:path w="491489" h="537210">
                  <a:moveTo>
                    <a:pt x="243043" y="231255"/>
                  </a:moveTo>
                  <a:lnTo>
                    <a:pt x="242673" y="231255"/>
                  </a:lnTo>
                  <a:lnTo>
                    <a:pt x="244497" y="233281"/>
                  </a:lnTo>
                  <a:lnTo>
                    <a:pt x="244051" y="232409"/>
                  </a:lnTo>
                  <a:lnTo>
                    <a:pt x="243458" y="231474"/>
                  </a:lnTo>
                  <a:lnTo>
                    <a:pt x="243043" y="231255"/>
                  </a:lnTo>
                  <a:close/>
                </a:path>
                <a:path w="491489" h="537210">
                  <a:moveTo>
                    <a:pt x="244220" y="229869"/>
                  </a:moveTo>
                  <a:lnTo>
                    <a:pt x="245236" y="232409"/>
                  </a:lnTo>
                  <a:lnTo>
                    <a:pt x="246506" y="232409"/>
                  </a:lnTo>
                  <a:lnTo>
                    <a:pt x="246506" y="231255"/>
                  </a:lnTo>
                  <a:lnTo>
                    <a:pt x="246714" y="231255"/>
                  </a:lnTo>
                  <a:lnTo>
                    <a:pt x="244220" y="229869"/>
                  </a:lnTo>
                  <a:close/>
                </a:path>
                <a:path w="491489" h="537210">
                  <a:moveTo>
                    <a:pt x="242796" y="230262"/>
                  </a:moveTo>
                  <a:lnTo>
                    <a:pt x="242845" y="230504"/>
                  </a:lnTo>
                  <a:lnTo>
                    <a:pt x="243458" y="231474"/>
                  </a:lnTo>
                  <a:lnTo>
                    <a:pt x="244271" y="231901"/>
                  </a:lnTo>
                  <a:lnTo>
                    <a:pt x="242796" y="230262"/>
                  </a:lnTo>
                  <a:close/>
                </a:path>
                <a:path w="491489" h="537210">
                  <a:moveTo>
                    <a:pt x="237489" y="229869"/>
                  </a:moveTo>
                  <a:lnTo>
                    <a:pt x="235965" y="229869"/>
                  </a:lnTo>
                  <a:lnTo>
                    <a:pt x="238044" y="231255"/>
                  </a:lnTo>
                  <a:lnTo>
                    <a:pt x="237811" y="230780"/>
                  </a:lnTo>
                  <a:lnTo>
                    <a:pt x="237714" y="230504"/>
                  </a:lnTo>
                  <a:lnTo>
                    <a:pt x="237628" y="230262"/>
                  </a:lnTo>
                  <a:lnTo>
                    <a:pt x="237556" y="230059"/>
                  </a:lnTo>
                  <a:lnTo>
                    <a:pt x="237489" y="229869"/>
                  </a:lnTo>
                  <a:close/>
                </a:path>
                <a:path w="491489" h="537210">
                  <a:moveTo>
                    <a:pt x="237925" y="230059"/>
                  </a:moveTo>
                  <a:lnTo>
                    <a:pt x="237988" y="231255"/>
                  </a:lnTo>
                  <a:lnTo>
                    <a:pt x="240676" y="231255"/>
                  </a:lnTo>
                  <a:lnTo>
                    <a:pt x="237925" y="230059"/>
                  </a:lnTo>
                  <a:close/>
                </a:path>
                <a:path w="491489" h="537210">
                  <a:moveTo>
                    <a:pt x="239871" y="230780"/>
                  </a:moveTo>
                  <a:lnTo>
                    <a:pt x="240080" y="231255"/>
                  </a:lnTo>
                  <a:lnTo>
                    <a:pt x="240584" y="231255"/>
                  </a:lnTo>
                  <a:lnTo>
                    <a:pt x="239871" y="230780"/>
                  </a:lnTo>
                  <a:close/>
                </a:path>
                <a:path w="491489" h="537210">
                  <a:moveTo>
                    <a:pt x="240347" y="230504"/>
                  </a:moveTo>
                  <a:lnTo>
                    <a:pt x="239972" y="231255"/>
                  </a:lnTo>
                  <a:lnTo>
                    <a:pt x="242523" y="231255"/>
                  </a:lnTo>
                  <a:lnTo>
                    <a:pt x="240347" y="230504"/>
                  </a:lnTo>
                  <a:close/>
                </a:path>
                <a:path w="491489" h="537210">
                  <a:moveTo>
                    <a:pt x="238505" y="229869"/>
                  </a:moveTo>
                  <a:lnTo>
                    <a:pt x="239871" y="230780"/>
                  </a:lnTo>
                  <a:lnTo>
                    <a:pt x="239750" y="230504"/>
                  </a:lnTo>
                  <a:lnTo>
                    <a:pt x="239643" y="230262"/>
                  </a:lnTo>
                  <a:lnTo>
                    <a:pt x="238505" y="229869"/>
                  </a:lnTo>
                  <a:close/>
                </a:path>
                <a:path w="491489" h="537210">
                  <a:moveTo>
                    <a:pt x="237997" y="224789"/>
                  </a:moveTo>
                  <a:lnTo>
                    <a:pt x="237235" y="224789"/>
                  </a:lnTo>
                  <a:lnTo>
                    <a:pt x="239471" y="229869"/>
                  </a:lnTo>
                  <a:lnTo>
                    <a:pt x="239554" y="230059"/>
                  </a:lnTo>
                  <a:lnTo>
                    <a:pt x="239643" y="230262"/>
                  </a:lnTo>
                  <a:lnTo>
                    <a:pt x="240347" y="230504"/>
                  </a:lnTo>
                  <a:lnTo>
                    <a:pt x="241934" y="227329"/>
                  </a:lnTo>
                  <a:lnTo>
                    <a:pt x="244982" y="227329"/>
                  </a:lnTo>
                  <a:lnTo>
                    <a:pt x="244474" y="226059"/>
                  </a:lnTo>
                  <a:lnTo>
                    <a:pt x="238632" y="226059"/>
                  </a:lnTo>
                  <a:lnTo>
                    <a:pt x="237997" y="224789"/>
                  </a:lnTo>
                  <a:close/>
                </a:path>
                <a:path w="491489" h="537210">
                  <a:moveTo>
                    <a:pt x="246760" y="229869"/>
                  </a:moveTo>
                  <a:lnTo>
                    <a:pt x="246506" y="229869"/>
                  </a:lnTo>
                  <a:lnTo>
                    <a:pt x="246624" y="230262"/>
                  </a:lnTo>
                  <a:lnTo>
                    <a:pt x="246697" y="230504"/>
                  </a:lnTo>
                  <a:lnTo>
                    <a:pt x="246760" y="229869"/>
                  </a:lnTo>
                  <a:close/>
                </a:path>
                <a:path w="491489" h="537210">
                  <a:moveTo>
                    <a:pt x="237934" y="229869"/>
                  </a:moveTo>
                  <a:lnTo>
                    <a:pt x="237489" y="229869"/>
                  </a:lnTo>
                  <a:lnTo>
                    <a:pt x="237925" y="230059"/>
                  </a:lnTo>
                  <a:lnTo>
                    <a:pt x="237934" y="229869"/>
                  </a:lnTo>
                  <a:close/>
                </a:path>
                <a:path w="491489" h="537210">
                  <a:moveTo>
                    <a:pt x="244982" y="227329"/>
                  </a:moveTo>
                  <a:lnTo>
                    <a:pt x="241934" y="227329"/>
                  </a:lnTo>
                  <a:lnTo>
                    <a:pt x="242950" y="228599"/>
                  </a:lnTo>
                  <a:lnTo>
                    <a:pt x="244982" y="228599"/>
                  </a:lnTo>
                  <a:lnTo>
                    <a:pt x="246379" y="229869"/>
                  </a:lnTo>
                  <a:lnTo>
                    <a:pt x="245490" y="228599"/>
                  </a:lnTo>
                  <a:lnTo>
                    <a:pt x="244982" y="227329"/>
                  </a:lnTo>
                  <a:close/>
                </a:path>
                <a:path w="491489" h="537210">
                  <a:moveTo>
                    <a:pt x="233679" y="224789"/>
                  </a:moveTo>
                  <a:lnTo>
                    <a:pt x="234695" y="227329"/>
                  </a:lnTo>
                  <a:lnTo>
                    <a:pt x="235076" y="227329"/>
                  </a:lnTo>
                  <a:lnTo>
                    <a:pt x="233679" y="224789"/>
                  </a:lnTo>
                  <a:close/>
                </a:path>
                <a:path w="491489" h="537210">
                  <a:moveTo>
                    <a:pt x="232409" y="220979"/>
                  </a:moveTo>
                  <a:lnTo>
                    <a:pt x="233806" y="223519"/>
                  </a:lnTo>
                  <a:lnTo>
                    <a:pt x="233679" y="224789"/>
                  </a:lnTo>
                  <a:lnTo>
                    <a:pt x="236219" y="226059"/>
                  </a:lnTo>
                  <a:lnTo>
                    <a:pt x="235711" y="224789"/>
                  </a:lnTo>
                  <a:lnTo>
                    <a:pt x="238886" y="224789"/>
                  </a:lnTo>
                  <a:lnTo>
                    <a:pt x="238632" y="223519"/>
                  </a:lnTo>
                  <a:lnTo>
                    <a:pt x="234695" y="223519"/>
                  </a:lnTo>
                  <a:lnTo>
                    <a:pt x="232409" y="220979"/>
                  </a:lnTo>
                  <a:close/>
                </a:path>
                <a:path w="491489" h="537210">
                  <a:moveTo>
                    <a:pt x="242442" y="224789"/>
                  </a:moveTo>
                  <a:lnTo>
                    <a:pt x="241045" y="226059"/>
                  </a:lnTo>
                  <a:lnTo>
                    <a:pt x="244474" y="226059"/>
                  </a:lnTo>
                  <a:lnTo>
                    <a:pt x="242442" y="224789"/>
                  </a:lnTo>
                  <a:close/>
                </a:path>
                <a:path w="491489" h="537210">
                  <a:moveTo>
                    <a:pt x="235885" y="222280"/>
                  </a:moveTo>
                  <a:lnTo>
                    <a:pt x="234695" y="223519"/>
                  </a:lnTo>
                  <a:lnTo>
                    <a:pt x="237743" y="223519"/>
                  </a:lnTo>
                  <a:lnTo>
                    <a:pt x="235885" y="222280"/>
                  </a:lnTo>
                  <a:close/>
                </a:path>
                <a:path w="491489" h="537210">
                  <a:moveTo>
                    <a:pt x="229742" y="220979"/>
                  </a:moveTo>
                  <a:lnTo>
                    <a:pt x="217677" y="220979"/>
                  </a:lnTo>
                  <a:lnTo>
                    <a:pt x="218198" y="222280"/>
                  </a:lnTo>
                  <a:lnTo>
                    <a:pt x="230306" y="222280"/>
                  </a:lnTo>
                  <a:lnTo>
                    <a:pt x="229742" y="220979"/>
                  </a:lnTo>
                  <a:close/>
                </a:path>
                <a:path w="491489" h="537210">
                  <a:moveTo>
                    <a:pt x="226313" y="215899"/>
                  </a:moveTo>
                  <a:lnTo>
                    <a:pt x="211454" y="215899"/>
                  </a:lnTo>
                  <a:lnTo>
                    <a:pt x="213740" y="217169"/>
                  </a:lnTo>
                  <a:lnTo>
                    <a:pt x="213359" y="218439"/>
                  </a:lnTo>
                  <a:lnTo>
                    <a:pt x="212746" y="219053"/>
                  </a:lnTo>
                  <a:lnTo>
                    <a:pt x="213613" y="220979"/>
                  </a:lnTo>
                  <a:lnTo>
                    <a:pt x="229742" y="220979"/>
                  </a:lnTo>
                  <a:lnTo>
                    <a:pt x="233125" y="222280"/>
                  </a:lnTo>
                  <a:lnTo>
                    <a:pt x="231774" y="220979"/>
                  </a:lnTo>
                  <a:lnTo>
                    <a:pt x="231584" y="219709"/>
                  </a:lnTo>
                  <a:lnTo>
                    <a:pt x="229615" y="219709"/>
                  </a:lnTo>
                  <a:lnTo>
                    <a:pt x="229234" y="218439"/>
                  </a:lnTo>
                  <a:lnTo>
                    <a:pt x="228726" y="218439"/>
                  </a:lnTo>
                  <a:lnTo>
                    <a:pt x="227456" y="217169"/>
                  </a:lnTo>
                  <a:lnTo>
                    <a:pt x="226313" y="215899"/>
                  </a:lnTo>
                  <a:close/>
                </a:path>
                <a:path w="491489" h="537210">
                  <a:moveTo>
                    <a:pt x="212470" y="218439"/>
                  </a:moveTo>
                  <a:lnTo>
                    <a:pt x="212089" y="219709"/>
                  </a:lnTo>
                  <a:lnTo>
                    <a:pt x="212746" y="219053"/>
                  </a:lnTo>
                  <a:lnTo>
                    <a:pt x="212470" y="218439"/>
                  </a:lnTo>
                  <a:close/>
                </a:path>
                <a:path w="491489" h="537210">
                  <a:moveTo>
                    <a:pt x="231393" y="218439"/>
                  </a:moveTo>
                  <a:lnTo>
                    <a:pt x="229615" y="219709"/>
                  </a:lnTo>
                  <a:lnTo>
                    <a:pt x="231584" y="219709"/>
                  </a:lnTo>
                  <a:lnTo>
                    <a:pt x="231485" y="219053"/>
                  </a:lnTo>
                  <a:lnTo>
                    <a:pt x="231393" y="218439"/>
                  </a:lnTo>
                  <a:close/>
                </a:path>
                <a:path w="491489" h="537210">
                  <a:moveTo>
                    <a:pt x="223678" y="214693"/>
                  </a:moveTo>
                  <a:lnTo>
                    <a:pt x="206565" y="214693"/>
                  </a:lnTo>
                  <a:lnTo>
                    <a:pt x="209041" y="217169"/>
                  </a:lnTo>
                  <a:lnTo>
                    <a:pt x="211454" y="215899"/>
                  </a:lnTo>
                  <a:lnTo>
                    <a:pt x="224281" y="215899"/>
                  </a:lnTo>
                  <a:lnTo>
                    <a:pt x="223762" y="214860"/>
                  </a:lnTo>
                  <a:lnTo>
                    <a:pt x="223678" y="214693"/>
                  </a:lnTo>
                  <a:close/>
                </a:path>
                <a:path w="491489" h="537210">
                  <a:moveTo>
                    <a:pt x="216496" y="203298"/>
                  </a:moveTo>
                  <a:lnTo>
                    <a:pt x="216153" y="204046"/>
                  </a:lnTo>
                  <a:lnTo>
                    <a:pt x="216015" y="204509"/>
                  </a:lnTo>
                  <a:lnTo>
                    <a:pt x="213754" y="204509"/>
                  </a:lnTo>
                  <a:lnTo>
                    <a:pt x="213809" y="204665"/>
                  </a:lnTo>
                  <a:lnTo>
                    <a:pt x="213486" y="205739"/>
                  </a:lnTo>
                  <a:lnTo>
                    <a:pt x="211708" y="207009"/>
                  </a:lnTo>
                  <a:lnTo>
                    <a:pt x="205231" y="207009"/>
                  </a:lnTo>
                  <a:lnTo>
                    <a:pt x="206247" y="208279"/>
                  </a:lnTo>
                  <a:lnTo>
                    <a:pt x="206755" y="209549"/>
                  </a:lnTo>
                  <a:lnTo>
                    <a:pt x="207009" y="210819"/>
                  </a:lnTo>
                  <a:lnTo>
                    <a:pt x="208152" y="212089"/>
                  </a:lnTo>
                  <a:lnTo>
                    <a:pt x="207136" y="212089"/>
                  </a:lnTo>
                  <a:lnTo>
                    <a:pt x="207771" y="213359"/>
                  </a:lnTo>
                  <a:lnTo>
                    <a:pt x="208038" y="214693"/>
                  </a:lnTo>
                  <a:lnTo>
                    <a:pt x="220465" y="214693"/>
                  </a:lnTo>
                  <a:lnTo>
                    <a:pt x="220598" y="213359"/>
                  </a:lnTo>
                  <a:lnTo>
                    <a:pt x="220725" y="212089"/>
                  </a:lnTo>
                  <a:lnTo>
                    <a:pt x="220747" y="211878"/>
                  </a:lnTo>
                  <a:lnTo>
                    <a:pt x="219582" y="210819"/>
                  </a:lnTo>
                  <a:lnTo>
                    <a:pt x="218820" y="209549"/>
                  </a:lnTo>
                  <a:lnTo>
                    <a:pt x="219455" y="209549"/>
                  </a:lnTo>
                  <a:lnTo>
                    <a:pt x="217550" y="205739"/>
                  </a:lnTo>
                  <a:lnTo>
                    <a:pt x="218693" y="205739"/>
                  </a:lnTo>
                  <a:lnTo>
                    <a:pt x="216496" y="203298"/>
                  </a:lnTo>
                  <a:close/>
                </a:path>
                <a:path w="491489" h="537210">
                  <a:moveTo>
                    <a:pt x="205993" y="210819"/>
                  </a:moveTo>
                  <a:lnTo>
                    <a:pt x="205993" y="212089"/>
                  </a:lnTo>
                  <a:lnTo>
                    <a:pt x="205485" y="212089"/>
                  </a:lnTo>
                  <a:lnTo>
                    <a:pt x="206012" y="213359"/>
                  </a:lnTo>
                  <a:lnTo>
                    <a:pt x="206755" y="212089"/>
                  </a:lnTo>
                  <a:lnTo>
                    <a:pt x="205993" y="210819"/>
                  </a:lnTo>
                  <a:close/>
                </a:path>
                <a:path w="491489" h="537210">
                  <a:moveTo>
                    <a:pt x="221233" y="212089"/>
                  </a:moveTo>
                  <a:lnTo>
                    <a:pt x="220852" y="212089"/>
                  </a:lnTo>
                  <a:lnTo>
                    <a:pt x="221487" y="213359"/>
                  </a:lnTo>
                  <a:lnTo>
                    <a:pt x="221233" y="212089"/>
                  </a:lnTo>
                  <a:close/>
                </a:path>
                <a:path w="491489" h="537210">
                  <a:moveTo>
                    <a:pt x="206882" y="210819"/>
                  </a:moveTo>
                  <a:lnTo>
                    <a:pt x="206501" y="210819"/>
                  </a:lnTo>
                  <a:lnTo>
                    <a:pt x="207031" y="211878"/>
                  </a:lnTo>
                  <a:lnTo>
                    <a:pt x="206882" y="210819"/>
                  </a:lnTo>
                  <a:close/>
                </a:path>
                <a:path w="491489" h="537210">
                  <a:moveTo>
                    <a:pt x="210544" y="203298"/>
                  </a:moveTo>
                  <a:lnTo>
                    <a:pt x="200142" y="203298"/>
                  </a:lnTo>
                  <a:lnTo>
                    <a:pt x="200021" y="204509"/>
                  </a:lnTo>
                  <a:lnTo>
                    <a:pt x="201425" y="204509"/>
                  </a:lnTo>
                  <a:lnTo>
                    <a:pt x="201548" y="205739"/>
                  </a:lnTo>
                  <a:lnTo>
                    <a:pt x="202945" y="208279"/>
                  </a:lnTo>
                  <a:lnTo>
                    <a:pt x="203834" y="209549"/>
                  </a:lnTo>
                  <a:lnTo>
                    <a:pt x="203453" y="208279"/>
                  </a:lnTo>
                  <a:lnTo>
                    <a:pt x="203834" y="207009"/>
                  </a:lnTo>
                  <a:lnTo>
                    <a:pt x="211708" y="207009"/>
                  </a:lnTo>
                  <a:lnTo>
                    <a:pt x="210544" y="203298"/>
                  </a:lnTo>
                  <a:close/>
                </a:path>
                <a:path w="491489" h="537210">
                  <a:moveTo>
                    <a:pt x="205231" y="208279"/>
                  </a:moveTo>
                  <a:lnTo>
                    <a:pt x="204977" y="208279"/>
                  </a:lnTo>
                  <a:lnTo>
                    <a:pt x="205485" y="209549"/>
                  </a:lnTo>
                  <a:lnTo>
                    <a:pt x="205231" y="208279"/>
                  </a:lnTo>
                  <a:close/>
                </a:path>
                <a:path w="491489" h="537210">
                  <a:moveTo>
                    <a:pt x="104814" y="204665"/>
                  </a:moveTo>
                  <a:lnTo>
                    <a:pt x="104520" y="205739"/>
                  </a:lnTo>
                  <a:lnTo>
                    <a:pt x="106171" y="207009"/>
                  </a:lnTo>
                  <a:lnTo>
                    <a:pt x="105028" y="205739"/>
                  </a:lnTo>
                  <a:lnTo>
                    <a:pt x="104814" y="204665"/>
                  </a:lnTo>
                  <a:close/>
                </a:path>
                <a:path w="491489" h="537210">
                  <a:moveTo>
                    <a:pt x="212871" y="204665"/>
                  </a:moveTo>
                  <a:lnTo>
                    <a:pt x="212724" y="205739"/>
                  </a:lnTo>
                  <a:lnTo>
                    <a:pt x="212978" y="205739"/>
                  </a:lnTo>
                  <a:lnTo>
                    <a:pt x="212871" y="204665"/>
                  </a:lnTo>
                  <a:close/>
                </a:path>
                <a:path w="491489" h="537210">
                  <a:moveTo>
                    <a:pt x="209676" y="201237"/>
                  </a:moveTo>
                  <a:lnTo>
                    <a:pt x="209676" y="202002"/>
                  </a:lnTo>
                  <a:lnTo>
                    <a:pt x="197162" y="202002"/>
                  </a:lnTo>
                  <a:lnTo>
                    <a:pt x="198179" y="203298"/>
                  </a:lnTo>
                  <a:lnTo>
                    <a:pt x="198627" y="204046"/>
                  </a:lnTo>
                  <a:lnTo>
                    <a:pt x="199600" y="204509"/>
                  </a:lnTo>
                  <a:lnTo>
                    <a:pt x="199759" y="204509"/>
                  </a:lnTo>
                  <a:lnTo>
                    <a:pt x="200122" y="203298"/>
                  </a:lnTo>
                  <a:lnTo>
                    <a:pt x="210544" y="203298"/>
                  </a:lnTo>
                  <a:lnTo>
                    <a:pt x="210191" y="202172"/>
                  </a:lnTo>
                  <a:lnTo>
                    <a:pt x="210138" y="202002"/>
                  </a:lnTo>
                  <a:lnTo>
                    <a:pt x="209676" y="201237"/>
                  </a:lnTo>
                  <a:close/>
                </a:path>
                <a:path w="491489" h="537210">
                  <a:moveTo>
                    <a:pt x="209676" y="200659"/>
                  </a:moveTo>
                  <a:lnTo>
                    <a:pt x="209819" y="201237"/>
                  </a:lnTo>
                  <a:lnTo>
                    <a:pt x="210203" y="202002"/>
                  </a:lnTo>
                  <a:lnTo>
                    <a:pt x="211543" y="203298"/>
                  </a:lnTo>
                  <a:lnTo>
                    <a:pt x="212633" y="204509"/>
                  </a:lnTo>
                  <a:lnTo>
                    <a:pt x="212715" y="203298"/>
                  </a:lnTo>
                  <a:lnTo>
                    <a:pt x="213331" y="203298"/>
                  </a:lnTo>
                  <a:lnTo>
                    <a:pt x="212936" y="202172"/>
                  </a:lnTo>
                  <a:lnTo>
                    <a:pt x="212877" y="202002"/>
                  </a:lnTo>
                  <a:lnTo>
                    <a:pt x="213034" y="202002"/>
                  </a:lnTo>
                  <a:lnTo>
                    <a:pt x="209676" y="200659"/>
                  </a:lnTo>
                  <a:close/>
                </a:path>
                <a:path w="491489" h="537210">
                  <a:moveTo>
                    <a:pt x="213331" y="203298"/>
                  </a:moveTo>
                  <a:lnTo>
                    <a:pt x="212784" y="203298"/>
                  </a:lnTo>
                  <a:lnTo>
                    <a:pt x="213510" y="204509"/>
                  </a:lnTo>
                  <a:lnTo>
                    <a:pt x="213754" y="204509"/>
                  </a:lnTo>
                  <a:lnTo>
                    <a:pt x="213331" y="203298"/>
                  </a:lnTo>
                  <a:close/>
                </a:path>
                <a:path w="491489" h="537210">
                  <a:moveTo>
                    <a:pt x="198179" y="203298"/>
                  </a:moveTo>
                  <a:lnTo>
                    <a:pt x="197057" y="203298"/>
                  </a:lnTo>
                  <a:lnTo>
                    <a:pt x="198627" y="204046"/>
                  </a:lnTo>
                  <a:lnTo>
                    <a:pt x="198179" y="203298"/>
                  </a:lnTo>
                  <a:close/>
                </a:path>
                <a:path w="491489" h="537210">
                  <a:moveTo>
                    <a:pt x="104647" y="198119"/>
                  </a:moveTo>
                  <a:lnTo>
                    <a:pt x="106044" y="199389"/>
                  </a:lnTo>
                  <a:lnTo>
                    <a:pt x="104738" y="202002"/>
                  </a:lnTo>
                  <a:lnTo>
                    <a:pt x="104891" y="202002"/>
                  </a:lnTo>
                  <a:lnTo>
                    <a:pt x="106964" y="203298"/>
                  </a:lnTo>
                  <a:lnTo>
                    <a:pt x="106747" y="203298"/>
                  </a:lnTo>
                  <a:lnTo>
                    <a:pt x="107423" y="202172"/>
                  </a:lnTo>
                  <a:lnTo>
                    <a:pt x="107525" y="202002"/>
                  </a:lnTo>
                  <a:lnTo>
                    <a:pt x="107326" y="201237"/>
                  </a:lnTo>
                  <a:lnTo>
                    <a:pt x="106679" y="199389"/>
                  </a:lnTo>
                  <a:lnTo>
                    <a:pt x="104647" y="198119"/>
                  </a:lnTo>
                  <a:close/>
                </a:path>
                <a:path w="491489" h="537210">
                  <a:moveTo>
                    <a:pt x="181457" y="188129"/>
                  </a:moveTo>
                  <a:lnTo>
                    <a:pt x="181237" y="188129"/>
                  </a:lnTo>
                  <a:lnTo>
                    <a:pt x="184149" y="191769"/>
                  </a:lnTo>
                  <a:lnTo>
                    <a:pt x="189610" y="195579"/>
                  </a:lnTo>
                  <a:lnTo>
                    <a:pt x="193684" y="201237"/>
                  </a:lnTo>
                  <a:lnTo>
                    <a:pt x="194335" y="202002"/>
                  </a:lnTo>
                  <a:lnTo>
                    <a:pt x="197057" y="203298"/>
                  </a:lnTo>
                  <a:lnTo>
                    <a:pt x="197101" y="202002"/>
                  </a:lnTo>
                  <a:lnTo>
                    <a:pt x="209808" y="202002"/>
                  </a:lnTo>
                  <a:lnTo>
                    <a:pt x="207390" y="200659"/>
                  </a:lnTo>
                  <a:lnTo>
                    <a:pt x="208152" y="200659"/>
                  </a:lnTo>
                  <a:lnTo>
                    <a:pt x="207390" y="199389"/>
                  </a:lnTo>
                  <a:lnTo>
                    <a:pt x="206374" y="199389"/>
                  </a:lnTo>
                  <a:lnTo>
                    <a:pt x="205358" y="198119"/>
                  </a:lnTo>
                  <a:lnTo>
                    <a:pt x="204977" y="198119"/>
                  </a:lnTo>
                  <a:lnTo>
                    <a:pt x="204596" y="196849"/>
                  </a:lnTo>
                  <a:lnTo>
                    <a:pt x="204935" y="196849"/>
                  </a:lnTo>
                  <a:lnTo>
                    <a:pt x="204893" y="195579"/>
                  </a:lnTo>
                  <a:lnTo>
                    <a:pt x="202564" y="195579"/>
                  </a:lnTo>
                  <a:lnTo>
                    <a:pt x="201548" y="194309"/>
                  </a:lnTo>
                  <a:lnTo>
                    <a:pt x="202056" y="194309"/>
                  </a:lnTo>
                  <a:lnTo>
                    <a:pt x="201675" y="193039"/>
                  </a:lnTo>
                  <a:lnTo>
                    <a:pt x="187959" y="193039"/>
                  </a:lnTo>
                  <a:lnTo>
                    <a:pt x="187324" y="191769"/>
                  </a:lnTo>
                  <a:lnTo>
                    <a:pt x="185546" y="191769"/>
                  </a:lnTo>
                  <a:lnTo>
                    <a:pt x="185472" y="191022"/>
                  </a:lnTo>
                  <a:lnTo>
                    <a:pt x="183768" y="189229"/>
                  </a:lnTo>
                  <a:lnTo>
                    <a:pt x="181457" y="188129"/>
                  </a:lnTo>
                  <a:close/>
                </a:path>
                <a:path w="491489" h="537210">
                  <a:moveTo>
                    <a:pt x="208533" y="199389"/>
                  </a:moveTo>
                  <a:lnTo>
                    <a:pt x="209147" y="200275"/>
                  </a:lnTo>
                  <a:lnTo>
                    <a:pt x="209676" y="201237"/>
                  </a:lnTo>
                  <a:lnTo>
                    <a:pt x="209676" y="200659"/>
                  </a:lnTo>
                  <a:lnTo>
                    <a:pt x="209419" y="200275"/>
                  </a:lnTo>
                  <a:lnTo>
                    <a:pt x="208533" y="199389"/>
                  </a:lnTo>
                  <a:close/>
                </a:path>
                <a:path w="491489" h="537210">
                  <a:moveTo>
                    <a:pt x="102679" y="199389"/>
                  </a:moveTo>
                  <a:lnTo>
                    <a:pt x="102950" y="200275"/>
                  </a:lnTo>
                  <a:lnTo>
                    <a:pt x="103123" y="200659"/>
                  </a:lnTo>
                  <a:lnTo>
                    <a:pt x="103377" y="200659"/>
                  </a:lnTo>
                  <a:lnTo>
                    <a:pt x="102679" y="199389"/>
                  </a:lnTo>
                  <a:close/>
                </a:path>
                <a:path w="491489" h="537210">
                  <a:moveTo>
                    <a:pt x="103123" y="199389"/>
                  </a:moveTo>
                  <a:lnTo>
                    <a:pt x="103885" y="200659"/>
                  </a:lnTo>
                  <a:lnTo>
                    <a:pt x="104901" y="200659"/>
                  </a:lnTo>
                  <a:lnTo>
                    <a:pt x="103123" y="199389"/>
                  </a:lnTo>
                  <a:close/>
                </a:path>
                <a:path w="491489" h="537210">
                  <a:moveTo>
                    <a:pt x="207644" y="198119"/>
                  </a:moveTo>
                  <a:lnTo>
                    <a:pt x="208076" y="200275"/>
                  </a:lnTo>
                  <a:lnTo>
                    <a:pt x="208152" y="200659"/>
                  </a:lnTo>
                  <a:lnTo>
                    <a:pt x="208533" y="200659"/>
                  </a:lnTo>
                  <a:lnTo>
                    <a:pt x="208660" y="199389"/>
                  </a:lnTo>
                  <a:lnTo>
                    <a:pt x="208152" y="199389"/>
                  </a:lnTo>
                  <a:lnTo>
                    <a:pt x="207644" y="198119"/>
                  </a:lnTo>
                  <a:close/>
                </a:path>
                <a:path w="491489" h="537210">
                  <a:moveTo>
                    <a:pt x="209168" y="196849"/>
                  </a:moveTo>
                  <a:lnTo>
                    <a:pt x="208787" y="198119"/>
                  </a:lnTo>
                  <a:lnTo>
                    <a:pt x="209041" y="198119"/>
                  </a:lnTo>
                  <a:lnTo>
                    <a:pt x="213105" y="200659"/>
                  </a:lnTo>
                  <a:lnTo>
                    <a:pt x="211708" y="199389"/>
                  </a:lnTo>
                  <a:lnTo>
                    <a:pt x="209168" y="196849"/>
                  </a:lnTo>
                  <a:close/>
                </a:path>
                <a:path w="491489" h="537210">
                  <a:moveTo>
                    <a:pt x="206628" y="198119"/>
                  </a:moveTo>
                  <a:lnTo>
                    <a:pt x="206374" y="199389"/>
                  </a:lnTo>
                  <a:lnTo>
                    <a:pt x="207390" y="199389"/>
                  </a:lnTo>
                  <a:lnTo>
                    <a:pt x="206628" y="198119"/>
                  </a:lnTo>
                  <a:close/>
                </a:path>
                <a:path w="491489" h="537210">
                  <a:moveTo>
                    <a:pt x="105155" y="195738"/>
                  </a:moveTo>
                  <a:lnTo>
                    <a:pt x="105155" y="198119"/>
                  </a:lnTo>
                  <a:lnTo>
                    <a:pt x="106425" y="198119"/>
                  </a:lnTo>
                  <a:lnTo>
                    <a:pt x="105155" y="195738"/>
                  </a:lnTo>
                  <a:close/>
                </a:path>
                <a:path w="491489" h="537210">
                  <a:moveTo>
                    <a:pt x="204935" y="196849"/>
                  </a:moveTo>
                  <a:lnTo>
                    <a:pt x="204596" y="196849"/>
                  </a:lnTo>
                  <a:lnTo>
                    <a:pt x="204977" y="198119"/>
                  </a:lnTo>
                  <a:lnTo>
                    <a:pt x="204935" y="196849"/>
                  </a:lnTo>
                  <a:close/>
                </a:path>
                <a:path w="491489" h="537210">
                  <a:moveTo>
                    <a:pt x="102869" y="193039"/>
                  </a:moveTo>
                  <a:lnTo>
                    <a:pt x="102234" y="194309"/>
                  </a:lnTo>
                  <a:lnTo>
                    <a:pt x="102488" y="195579"/>
                  </a:lnTo>
                  <a:lnTo>
                    <a:pt x="103885" y="195579"/>
                  </a:lnTo>
                  <a:lnTo>
                    <a:pt x="102869" y="193039"/>
                  </a:lnTo>
                  <a:close/>
                </a:path>
                <a:path w="491489" h="537210">
                  <a:moveTo>
                    <a:pt x="104597" y="194690"/>
                  </a:moveTo>
                  <a:lnTo>
                    <a:pt x="103885" y="195579"/>
                  </a:lnTo>
                  <a:lnTo>
                    <a:pt x="105071" y="195579"/>
                  </a:lnTo>
                  <a:lnTo>
                    <a:pt x="104597" y="194690"/>
                  </a:lnTo>
                  <a:close/>
                </a:path>
                <a:path w="491489" h="537210">
                  <a:moveTo>
                    <a:pt x="204850" y="194309"/>
                  </a:moveTo>
                  <a:lnTo>
                    <a:pt x="202564" y="195579"/>
                  </a:lnTo>
                  <a:lnTo>
                    <a:pt x="204893" y="195579"/>
                  </a:lnTo>
                  <a:lnTo>
                    <a:pt x="204850" y="194309"/>
                  </a:lnTo>
                  <a:close/>
                </a:path>
                <a:path w="491489" h="537210">
                  <a:moveTo>
                    <a:pt x="104901" y="194309"/>
                  </a:moveTo>
                  <a:lnTo>
                    <a:pt x="104393" y="194309"/>
                  </a:lnTo>
                  <a:lnTo>
                    <a:pt x="104597" y="194690"/>
                  </a:lnTo>
                  <a:lnTo>
                    <a:pt x="104901" y="194309"/>
                  </a:lnTo>
                  <a:close/>
                </a:path>
                <a:path w="491489" h="537210">
                  <a:moveTo>
                    <a:pt x="104266" y="193039"/>
                  </a:moveTo>
                  <a:lnTo>
                    <a:pt x="104901" y="194309"/>
                  </a:lnTo>
                  <a:lnTo>
                    <a:pt x="105282" y="194309"/>
                  </a:lnTo>
                  <a:lnTo>
                    <a:pt x="104266" y="193039"/>
                  </a:lnTo>
                  <a:close/>
                </a:path>
                <a:path w="491489" h="537210">
                  <a:moveTo>
                    <a:pt x="106679" y="193039"/>
                  </a:moveTo>
                  <a:lnTo>
                    <a:pt x="105282" y="194309"/>
                  </a:lnTo>
                  <a:lnTo>
                    <a:pt x="106425" y="194309"/>
                  </a:lnTo>
                  <a:lnTo>
                    <a:pt x="106679" y="193039"/>
                  </a:lnTo>
                  <a:close/>
                </a:path>
                <a:path w="491489" h="537210">
                  <a:moveTo>
                    <a:pt x="105282" y="190499"/>
                  </a:moveTo>
                  <a:lnTo>
                    <a:pt x="103123" y="190499"/>
                  </a:lnTo>
                  <a:lnTo>
                    <a:pt x="103250" y="193039"/>
                  </a:lnTo>
                  <a:lnTo>
                    <a:pt x="103377" y="191769"/>
                  </a:lnTo>
                  <a:lnTo>
                    <a:pt x="105282" y="191769"/>
                  </a:lnTo>
                  <a:lnTo>
                    <a:pt x="105282" y="190499"/>
                  </a:lnTo>
                  <a:close/>
                </a:path>
                <a:path w="491489" h="537210">
                  <a:moveTo>
                    <a:pt x="105282" y="191769"/>
                  </a:moveTo>
                  <a:lnTo>
                    <a:pt x="104393" y="191769"/>
                  </a:lnTo>
                  <a:lnTo>
                    <a:pt x="105282" y="193039"/>
                  </a:lnTo>
                  <a:lnTo>
                    <a:pt x="105282" y="191769"/>
                  </a:lnTo>
                  <a:close/>
                </a:path>
                <a:path w="491489" h="537210">
                  <a:moveTo>
                    <a:pt x="196960" y="188129"/>
                  </a:moveTo>
                  <a:lnTo>
                    <a:pt x="187155" y="188129"/>
                  </a:lnTo>
                  <a:lnTo>
                    <a:pt x="188340" y="190499"/>
                  </a:lnTo>
                  <a:lnTo>
                    <a:pt x="188848" y="191769"/>
                  </a:lnTo>
                  <a:lnTo>
                    <a:pt x="187959" y="193039"/>
                  </a:lnTo>
                  <a:lnTo>
                    <a:pt x="201675" y="193039"/>
                  </a:lnTo>
                  <a:lnTo>
                    <a:pt x="201739" y="191769"/>
                  </a:lnTo>
                  <a:lnTo>
                    <a:pt x="200786" y="191769"/>
                  </a:lnTo>
                  <a:lnTo>
                    <a:pt x="200659" y="190499"/>
                  </a:lnTo>
                  <a:lnTo>
                    <a:pt x="198500" y="190499"/>
                  </a:lnTo>
                  <a:lnTo>
                    <a:pt x="196960" y="188129"/>
                  </a:lnTo>
                  <a:close/>
                </a:path>
                <a:path w="491489" h="537210">
                  <a:moveTo>
                    <a:pt x="96714" y="188129"/>
                  </a:moveTo>
                  <a:lnTo>
                    <a:pt x="96579" y="188129"/>
                  </a:lnTo>
                  <a:lnTo>
                    <a:pt x="96138" y="189229"/>
                  </a:lnTo>
                  <a:lnTo>
                    <a:pt x="97408" y="191769"/>
                  </a:lnTo>
                  <a:lnTo>
                    <a:pt x="100075" y="191769"/>
                  </a:lnTo>
                  <a:lnTo>
                    <a:pt x="98551" y="190499"/>
                  </a:lnTo>
                  <a:lnTo>
                    <a:pt x="98772" y="189763"/>
                  </a:lnTo>
                  <a:lnTo>
                    <a:pt x="98847" y="189515"/>
                  </a:lnTo>
                  <a:lnTo>
                    <a:pt x="98932" y="189229"/>
                  </a:lnTo>
                  <a:lnTo>
                    <a:pt x="97154" y="189229"/>
                  </a:lnTo>
                  <a:lnTo>
                    <a:pt x="96714" y="188129"/>
                  </a:lnTo>
                  <a:close/>
                </a:path>
                <a:path w="491489" h="537210">
                  <a:moveTo>
                    <a:pt x="102615" y="190499"/>
                  </a:moveTo>
                  <a:lnTo>
                    <a:pt x="100583" y="190499"/>
                  </a:lnTo>
                  <a:lnTo>
                    <a:pt x="101853" y="191769"/>
                  </a:lnTo>
                  <a:lnTo>
                    <a:pt x="102615" y="190499"/>
                  </a:lnTo>
                  <a:close/>
                </a:path>
                <a:path w="491489" h="537210">
                  <a:moveTo>
                    <a:pt x="185736" y="191301"/>
                  </a:moveTo>
                  <a:lnTo>
                    <a:pt x="185546" y="191769"/>
                  </a:lnTo>
                  <a:lnTo>
                    <a:pt x="186181" y="191769"/>
                  </a:lnTo>
                  <a:lnTo>
                    <a:pt x="185736" y="191301"/>
                  </a:lnTo>
                  <a:close/>
                </a:path>
                <a:path w="491489" h="537210">
                  <a:moveTo>
                    <a:pt x="186689" y="190499"/>
                  </a:moveTo>
                  <a:lnTo>
                    <a:pt x="186689" y="191769"/>
                  </a:lnTo>
                  <a:lnTo>
                    <a:pt x="187324" y="191769"/>
                  </a:lnTo>
                  <a:lnTo>
                    <a:pt x="186689" y="190499"/>
                  </a:lnTo>
                  <a:close/>
                </a:path>
                <a:path w="491489" h="537210">
                  <a:moveTo>
                    <a:pt x="201802" y="190499"/>
                  </a:moveTo>
                  <a:lnTo>
                    <a:pt x="200786" y="191769"/>
                  </a:lnTo>
                  <a:lnTo>
                    <a:pt x="201739" y="191769"/>
                  </a:lnTo>
                  <a:lnTo>
                    <a:pt x="201802" y="190499"/>
                  </a:lnTo>
                  <a:close/>
                </a:path>
                <a:path w="491489" h="537210">
                  <a:moveTo>
                    <a:pt x="185292" y="189229"/>
                  </a:moveTo>
                  <a:lnTo>
                    <a:pt x="185346" y="189763"/>
                  </a:lnTo>
                  <a:lnTo>
                    <a:pt x="185472" y="191022"/>
                  </a:lnTo>
                  <a:lnTo>
                    <a:pt x="185736" y="191301"/>
                  </a:lnTo>
                  <a:lnTo>
                    <a:pt x="186360" y="189763"/>
                  </a:lnTo>
                  <a:lnTo>
                    <a:pt x="185292" y="189229"/>
                  </a:lnTo>
                  <a:close/>
                </a:path>
                <a:path w="491489" h="537210">
                  <a:moveTo>
                    <a:pt x="99694" y="189229"/>
                  </a:moveTo>
                  <a:lnTo>
                    <a:pt x="99948" y="190499"/>
                  </a:lnTo>
                  <a:lnTo>
                    <a:pt x="100583" y="190499"/>
                  </a:lnTo>
                  <a:lnTo>
                    <a:pt x="99694" y="189229"/>
                  </a:lnTo>
                  <a:close/>
                </a:path>
                <a:path w="491489" h="537210">
                  <a:moveTo>
                    <a:pt x="186711" y="188897"/>
                  </a:moveTo>
                  <a:lnTo>
                    <a:pt x="186576" y="189229"/>
                  </a:lnTo>
                  <a:lnTo>
                    <a:pt x="186460" y="189515"/>
                  </a:lnTo>
                  <a:lnTo>
                    <a:pt x="186360" y="189763"/>
                  </a:lnTo>
                  <a:lnTo>
                    <a:pt x="187832" y="190499"/>
                  </a:lnTo>
                  <a:lnTo>
                    <a:pt x="186711" y="188897"/>
                  </a:lnTo>
                  <a:close/>
                </a:path>
                <a:path w="491489" h="537210">
                  <a:moveTo>
                    <a:pt x="100989" y="186689"/>
                  </a:moveTo>
                  <a:lnTo>
                    <a:pt x="100329" y="186689"/>
                  </a:lnTo>
                  <a:lnTo>
                    <a:pt x="101244" y="188129"/>
                  </a:lnTo>
                  <a:lnTo>
                    <a:pt x="102546" y="189515"/>
                  </a:lnTo>
                  <a:lnTo>
                    <a:pt x="102755" y="189763"/>
                  </a:lnTo>
                  <a:lnTo>
                    <a:pt x="102688" y="189515"/>
                  </a:lnTo>
                  <a:lnTo>
                    <a:pt x="102488" y="189229"/>
                  </a:lnTo>
                  <a:lnTo>
                    <a:pt x="102268" y="188129"/>
                  </a:lnTo>
                  <a:lnTo>
                    <a:pt x="101161" y="188129"/>
                  </a:lnTo>
                  <a:lnTo>
                    <a:pt x="100989" y="186689"/>
                  </a:lnTo>
                  <a:close/>
                </a:path>
                <a:path w="491489" h="537210">
                  <a:moveTo>
                    <a:pt x="98547" y="188129"/>
                  </a:moveTo>
                  <a:lnTo>
                    <a:pt x="97540" y="188129"/>
                  </a:lnTo>
                  <a:lnTo>
                    <a:pt x="97271" y="188897"/>
                  </a:lnTo>
                  <a:lnTo>
                    <a:pt x="97154" y="189229"/>
                  </a:lnTo>
                  <a:lnTo>
                    <a:pt x="98932" y="189229"/>
                  </a:lnTo>
                  <a:lnTo>
                    <a:pt x="98547" y="188129"/>
                  </a:lnTo>
                  <a:close/>
                </a:path>
                <a:path w="491489" h="537210">
                  <a:moveTo>
                    <a:pt x="104012" y="186689"/>
                  </a:moveTo>
                  <a:lnTo>
                    <a:pt x="100920" y="188129"/>
                  </a:lnTo>
                  <a:lnTo>
                    <a:pt x="102421" y="188129"/>
                  </a:lnTo>
                  <a:lnTo>
                    <a:pt x="103631" y="189229"/>
                  </a:lnTo>
                  <a:lnTo>
                    <a:pt x="104072" y="188129"/>
                  </a:lnTo>
                  <a:lnTo>
                    <a:pt x="104012" y="186689"/>
                  </a:lnTo>
                  <a:close/>
                </a:path>
                <a:path w="491489" h="537210">
                  <a:moveTo>
                    <a:pt x="107044" y="188129"/>
                  </a:moveTo>
                  <a:lnTo>
                    <a:pt x="106138" y="188129"/>
                  </a:lnTo>
                  <a:lnTo>
                    <a:pt x="105984" y="188897"/>
                  </a:lnTo>
                  <a:lnTo>
                    <a:pt x="105917" y="189229"/>
                  </a:lnTo>
                  <a:lnTo>
                    <a:pt x="106933" y="189229"/>
                  </a:lnTo>
                  <a:lnTo>
                    <a:pt x="107044" y="188129"/>
                  </a:lnTo>
                  <a:close/>
                </a:path>
                <a:path w="491489" h="537210">
                  <a:moveTo>
                    <a:pt x="185165" y="186689"/>
                  </a:moveTo>
                  <a:lnTo>
                    <a:pt x="186711" y="188897"/>
                  </a:lnTo>
                  <a:lnTo>
                    <a:pt x="187022" y="188129"/>
                  </a:lnTo>
                  <a:lnTo>
                    <a:pt x="187612" y="188129"/>
                  </a:lnTo>
                  <a:lnTo>
                    <a:pt x="185165" y="186689"/>
                  </a:lnTo>
                  <a:close/>
                </a:path>
                <a:path w="491489" h="537210">
                  <a:moveTo>
                    <a:pt x="99271" y="181609"/>
                  </a:moveTo>
                  <a:lnTo>
                    <a:pt x="97535" y="181609"/>
                  </a:lnTo>
                  <a:lnTo>
                    <a:pt x="97027" y="182879"/>
                  </a:lnTo>
                  <a:lnTo>
                    <a:pt x="94233" y="182879"/>
                  </a:lnTo>
                  <a:lnTo>
                    <a:pt x="94749" y="183911"/>
                  </a:lnTo>
                  <a:lnTo>
                    <a:pt x="94868" y="184149"/>
                  </a:lnTo>
                  <a:lnTo>
                    <a:pt x="97789" y="185419"/>
                  </a:lnTo>
                  <a:lnTo>
                    <a:pt x="97726" y="186689"/>
                  </a:lnTo>
                  <a:lnTo>
                    <a:pt x="97654" y="188129"/>
                  </a:lnTo>
                  <a:lnTo>
                    <a:pt x="98043" y="186689"/>
                  </a:lnTo>
                  <a:lnTo>
                    <a:pt x="100989" y="186689"/>
                  </a:lnTo>
                  <a:lnTo>
                    <a:pt x="100837" y="185419"/>
                  </a:lnTo>
                  <a:lnTo>
                    <a:pt x="101345" y="185419"/>
                  </a:lnTo>
                  <a:lnTo>
                    <a:pt x="100329" y="184149"/>
                  </a:lnTo>
                  <a:lnTo>
                    <a:pt x="100234" y="183911"/>
                  </a:lnTo>
                  <a:lnTo>
                    <a:pt x="98170" y="182879"/>
                  </a:lnTo>
                  <a:lnTo>
                    <a:pt x="99271" y="181609"/>
                  </a:lnTo>
                  <a:close/>
                </a:path>
                <a:path w="491489" h="537210">
                  <a:moveTo>
                    <a:pt x="100329" y="186689"/>
                  </a:moveTo>
                  <a:lnTo>
                    <a:pt x="98043" y="186689"/>
                  </a:lnTo>
                  <a:lnTo>
                    <a:pt x="98547" y="188129"/>
                  </a:lnTo>
                  <a:lnTo>
                    <a:pt x="100329" y="188129"/>
                  </a:lnTo>
                  <a:lnTo>
                    <a:pt x="100329" y="186689"/>
                  </a:lnTo>
                  <a:close/>
                </a:path>
                <a:path w="491489" h="537210">
                  <a:moveTo>
                    <a:pt x="177291" y="184149"/>
                  </a:moveTo>
                  <a:lnTo>
                    <a:pt x="175640" y="184149"/>
                  </a:lnTo>
                  <a:lnTo>
                    <a:pt x="177164" y="185419"/>
                  </a:lnTo>
                  <a:lnTo>
                    <a:pt x="179323" y="186689"/>
                  </a:lnTo>
                  <a:lnTo>
                    <a:pt x="180619" y="188129"/>
                  </a:lnTo>
                  <a:lnTo>
                    <a:pt x="180212" y="186689"/>
                  </a:lnTo>
                  <a:lnTo>
                    <a:pt x="178434" y="185419"/>
                  </a:lnTo>
                  <a:lnTo>
                    <a:pt x="177291" y="184149"/>
                  </a:lnTo>
                  <a:close/>
                </a:path>
                <a:path w="491489" h="537210">
                  <a:moveTo>
                    <a:pt x="184149" y="186689"/>
                  </a:moveTo>
                  <a:lnTo>
                    <a:pt x="184878" y="188129"/>
                  </a:lnTo>
                  <a:lnTo>
                    <a:pt x="185589" y="188129"/>
                  </a:lnTo>
                  <a:lnTo>
                    <a:pt x="184149" y="186689"/>
                  </a:lnTo>
                  <a:close/>
                </a:path>
                <a:path w="491489" h="537210">
                  <a:moveTo>
                    <a:pt x="194690" y="185419"/>
                  </a:moveTo>
                  <a:lnTo>
                    <a:pt x="183387" y="185419"/>
                  </a:lnTo>
                  <a:lnTo>
                    <a:pt x="184086" y="186689"/>
                  </a:lnTo>
                  <a:lnTo>
                    <a:pt x="187324" y="186689"/>
                  </a:lnTo>
                  <a:lnTo>
                    <a:pt x="187324" y="188129"/>
                  </a:lnTo>
                  <a:lnTo>
                    <a:pt x="196028" y="188129"/>
                  </a:lnTo>
                  <a:lnTo>
                    <a:pt x="195452" y="186689"/>
                  </a:lnTo>
                  <a:lnTo>
                    <a:pt x="194690" y="185419"/>
                  </a:lnTo>
                  <a:close/>
                </a:path>
                <a:path w="491489" h="537210">
                  <a:moveTo>
                    <a:pt x="183387" y="185419"/>
                  </a:moveTo>
                  <a:lnTo>
                    <a:pt x="181609" y="185419"/>
                  </a:lnTo>
                  <a:lnTo>
                    <a:pt x="181609" y="186689"/>
                  </a:lnTo>
                  <a:lnTo>
                    <a:pt x="181990" y="186689"/>
                  </a:lnTo>
                  <a:lnTo>
                    <a:pt x="183387" y="185419"/>
                  </a:lnTo>
                  <a:close/>
                </a:path>
                <a:path w="491489" h="537210">
                  <a:moveTo>
                    <a:pt x="94868" y="184149"/>
                  </a:moveTo>
                  <a:lnTo>
                    <a:pt x="95376" y="185419"/>
                  </a:lnTo>
                  <a:lnTo>
                    <a:pt x="95503" y="185419"/>
                  </a:lnTo>
                  <a:lnTo>
                    <a:pt x="94868" y="184149"/>
                  </a:lnTo>
                  <a:close/>
                </a:path>
                <a:path w="491489" h="537210">
                  <a:moveTo>
                    <a:pt x="101091" y="181609"/>
                  </a:moveTo>
                  <a:lnTo>
                    <a:pt x="99567" y="181609"/>
                  </a:lnTo>
                  <a:lnTo>
                    <a:pt x="98043" y="182879"/>
                  </a:lnTo>
                  <a:lnTo>
                    <a:pt x="101218" y="182879"/>
                  </a:lnTo>
                  <a:lnTo>
                    <a:pt x="102742" y="185419"/>
                  </a:lnTo>
                  <a:lnTo>
                    <a:pt x="103758" y="185419"/>
                  </a:lnTo>
                  <a:lnTo>
                    <a:pt x="101091" y="181609"/>
                  </a:lnTo>
                  <a:close/>
                </a:path>
                <a:path w="491489" h="537210">
                  <a:moveTo>
                    <a:pt x="193928" y="181609"/>
                  </a:moveTo>
                  <a:lnTo>
                    <a:pt x="190626" y="182879"/>
                  </a:lnTo>
                  <a:lnTo>
                    <a:pt x="181482" y="182879"/>
                  </a:lnTo>
                  <a:lnTo>
                    <a:pt x="181276" y="183911"/>
                  </a:lnTo>
                  <a:lnTo>
                    <a:pt x="181228" y="184149"/>
                  </a:lnTo>
                  <a:lnTo>
                    <a:pt x="181482" y="184149"/>
                  </a:lnTo>
                  <a:lnTo>
                    <a:pt x="181228" y="185419"/>
                  </a:lnTo>
                  <a:lnTo>
                    <a:pt x="195071" y="185419"/>
                  </a:lnTo>
                  <a:lnTo>
                    <a:pt x="193928" y="181609"/>
                  </a:lnTo>
                  <a:close/>
                </a:path>
                <a:path w="491489" h="537210">
                  <a:moveTo>
                    <a:pt x="101218" y="182879"/>
                  </a:moveTo>
                  <a:lnTo>
                    <a:pt x="99821" y="182879"/>
                  </a:lnTo>
                  <a:lnTo>
                    <a:pt x="100234" y="183911"/>
                  </a:lnTo>
                  <a:lnTo>
                    <a:pt x="100710" y="184149"/>
                  </a:lnTo>
                  <a:lnTo>
                    <a:pt x="101218" y="182879"/>
                  </a:lnTo>
                  <a:close/>
                </a:path>
                <a:path w="491489" h="537210">
                  <a:moveTo>
                    <a:pt x="180847" y="182879"/>
                  </a:moveTo>
                  <a:lnTo>
                    <a:pt x="177545" y="182879"/>
                  </a:lnTo>
                  <a:lnTo>
                    <a:pt x="178561" y="184149"/>
                  </a:lnTo>
                  <a:lnTo>
                    <a:pt x="180339" y="184149"/>
                  </a:lnTo>
                  <a:lnTo>
                    <a:pt x="180847" y="182879"/>
                  </a:lnTo>
                  <a:close/>
                </a:path>
                <a:path w="491489" h="537210">
                  <a:moveTo>
                    <a:pt x="181101" y="182879"/>
                  </a:moveTo>
                  <a:lnTo>
                    <a:pt x="180847" y="182879"/>
                  </a:lnTo>
                  <a:lnTo>
                    <a:pt x="181054" y="183911"/>
                  </a:lnTo>
                  <a:lnTo>
                    <a:pt x="181101" y="182879"/>
                  </a:lnTo>
                  <a:close/>
                </a:path>
                <a:path w="491489" h="537210">
                  <a:moveTo>
                    <a:pt x="96689" y="182033"/>
                  </a:moveTo>
                  <a:lnTo>
                    <a:pt x="95757" y="182879"/>
                  </a:lnTo>
                  <a:lnTo>
                    <a:pt x="97027" y="182879"/>
                  </a:lnTo>
                  <a:lnTo>
                    <a:pt x="96689" y="182033"/>
                  </a:lnTo>
                  <a:close/>
                </a:path>
                <a:path w="491489" h="537210">
                  <a:moveTo>
                    <a:pt x="173735" y="177799"/>
                  </a:moveTo>
                  <a:lnTo>
                    <a:pt x="174194" y="179634"/>
                  </a:lnTo>
                  <a:lnTo>
                    <a:pt x="174300" y="180057"/>
                  </a:lnTo>
                  <a:lnTo>
                    <a:pt x="174461" y="180430"/>
                  </a:lnTo>
                  <a:lnTo>
                    <a:pt x="175640" y="181609"/>
                  </a:lnTo>
                  <a:lnTo>
                    <a:pt x="174624" y="182879"/>
                  </a:lnTo>
                  <a:lnTo>
                    <a:pt x="177799" y="182879"/>
                  </a:lnTo>
                  <a:lnTo>
                    <a:pt x="177672" y="182033"/>
                  </a:lnTo>
                  <a:lnTo>
                    <a:pt x="177609" y="181609"/>
                  </a:lnTo>
                  <a:lnTo>
                    <a:pt x="176783" y="181609"/>
                  </a:lnTo>
                  <a:lnTo>
                    <a:pt x="176194" y="180430"/>
                  </a:lnTo>
                  <a:lnTo>
                    <a:pt x="175922" y="180430"/>
                  </a:lnTo>
                  <a:lnTo>
                    <a:pt x="175810" y="180057"/>
                  </a:lnTo>
                  <a:lnTo>
                    <a:pt x="175746" y="179846"/>
                  </a:lnTo>
                  <a:lnTo>
                    <a:pt x="175683" y="179634"/>
                  </a:lnTo>
                  <a:lnTo>
                    <a:pt x="175005" y="179069"/>
                  </a:lnTo>
                  <a:lnTo>
                    <a:pt x="173735" y="177799"/>
                  </a:lnTo>
                  <a:close/>
                </a:path>
                <a:path w="491489" h="537210">
                  <a:moveTo>
                    <a:pt x="178053" y="171449"/>
                  </a:moveTo>
                  <a:lnTo>
                    <a:pt x="176910" y="173989"/>
                  </a:lnTo>
                  <a:lnTo>
                    <a:pt x="174370" y="173989"/>
                  </a:lnTo>
                  <a:lnTo>
                    <a:pt x="176275" y="177799"/>
                  </a:lnTo>
                  <a:lnTo>
                    <a:pt x="178307" y="179069"/>
                  </a:lnTo>
                  <a:lnTo>
                    <a:pt x="179323" y="181609"/>
                  </a:lnTo>
                  <a:lnTo>
                    <a:pt x="178815" y="182879"/>
                  </a:lnTo>
                  <a:lnTo>
                    <a:pt x="190626" y="182879"/>
                  </a:lnTo>
                  <a:lnTo>
                    <a:pt x="189892" y="180430"/>
                  </a:lnTo>
                  <a:lnTo>
                    <a:pt x="185755" y="180430"/>
                  </a:lnTo>
                  <a:lnTo>
                    <a:pt x="184530" y="179069"/>
                  </a:lnTo>
                  <a:lnTo>
                    <a:pt x="184149" y="177799"/>
                  </a:lnTo>
                  <a:lnTo>
                    <a:pt x="183558" y="176725"/>
                  </a:lnTo>
                  <a:lnTo>
                    <a:pt x="183486" y="176593"/>
                  </a:lnTo>
                  <a:lnTo>
                    <a:pt x="181584" y="176593"/>
                  </a:lnTo>
                  <a:lnTo>
                    <a:pt x="179450" y="175259"/>
                  </a:lnTo>
                  <a:lnTo>
                    <a:pt x="178942" y="173989"/>
                  </a:lnTo>
                  <a:lnTo>
                    <a:pt x="180339" y="172719"/>
                  </a:lnTo>
                  <a:lnTo>
                    <a:pt x="178053" y="171449"/>
                  </a:lnTo>
                  <a:close/>
                </a:path>
                <a:path w="491489" h="537210">
                  <a:moveTo>
                    <a:pt x="96973" y="180430"/>
                  </a:moveTo>
                  <a:lnTo>
                    <a:pt x="96367" y="181228"/>
                  </a:lnTo>
                  <a:lnTo>
                    <a:pt x="96689" y="182033"/>
                  </a:lnTo>
                  <a:lnTo>
                    <a:pt x="97154" y="181609"/>
                  </a:lnTo>
                  <a:lnTo>
                    <a:pt x="99567" y="181609"/>
                  </a:lnTo>
                  <a:lnTo>
                    <a:pt x="96973" y="180430"/>
                  </a:lnTo>
                  <a:close/>
                </a:path>
                <a:path w="491489" h="537210">
                  <a:moveTo>
                    <a:pt x="95503" y="179069"/>
                  </a:moveTo>
                  <a:lnTo>
                    <a:pt x="94487" y="179069"/>
                  </a:lnTo>
                  <a:lnTo>
                    <a:pt x="94431" y="179634"/>
                  </a:lnTo>
                  <a:lnTo>
                    <a:pt x="94351" y="180430"/>
                  </a:lnTo>
                  <a:lnTo>
                    <a:pt x="94233" y="181609"/>
                  </a:lnTo>
                  <a:lnTo>
                    <a:pt x="96138" y="181609"/>
                  </a:lnTo>
                  <a:lnTo>
                    <a:pt x="96367" y="181228"/>
                  </a:lnTo>
                  <a:lnTo>
                    <a:pt x="95503" y="179069"/>
                  </a:lnTo>
                  <a:close/>
                </a:path>
                <a:path w="491489" h="537210">
                  <a:moveTo>
                    <a:pt x="101176" y="179634"/>
                  </a:moveTo>
                  <a:lnTo>
                    <a:pt x="100983" y="179634"/>
                  </a:lnTo>
                  <a:lnTo>
                    <a:pt x="99271" y="181609"/>
                  </a:lnTo>
                  <a:lnTo>
                    <a:pt x="101599" y="181609"/>
                  </a:lnTo>
                  <a:lnTo>
                    <a:pt x="103133" y="180430"/>
                  </a:lnTo>
                  <a:lnTo>
                    <a:pt x="101654" y="180430"/>
                  </a:lnTo>
                  <a:lnTo>
                    <a:pt x="101176" y="179634"/>
                  </a:lnTo>
                  <a:close/>
                </a:path>
                <a:path w="491489" h="537210">
                  <a:moveTo>
                    <a:pt x="177432" y="180430"/>
                  </a:moveTo>
                  <a:lnTo>
                    <a:pt x="176974" y="181228"/>
                  </a:lnTo>
                  <a:lnTo>
                    <a:pt x="176783" y="181609"/>
                  </a:lnTo>
                  <a:lnTo>
                    <a:pt x="177609" y="181609"/>
                  </a:lnTo>
                  <a:lnTo>
                    <a:pt x="177552" y="181228"/>
                  </a:lnTo>
                  <a:lnTo>
                    <a:pt x="177432" y="180430"/>
                  </a:lnTo>
                  <a:close/>
                </a:path>
                <a:path w="491489" h="537210">
                  <a:moveTo>
                    <a:pt x="99186" y="173989"/>
                  </a:moveTo>
                  <a:lnTo>
                    <a:pt x="95376" y="173989"/>
                  </a:lnTo>
                  <a:lnTo>
                    <a:pt x="96575" y="176593"/>
                  </a:lnTo>
                  <a:lnTo>
                    <a:pt x="97408" y="177799"/>
                  </a:lnTo>
                  <a:lnTo>
                    <a:pt x="95884" y="179069"/>
                  </a:lnTo>
                  <a:lnTo>
                    <a:pt x="96973" y="180430"/>
                  </a:lnTo>
                  <a:lnTo>
                    <a:pt x="96719" y="180430"/>
                  </a:lnTo>
                  <a:lnTo>
                    <a:pt x="97535" y="179069"/>
                  </a:lnTo>
                  <a:lnTo>
                    <a:pt x="99313" y="179069"/>
                  </a:lnTo>
                  <a:lnTo>
                    <a:pt x="99440" y="177799"/>
                  </a:lnTo>
                  <a:lnTo>
                    <a:pt x="100837" y="177799"/>
                  </a:lnTo>
                  <a:lnTo>
                    <a:pt x="100837" y="176593"/>
                  </a:lnTo>
                  <a:lnTo>
                    <a:pt x="99053" y="176593"/>
                  </a:lnTo>
                  <a:lnTo>
                    <a:pt x="99161" y="175513"/>
                  </a:lnTo>
                  <a:lnTo>
                    <a:pt x="99186" y="175259"/>
                  </a:lnTo>
                  <a:lnTo>
                    <a:pt x="100139" y="175259"/>
                  </a:lnTo>
                  <a:lnTo>
                    <a:pt x="99186" y="173989"/>
                  </a:lnTo>
                  <a:close/>
                </a:path>
                <a:path w="491489" h="537210">
                  <a:moveTo>
                    <a:pt x="176007" y="180057"/>
                  </a:moveTo>
                  <a:lnTo>
                    <a:pt x="175858" y="180430"/>
                  </a:lnTo>
                  <a:lnTo>
                    <a:pt x="176194" y="180430"/>
                  </a:lnTo>
                  <a:lnTo>
                    <a:pt x="176007" y="180057"/>
                  </a:lnTo>
                  <a:close/>
                </a:path>
                <a:path w="491489" h="537210">
                  <a:moveTo>
                    <a:pt x="176402" y="179069"/>
                  </a:moveTo>
                  <a:lnTo>
                    <a:pt x="176177" y="179634"/>
                  </a:lnTo>
                  <a:lnTo>
                    <a:pt x="176092" y="179846"/>
                  </a:lnTo>
                  <a:lnTo>
                    <a:pt x="176910" y="180430"/>
                  </a:lnTo>
                  <a:lnTo>
                    <a:pt x="176699" y="180057"/>
                  </a:lnTo>
                  <a:lnTo>
                    <a:pt x="176402" y="179069"/>
                  </a:lnTo>
                  <a:close/>
                </a:path>
                <a:path w="491489" h="537210">
                  <a:moveTo>
                    <a:pt x="189102" y="177799"/>
                  </a:moveTo>
                  <a:lnTo>
                    <a:pt x="187959" y="179069"/>
                  </a:lnTo>
                  <a:lnTo>
                    <a:pt x="188912" y="180430"/>
                  </a:lnTo>
                  <a:lnTo>
                    <a:pt x="189892" y="180430"/>
                  </a:lnTo>
                  <a:lnTo>
                    <a:pt x="189102" y="177799"/>
                  </a:lnTo>
                  <a:close/>
                </a:path>
                <a:path w="491489" h="537210">
                  <a:moveTo>
                    <a:pt x="175796" y="179634"/>
                  </a:moveTo>
                  <a:lnTo>
                    <a:pt x="175902" y="179846"/>
                  </a:lnTo>
                  <a:lnTo>
                    <a:pt x="176007" y="180057"/>
                  </a:lnTo>
                  <a:lnTo>
                    <a:pt x="176092" y="179846"/>
                  </a:lnTo>
                  <a:lnTo>
                    <a:pt x="175796" y="179634"/>
                  </a:lnTo>
                  <a:close/>
                </a:path>
                <a:path w="491489" h="537210">
                  <a:moveTo>
                    <a:pt x="101472" y="179069"/>
                  </a:moveTo>
                  <a:lnTo>
                    <a:pt x="100837" y="179069"/>
                  </a:lnTo>
                  <a:lnTo>
                    <a:pt x="101176" y="179634"/>
                  </a:lnTo>
                  <a:lnTo>
                    <a:pt x="100983" y="179634"/>
                  </a:lnTo>
                  <a:lnTo>
                    <a:pt x="101472" y="179069"/>
                  </a:lnTo>
                  <a:close/>
                </a:path>
                <a:path w="491489" h="537210">
                  <a:moveTo>
                    <a:pt x="167716" y="175513"/>
                  </a:moveTo>
                  <a:lnTo>
                    <a:pt x="167639" y="177799"/>
                  </a:lnTo>
                  <a:lnTo>
                    <a:pt x="168499" y="176725"/>
                  </a:lnTo>
                  <a:lnTo>
                    <a:pt x="168605" y="176593"/>
                  </a:lnTo>
                  <a:lnTo>
                    <a:pt x="168039" y="176593"/>
                  </a:lnTo>
                  <a:lnTo>
                    <a:pt x="167716" y="175513"/>
                  </a:lnTo>
                  <a:close/>
                </a:path>
                <a:path w="491489" h="537210">
                  <a:moveTo>
                    <a:pt x="174370" y="173989"/>
                  </a:moveTo>
                  <a:lnTo>
                    <a:pt x="169925" y="173989"/>
                  </a:lnTo>
                  <a:lnTo>
                    <a:pt x="169925" y="175259"/>
                  </a:lnTo>
                  <a:lnTo>
                    <a:pt x="171957" y="175259"/>
                  </a:lnTo>
                  <a:lnTo>
                    <a:pt x="172491" y="176593"/>
                  </a:lnTo>
                  <a:lnTo>
                    <a:pt x="173881" y="176593"/>
                  </a:lnTo>
                  <a:lnTo>
                    <a:pt x="174243" y="177799"/>
                  </a:lnTo>
                  <a:lnTo>
                    <a:pt x="174497" y="177799"/>
                  </a:lnTo>
                  <a:lnTo>
                    <a:pt x="174618" y="176593"/>
                  </a:lnTo>
                  <a:lnTo>
                    <a:pt x="174828" y="175513"/>
                  </a:lnTo>
                  <a:lnTo>
                    <a:pt x="174915" y="175078"/>
                  </a:lnTo>
                  <a:lnTo>
                    <a:pt x="174370" y="173989"/>
                  </a:lnTo>
                  <a:close/>
                </a:path>
                <a:path w="491489" h="537210">
                  <a:moveTo>
                    <a:pt x="186689" y="176593"/>
                  </a:moveTo>
                  <a:lnTo>
                    <a:pt x="185038" y="176593"/>
                  </a:lnTo>
                  <a:lnTo>
                    <a:pt x="185038" y="177799"/>
                  </a:lnTo>
                  <a:lnTo>
                    <a:pt x="186689" y="177799"/>
                  </a:lnTo>
                  <a:lnTo>
                    <a:pt x="186689" y="176593"/>
                  </a:lnTo>
                  <a:close/>
                </a:path>
                <a:path w="491489" h="537210">
                  <a:moveTo>
                    <a:pt x="94469" y="174352"/>
                  </a:moveTo>
                  <a:lnTo>
                    <a:pt x="94868" y="175078"/>
                  </a:lnTo>
                  <a:lnTo>
                    <a:pt x="94995" y="175259"/>
                  </a:lnTo>
                  <a:lnTo>
                    <a:pt x="96462" y="176593"/>
                  </a:lnTo>
                  <a:lnTo>
                    <a:pt x="95503" y="175259"/>
                  </a:lnTo>
                  <a:lnTo>
                    <a:pt x="95376" y="175259"/>
                  </a:lnTo>
                  <a:lnTo>
                    <a:pt x="94469" y="174352"/>
                  </a:lnTo>
                  <a:close/>
                </a:path>
                <a:path w="491489" h="537210">
                  <a:moveTo>
                    <a:pt x="100139" y="175259"/>
                  </a:moveTo>
                  <a:lnTo>
                    <a:pt x="99186" y="175259"/>
                  </a:lnTo>
                  <a:lnTo>
                    <a:pt x="100920" y="176593"/>
                  </a:lnTo>
                  <a:lnTo>
                    <a:pt x="101139" y="176593"/>
                  </a:lnTo>
                  <a:lnTo>
                    <a:pt x="100139" y="175259"/>
                  </a:lnTo>
                  <a:close/>
                </a:path>
                <a:path w="491489" h="537210">
                  <a:moveTo>
                    <a:pt x="182054" y="173989"/>
                  </a:moveTo>
                  <a:lnTo>
                    <a:pt x="181990" y="175513"/>
                  </a:lnTo>
                  <a:lnTo>
                    <a:pt x="181451" y="176593"/>
                  </a:lnTo>
                  <a:lnTo>
                    <a:pt x="183486" y="176593"/>
                  </a:lnTo>
                  <a:lnTo>
                    <a:pt x="182054" y="173989"/>
                  </a:lnTo>
                  <a:close/>
                </a:path>
                <a:path w="491489" h="537210">
                  <a:moveTo>
                    <a:pt x="93217" y="172719"/>
                  </a:moveTo>
                  <a:lnTo>
                    <a:pt x="92201" y="172719"/>
                  </a:lnTo>
                  <a:lnTo>
                    <a:pt x="92963" y="173989"/>
                  </a:lnTo>
                  <a:lnTo>
                    <a:pt x="91947" y="173989"/>
                  </a:lnTo>
                  <a:lnTo>
                    <a:pt x="93217" y="175259"/>
                  </a:lnTo>
                  <a:lnTo>
                    <a:pt x="93725" y="173989"/>
                  </a:lnTo>
                  <a:lnTo>
                    <a:pt x="92963" y="173989"/>
                  </a:lnTo>
                  <a:lnTo>
                    <a:pt x="91693" y="172719"/>
                  </a:lnTo>
                  <a:lnTo>
                    <a:pt x="93217" y="172719"/>
                  </a:lnTo>
                  <a:close/>
                </a:path>
                <a:path w="491489" h="537210">
                  <a:moveTo>
                    <a:pt x="167766" y="173989"/>
                  </a:moveTo>
                  <a:lnTo>
                    <a:pt x="167367" y="174352"/>
                  </a:lnTo>
                  <a:lnTo>
                    <a:pt x="167585" y="175078"/>
                  </a:lnTo>
                  <a:lnTo>
                    <a:pt x="167639" y="175259"/>
                  </a:lnTo>
                  <a:lnTo>
                    <a:pt x="167766" y="173989"/>
                  </a:lnTo>
                  <a:close/>
                </a:path>
                <a:path w="491489" h="537210">
                  <a:moveTo>
                    <a:pt x="183514" y="171449"/>
                  </a:moveTo>
                  <a:lnTo>
                    <a:pt x="184911" y="173989"/>
                  </a:lnTo>
                  <a:lnTo>
                    <a:pt x="183769" y="173989"/>
                  </a:lnTo>
                  <a:lnTo>
                    <a:pt x="185800" y="175259"/>
                  </a:lnTo>
                  <a:lnTo>
                    <a:pt x="185673" y="172719"/>
                  </a:lnTo>
                  <a:lnTo>
                    <a:pt x="183514" y="171449"/>
                  </a:lnTo>
                  <a:close/>
                </a:path>
                <a:path w="491489" h="537210">
                  <a:moveTo>
                    <a:pt x="167258" y="173989"/>
                  </a:moveTo>
                  <a:lnTo>
                    <a:pt x="166496" y="175078"/>
                  </a:lnTo>
                  <a:lnTo>
                    <a:pt x="167367" y="174352"/>
                  </a:lnTo>
                  <a:lnTo>
                    <a:pt x="167258" y="173989"/>
                  </a:lnTo>
                  <a:close/>
                </a:path>
                <a:path w="491489" h="537210">
                  <a:moveTo>
                    <a:pt x="100329" y="172719"/>
                  </a:moveTo>
                  <a:lnTo>
                    <a:pt x="96138" y="172719"/>
                  </a:lnTo>
                  <a:lnTo>
                    <a:pt x="98424" y="173989"/>
                  </a:lnTo>
                  <a:lnTo>
                    <a:pt x="100837" y="173989"/>
                  </a:lnTo>
                  <a:lnTo>
                    <a:pt x="100329" y="172719"/>
                  </a:lnTo>
                  <a:close/>
                </a:path>
                <a:path w="491489" h="537210">
                  <a:moveTo>
                    <a:pt x="175894" y="170179"/>
                  </a:moveTo>
                  <a:lnTo>
                    <a:pt x="169290" y="170179"/>
                  </a:lnTo>
                  <a:lnTo>
                    <a:pt x="169925" y="171449"/>
                  </a:lnTo>
                  <a:lnTo>
                    <a:pt x="169417" y="172719"/>
                  </a:lnTo>
                  <a:lnTo>
                    <a:pt x="170052" y="172719"/>
                  </a:lnTo>
                  <a:lnTo>
                    <a:pt x="171068" y="173989"/>
                  </a:lnTo>
                  <a:lnTo>
                    <a:pt x="174751" y="173989"/>
                  </a:lnTo>
                  <a:lnTo>
                    <a:pt x="173481" y="171449"/>
                  </a:lnTo>
                  <a:lnTo>
                    <a:pt x="175259" y="171449"/>
                  </a:lnTo>
                  <a:lnTo>
                    <a:pt x="175894" y="170179"/>
                  </a:lnTo>
                  <a:close/>
                </a:path>
                <a:path w="491489" h="537210">
                  <a:moveTo>
                    <a:pt x="182551" y="171866"/>
                  </a:moveTo>
                  <a:lnTo>
                    <a:pt x="181355" y="172719"/>
                  </a:lnTo>
                  <a:lnTo>
                    <a:pt x="182054" y="173989"/>
                  </a:lnTo>
                  <a:lnTo>
                    <a:pt x="181990" y="172719"/>
                  </a:lnTo>
                  <a:lnTo>
                    <a:pt x="183006" y="172719"/>
                  </a:lnTo>
                  <a:lnTo>
                    <a:pt x="182551" y="171866"/>
                  </a:lnTo>
                  <a:close/>
                </a:path>
                <a:path w="491489" h="537210">
                  <a:moveTo>
                    <a:pt x="95643" y="168459"/>
                  </a:moveTo>
                  <a:lnTo>
                    <a:pt x="94868" y="170179"/>
                  </a:lnTo>
                  <a:lnTo>
                    <a:pt x="94487" y="170179"/>
                  </a:lnTo>
                  <a:lnTo>
                    <a:pt x="95630" y="171449"/>
                  </a:lnTo>
                  <a:lnTo>
                    <a:pt x="95884" y="172719"/>
                  </a:lnTo>
                  <a:lnTo>
                    <a:pt x="98297" y="172719"/>
                  </a:lnTo>
                  <a:lnTo>
                    <a:pt x="96606" y="168960"/>
                  </a:lnTo>
                  <a:lnTo>
                    <a:pt x="96194" y="168960"/>
                  </a:lnTo>
                  <a:lnTo>
                    <a:pt x="95643" y="168459"/>
                  </a:lnTo>
                  <a:close/>
                </a:path>
                <a:path w="491489" h="537210">
                  <a:moveTo>
                    <a:pt x="181018" y="168960"/>
                  </a:moveTo>
                  <a:lnTo>
                    <a:pt x="182551" y="171866"/>
                  </a:lnTo>
                  <a:lnTo>
                    <a:pt x="183133" y="171449"/>
                  </a:lnTo>
                  <a:lnTo>
                    <a:pt x="181018" y="168960"/>
                  </a:lnTo>
                  <a:close/>
                </a:path>
                <a:path w="491489" h="537210">
                  <a:moveTo>
                    <a:pt x="97278" y="167722"/>
                  </a:moveTo>
                  <a:lnTo>
                    <a:pt x="96048" y="167722"/>
                  </a:lnTo>
                  <a:lnTo>
                    <a:pt x="96606" y="168960"/>
                  </a:lnTo>
                  <a:lnTo>
                    <a:pt x="97800" y="168960"/>
                  </a:lnTo>
                  <a:lnTo>
                    <a:pt x="97916" y="169544"/>
                  </a:lnTo>
                  <a:lnTo>
                    <a:pt x="97964" y="169783"/>
                  </a:lnTo>
                  <a:lnTo>
                    <a:pt x="98043" y="170179"/>
                  </a:lnTo>
                  <a:lnTo>
                    <a:pt x="98155" y="170738"/>
                  </a:lnTo>
                  <a:lnTo>
                    <a:pt x="98205" y="170988"/>
                  </a:lnTo>
                  <a:lnTo>
                    <a:pt x="98297" y="171449"/>
                  </a:lnTo>
                  <a:lnTo>
                    <a:pt x="100964" y="170179"/>
                  </a:lnTo>
                  <a:lnTo>
                    <a:pt x="100329" y="170179"/>
                  </a:lnTo>
                  <a:lnTo>
                    <a:pt x="100131" y="169783"/>
                  </a:lnTo>
                  <a:lnTo>
                    <a:pt x="100012" y="169544"/>
                  </a:lnTo>
                  <a:lnTo>
                    <a:pt x="97278" y="167722"/>
                  </a:lnTo>
                  <a:close/>
                </a:path>
                <a:path w="491489" h="537210">
                  <a:moveTo>
                    <a:pt x="160954" y="168960"/>
                  </a:moveTo>
                  <a:lnTo>
                    <a:pt x="160042" y="168960"/>
                  </a:lnTo>
                  <a:lnTo>
                    <a:pt x="161162" y="171449"/>
                  </a:lnTo>
                  <a:lnTo>
                    <a:pt x="162051" y="170179"/>
                  </a:lnTo>
                  <a:lnTo>
                    <a:pt x="160954" y="168960"/>
                  </a:lnTo>
                  <a:close/>
                </a:path>
                <a:path w="491489" h="537210">
                  <a:moveTo>
                    <a:pt x="171277" y="165281"/>
                  </a:moveTo>
                  <a:lnTo>
                    <a:pt x="166342" y="165281"/>
                  </a:lnTo>
                  <a:lnTo>
                    <a:pt x="166274" y="165734"/>
                  </a:lnTo>
                  <a:lnTo>
                    <a:pt x="166152" y="166551"/>
                  </a:lnTo>
                  <a:lnTo>
                    <a:pt x="166054" y="167722"/>
                  </a:lnTo>
                  <a:lnTo>
                    <a:pt x="167030" y="168960"/>
                  </a:lnTo>
                  <a:lnTo>
                    <a:pt x="168274" y="171449"/>
                  </a:lnTo>
                  <a:lnTo>
                    <a:pt x="169290" y="170179"/>
                  </a:lnTo>
                  <a:lnTo>
                    <a:pt x="175894" y="170179"/>
                  </a:lnTo>
                  <a:lnTo>
                    <a:pt x="173944" y="168960"/>
                  </a:lnTo>
                  <a:lnTo>
                    <a:pt x="174107" y="168459"/>
                  </a:lnTo>
                  <a:lnTo>
                    <a:pt x="174506" y="167722"/>
                  </a:lnTo>
                  <a:lnTo>
                    <a:pt x="172375" y="167722"/>
                  </a:lnTo>
                  <a:lnTo>
                    <a:pt x="171277" y="165281"/>
                  </a:lnTo>
                  <a:close/>
                </a:path>
                <a:path w="491489" h="537210">
                  <a:moveTo>
                    <a:pt x="178896" y="170988"/>
                  </a:moveTo>
                  <a:lnTo>
                    <a:pt x="178942" y="171449"/>
                  </a:lnTo>
                  <a:lnTo>
                    <a:pt x="179088" y="171147"/>
                  </a:lnTo>
                  <a:lnTo>
                    <a:pt x="178896" y="170988"/>
                  </a:lnTo>
                  <a:close/>
                </a:path>
                <a:path w="491489" h="537210">
                  <a:moveTo>
                    <a:pt x="179456" y="170738"/>
                  </a:moveTo>
                  <a:lnTo>
                    <a:pt x="179088" y="171147"/>
                  </a:lnTo>
                  <a:lnTo>
                    <a:pt x="179450" y="171449"/>
                  </a:lnTo>
                  <a:lnTo>
                    <a:pt x="179704" y="171449"/>
                  </a:lnTo>
                  <a:lnTo>
                    <a:pt x="179599" y="171147"/>
                  </a:lnTo>
                  <a:lnTo>
                    <a:pt x="179543" y="170988"/>
                  </a:lnTo>
                  <a:lnTo>
                    <a:pt x="179456" y="170738"/>
                  </a:lnTo>
                  <a:close/>
                </a:path>
                <a:path w="491489" h="537210">
                  <a:moveTo>
                    <a:pt x="178815" y="170179"/>
                  </a:moveTo>
                  <a:lnTo>
                    <a:pt x="177926" y="170179"/>
                  </a:lnTo>
                  <a:lnTo>
                    <a:pt x="178896" y="170988"/>
                  </a:lnTo>
                  <a:lnTo>
                    <a:pt x="178815" y="170179"/>
                  </a:lnTo>
                  <a:close/>
                </a:path>
                <a:path w="491489" h="537210">
                  <a:moveTo>
                    <a:pt x="93090" y="170179"/>
                  </a:moveTo>
                  <a:lnTo>
                    <a:pt x="92963" y="170179"/>
                  </a:lnTo>
                  <a:lnTo>
                    <a:pt x="92684" y="170738"/>
                  </a:lnTo>
                  <a:lnTo>
                    <a:pt x="93090" y="170179"/>
                  </a:lnTo>
                  <a:close/>
                </a:path>
                <a:path w="491489" h="537210">
                  <a:moveTo>
                    <a:pt x="178861" y="168960"/>
                  </a:moveTo>
                  <a:lnTo>
                    <a:pt x="179038" y="169544"/>
                  </a:lnTo>
                  <a:lnTo>
                    <a:pt x="179456" y="170738"/>
                  </a:lnTo>
                  <a:lnTo>
                    <a:pt x="179958" y="170179"/>
                  </a:lnTo>
                  <a:lnTo>
                    <a:pt x="178861" y="168960"/>
                  </a:lnTo>
                  <a:close/>
                </a:path>
                <a:path w="491489" h="537210">
                  <a:moveTo>
                    <a:pt x="92534" y="167722"/>
                  </a:moveTo>
                  <a:lnTo>
                    <a:pt x="91624" y="167722"/>
                  </a:lnTo>
                  <a:lnTo>
                    <a:pt x="92140" y="168459"/>
                  </a:lnTo>
                  <a:lnTo>
                    <a:pt x="92425" y="168960"/>
                  </a:lnTo>
                  <a:lnTo>
                    <a:pt x="91693" y="170179"/>
                  </a:lnTo>
                  <a:lnTo>
                    <a:pt x="94868" y="170179"/>
                  </a:lnTo>
                  <a:lnTo>
                    <a:pt x="92534" y="167722"/>
                  </a:lnTo>
                  <a:close/>
                </a:path>
                <a:path w="491489" h="537210">
                  <a:moveTo>
                    <a:pt x="100369" y="169783"/>
                  </a:moveTo>
                  <a:lnTo>
                    <a:pt x="100329" y="170179"/>
                  </a:lnTo>
                  <a:lnTo>
                    <a:pt x="100964" y="170179"/>
                  </a:lnTo>
                  <a:lnTo>
                    <a:pt x="100369" y="169783"/>
                  </a:lnTo>
                  <a:close/>
                </a:path>
                <a:path w="491489" h="537210">
                  <a:moveTo>
                    <a:pt x="100411" y="167722"/>
                  </a:moveTo>
                  <a:lnTo>
                    <a:pt x="99109" y="167722"/>
                  </a:lnTo>
                  <a:lnTo>
                    <a:pt x="99551" y="168459"/>
                  </a:lnTo>
                  <a:lnTo>
                    <a:pt x="99796" y="168960"/>
                  </a:lnTo>
                  <a:lnTo>
                    <a:pt x="100012" y="169544"/>
                  </a:lnTo>
                  <a:lnTo>
                    <a:pt x="100369" y="169783"/>
                  </a:lnTo>
                  <a:lnTo>
                    <a:pt x="100451" y="168960"/>
                  </a:lnTo>
                  <a:lnTo>
                    <a:pt x="99720" y="168960"/>
                  </a:lnTo>
                  <a:lnTo>
                    <a:pt x="100411" y="167722"/>
                  </a:lnTo>
                  <a:close/>
                </a:path>
                <a:path w="491489" h="537210">
                  <a:moveTo>
                    <a:pt x="104738" y="166551"/>
                  </a:moveTo>
                  <a:lnTo>
                    <a:pt x="103377" y="166551"/>
                  </a:lnTo>
                  <a:lnTo>
                    <a:pt x="103377" y="168960"/>
                  </a:lnTo>
                  <a:lnTo>
                    <a:pt x="104256" y="168960"/>
                  </a:lnTo>
                  <a:lnTo>
                    <a:pt x="104738" y="166551"/>
                  </a:lnTo>
                  <a:close/>
                </a:path>
                <a:path w="491489" h="537210">
                  <a:moveTo>
                    <a:pt x="162451" y="165281"/>
                  </a:moveTo>
                  <a:lnTo>
                    <a:pt x="162478" y="166551"/>
                  </a:lnTo>
                  <a:lnTo>
                    <a:pt x="161394" y="168960"/>
                  </a:lnTo>
                  <a:lnTo>
                    <a:pt x="162273" y="168459"/>
                  </a:lnTo>
                  <a:lnTo>
                    <a:pt x="163673" y="167722"/>
                  </a:lnTo>
                  <a:lnTo>
                    <a:pt x="165513" y="167722"/>
                  </a:lnTo>
                  <a:lnTo>
                    <a:pt x="165045" y="166551"/>
                  </a:lnTo>
                  <a:lnTo>
                    <a:pt x="163467" y="166551"/>
                  </a:lnTo>
                  <a:lnTo>
                    <a:pt x="162451" y="165281"/>
                  </a:lnTo>
                  <a:close/>
                </a:path>
                <a:path w="491489" h="537210">
                  <a:moveTo>
                    <a:pt x="166115" y="167722"/>
                  </a:moveTo>
                  <a:lnTo>
                    <a:pt x="164047" y="167722"/>
                  </a:lnTo>
                  <a:lnTo>
                    <a:pt x="165409" y="168960"/>
                  </a:lnTo>
                  <a:lnTo>
                    <a:pt x="166115" y="168960"/>
                  </a:lnTo>
                  <a:lnTo>
                    <a:pt x="166115" y="167722"/>
                  </a:lnTo>
                  <a:close/>
                </a:path>
                <a:path w="491489" h="537210">
                  <a:moveTo>
                    <a:pt x="95522" y="166551"/>
                  </a:moveTo>
                  <a:lnTo>
                    <a:pt x="93544" y="166551"/>
                  </a:lnTo>
                  <a:lnTo>
                    <a:pt x="95643" y="168459"/>
                  </a:lnTo>
                  <a:lnTo>
                    <a:pt x="95975" y="167722"/>
                  </a:lnTo>
                  <a:lnTo>
                    <a:pt x="97278" y="167722"/>
                  </a:lnTo>
                  <a:lnTo>
                    <a:pt x="95522" y="166551"/>
                  </a:lnTo>
                  <a:close/>
                </a:path>
                <a:path w="491489" h="537210">
                  <a:moveTo>
                    <a:pt x="90895" y="166551"/>
                  </a:moveTo>
                  <a:lnTo>
                    <a:pt x="90661" y="167722"/>
                  </a:lnTo>
                  <a:lnTo>
                    <a:pt x="91481" y="167722"/>
                  </a:lnTo>
                  <a:lnTo>
                    <a:pt x="90895" y="166551"/>
                  </a:lnTo>
                  <a:close/>
                </a:path>
                <a:path w="491489" h="537210">
                  <a:moveTo>
                    <a:pt x="93217" y="166551"/>
                  </a:moveTo>
                  <a:lnTo>
                    <a:pt x="91693" y="166551"/>
                  </a:lnTo>
                  <a:lnTo>
                    <a:pt x="92513" y="167722"/>
                  </a:lnTo>
                  <a:lnTo>
                    <a:pt x="93217" y="166551"/>
                  </a:lnTo>
                  <a:close/>
                </a:path>
                <a:path w="491489" h="537210">
                  <a:moveTo>
                    <a:pt x="98733" y="165281"/>
                  </a:moveTo>
                  <a:lnTo>
                    <a:pt x="97753" y="165281"/>
                  </a:lnTo>
                  <a:lnTo>
                    <a:pt x="97659" y="167722"/>
                  </a:lnTo>
                  <a:lnTo>
                    <a:pt x="102932" y="167722"/>
                  </a:lnTo>
                  <a:lnTo>
                    <a:pt x="100239" y="166551"/>
                  </a:lnTo>
                  <a:lnTo>
                    <a:pt x="100003" y="166551"/>
                  </a:lnTo>
                  <a:lnTo>
                    <a:pt x="98733" y="165281"/>
                  </a:lnTo>
                  <a:close/>
                </a:path>
                <a:path w="491489" h="537210">
                  <a:moveTo>
                    <a:pt x="173536" y="166551"/>
                  </a:moveTo>
                  <a:lnTo>
                    <a:pt x="173209" y="166551"/>
                  </a:lnTo>
                  <a:lnTo>
                    <a:pt x="172273" y="167722"/>
                  </a:lnTo>
                  <a:lnTo>
                    <a:pt x="174707" y="167722"/>
                  </a:lnTo>
                  <a:lnTo>
                    <a:pt x="173536" y="166551"/>
                  </a:lnTo>
                  <a:close/>
                </a:path>
                <a:path w="491489" h="537210">
                  <a:moveTo>
                    <a:pt x="174478" y="165734"/>
                  </a:moveTo>
                  <a:lnTo>
                    <a:pt x="173699" y="166551"/>
                  </a:lnTo>
                  <a:lnTo>
                    <a:pt x="173962" y="166551"/>
                  </a:lnTo>
                  <a:lnTo>
                    <a:pt x="174605" y="167722"/>
                  </a:lnTo>
                  <a:lnTo>
                    <a:pt x="174503" y="166551"/>
                  </a:lnTo>
                  <a:lnTo>
                    <a:pt x="174478" y="165734"/>
                  </a:lnTo>
                  <a:close/>
                </a:path>
                <a:path w="491489" h="537210">
                  <a:moveTo>
                    <a:pt x="90291" y="165281"/>
                  </a:moveTo>
                  <a:lnTo>
                    <a:pt x="89389" y="165281"/>
                  </a:lnTo>
                  <a:lnTo>
                    <a:pt x="91040" y="166551"/>
                  </a:lnTo>
                  <a:lnTo>
                    <a:pt x="90527" y="165734"/>
                  </a:lnTo>
                  <a:lnTo>
                    <a:pt x="90291" y="165281"/>
                  </a:lnTo>
                  <a:close/>
                </a:path>
                <a:path w="491489" h="537210">
                  <a:moveTo>
                    <a:pt x="97463" y="164011"/>
                  </a:moveTo>
                  <a:lnTo>
                    <a:pt x="91802" y="164011"/>
                  </a:lnTo>
                  <a:lnTo>
                    <a:pt x="91675" y="165281"/>
                  </a:lnTo>
                  <a:lnTo>
                    <a:pt x="91548" y="166551"/>
                  </a:lnTo>
                  <a:lnTo>
                    <a:pt x="94885" y="166551"/>
                  </a:lnTo>
                  <a:lnTo>
                    <a:pt x="97437" y="165281"/>
                  </a:lnTo>
                  <a:lnTo>
                    <a:pt x="97841" y="165281"/>
                  </a:lnTo>
                  <a:lnTo>
                    <a:pt x="97463" y="164011"/>
                  </a:lnTo>
                  <a:close/>
                </a:path>
                <a:path w="491489" h="537210">
                  <a:moveTo>
                    <a:pt x="164646" y="165281"/>
                  </a:moveTo>
                  <a:lnTo>
                    <a:pt x="164410" y="165281"/>
                  </a:lnTo>
                  <a:lnTo>
                    <a:pt x="163140" y="166551"/>
                  </a:lnTo>
                  <a:lnTo>
                    <a:pt x="165027" y="166551"/>
                  </a:lnTo>
                  <a:lnTo>
                    <a:pt x="164646" y="165281"/>
                  </a:lnTo>
                  <a:close/>
                </a:path>
                <a:path w="491489" h="537210">
                  <a:moveTo>
                    <a:pt x="170851" y="164011"/>
                  </a:moveTo>
                  <a:lnTo>
                    <a:pt x="170677" y="164011"/>
                  </a:lnTo>
                  <a:lnTo>
                    <a:pt x="169948" y="165281"/>
                  </a:lnTo>
                  <a:lnTo>
                    <a:pt x="171449" y="165281"/>
                  </a:lnTo>
                  <a:lnTo>
                    <a:pt x="173227" y="166551"/>
                  </a:lnTo>
                  <a:lnTo>
                    <a:pt x="172402" y="165734"/>
                  </a:lnTo>
                  <a:lnTo>
                    <a:pt x="170851" y="164011"/>
                  </a:lnTo>
                  <a:close/>
                </a:path>
                <a:path w="491489" h="537210">
                  <a:moveTo>
                    <a:pt x="174842" y="165281"/>
                  </a:moveTo>
                  <a:lnTo>
                    <a:pt x="174453" y="165281"/>
                  </a:lnTo>
                  <a:lnTo>
                    <a:pt x="174479" y="165734"/>
                  </a:lnTo>
                  <a:lnTo>
                    <a:pt x="174842" y="165281"/>
                  </a:lnTo>
                  <a:close/>
                </a:path>
                <a:path w="491489" h="537210">
                  <a:moveTo>
                    <a:pt x="87756" y="164011"/>
                  </a:moveTo>
                  <a:lnTo>
                    <a:pt x="87539" y="164011"/>
                  </a:lnTo>
                  <a:lnTo>
                    <a:pt x="87793" y="165281"/>
                  </a:lnTo>
                  <a:lnTo>
                    <a:pt x="87756" y="164011"/>
                  </a:lnTo>
                  <a:close/>
                </a:path>
                <a:path w="491489" h="537210">
                  <a:moveTo>
                    <a:pt x="88627" y="164011"/>
                  </a:moveTo>
                  <a:lnTo>
                    <a:pt x="90877" y="165281"/>
                  </a:lnTo>
                  <a:lnTo>
                    <a:pt x="91167" y="165281"/>
                  </a:lnTo>
                  <a:lnTo>
                    <a:pt x="88627" y="164011"/>
                  </a:lnTo>
                  <a:close/>
                </a:path>
                <a:path w="491489" h="537210">
                  <a:moveTo>
                    <a:pt x="90188" y="164011"/>
                  </a:moveTo>
                  <a:lnTo>
                    <a:pt x="89629" y="164011"/>
                  </a:lnTo>
                  <a:lnTo>
                    <a:pt x="90291" y="165281"/>
                  </a:lnTo>
                  <a:lnTo>
                    <a:pt x="90611" y="165281"/>
                  </a:lnTo>
                  <a:lnTo>
                    <a:pt x="90188" y="164011"/>
                  </a:lnTo>
                  <a:close/>
                </a:path>
                <a:path w="491489" h="537210">
                  <a:moveTo>
                    <a:pt x="167254" y="161412"/>
                  </a:moveTo>
                  <a:lnTo>
                    <a:pt x="166902" y="161412"/>
                  </a:lnTo>
                  <a:lnTo>
                    <a:pt x="167131" y="162559"/>
                  </a:lnTo>
                  <a:lnTo>
                    <a:pt x="164422" y="162559"/>
                  </a:lnTo>
                  <a:lnTo>
                    <a:pt x="164906" y="164011"/>
                  </a:lnTo>
                  <a:lnTo>
                    <a:pt x="161035" y="164011"/>
                  </a:lnTo>
                  <a:lnTo>
                    <a:pt x="167259" y="165281"/>
                  </a:lnTo>
                  <a:lnTo>
                    <a:pt x="170170" y="165281"/>
                  </a:lnTo>
                  <a:lnTo>
                    <a:pt x="168401" y="162559"/>
                  </a:lnTo>
                  <a:lnTo>
                    <a:pt x="167254" y="161412"/>
                  </a:lnTo>
                  <a:close/>
                </a:path>
                <a:path w="491489" h="537210">
                  <a:moveTo>
                    <a:pt x="174243" y="162559"/>
                  </a:moveTo>
                  <a:lnTo>
                    <a:pt x="173699" y="165281"/>
                  </a:lnTo>
                  <a:lnTo>
                    <a:pt x="174453" y="165281"/>
                  </a:lnTo>
                  <a:lnTo>
                    <a:pt x="174381" y="164011"/>
                  </a:lnTo>
                  <a:lnTo>
                    <a:pt x="175550" y="164011"/>
                  </a:lnTo>
                  <a:lnTo>
                    <a:pt x="174243" y="162559"/>
                  </a:lnTo>
                  <a:close/>
                </a:path>
                <a:path w="491489" h="537210">
                  <a:moveTo>
                    <a:pt x="175356" y="164011"/>
                  </a:moveTo>
                  <a:lnTo>
                    <a:pt x="174479" y="164011"/>
                  </a:lnTo>
                  <a:lnTo>
                    <a:pt x="175241" y="165281"/>
                  </a:lnTo>
                  <a:lnTo>
                    <a:pt x="175356" y="164011"/>
                  </a:lnTo>
                  <a:close/>
                </a:path>
                <a:path w="491489" h="537210">
                  <a:moveTo>
                    <a:pt x="88645" y="162559"/>
                  </a:moveTo>
                  <a:lnTo>
                    <a:pt x="86232" y="162559"/>
                  </a:lnTo>
                  <a:lnTo>
                    <a:pt x="87974" y="164011"/>
                  </a:lnTo>
                  <a:lnTo>
                    <a:pt x="87339" y="164011"/>
                  </a:lnTo>
                  <a:lnTo>
                    <a:pt x="88645" y="162559"/>
                  </a:lnTo>
                  <a:close/>
                </a:path>
                <a:path w="491489" h="537210">
                  <a:moveTo>
                    <a:pt x="97759" y="161412"/>
                  </a:moveTo>
                  <a:lnTo>
                    <a:pt x="97569" y="161412"/>
                  </a:lnTo>
                  <a:lnTo>
                    <a:pt x="95503" y="162559"/>
                  </a:lnTo>
                  <a:lnTo>
                    <a:pt x="89704" y="162559"/>
                  </a:lnTo>
                  <a:lnTo>
                    <a:pt x="90188" y="164011"/>
                  </a:lnTo>
                  <a:lnTo>
                    <a:pt x="97109" y="164011"/>
                  </a:lnTo>
                  <a:lnTo>
                    <a:pt x="97318" y="163174"/>
                  </a:lnTo>
                  <a:lnTo>
                    <a:pt x="97385" y="162906"/>
                  </a:lnTo>
                  <a:lnTo>
                    <a:pt x="97472" y="162559"/>
                  </a:lnTo>
                  <a:lnTo>
                    <a:pt x="90931" y="162559"/>
                  </a:lnTo>
                  <a:lnTo>
                    <a:pt x="89440" y="161412"/>
                  </a:lnTo>
                  <a:lnTo>
                    <a:pt x="97759" y="161412"/>
                  </a:lnTo>
                  <a:close/>
                </a:path>
                <a:path w="491489" h="537210">
                  <a:moveTo>
                    <a:pt x="161289" y="162559"/>
                  </a:moveTo>
                  <a:lnTo>
                    <a:pt x="159983" y="164011"/>
                  </a:lnTo>
                  <a:lnTo>
                    <a:pt x="163467" y="164011"/>
                  </a:lnTo>
                  <a:lnTo>
                    <a:pt x="161289" y="162559"/>
                  </a:lnTo>
                  <a:close/>
                </a:path>
                <a:path w="491489" h="537210">
                  <a:moveTo>
                    <a:pt x="163614" y="162906"/>
                  </a:moveTo>
                  <a:lnTo>
                    <a:pt x="163472" y="162906"/>
                  </a:lnTo>
                  <a:lnTo>
                    <a:pt x="163140" y="164011"/>
                  </a:lnTo>
                  <a:lnTo>
                    <a:pt x="165087" y="164011"/>
                  </a:lnTo>
                  <a:lnTo>
                    <a:pt x="163614" y="162906"/>
                  </a:lnTo>
                  <a:close/>
                </a:path>
                <a:path w="491489" h="537210">
                  <a:moveTo>
                    <a:pt x="169856" y="162906"/>
                  </a:moveTo>
                  <a:lnTo>
                    <a:pt x="169635" y="164011"/>
                  </a:lnTo>
                  <a:lnTo>
                    <a:pt x="170098" y="163174"/>
                  </a:lnTo>
                  <a:lnTo>
                    <a:pt x="169856" y="162906"/>
                  </a:lnTo>
                  <a:close/>
                </a:path>
                <a:path w="491489" h="537210">
                  <a:moveTo>
                    <a:pt x="170560" y="162559"/>
                  </a:moveTo>
                  <a:lnTo>
                    <a:pt x="170272" y="162906"/>
                  </a:lnTo>
                  <a:lnTo>
                    <a:pt x="170098" y="163174"/>
                  </a:lnTo>
                  <a:lnTo>
                    <a:pt x="170851" y="164011"/>
                  </a:lnTo>
                  <a:lnTo>
                    <a:pt x="170645" y="163174"/>
                  </a:lnTo>
                  <a:lnTo>
                    <a:pt x="170560" y="162559"/>
                  </a:lnTo>
                  <a:close/>
                </a:path>
                <a:path w="491489" h="537210">
                  <a:moveTo>
                    <a:pt x="173608" y="162559"/>
                  </a:moveTo>
                  <a:lnTo>
                    <a:pt x="172275" y="162559"/>
                  </a:lnTo>
                  <a:lnTo>
                    <a:pt x="172367" y="163174"/>
                  </a:lnTo>
                  <a:lnTo>
                    <a:pt x="172493" y="164011"/>
                  </a:lnTo>
                  <a:lnTo>
                    <a:pt x="173318" y="164011"/>
                  </a:lnTo>
                  <a:lnTo>
                    <a:pt x="173486" y="163174"/>
                  </a:lnTo>
                  <a:lnTo>
                    <a:pt x="173608" y="162559"/>
                  </a:lnTo>
                  <a:close/>
                </a:path>
                <a:path w="491489" h="537210">
                  <a:moveTo>
                    <a:pt x="163616" y="160142"/>
                  </a:moveTo>
                  <a:lnTo>
                    <a:pt x="159928" y="160142"/>
                  </a:lnTo>
                  <a:lnTo>
                    <a:pt x="163614" y="162906"/>
                  </a:lnTo>
                  <a:lnTo>
                    <a:pt x="163575" y="162559"/>
                  </a:lnTo>
                  <a:lnTo>
                    <a:pt x="164422" y="162559"/>
                  </a:lnTo>
                  <a:lnTo>
                    <a:pt x="163616" y="160142"/>
                  </a:lnTo>
                  <a:close/>
                </a:path>
                <a:path w="491489" h="537210">
                  <a:moveTo>
                    <a:pt x="170155" y="161412"/>
                  </a:moveTo>
                  <a:lnTo>
                    <a:pt x="168909" y="162559"/>
                  </a:lnTo>
                  <a:lnTo>
                    <a:pt x="169544" y="162559"/>
                  </a:lnTo>
                  <a:lnTo>
                    <a:pt x="169856" y="162906"/>
                  </a:lnTo>
                  <a:lnTo>
                    <a:pt x="170155" y="161412"/>
                  </a:lnTo>
                  <a:close/>
                </a:path>
                <a:path w="491489" h="537210">
                  <a:moveTo>
                    <a:pt x="87531" y="161412"/>
                  </a:moveTo>
                  <a:lnTo>
                    <a:pt x="85520" y="161412"/>
                  </a:lnTo>
                  <a:lnTo>
                    <a:pt x="85978" y="162559"/>
                  </a:lnTo>
                  <a:lnTo>
                    <a:pt x="86613" y="162559"/>
                  </a:lnTo>
                  <a:lnTo>
                    <a:pt x="87531" y="161412"/>
                  </a:lnTo>
                  <a:close/>
                </a:path>
                <a:path w="491489" h="537210">
                  <a:moveTo>
                    <a:pt x="95618" y="161412"/>
                  </a:moveTo>
                  <a:lnTo>
                    <a:pt x="90931" y="161412"/>
                  </a:lnTo>
                  <a:lnTo>
                    <a:pt x="90931" y="162559"/>
                  </a:lnTo>
                  <a:lnTo>
                    <a:pt x="95503" y="162559"/>
                  </a:lnTo>
                  <a:lnTo>
                    <a:pt x="95618" y="161412"/>
                  </a:lnTo>
                  <a:close/>
                </a:path>
                <a:path w="491489" h="537210">
                  <a:moveTo>
                    <a:pt x="171384" y="161412"/>
                  </a:moveTo>
                  <a:lnTo>
                    <a:pt x="171243" y="161412"/>
                  </a:lnTo>
                  <a:lnTo>
                    <a:pt x="170497" y="162559"/>
                  </a:lnTo>
                  <a:lnTo>
                    <a:pt x="171957" y="162559"/>
                  </a:lnTo>
                  <a:lnTo>
                    <a:pt x="171384" y="161412"/>
                  </a:lnTo>
                  <a:close/>
                </a:path>
                <a:path w="491489" h="537210">
                  <a:moveTo>
                    <a:pt x="172103" y="161412"/>
                  </a:moveTo>
                  <a:lnTo>
                    <a:pt x="171281" y="161412"/>
                  </a:lnTo>
                  <a:lnTo>
                    <a:pt x="172084" y="162559"/>
                  </a:lnTo>
                  <a:lnTo>
                    <a:pt x="172275" y="162559"/>
                  </a:lnTo>
                  <a:lnTo>
                    <a:pt x="172103" y="161412"/>
                  </a:lnTo>
                  <a:close/>
                </a:path>
                <a:path w="491489" h="537210">
                  <a:moveTo>
                    <a:pt x="86535" y="160142"/>
                  </a:moveTo>
                  <a:lnTo>
                    <a:pt x="86274" y="160142"/>
                  </a:lnTo>
                  <a:lnTo>
                    <a:pt x="85385" y="161412"/>
                  </a:lnTo>
                  <a:lnTo>
                    <a:pt x="87044" y="161412"/>
                  </a:lnTo>
                  <a:lnTo>
                    <a:pt x="86535" y="160142"/>
                  </a:lnTo>
                  <a:close/>
                </a:path>
                <a:path w="491489" h="537210">
                  <a:moveTo>
                    <a:pt x="87478" y="160987"/>
                  </a:moveTo>
                  <a:lnTo>
                    <a:pt x="86798" y="161412"/>
                  </a:lnTo>
                  <a:lnTo>
                    <a:pt x="87691" y="161412"/>
                  </a:lnTo>
                  <a:lnTo>
                    <a:pt x="87478" y="160987"/>
                  </a:lnTo>
                  <a:close/>
                </a:path>
                <a:path w="491489" h="537210">
                  <a:moveTo>
                    <a:pt x="88831" y="160142"/>
                  </a:moveTo>
                  <a:lnTo>
                    <a:pt x="87865" y="160745"/>
                  </a:lnTo>
                  <a:lnTo>
                    <a:pt x="88666" y="161412"/>
                  </a:lnTo>
                  <a:lnTo>
                    <a:pt x="88469" y="161412"/>
                  </a:lnTo>
                  <a:lnTo>
                    <a:pt x="88639" y="160987"/>
                  </a:lnTo>
                  <a:lnTo>
                    <a:pt x="88736" y="160745"/>
                  </a:lnTo>
                  <a:lnTo>
                    <a:pt x="89120" y="160745"/>
                  </a:lnTo>
                  <a:lnTo>
                    <a:pt x="88831" y="160142"/>
                  </a:lnTo>
                  <a:close/>
                </a:path>
                <a:path w="491489" h="537210">
                  <a:moveTo>
                    <a:pt x="97123" y="160142"/>
                  </a:moveTo>
                  <a:lnTo>
                    <a:pt x="88978" y="160142"/>
                  </a:lnTo>
                  <a:lnTo>
                    <a:pt x="88736" y="160745"/>
                  </a:lnTo>
                  <a:lnTo>
                    <a:pt x="89120" y="160745"/>
                  </a:lnTo>
                  <a:lnTo>
                    <a:pt x="89440" y="161412"/>
                  </a:lnTo>
                  <a:lnTo>
                    <a:pt x="95471" y="161412"/>
                  </a:lnTo>
                  <a:lnTo>
                    <a:pt x="97123" y="160142"/>
                  </a:lnTo>
                  <a:close/>
                </a:path>
                <a:path w="491489" h="537210">
                  <a:moveTo>
                    <a:pt x="101809" y="160142"/>
                  </a:moveTo>
                  <a:lnTo>
                    <a:pt x="100896" y="160142"/>
                  </a:lnTo>
                  <a:lnTo>
                    <a:pt x="100184" y="161412"/>
                  </a:lnTo>
                  <a:lnTo>
                    <a:pt x="100031" y="161412"/>
                  </a:lnTo>
                  <a:lnTo>
                    <a:pt x="101809" y="160142"/>
                  </a:lnTo>
                  <a:close/>
                </a:path>
                <a:path w="491489" h="537210">
                  <a:moveTo>
                    <a:pt x="162877" y="158855"/>
                  </a:moveTo>
                  <a:lnTo>
                    <a:pt x="158353" y="158855"/>
                  </a:lnTo>
                  <a:lnTo>
                    <a:pt x="158160" y="160142"/>
                  </a:lnTo>
                  <a:lnTo>
                    <a:pt x="158069" y="160745"/>
                  </a:lnTo>
                  <a:lnTo>
                    <a:pt x="157969" y="161412"/>
                  </a:lnTo>
                  <a:lnTo>
                    <a:pt x="159069" y="161412"/>
                  </a:lnTo>
                  <a:lnTo>
                    <a:pt x="159704" y="160142"/>
                  </a:lnTo>
                  <a:lnTo>
                    <a:pt x="163649" y="160142"/>
                  </a:lnTo>
                  <a:lnTo>
                    <a:pt x="162877" y="158855"/>
                  </a:lnTo>
                  <a:close/>
                </a:path>
                <a:path w="491489" h="537210">
                  <a:moveTo>
                    <a:pt x="167725" y="160142"/>
                  </a:moveTo>
                  <a:lnTo>
                    <a:pt x="163893" y="160142"/>
                  </a:lnTo>
                  <a:lnTo>
                    <a:pt x="167197" y="161412"/>
                  </a:lnTo>
                  <a:lnTo>
                    <a:pt x="168614" y="161412"/>
                  </a:lnTo>
                  <a:lnTo>
                    <a:pt x="167725" y="160142"/>
                  </a:lnTo>
                  <a:close/>
                </a:path>
                <a:path w="491489" h="537210">
                  <a:moveTo>
                    <a:pt x="87141" y="160142"/>
                  </a:moveTo>
                  <a:lnTo>
                    <a:pt x="87357" y="160745"/>
                  </a:lnTo>
                  <a:lnTo>
                    <a:pt x="87478" y="160987"/>
                  </a:lnTo>
                  <a:lnTo>
                    <a:pt x="87865" y="160745"/>
                  </a:lnTo>
                  <a:lnTo>
                    <a:pt x="87141" y="160142"/>
                  </a:lnTo>
                  <a:close/>
                </a:path>
                <a:path w="491489" h="537210">
                  <a:moveTo>
                    <a:pt x="90423" y="157479"/>
                  </a:moveTo>
                  <a:lnTo>
                    <a:pt x="89026" y="157479"/>
                  </a:lnTo>
                  <a:lnTo>
                    <a:pt x="90091" y="160142"/>
                  </a:lnTo>
                  <a:lnTo>
                    <a:pt x="96925" y="160142"/>
                  </a:lnTo>
                  <a:lnTo>
                    <a:pt x="96668" y="158855"/>
                  </a:lnTo>
                  <a:lnTo>
                    <a:pt x="92487" y="158855"/>
                  </a:lnTo>
                  <a:lnTo>
                    <a:pt x="90423" y="157479"/>
                  </a:lnTo>
                  <a:close/>
                </a:path>
                <a:path w="491489" h="537210">
                  <a:moveTo>
                    <a:pt x="98594" y="158855"/>
                  </a:moveTo>
                  <a:lnTo>
                    <a:pt x="97430" y="158855"/>
                  </a:lnTo>
                  <a:lnTo>
                    <a:pt x="97687" y="160142"/>
                  </a:lnTo>
                  <a:lnTo>
                    <a:pt x="98594" y="158855"/>
                  </a:lnTo>
                  <a:close/>
                </a:path>
                <a:path w="491489" h="537210">
                  <a:moveTo>
                    <a:pt x="100467" y="158855"/>
                  </a:moveTo>
                  <a:lnTo>
                    <a:pt x="101026" y="160142"/>
                  </a:lnTo>
                  <a:lnTo>
                    <a:pt x="102139" y="160142"/>
                  </a:lnTo>
                  <a:lnTo>
                    <a:pt x="100467" y="158855"/>
                  </a:lnTo>
                  <a:close/>
                </a:path>
                <a:path w="491489" h="537210">
                  <a:moveTo>
                    <a:pt x="164623" y="158855"/>
                  </a:moveTo>
                  <a:lnTo>
                    <a:pt x="163466" y="160142"/>
                  </a:lnTo>
                  <a:lnTo>
                    <a:pt x="165009" y="160142"/>
                  </a:lnTo>
                  <a:lnTo>
                    <a:pt x="164623" y="158855"/>
                  </a:lnTo>
                  <a:close/>
                </a:path>
                <a:path w="491489" h="537210">
                  <a:moveTo>
                    <a:pt x="165629" y="158855"/>
                  </a:moveTo>
                  <a:lnTo>
                    <a:pt x="164911" y="160142"/>
                  </a:lnTo>
                  <a:lnTo>
                    <a:pt x="165886" y="160142"/>
                  </a:lnTo>
                  <a:lnTo>
                    <a:pt x="165629" y="158855"/>
                  </a:lnTo>
                  <a:close/>
                </a:path>
                <a:path w="491489" h="537210">
                  <a:moveTo>
                    <a:pt x="92328" y="151129"/>
                  </a:moveTo>
                  <a:lnTo>
                    <a:pt x="87121" y="151129"/>
                  </a:lnTo>
                  <a:lnTo>
                    <a:pt x="88391" y="153669"/>
                  </a:lnTo>
                  <a:lnTo>
                    <a:pt x="86359" y="153669"/>
                  </a:lnTo>
                  <a:lnTo>
                    <a:pt x="87058" y="154939"/>
                  </a:lnTo>
                  <a:lnTo>
                    <a:pt x="90169" y="154939"/>
                  </a:lnTo>
                  <a:lnTo>
                    <a:pt x="92328" y="156209"/>
                  </a:lnTo>
                  <a:lnTo>
                    <a:pt x="92328" y="158855"/>
                  </a:lnTo>
                  <a:lnTo>
                    <a:pt x="98245" y="158855"/>
                  </a:lnTo>
                  <a:lnTo>
                    <a:pt x="97281" y="157479"/>
                  </a:lnTo>
                  <a:lnTo>
                    <a:pt x="96519" y="157479"/>
                  </a:lnTo>
                  <a:lnTo>
                    <a:pt x="96392" y="156209"/>
                  </a:lnTo>
                  <a:lnTo>
                    <a:pt x="93598" y="156209"/>
                  </a:lnTo>
                  <a:lnTo>
                    <a:pt x="93598" y="153669"/>
                  </a:lnTo>
                  <a:lnTo>
                    <a:pt x="92328" y="151129"/>
                  </a:lnTo>
                  <a:close/>
                </a:path>
                <a:path w="491489" h="537210">
                  <a:moveTo>
                    <a:pt x="155701" y="157479"/>
                  </a:moveTo>
                  <a:lnTo>
                    <a:pt x="156389" y="158855"/>
                  </a:lnTo>
                  <a:lnTo>
                    <a:pt x="158040" y="158855"/>
                  </a:lnTo>
                  <a:lnTo>
                    <a:pt x="155701" y="157479"/>
                  </a:lnTo>
                  <a:close/>
                </a:path>
                <a:path w="491489" h="537210">
                  <a:moveTo>
                    <a:pt x="157860" y="153669"/>
                  </a:moveTo>
                  <a:lnTo>
                    <a:pt x="154939" y="153669"/>
                  </a:lnTo>
                  <a:lnTo>
                    <a:pt x="155569" y="155768"/>
                  </a:lnTo>
                  <a:lnTo>
                    <a:pt x="155659" y="156068"/>
                  </a:lnTo>
                  <a:lnTo>
                    <a:pt x="155701" y="156209"/>
                  </a:lnTo>
                  <a:lnTo>
                    <a:pt x="156209" y="156209"/>
                  </a:lnTo>
                  <a:lnTo>
                    <a:pt x="157098" y="157479"/>
                  </a:lnTo>
                  <a:lnTo>
                    <a:pt x="157924" y="158855"/>
                  </a:lnTo>
                  <a:lnTo>
                    <a:pt x="159083" y="158855"/>
                  </a:lnTo>
                  <a:lnTo>
                    <a:pt x="160273" y="156209"/>
                  </a:lnTo>
                  <a:lnTo>
                    <a:pt x="158241" y="154939"/>
                  </a:lnTo>
                  <a:lnTo>
                    <a:pt x="160908" y="154939"/>
                  </a:lnTo>
                  <a:lnTo>
                    <a:pt x="157860" y="153669"/>
                  </a:lnTo>
                  <a:close/>
                </a:path>
                <a:path w="491489" h="537210">
                  <a:moveTo>
                    <a:pt x="160781" y="157479"/>
                  </a:moveTo>
                  <a:lnTo>
                    <a:pt x="161469" y="158855"/>
                  </a:lnTo>
                  <a:lnTo>
                    <a:pt x="162157" y="158855"/>
                  </a:lnTo>
                  <a:lnTo>
                    <a:pt x="160781" y="157479"/>
                  </a:lnTo>
                  <a:close/>
                </a:path>
                <a:path w="491489" h="537210">
                  <a:moveTo>
                    <a:pt x="164210" y="157479"/>
                  </a:moveTo>
                  <a:lnTo>
                    <a:pt x="164623" y="158855"/>
                  </a:lnTo>
                  <a:lnTo>
                    <a:pt x="164761" y="158855"/>
                  </a:lnTo>
                  <a:lnTo>
                    <a:pt x="164210" y="157479"/>
                  </a:lnTo>
                  <a:close/>
                </a:path>
                <a:path w="491489" h="537210">
                  <a:moveTo>
                    <a:pt x="156209" y="156209"/>
                  </a:moveTo>
                  <a:lnTo>
                    <a:pt x="154812" y="156209"/>
                  </a:lnTo>
                  <a:lnTo>
                    <a:pt x="155701" y="157479"/>
                  </a:lnTo>
                  <a:lnTo>
                    <a:pt x="156209" y="156209"/>
                  </a:lnTo>
                  <a:close/>
                </a:path>
                <a:path w="491489" h="537210">
                  <a:moveTo>
                    <a:pt x="86602" y="155768"/>
                  </a:moveTo>
                  <a:lnTo>
                    <a:pt x="86404" y="155768"/>
                  </a:lnTo>
                  <a:lnTo>
                    <a:pt x="86359" y="156209"/>
                  </a:lnTo>
                  <a:lnTo>
                    <a:pt x="86867" y="156209"/>
                  </a:lnTo>
                  <a:lnTo>
                    <a:pt x="86602" y="155768"/>
                  </a:lnTo>
                  <a:close/>
                </a:path>
                <a:path w="491489" h="537210">
                  <a:moveTo>
                    <a:pt x="90169" y="154939"/>
                  </a:moveTo>
                  <a:lnTo>
                    <a:pt x="87248" y="154939"/>
                  </a:lnTo>
                  <a:lnTo>
                    <a:pt x="88152" y="156068"/>
                  </a:lnTo>
                  <a:lnTo>
                    <a:pt x="87679" y="156068"/>
                  </a:lnTo>
                  <a:lnTo>
                    <a:pt x="87756" y="156209"/>
                  </a:lnTo>
                  <a:lnTo>
                    <a:pt x="88025" y="156068"/>
                  </a:lnTo>
                  <a:lnTo>
                    <a:pt x="87514" y="155768"/>
                  </a:lnTo>
                  <a:lnTo>
                    <a:pt x="88596" y="155768"/>
                  </a:lnTo>
                  <a:lnTo>
                    <a:pt x="90169" y="154939"/>
                  </a:lnTo>
                  <a:close/>
                </a:path>
                <a:path w="491489" h="537210">
                  <a:moveTo>
                    <a:pt x="88152" y="156068"/>
                  </a:moveTo>
                  <a:lnTo>
                    <a:pt x="88025" y="156068"/>
                  </a:lnTo>
                  <a:lnTo>
                    <a:pt x="88264" y="156209"/>
                  </a:lnTo>
                  <a:lnTo>
                    <a:pt x="88152" y="156068"/>
                  </a:lnTo>
                  <a:close/>
                </a:path>
                <a:path w="491489" h="537210">
                  <a:moveTo>
                    <a:pt x="95884" y="154939"/>
                  </a:moveTo>
                  <a:lnTo>
                    <a:pt x="93852" y="154939"/>
                  </a:lnTo>
                  <a:lnTo>
                    <a:pt x="93810" y="155151"/>
                  </a:lnTo>
                  <a:lnTo>
                    <a:pt x="93687" y="155768"/>
                  </a:lnTo>
                  <a:lnTo>
                    <a:pt x="93598" y="156209"/>
                  </a:lnTo>
                  <a:lnTo>
                    <a:pt x="96011" y="156209"/>
                  </a:lnTo>
                  <a:lnTo>
                    <a:pt x="95906" y="155151"/>
                  </a:lnTo>
                  <a:lnTo>
                    <a:pt x="95884" y="154939"/>
                  </a:lnTo>
                  <a:close/>
                </a:path>
                <a:path w="491489" h="537210">
                  <a:moveTo>
                    <a:pt x="162432" y="153669"/>
                  </a:moveTo>
                  <a:lnTo>
                    <a:pt x="161035" y="153669"/>
                  </a:lnTo>
                  <a:lnTo>
                    <a:pt x="161416" y="154939"/>
                  </a:lnTo>
                  <a:lnTo>
                    <a:pt x="162320" y="156068"/>
                  </a:lnTo>
                  <a:lnTo>
                    <a:pt x="162432" y="156209"/>
                  </a:lnTo>
                  <a:lnTo>
                    <a:pt x="163194" y="154939"/>
                  </a:lnTo>
                  <a:lnTo>
                    <a:pt x="162432" y="153669"/>
                  </a:lnTo>
                  <a:close/>
                </a:path>
                <a:path w="491489" h="537210">
                  <a:moveTo>
                    <a:pt x="85851" y="154939"/>
                  </a:moveTo>
                  <a:lnTo>
                    <a:pt x="85343" y="154939"/>
                  </a:lnTo>
                  <a:lnTo>
                    <a:pt x="85386" y="155151"/>
                  </a:lnTo>
                  <a:lnTo>
                    <a:pt x="85509" y="155768"/>
                  </a:lnTo>
                  <a:lnTo>
                    <a:pt x="85569" y="156068"/>
                  </a:lnTo>
                  <a:lnTo>
                    <a:pt x="85686" y="155768"/>
                  </a:lnTo>
                  <a:lnTo>
                    <a:pt x="85809" y="155151"/>
                  </a:lnTo>
                  <a:lnTo>
                    <a:pt x="85851" y="154939"/>
                  </a:lnTo>
                  <a:close/>
                </a:path>
                <a:path w="491489" h="537210">
                  <a:moveTo>
                    <a:pt x="86105" y="154939"/>
                  </a:moveTo>
                  <a:lnTo>
                    <a:pt x="86602" y="155768"/>
                  </a:lnTo>
                  <a:lnTo>
                    <a:pt x="86404" y="155768"/>
                  </a:lnTo>
                  <a:lnTo>
                    <a:pt x="86465" y="155151"/>
                  </a:lnTo>
                  <a:lnTo>
                    <a:pt x="86105" y="154939"/>
                  </a:lnTo>
                  <a:close/>
                </a:path>
                <a:path w="491489" h="537210">
                  <a:moveTo>
                    <a:pt x="87058" y="154939"/>
                  </a:moveTo>
                  <a:lnTo>
                    <a:pt x="86486" y="154939"/>
                  </a:lnTo>
                  <a:lnTo>
                    <a:pt x="86465" y="155151"/>
                  </a:lnTo>
                  <a:lnTo>
                    <a:pt x="87514" y="155768"/>
                  </a:lnTo>
                  <a:lnTo>
                    <a:pt x="87174" y="155151"/>
                  </a:lnTo>
                  <a:lnTo>
                    <a:pt x="87058" y="154939"/>
                  </a:lnTo>
                  <a:close/>
                </a:path>
                <a:path w="491489" h="537210">
                  <a:moveTo>
                    <a:pt x="82676" y="152399"/>
                  </a:moveTo>
                  <a:lnTo>
                    <a:pt x="83311" y="154939"/>
                  </a:lnTo>
                  <a:lnTo>
                    <a:pt x="83502" y="153669"/>
                  </a:lnTo>
                  <a:lnTo>
                    <a:pt x="83618" y="152895"/>
                  </a:lnTo>
                  <a:lnTo>
                    <a:pt x="82676" y="152399"/>
                  </a:lnTo>
                  <a:close/>
                </a:path>
                <a:path w="491489" h="537210">
                  <a:moveTo>
                    <a:pt x="94614" y="149859"/>
                  </a:moveTo>
                  <a:lnTo>
                    <a:pt x="93979" y="151129"/>
                  </a:lnTo>
                  <a:lnTo>
                    <a:pt x="95122" y="151129"/>
                  </a:lnTo>
                  <a:lnTo>
                    <a:pt x="95272" y="151877"/>
                  </a:lnTo>
                  <a:lnTo>
                    <a:pt x="95376" y="153669"/>
                  </a:lnTo>
                  <a:lnTo>
                    <a:pt x="96265" y="154939"/>
                  </a:lnTo>
                  <a:lnTo>
                    <a:pt x="96646" y="153669"/>
                  </a:lnTo>
                  <a:lnTo>
                    <a:pt x="96569" y="152895"/>
                  </a:lnTo>
                  <a:lnTo>
                    <a:pt x="96519" y="152399"/>
                  </a:lnTo>
                  <a:lnTo>
                    <a:pt x="97916" y="152399"/>
                  </a:lnTo>
                  <a:lnTo>
                    <a:pt x="96519" y="151129"/>
                  </a:lnTo>
                  <a:lnTo>
                    <a:pt x="94614" y="149859"/>
                  </a:lnTo>
                  <a:close/>
                </a:path>
                <a:path w="491489" h="537210">
                  <a:moveTo>
                    <a:pt x="148589" y="149859"/>
                  </a:moveTo>
                  <a:lnTo>
                    <a:pt x="147700" y="149859"/>
                  </a:lnTo>
                  <a:lnTo>
                    <a:pt x="151891" y="152399"/>
                  </a:lnTo>
                  <a:lnTo>
                    <a:pt x="151867" y="152895"/>
                  </a:lnTo>
                  <a:lnTo>
                    <a:pt x="151764" y="154939"/>
                  </a:lnTo>
                  <a:lnTo>
                    <a:pt x="153796" y="154939"/>
                  </a:lnTo>
                  <a:lnTo>
                    <a:pt x="152958" y="151129"/>
                  </a:lnTo>
                  <a:lnTo>
                    <a:pt x="150875" y="151129"/>
                  </a:lnTo>
                  <a:lnTo>
                    <a:pt x="148589" y="149859"/>
                  </a:lnTo>
                  <a:close/>
                </a:path>
                <a:path w="491489" h="537210">
                  <a:moveTo>
                    <a:pt x="155955" y="151129"/>
                  </a:moveTo>
                  <a:lnTo>
                    <a:pt x="155315" y="151129"/>
                  </a:lnTo>
                  <a:lnTo>
                    <a:pt x="155468" y="151877"/>
                  </a:lnTo>
                  <a:lnTo>
                    <a:pt x="155574" y="152399"/>
                  </a:lnTo>
                  <a:lnTo>
                    <a:pt x="153796" y="154939"/>
                  </a:lnTo>
                  <a:lnTo>
                    <a:pt x="154431" y="154939"/>
                  </a:lnTo>
                  <a:lnTo>
                    <a:pt x="154939" y="153669"/>
                  </a:lnTo>
                  <a:lnTo>
                    <a:pt x="156336" y="153669"/>
                  </a:lnTo>
                  <a:lnTo>
                    <a:pt x="156220" y="152895"/>
                  </a:lnTo>
                  <a:lnTo>
                    <a:pt x="156146" y="152399"/>
                  </a:lnTo>
                  <a:lnTo>
                    <a:pt x="156068" y="151877"/>
                  </a:lnTo>
                  <a:lnTo>
                    <a:pt x="155955" y="151129"/>
                  </a:lnTo>
                  <a:close/>
                </a:path>
                <a:path w="491489" h="537210">
                  <a:moveTo>
                    <a:pt x="84835" y="152399"/>
                  </a:moveTo>
                  <a:lnTo>
                    <a:pt x="83692" y="152399"/>
                  </a:lnTo>
                  <a:lnTo>
                    <a:pt x="83618" y="152895"/>
                  </a:lnTo>
                  <a:lnTo>
                    <a:pt x="85089" y="153669"/>
                  </a:lnTo>
                  <a:lnTo>
                    <a:pt x="84885" y="152895"/>
                  </a:lnTo>
                  <a:lnTo>
                    <a:pt x="84835" y="152399"/>
                  </a:lnTo>
                  <a:close/>
                </a:path>
                <a:path w="491489" h="537210">
                  <a:moveTo>
                    <a:pt x="94995" y="152399"/>
                  </a:moveTo>
                  <a:lnTo>
                    <a:pt x="94106" y="152399"/>
                  </a:lnTo>
                  <a:lnTo>
                    <a:pt x="95503" y="153669"/>
                  </a:lnTo>
                  <a:lnTo>
                    <a:pt x="95376" y="153669"/>
                  </a:lnTo>
                  <a:lnTo>
                    <a:pt x="94995" y="152399"/>
                  </a:lnTo>
                  <a:close/>
                </a:path>
                <a:path w="491489" h="537210">
                  <a:moveTo>
                    <a:pt x="82400" y="148780"/>
                  </a:moveTo>
                  <a:lnTo>
                    <a:pt x="82181" y="148780"/>
                  </a:lnTo>
                  <a:lnTo>
                    <a:pt x="80771" y="151129"/>
                  </a:lnTo>
                  <a:lnTo>
                    <a:pt x="82295" y="152399"/>
                  </a:lnTo>
                  <a:lnTo>
                    <a:pt x="82041" y="151129"/>
                  </a:lnTo>
                  <a:lnTo>
                    <a:pt x="83692" y="151129"/>
                  </a:lnTo>
                  <a:lnTo>
                    <a:pt x="82400" y="148780"/>
                  </a:lnTo>
                  <a:close/>
                </a:path>
                <a:path w="491489" h="537210">
                  <a:moveTo>
                    <a:pt x="85045" y="151877"/>
                  </a:moveTo>
                  <a:lnTo>
                    <a:pt x="84835" y="152399"/>
                  </a:lnTo>
                  <a:lnTo>
                    <a:pt x="85058" y="152399"/>
                  </a:lnTo>
                  <a:lnTo>
                    <a:pt x="85045" y="151877"/>
                  </a:lnTo>
                  <a:close/>
                </a:path>
                <a:path w="491489" h="537210">
                  <a:moveTo>
                    <a:pt x="95161" y="148780"/>
                  </a:moveTo>
                  <a:lnTo>
                    <a:pt x="84967" y="148780"/>
                  </a:lnTo>
                  <a:lnTo>
                    <a:pt x="85045" y="151877"/>
                  </a:lnTo>
                  <a:lnTo>
                    <a:pt x="85343" y="151129"/>
                  </a:lnTo>
                  <a:lnTo>
                    <a:pt x="92328" y="151129"/>
                  </a:lnTo>
                  <a:lnTo>
                    <a:pt x="93344" y="149859"/>
                  </a:lnTo>
                  <a:lnTo>
                    <a:pt x="95376" y="149859"/>
                  </a:lnTo>
                  <a:lnTo>
                    <a:pt x="95161" y="148780"/>
                  </a:lnTo>
                  <a:close/>
                </a:path>
                <a:path w="491489" h="537210">
                  <a:moveTo>
                    <a:pt x="150985" y="149422"/>
                  </a:moveTo>
                  <a:lnTo>
                    <a:pt x="150240" y="149859"/>
                  </a:lnTo>
                  <a:lnTo>
                    <a:pt x="150875" y="151129"/>
                  </a:lnTo>
                  <a:lnTo>
                    <a:pt x="152526" y="151129"/>
                  </a:lnTo>
                  <a:lnTo>
                    <a:pt x="152653" y="149859"/>
                  </a:lnTo>
                  <a:lnTo>
                    <a:pt x="151510" y="149859"/>
                  </a:lnTo>
                  <a:lnTo>
                    <a:pt x="150985" y="149422"/>
                  </a:lnTo>
                  <a:close/>
                </a:path>
                <a:path w="491489" h="537210">
                  <a:moveTo>
                    <a:pt x="152780" y="146049"/>
                  </a:moveTo>
                  <a:lnTo>
                    <a:pt x="146811" y="146049"/>
                  </a:lnTo>
                  <a:lnTo>
                    <a:pt x="148716" y="147319"/>
                  </a:lnTo>
                  <a:lnTo>
                    <a:pt x="148716" y="148780"/>
                  </a:lnTo>
                  <a:lnTo>
                    <a:pt x="152441" y="148780"/>
                  </a:lnTo>
                  <a:lnTo>
                    <a:pt x="152958" y="151129"/>
                  </a:lnTo>
                  <a:lnTo>
                    <a:pt x="155320" y="151129"/>
                  </a:lnTo>
                  <a:lnTo>
                    <a:pt x="154876" y="149859"/>
                  </a:lnTo>
                  <a:lnTo>
                    <a:pt x="153796" y="149859"/>
                  </a:lnTo>
                  <a:lnTo>
                    <a:pt x="153680" y="149422"/>
                  </a:lnTo>
                  <a:lnTo>
                    <a:pt x="153257" y="148780"/>
                  </a:lnTo>
                  <a:lnTo>
                    <a:pt x="152526" y="147319"/>
                  </a:lnTo>
                  <a:lnTo>
                    <a:pt x="153119" y="147319"/>
                  </a:lnTo>
                  <a:lnTo>
                    <a:pt x="152780" y="146049"/>
                  </a:lnTo>
                  <a:close/>
                </a:path>
                <a:path w="491489" h="537210">
                  <a:moveTo>
                    <a:pt x="96011" y="146049"/>
                  </a:moveTo>
                  <a:lnTo>
                    <a:pt x="94487" y="146049"/>
                  </a:lnTo>
                  <a:lnTo>
                    <a:pt x="96011" y="147319"/>
                  </a:lnTo>
                  <a:lnTo>
                    <a:pt x="96066" y="147867"/>
                  </a:lnTo>
                  <a:lnTo>
                    <a:pt x="96158" y="148780"/>
                  </a:lnTo>
                  <a:lnTo>
                    <a:pt x="96265" y="149859"/>
                  </a:lnTo>
                  <a:lnTo>
                    <a:pt x="98170" y="149859"/>
                  </a:lnTo>
                  <a:lnTo>
                    <a:pt x="97523" y="148780"/>
                  </a:lnTo>
                  <a:lnTo>
                    <a:pt x="96011" y="146049"/>
                  </a:lnTo>
                  <a:close/>
                </a:path>
                <a:path w="491489" h="537210">
                  <a:moveTo>
                    <a:pt x="144024" y="148780"/>
                  </a:moveTo>
                  <a:lnTo>
                    <a:pt x="143890" y="148780"/>
                  </a:lnTo>
                  <a:lnTo>
                    <a:pt x="143890" y="149859"/>
                  </a:lnTo>
                  <a:lnTo>
                    <a:pt x="144779" y="149859"/>
                  </a:lnTo>
                  <a:lnTo>
                    <a:pt x="144024" y="148780"/>
                  </a:lnTo>
                  <a:close/>
                </a:path>
                <a:path w="491489" h="537210">
                  <a:moveTo>
                    <a:pt x="146430" y="144779"/>
                  </a:moveTo>
                  <a:lnTo>
                    <a:pt x="145287" y="144779"/>
                  </a:lnTo>
                  <a:lnTo>
                    <a:pt x="146557" y="146049"/>
                  </a:lnTo>
                  <a:lnTo>
                    <a:pt x="145160" y="147319"/>
                  </a:lnTo>
                  <a:lnTo>
                    <a:pt x="147065" y="149859"/>
                  </a:lnTo>
                  <a:lnTo>
                    <a:pt x="146994" y="148780"/>
                  </a:lnTo>
                  <a:lnTo>
                    <a:pt x="146896" y="147319"/>
                  </a:lnTo>
                  <a:lnTo>
                    <a:pt x="146811" y="146049"/>
                  </a:lnTo>
                  <a:lnTo>
                    <a:pt x="148081" y="146049"/>
                  </a:lnTo>
                  <a:lnTo>
                    <a:pt x="146430" y="144779"/>
                  </a:lnTo>
                  <a:close/>
                </a:path>
                <a:path w="491489" h="537210">
                  <a:moveTo>
                    <a:pt x="153265" y="147867"/>
                  </a:moveTo>
                  <a:lnTo>
                    <a:pt x="153509" y="148780"/>
                  </a:lnTo>
                  <a:lnTo>
                    <a:pt x="153578" y="149422"/>
                  </a:lnTo>
                  <a:lnTo>
                    <a:pt x="153796" y="149859"/>
                  </a:lnTo>
                  <a:lnTo>
                    <a:pt x="154336" y="148780"/>
                  </a:lnTo>
                  <a:lnTo>
                    <a:pt x="154498" y="148780"/>
                  </a:lnTo>
                  <a:lnTo>
                    <a:pt x="153265" y="147867"/>
                  </a:lnTo>
                  <a:close/>
                </a:path>
                <a:path w="491489" h="537210">
                  <a:moveTo>
                    <a:pt x="155066" y="147319"/>
                  </a:moveTo>
                  <a:lnTo>
                    <a:pt x="153796" y="149859"/>
                  </a:lnTo>
                  <a:lnTo>
                    <a:pt x="154876" y="149859"/>
                  </a:lnTo>
                  <a:lnTo>
                    <a:pt x="154498" y="148780"/>
                  </a:lnTo>
                  <a:lnTo>
                    <a:pt x="156016" y="148780"/>
                  </a:lnTo>
                  <a:lnTo>
                    <a:pt x="155066" y="147319"/>
                  </a:lnTo>
                  <a:close/>
                </a:path>
                <a:path w="491489" h="537210">
                  <a:moveTo>
                    <a:pt x="156016" y="148780"/>
                  </a:moveTo>
                  <a:lnTo>
                    <a:pt x="154498" y="148780"/>
                  </a:lnTo>
                  <a:lnTo>
                    <a:pt x="155955" y="149859"/>
                  </a:lnTo>
                  <a:lnTo>
                    <a:pt x="156717" y="149859"/>
                  </a:lnTo>
                  <a:lnTo>
                    <a:pt x="156016" y="148780"/>
                  </a:lnTo>
                  <a:close/>
                </a:path>
                <a:path w="491489" h="537210">
                  <a:moveTo>
                    <a:pt x="152076" y="148780"/>
                  </a:moveTo>
                  <a:lnTo>
                    <a:pt x="150215" y="148780"/>
                  </a:lnTo>
                  <a:lnTo>
                    <a:pt x="150985" y="149422"/>
                  </a:lnTo>
                  <a:lnTo>
                    <a:pt x="152076" y="148780"/>
                  </a:lnTo>
                  <a:close/>
                </a:path>
                <a:path w="491489" h="537210">
                  <a:moveTo>
                    <a:pt x="80686" y="146049"/>
                  </a:moveTo>
                  <a:lnTo>
                    <a:pt x="82295" y="147319"/>
                  </a:lnTo>
                  <a:lnTo>
                    <a:pt x="84340" y="148780"/>
                  </a:lnTo>
                  <a:lnTo>
                    <a:pt x="84737" y="148780"/>
                  </a:lnTo>
                  <a:lnTo>
                    <a:pt x="80686" y="146049"/>
                  </a:lnTo>
                  <a:close/>
                </a:path>
                <a:path w="491489" h="537210">
                  <a:moveTo>
                    <a:pt x="93471" y="147319"/>
                  </a:moveTo>
                  <a:lnTo>
                    <a:pt x="85978" y="147319"/>
                  </a:lnTo>
                  <a:lnTo>
                    <a:pt x="84810" y="148780"/>
                  </a:lnTo>
                  <a:lnTo>
                    <a:pt x="95370" y="148780"/>
                  </a:lnTo>
                  <a:lnTo>
                    <a:pt x="93471" y="147319"/>
                  </a:lnTo>
                  <a:close/>
                </a:path>
                <a:path w="491489" h="537210">
                  <a:moveTo>
                    <a:pt x="153119" y="147319"/>
                  </a:moveTo>
                  <a:lnTo>
                    <a:pt x="152526" y="147319"/>
                  </a:lnTo>
                  <a:lnTo>
                    <a:pt x="153265" y="147867"/>
                  </a:lnTo>
                  <a:lnTo>
                    <a:pt x="153119" y="147319"/>
                  </a:lnTo>
                  <a:close/>
                </a:path>
                <a:path w="491489" h="537210">
                  <a:moveTo>
                    <a:pt x="93217" y="144779"/>
                  </a:moveTo>
                  <a:lnTo>
                    <a:pt x="83565" y="144779"/>
                  </a:lnTo>
                  <a:lnTo>
                    <a:pt x="84962" y="147319"/>
                  </a:lnTo>
                  <a:lnTo>
                    <a:pt x="92582" y="147319"/>
                  </a:lnTo>
                  <a:lnTo>
                    <a:pt x="93217" y="146049"/>
                  </a:lnTo>
                  <a:lnTo>
                    <a:pt x="93344" y="146049"/>
                  </a:lnTo>
                  <a:lnTo>
                    <a:pt x="93217" y="144779"/>
                  </a:lnTo>
                  <a:close/>
                </a:path>
                <a:path w="491489" h="537210">
                  <a:moveTo>
                    <a:pt x="143679" y="143227"/>
                  </a:moveTo>
                  <a:lnTo>
                    <a:pt x="143509" y="143509"/>
                  </a:lnTo>
                  <a:lnTo>
                    <a:pt x="141096" y="143509"/>
                  </a:lnTo>
                  <a:lnTo>
                    <a:pt x="141985" y="144779"/>
                  </a:lnTo>
                  <a:lnTo>
                    <a:pt x="143636" y="147319"/>
                  </a:lnTo>
                  <a:lnTo>
                    <a:pt x="143890" y="146049"/>
                  </a:lnTo>
                  <a:lnTo>
                    <a:pt x="143636" y="146049"/>
                  </a:lnTo>
                  <a:lnTo>
                    <a:pt x="144144" y="144779"/>
                  </a:lnTo>
                  <a:lnTo>
                    <a:pt x="144398" y="144779"/>
                  </a:lnTo>
                  <a:lnTo>
                    <a:pt x="143763" y="143509"/>
                  </a:lnTo>
                  <a:lnTo>
                    <a:pt x="143679" y="143227"/>
                  </a:lnTo>
                  <a:close/>
                </a:path>
                <a:path w="491489" h="537210">
                  <a:moveTo>
                    <a:pt x="89280" y="138429"/>
                  </a:moveTo>
                  <a:lnTo>
                    <a:pt x="78612" y="138429"/>
                  </a:lnTo>
                  <a:lnTo>
                    <a:pt x="77755" y="140334"/>
                  </a:lnTo>
                  <a:lnTo>
                    <a:pt x="77639" y="140594"/>
                  </a:lnTo>
                  <a:lnTo>
                    <a:pt x="77580" y="140724"/>
                  </a:lnTo>
                  <a:lnTo>
                    <a:pt x="77469" y="140969"/>
                  </a:lnTo>
                  <a:lnTo>
                    <a:pt x="81406" y="142239"/>
                  </a:lnTo>
                  <a:lnTo>
                    <a:pt x="80674" y="146049"/>
                  </a:lnTo>
                  <a:lnTo>
                    <a:pt x="82041" y="146049"/>
                  </a:lnTo>
                  <a:lnTo>
                    <a:pt x="82041" y="144779"/>
                  </a:lnTo>
                  <a:lnTo>
                    <a:pt x="91185" y="144779"/>
                  </a:lnTo>
                  <a:lnTo>
                    <a:pt x="91185" y="143509"/>
                  </a:lnTo>
                  <a:lnTo>
                    <a:pt x="89153" y="143509"/>
                  </a:lnTo>
                  <a:lnTo>
                    <a:pt x="87502" y="142239"/>
                  </a:lnTo>
                  <a:lnTo>
                    <a:pt x="88137" y="140969"/>
                  </a:lnTo>
                  <a:lnTo>
                    <a:pt x="88772" y="140969"/>
                  </a:lnTo>
                  <a:lnTo>
                    <a:pt x="88883" y="139863"/>
                  </a:lnTo>
                  <a:lnTo>
                    <a:pt x="89280" y="138429"/>
                  </a:lnTo>
                  <a:close/>
                </a:path>
                <a:path w="491489" h="537210">
                  <a:moveTo>
                    <a:pt x="148462" y="143509"/>
                  </a:moveTo>
                  <a:lnTo>
                    <a:pt x="147319" y="144779"/>
                  </a:lnTo>
                  <a:lnTo>
                    <a:pt x="148081" y="146049"/>
                  </a:lnTo>
                  <a:lnTo>
                    <a:pt x="150748" y="146049"/>
                  </a:lnTo>
                  <a:lnTo>
                    <a:pt x="148462" y="143509"/>
                  </a:lnTo>
                  <a:close/>
                </a:path>
                <a:path w="491489" h="537210">
                  <a:moveTo>
                    <a:pt x="153542" y="144779"/>
                  </a:moveTo>
                  <a:lnTo>
                    <a:pt x="152653" y="144779"/>
                  </a:lnTo>
                  <a:lnTo>
                    <a:pt x="150748" y="146049"/>
                  </a:lnTo>
                  <a:lnTo>
                    <a:pt x="154177" y="146049"/>
                  </a:lnTo>
                  <a:lnTo>
                    <a:pt x="153542" y="144779"/>
                  </a:lnTo>
                  <a:close/>
                </a:path>
                <a:path w="491489" h="537210">
                  <a:moveTo>
                    <a:pt x="84581" y="125729"/>
                  </a:moveTo>
                  <a:lnTo>
                    <a:pt x="74802" y="125729"/>
                  </a:lnTo>
                  <a:lnTo>
                    <a:pt x="74929" y="126999"/>
                  </a:lnTo>
                  <a:lnTo>
                    <a:pt x="74421" y="126999"/>
                  </a:lnTo>
                  <a:lnTo>
                    <a:pt x="73532" y="128269"/>
                  </a:lnTo>
                  <a:lnTo>
                    <a:pt x="76326" y="129539"/>
                  </a:lnTo>
                  <a:lnTo>
                    <a:pt x="76580" y="130809"/>
                  </a:lnTo>
                  <a:lnTo>
                    <a:pt x="76072" y="130809"/>
                  </a:lnTo>
                  <a:lnTo>
                    <a:pt x="74421" y="132079"/>
                  </a:lnTo>
                  <a:lnTo>
                    <a:pt x="75945" y="132079"/>
                  </a:lnTo>
                  <a:lnTo>
                    <a:pt x="75945" y="133349"/>
                  </a:lnTo>
                  <a:lnTo>
                    <a:pt x="77977" y="133349"/>
                  </a:lnTo>
                  <a:lnTo>
                    <a:pt x="77723" y="134619"/>
                  </a:lnTo>
                  <a:lnTo>
                    <a:pt x="78358" y="135889"/>
                  </a:lnTo>
                  <a:lnTo>
                    <a:pt x="78358" y="137159"/>
                  </a:lnTo>
                  <a:lnTo>
                    <a:pt x="79247" y="137159"/>
                  </a:lnTo>
                  <a:lnTo>
                    <a:pt x="79882" y="138429"/>
                  </a:lnTo>
                  <a:lnTo>
                    <a:pt x="90550" y="138429"/>
                  </a:lnTo>
                  <a:lnTo>
                    <a:pt x="92128" y="139863"/>
                  </a:lnTo>
                  <a:lnTo>
                    <a:pt x="92357" y="139863"/>
                  </a:lnTo>
                  <a:lnTo>
                    <a:pt x="92074" y="140334"/>
                  </a:lnTo>
                  <a:lnTo>
                    <a:pt x="92455" y="142239"/>
                  </a:lnTo>
                  <a:lnTo>
                    <a:pt x="92536" y="142644"/>
                  </a:lnTo>
                  <a:lnTo>
                    <a:pt x="92653" y="143227"/>
                  </a:lnTo>
                  <a:lnTo>
                    <a:pt x="92709" y="143509"/>
                  </a:lnTo>
                  <a:lnTo>
                    <a:pt x="94995" y="144779"/>
                  </a:lnTo>
                  <a:lnTo>
                    <a:pt x="94106" y="140969"/>
                  </a:lnTo>
                  <a:lnTo>
                    <a:pt x="90296" y="135889"/>
                  </a:lnTo>
                  <a:lnTo>
                    <a:pt x="89534" y="130809"/>
                  </a:lnTo>
                  <a:lnTo>
                    <a:pt x="76453" y="130809"/>
                  </a:lnTo>
                  <a:lnTo>
                    <a:pt x="76140" y="129539"/>
                  </a:lnTo>
                  <a:lnTo>
                    <a:pt x="89344" y="129539"/>
                  </a:lnTo>
                  <a:lnTo>
                    <a:pt x="89153" y="128269"/>
                  </a:lnTo>
                  <a:lnTo>
                    <a:pt x="85343" y="128269"/>
                  </a:lnTo>
                  <a:lnTo>
                    <a:pt x="84708" y="126999"/>
                  </a:lnTo>
                  <a:lnTo>
                    <a:pt x="84581" y="125729"/>
                  </a:lnTo>
                  <a:close/>
                </a:path>
                <a:path w="491489" h="537210">
                  <a:moveTo>
                    <a:pt x="140371" y="142784"/>
                  </a:moveTo>
                  <a:lnTo>
                    <a:pt x="139572" y="143509"/>
                  </a:lnTo>
                  <a:lnTo>
                    <a:pt x="140969" y="144779"/>
                  </a:lnTo>
                  <a:lnTo>
                    <a:pt x="140371" y="142784"/>
                  </a:lnTo>
                  <a:close/>
                </a:path>
                <a:path w="491489" h="537210">
                  <a:moveTo>
                    <a:pt x="89485" y="140724"/>
                  </a:moveTo>
                  <a:lnTo>
                    <a:pt x="88772" y="140969"/>
                  </a:lnTo>
                  <a:lnTo>
                    <a:pt x="88137" y="140969"/>
                  </a:lnTo>
                  <a:lnTo>
                    <a:pt x="90042" y="143509"/>
                  </a:lnTo>
                  <a:lnTo>
                    <a:pt x="89534" y="140969"/>
                  </a:lnTo>
                  <a:lnTo>
                    <a:pt x="89485" y="140724"/>
                  </a:lnTo>
                  <a:close/>
                </a:path>
                <a:path w="491489" h="537210">
                  <a:moveTo>
                    <a:pt x="91185" y="142239"/>
                  </a:moveTo>
                  <a:lnTo>
                    <a:pt x="90169" y="142239"/>
                  </a:lnTo>
                  <a:lnTo>
                    <a:pt x="90466" y="143227"/>
                  </a:lnTo>
                  <a:lnTo>
                    <a:pt x="90550" y="143509"/>
                  </a:lnTo>
                  <a:lnTo>
                    <a:pt x="91185" y="143509"/>
                  </a:lnTo>
                  <a:lnTo>
                    <a:pt x="91185" y="142239"/>
                  </a:lnTo>
                  <a:close/>
                </a:path>
                <a:path w="491489" h="537210">
                  <a:moveTo>
                    <a:pt x="142112" y="142239"/>
                  </a:moveTo>
                  <a:lnTo>
                    <a:pt x="142508" y="143227"/>
                  </a:lnTo>
                  <a:lnTo>
                    <a:pt x="142620" y="143509"/>
                  </a:lnTo>
                  <a:lnTo>
                    <a:pt x="143509" y="143509"/>
                  </a:lnTo>
                  <a:lnTo>
                    <a:pt x="142112" y="142239"/>
                  </a:lnTo>
                  <a:close/>
                </a:path>
                <a:path w="491489" h="537210">
                  <a:moveTo>
                    <a:pt x="145033" y="140969"/>
                  </a:moveTo>
                  <a:lnTo>
                    <a:pt x="144029" y="142644"/>
                  </a:lnTo>
                  <a:lnTo>
                    <a:pt x="145414" y="143509"/>
                  </a:lnTo>
                  <a:lnTo>
                    <a:pt x="146303" y="143509"/>
                  </a:lnTo>
                  <a:lnTo>
                    <a:pt x="145033" y="140969"/>
                  </a:lnTo>
                  <a:close/>
                </a:path>
                <a:path w="491489" h="537210">
                  <a:moveTo>
                    <a:pt x="147909" y="139863"/>
                  </a:moveTo>
                  <a:lnTo>
                    <a:pt x="144058" y="139863"/>
                  </a:lnTo>
                  <a:lnTo>
                    <a:pt x="146049" y="140969"/>
                  </a:lnTo>
                  <a:lnTo>
                    <a:pt x="146684" y="142239"/>
                  </a:lnTo>
                  <a:lnTo>
                    <a:pt x="148843" y="143509"/>
                  </a:lnTo>
                  <a:lnTo>
                    <a:pt x="147827" y="140969"/>
                  </a:lnTo>
                  <a:lnTo>
                    <a:pt x="148462" y="140969"/>
                  </a:lnTo>
                  <a:lnTo>
                    <a:pt x="147909" y="139863"/>
                  </a:lnTo>
                  <a:close/>
                </a:path>
                <a:path w="491489" h="537210">
                  <a:moveTo>
                    <a:pt x="143382" y="142239"/>
                  </a:moveTo>
                  <a:lnTo>
                    <a:pt x="143679" y="143227"/>
                  </a:lnTo>
                  <a:lnTo>
                    <a:pt x="143945" y="142784"/>
                  </a:lnTo>
                  <a:lnTo>
                    <a:pt x="144029" y="142644"/>
                  </a:lnTo>
                  <a:lnTo>
                    <a:pt x="143382" y="142239"/>
                  </a:lnTo>
                  <a:close/>
                </a:path>
                <a:path w="491489" h="537210">
                  <a:moveTo>
                    <a:pt x="140969" y="142239"/>
                  </a:moveTo>
                  <a:lnTo>
                    <a:pt x="140207" y="142239"/>
                  </a:lnTo>
                  <a:lnTo>
                    <a:pt x="140329" y="142644"/>
                  </a:lnTo>
                  <a:lnTo>
                    <a:pt x="140371" y="142784"/>
                  </a:lnTo>
                  <a:lnTo>
                    <a:pt x="140969" y="142239"/>
                  </a:lnTo>
                  <a:close/>
                </a:path>
                <a:path w="491489" h="537210">
                  <a:moveTo>
                    <a:pt x="91980" y="139863"/>
                  </a:moveTo>
                  <a:lnTo>
                    <a:pt x="89862" y="140594"/>
                  </a:lnTo>
                  <a:lnTo>
                    <a:pt x="90931" y="142239"/>
                  </a:lnTo>
                  <a:lnTo>
                    <a:pt x="91841" y="140724"/>
                  </a:lnTo>
                  <a:lnTo>
                    <a:pt x="91919" y="140594"/>
                  </a:lnTo>
                  <a:lnTo>
                    <a:pt x="91980" y="139863"/>
                  </a:lnTo>
                  <a:close/>
                </a:path>
                <a:path w="491489" h="537210">
                  <a:moveTo>
                    <a:pt x="137413" y="138429"/>
                  </a:moveTo>
                  <a:lnTo>
                    <a:pt x="136983" y="139863"/>
                  </a:lnTo>
                  <a:lnTo>
                    <a:pt x="137286" y="139863"/>
                  </a:lnTo>
                  <a:lnTo>
                    <a:pt x="140969" y="142239"/>
                  </a:lnTo>
                  <a:lnTo>
                    <a:pt x="141477" y="142239"/>
                  </a:lnTo>
                  <a:lnTo>
                    <a:pt x="139953" y="140969"/>
                  </a:lnTo>
                  <a:lnTo>
                    <a:pt x="139318" y="140969"/>
                  </a:lnTo>
                  <a:lnTo>
                    <a:pt x="137413" y="138429"/>
                  </a:lnTo>
                  <a:close/>
                </a:path>
                <a:path w="491489" h="537210">
                  <a:moveTo>
                    <a:pt x="139511" y="139863"/>
                  </a:moveTo>
                  <a:lnTo>
                    <a:pt x="139414" y="140334"/>
                  </a:lnTo>
                  <a:lnTo>
                    <a:pt x="139318" y="140969"/>
                  </a:lnTo>
                  <a:lnTo>
                    <a:pt x="139953" y="140969"/>
                  </a:lnTo>
                  <a:lnTo>
                    <a:pt x="139511" y="139863"/>
                  </a:lnTo>
                  <a:close/>
                </a:path>
                <a:path w="491489" h="537210">
                  <a:moveTo>
                    <a:pt x="141416" y="139863"/>
                  </a:moveTo>
                  <a:lnTo>
                    <a:pt x="139757" y="139863"/>
                  </a:lnTo>
                  <a:lnTo>
                    <a:pt x="141858" y="140969"/>
                  </a:lnTo>
                  <a:lnTo>
                    <a:pt x="141416" y="139863"/>
                  </a:lnTo>
                  <a:close/>
                </a:path>
                <a:path w="491489" h="537210">
                  <a:moveTo>
                    <a:pt x="89387" y="139863"/>
                  </a:moveTo>
                  <a:lnTo>
                    <a:pt x="89485" y="140724"/>
                  </a:lnTo>
                  <a:lnTo>
                    <a:pt x="89862" y="140594"/>
                  </a:lnTo>
                  <a:lnTo>
                    <a:pt x="89387" y="139863"/>
                  </a:lnTo>
                  <a:close/>
                </a:path>
                <a:path w="491489" h="537210">
                  <a:moveTo>
                    <a:pt x="90550" y="138429"/>
                  </a:moveTo>
                  <a:lnTo>
                    <a:pt x="90677" y="139863"/>
                  </a:lnTo>
                  <a:lnTo>
                    <a:pt x="91124" y="139863"/>
                  </a:lnTo>
                  <a:lnTo>
                    <a:pt x="90550" y="138429"/>
                  </a:lnTo>
                  <a:close/>
                </a:path>
                <a:path w="491489" h="537210">
                  <a:moveTo>
                    <a:pt x="139699" y="138429"/>
                  </a:moveTo>
                  <a:lnTo>
                    <a:pt x="139484" y="139863"/>
                  </a:lnTo>
                  <a:lnTo>
                    <a:pt x="141564" y="139863"/>
                  </a:lnTo>
                  <a:lnTo>
                    <a:pt x="139699" y="138429"/>
                  </a:lnTo>
                  <a:close/>
                </a:path>
                <a:path w="491489" h="537210">
                  <a:moveTo>
                    <a:pt x="145668" y="138429"/>
                  </a:moveTo>
                  <a:lnTo>
                    <a:pt x="144808" y="139863"/>
                  </a:lnTo>
                  <a:lnTo>
                    <a:pt x="148106" y="139863"/>
                  </a:lnTo>
                  <a:lnTo>
                    <a:pt x="145668" y="138429"/>
                  </a:lnTo>
                  <a:close/>
                </a:path>
                <a:path w="491489" h="537210">
                  <a:moveTo>
                    <a:pt x="79247" y="137159"/>
                  </a:moveTo>
                  <a:lnTo>
                    <a:pt x="78739" y="138429"/>
                  </a:lnTo>
                  <a:lnTo>
                    <a:pt x="79120" y="138429"/>
                  </a:lnTo>
                  <a:lnTo>
                    <a:pt x="79247" y="137159"/>
                  </a:lnTo>
                  <a:close/>
                </a:path>
                <a:path w="491489" h="537210">
                  <a:moveTo>
                    <a:pt x="134492" y="134619"/>
                  </a:moveTo>
                  <a:lnTo>
                    <a:pt x="132714" y="134619"/>
                  </a:lnTo>
                  <a:lnTo>
                    <a:pt x="133476" y="137159"/>
                  </a:lnTo>
                  <a:lnTo>
                    <a:pt x="135889" y="138429"/>
                  </a:lnTo>
                  <a:lnTo>
                    <a:pt x="137159" y="137159"/>
                  </a:lnTo>
                  <a:lnTo>
                    <a:pt x="135254" y="137159"/>
                  </a:lnTo>
                  <a:lnTo>
                    <a:pt x="134492" y="134619"/>
                  </a:lnTo>
                  <a:close/>
                </a:path>
                <a:path w="491489" h="537210">
                  <a:moveTo>
                    <a:pt x="135762" y="134619"/>
                  </a:moveTo>
                  <a:lnTo>
                    <a:pt x="135127" y="135889"/>
                  </a:lnTo>
                  <a:lnTo>
                    <a:pt x="137032" y="135889"/>
                  </a:lnTo>
                  <a:lnTo>
                    <a:pt x="135762" y="134619"/>
                  </a:lnTo>
                  <a:close/>
                </a:path>
                <a:path w="491489" h="537210">
                  <a:moveTo>
                    <a:pt x="132079" y="130809"/>
                  </a:moveTo>
                  <a:lnTo>
                    <a:pt x="131825" y="130809"/>
                  </a:lnTo>
                  <a:lnTo>
                    <a:pt x="132333" y="132079"/>
                  </a:lnTo>
                  <a:lnTo>
                    <a:pt x="132079" y="130809"/>
                  </a:lnTo>
                  <a:close/>
                </a:path>
                <a:path w="491489" h="537210">
                  <a:moveTo>
                    <a:pt x="131063" y="129539"/>
                  </a:moveTo>
                  <a:lnTo>
                    <a:pt x="129666" y="130809"/>
                  </a:lnTo>
                  <a:lnTo>
                    <a:pt x="131825" y="130809"/>
                  </a:lnTo>
                  <a:lnTo>
                    <a:pt x="131063" y="129539"/>
                  </a:lnTo>
                  <a:close/>
                </a:path>
                <a:path w="491489" h="537210">
                  <a:moveTo>
                    <a:pt x="82562" y="121981"/>
                  </a:moveTo>
                  <a:lnTo>
                    <a:pt x="72216" y="121981"/>
                  </a:lnTo>
                  <a:lnTo>
                    <a:pt x="73786" y="123189"/>
                  </a:lnTo>
                  <a:lnTo>
                    <a:pt x="72770" y="123189"/>
                  </a:lnTo>
                  <a:lnTo>
                    <a:pt x="73532" y="125729"/>
                  </a:lnTo>
                  <a:lnTo>
                    <a:pt x="85089" y="125729"/>
                  </a:lnTo>
                  <a:lnTo>
                    <a:pt x="85851" y="126999"/>
                  </a:lnTo>
                  <a:lnTo>
                    <a:pt x="85343" y="128269"/>
                  </a:lnTo>
                  <a:lnTo>
                    <a:pt x="89153" y="128269"/>
                  </a:lnTo>
                  <a:lnTo>
                    <a:pt x="84073" y="124459"/>
                  </a:lnTo>
                  <a:lnTo>
                    <a:pt x="82168" y="124459"/>
                  </a:lnTo>
                  <a:lnTo>
                    <a:pt x="82803" y="123189"/>
                  </a:lnTo>
                  <a:lnTo>
                    <a:pt x="82562" y="121981"/>
                  </a:lnTo>
                  <a:close/>
                </a:path>
                <a:path w="491489" h="537210">
                  <a:moveTo>
                    <a:pt x="69134" y="121981"/>
                  </a:moveTo>
                  <a:lnTo>
                    <a:pt x="68979" y="121981"/>
                  </a:lnTo>
                  <a:lnTo>
                    <a:pt x="70103" y="125729"/>
                  </a:lnTo>
                  <a:lnTo>
                    <a:pt x="70992" y="124459"/>
                  </a:lnTo>
                  <a:lnTo>
                    <a:pt x="69134" y="121981"/>
                  </a:lnTo>
                  <a:close/>
                </a:path>
                <a:path w="491489" h="537210">
                  <a:moveTo>
                    <a:pt x="237616" y="123189"/>
                  </a:moveTo>
                  <a:lnTo>
                    <a:pt x="236600" y="123189"/>
                  </a:lnTo>
                  <a:lnTo>
                    <a:pt x="238886" y="125729"/>
                  </a:lnTo>
                  <a:lnTo>
                    <a:pt x="237616" y="123189"/>
                  </a:lnTo>
                  <a:close/>
                </a:path>
                <a:path w="491489" h="537210">
                  <a:moveTo>
                    <a:pt x="234314" y="118109"/>
                  </a:moveTo>
                  <a:lnTo>
                    <a:pt x="230250" y="118109"/>
                  </a:lnTo>
                  <a:lnTo>
                    <a:pt x="232155" y="119379"/>
                  </a:lnTo>
                  <a:lnTo>
                    <a:pt x="231774" y="120649"/>
                  </a:lnTo>
                  <a:lnTo>
                    <a:pt x="233171" y="120649"/>
                  </a:lnTo>
                  <a:lnTo>
                    <a:pt x="235711" y="123189"/>
                  </a:lnTo>
                  <a:lnTo>
                    <a:pt x="237616" y="123189"/>
                  </a:lnTo>
                  <a:lnTo>
                    <a:pt x="239521" y="125729"/>
                  </a:lnTo>
                  <a:lnTo>
                    <a:pt x="240156" y="124459"/>
                  </a:lnTo>
                  <a:lnTo>
                    <a:pt x="239267" y="123189"/>
                  </a:lnTo>
                  <a:lnTo>
                    <a:pt x="237576" y="121981"/>
                  </a:lnTo>
                  <a:lnTo>
                    <a:pt x="237412" y="121981"/>
                  </a:lnTo>
                  <a:lnTo>
                    <a:pt x="234428" y="118252"/>
                  </a:lnTo>
                  <a:lnTo>
                    <a:pt x="234314" y="118109"/>
                  </a:lnTo>
                  <a:close/>
                </a:path>
                <a:path w="491489" h="537210">
                  <a:moveTo>
                    <a:pt x="69341" y="118109"/>
                  </a:moveTo>
                  <a:lnTo>
                    <a:pt x="66801" y="118109"/>
                  </a:lnTo>
                  <a:lnTo>
                    <a:pt x="69087" y="119379"/>
                  </a:lnTo>
                  <a:lnTo>
                    <a:pt x="69087" y="120649"/>
                  </a:lnTo>
                  <a:lnTo>
                    <a:pt x="72135" y="124459"/>
                  </a:lnTo>
                  <a:lnTo>
                    <a:pt x="72643" y="124459"/>
                  </a:lnTo>
                  <a:lnTo>
                    <a:pt x="72770" y="123189"/>
                  </a:lnTo>
                  <a:lnTo>
                    <a:pt x="71627" y="123189"/>
                  </a:lnTo>
                  <a:lnTo>
                    <a:pt x="71779" y="121981"/>
                  </a:lnTo>
                  <a:lnTo>
                    <a:pt x="70738" y="120649"/>
                  </a:lnTo>
                  <a:lnTo>
                    <a:pt x="70552" y="119718"/>
                  </a:lnTo>
                  <a:lnTo>
                    <a:pt x="70484" y="119379"/>
                  </a:lnTo>
                  <a:lnTo>
                    <a:pt x="69341" y="119379"/>
                  </a:lnTo>
                  <a:lnTo>
                    <a:pt x="69341" y="118109"/>
                  </a:lnTo>
                  <a:close/>
                </a:path>
                <a:path w="491489" h="537210">
                  <a:moveTo>
                    <a:pt x="78301" y="115685"/>
                  </a:moveTo>
                  <a:lnTo>
                    <a:pt x="65901" y="115685"/>
                  </a:lnTo>
                  <a:lnTo>
                    <a:pt x="64515" y="116839"/>
                  </a:lnTo>
                  <a:lnTo>
                    <a:pt x="66039" y="118109"/>
                  </a:lnTo>
                  <a:lnTo>
                    <a:pt x="72262" y="118109"/>
                  </a:lnTo>
                  <a:lnTo>
                    <a:pt x="72104" y="119379"/>
                  </a:lnTo>
                  <a:lnTo>
                    <a:pt x="72061" y="119718"/>
                  </a:lnTo>
                  <a:lnTo>
                    <a:pt x="71945" y="120649"/>
                  </a:lnTo>
                  <a:lnTo>
                    <a:pt x="71900" y="121981"/>
                  </a:lnTo>
                  <a:lnTo>
                    <a:pt x="72262" y="123189"/>
                  </a:lnTo>
                  <a:lnTo>
                    <a:pt x="71627" y="123189"/>
                  </a:lnTo>
                  <a:lnTo>
                    <a:pt x="72111" y="121981"/>
                  </a:lnTo>
                  <a:lnTo>
                    <a:pt x="82562" y="121981"/>
                  </a:lnTo>
                  <a:lnTo>
                    <a:pt x="82295" y="120649"/>
                  </a:lnTo>
                  <a:lnTo>
                    <a:pt x="79120" y="120649"/>
                  </a:lnTo>
                  <a:lnTo>
                    <a:pt x="78934" y="119718"/>
                  </a:lnTo>
                  <a:lnTo>
                    <a:pt x="78866" y="119379"/>
                  </a:lnTo>
                  <a:lnTo>
                    <a:pt x="79247" y="119379"/>
                  </a:lnTo>
                  <a:lnTo>
                    <a:pt x="78909" y="118252"/>
                  </a:lnTo>
                  <a:lnTo>
                    <a:pt x="78909" y="116698"/>
                  </a:lnTo>
                  <a:lnTo>
                    <a:pt x="78301" y="115685"/>
                  </a:lnTo>
                  <a:close/>
                </a:path>
                <a:path w="491489" h="537210">
                  <a:moveTo>
                    <a:pt x="224916" y="118109"/>
                  </a:moveTo>
                  <a:lnTo>
                    <a:pt x="223189" y="118109"/>
                  </a:lnTo>
                  <a:lnTo>
                    <a:pt x="224281" y="119379"/>
                  </a:lnTo>
                  <a:lnTo>
                    <a:pt x="223678" y="119379"/>
                  </a:lnTo>
                  <a:lnTo>
                    <a:pt x="224916" y="123189"/>
                  </a:lnTo>
                  <a:lnTo>
                    <a:pt x="224916" y="118109"/>
                  </a:lnTo>
                  <a:close/>
                </a:path>
                <a:path w="491489" h="537210">
                  <a:moveTo>
                    <a:pt x="230852" y="119718"/>
                  </a:moveTo>
                  <a:lnTo>
                    <a:pt x="230758" y="120649"/>
                  </a:lnTo>
                  <a:lnTo>
                    <a:pt x="231025" y="121981"/>
                  </a:lnTo>
                  <a:lnTo>
                    <a:pt x="232323" y="121981"/>
                  </a:lnTo>
                  <a:lnTo>
                    <a:pt x="230852" y="119718"/>
                  </a:lnTo>
                  <a:close/>
                </a:path>
                <a:path w="491489" h="537210">
                  <a:moveTo>
                    <a:pt x="82295" y="119718"/>
                  </a:moveTo>
                  <a:lnTo>
                    <a:pt x="82041" y="120649"/>
                  </a:lnTo>
                  <a:lnTo>
                    <a:pt x="82295" y="120649"/>
                  </a:lnTo>
                  <a:lnTo>
                    <a:pt x="82295" y="119718"/>
                  </a:lnTo>
                  <a:close/>
                </a:path>
                <a:path w="491489" h="537210">
                  <a:moveTo>
                    <a:pt x="233899" y="115685"/>
                  </a:moveTo>
                  <a:lnTo>
                    <a:pt x="225124" y="115685"/>
                  </a:lnTo>
                  <a:lnTo>
                    <a:pt x="227202" y="116839"/>
                  </a:lnTo>
                  <a:lnTo>
                    <a:pt x="227329" y="119379"/>
                  </a:lnTo>
                  <a:lnTo>
                    <a:pt x="226250" y="119379"/>
                  </a:lnTo>
                  <a:lnTo>
                    <a:pt x="226948" y="120649"/>
                  </a:lnTo>
                  <a:lnTo>
                    <a:pt x="228980" y="120649"/>
                  </a:lnTo>
                  <a:lnTo>
                    <a:pt x="229615" y="119379"/>
                  </a:lnTo>
                  <a:lnTo>
                    <a:pt x="227329" y="119379"/>
                  </a:lnTo>
                  <a:lnTo>
                    <a:pt x="225751" y="118252"/>
                  </a:lnTo>
                  <a:lnTo>
                    <a:pt x="230179" y="118252"/>
                  </a:lnTo>
                  <a:lnTo>
                    <a:pt x="230250" y="118109"/>
                  </a:lnTo>
                  <a:lnTo>
                    <a:pt x="234314" y="118109"/>
                  </a:lnTo>
                  <a:lnTo>
                    <a:pt x="235076" y="116839"/>
                  </a:lnTo>
                  <a:lnTo>
                    <a:pt x="234822" y="116839"/>
                  </a:lnTo>
                  <a:lnTo>
                    <a:pt x="233899" y="115685"/>
                  </a:lnTo>
                  <a:close/>
                </a:path>
                <a:path w="491489" h="537210">
                  <a:moveTo>
                    <a:pt x="230885" y="119379"/>
                  </a:moveTo>
                  <a:lnTo>
                    <a:pt x="230631" y="119379"/>
                  </a:lnTo>
                  <a:lnTo>
                    <a:pt x="230852" y="119718"/>
                  </a:lnTo>
                  <a:lnTo>
                    <a:pt x="230885" y="119379"/>
                  </a:lnTo>
                  <a:close/>
                </a:path>
                <a:path w="491489" h="537210">
                  <a:moveTo>
                    <a:pt x="221106" y="116839"/>
                  </a:moveTo>
                  <a:lnTo>
                    <a:pt x="220852" y="116839"/>
                  </a:lnTo>
                  <a:lnTo>
                    <a:pt x="220344" y="119379"/>
                  </a:lnTo>
                  <a:lnTo>
                    <a:pt x="223678" y="119379"/>
                  </a:lnTo>
                  <a:lnTo>
                    <a:pt x="223312" y="118252"/>
                  </a:lnTo>
                  <a:lnTo>
                    <a:pt x="223265" y="118109"/>
                  </a:lnTo>
                  <a:lnTo>
                    <a:pt x="222898" y="117771"/>
                  </a:lnTo>
                  <a:lnTo>
                    <a:pt x="222784" y="117638"/>
                  </a:lnTo>
                  <a:lnTo>
                    <a:pt x="221106" y="116839"/>
                  </a:lnTo>
                  <a:close/>
                </a:path>
                <a:path w="491489" h="537210">
                  <a:moveTo>
                    <a:pt x="222461" y="117263"/>
                  </a:moveTo>
                  <a:lnTo>
                    <a:pt x="222784" y="117638"/>
                  </a:lnTo>
                  <a:lnTo>
                    <a:pt x="223773" y="118109"/>
                  </a:lnTo>
                  <a:lnTo>
                    <a:pt x="225170" y="118109"/>
                  </a:lnTo>
                  <a:lnTo>
                    <a:pt x="222461" y="117263"/>
                  </a:lnTo>
                  <a:close/>
                </a:path>
                <a:path w="491489" h="537210">
                  <a:moveTo>
                    <a:pt x="224916" y="117771"/>
                  </a:moveTo>
                  <a:lnTo>
                    <a:pt x="224916" y="118109"/>
                  </a:lnTo>
                  <a:lnTo>
                    <a:pt x="225170" y="118109"/>
                  </a:lnTo>
                  <a:lnTo>
                    <a:pt x="224916" y="117771"/>
                  </a:lnTo>
                  <a:close/>
                </a:path>
                <a:path w="491489" h="537210">
                  <a:moveTo>
                    <a:pt x="81018" y="114934"/>
                  </a:moveTo>
                  <a:lnTo>
                    <a:pt x="80843" y="115685"/>
                  </a:lnTo>
                  <a:lnTo>
                    <a:pt x="80009" y="115685"/>
                  </a:lnTo>
                  <a:lnTo>
                    <a:pt x="80009" y="117771"/>
                  </a:lnTo>
                  <a:lnTo>
                    <a:pt x="80151" y="117638"/>
                  </a:lnTo>
                  <a:lnTo>
                    <a:pt x="80263" y="117263"/>
                  </a:lnTo>
                  <a:lnTo>
                    <a:pt x="80390" y="116839"/>
                  </a:lnTo>
                  <a:lnTo>
                    <a:pt x="81152" y="116839"/>
                  </a:lnTo>
                  <a:lnTo>
                    <a:pt x="81071" y="115685"/>
                  </a:lnTo>
                  <a:lnTo>
                    <a:pt x="81018" y="114934"/>
                  </a:lnTo>
                  <a:close/>
                </a:path>
                <a:path w="491489" h="537210">
                  <a:moveTo>
                    <a:pt x="231774" y="113029"/>
                  </a:moveTo>
                  <a:lnTo>
                    <a:pt x="218820" y="113029"/>
                  </a:lnTo>
                  <a:lnTo>
                    <a:pt x="222154" y="114934"/>
                  </a:lnTo>
                  <a:lnTo>
                    <a:pt x="223352" y="115685"/>
                  </a:lnTo>
                  <a:lnTo>
                    <a:pt x="224817" y="117638"/>
                  </a:lnTo>
                  <a:lnTo>
                    <a:pt x="224916" y="115685"/>
                  </a:lnTo>
                  <a:lnTo>
                    <a:pt x="233899" y="115685"/>
                  </a:lnTo>
                  <a:lnTo>
                    <a:pt x="231774" y="113029"/>
                  </a:lnTo>
                  <a:close/>
                </a:path>
                <a:path w="491489" h="537210">
                  <a:moveTo>
                    <a:pt x="218820" y="113029"/>
                  </a:moveTo>
                  <a:lnTo>
                    <a:pt x="215137" y="113029"/>
                  </a:lnTo>
                  <a:lnTo>
                    <a:pt x="215487" y="113903"/>
                  </a:lnTo>
                  <a:lnTo>
                    <a:pt x="215391" y="114934"/>
                  </a:lnTo>
                  <a:lnTo>
                    <a:pt x="215091" y="115685"/>
                  </a:lnTo>
                  <a:lnTo>
                    <a:pt x="219271" y="115685"/>
                  </a:lnTo>
                  <a:lnTo>
                    <a:pt x="219879" y="116698"/>
                  </a:lnTo>
                  <a:lnTo>
                    <a:pt x="219963" y="116839"/>
                  </a:lnTo>
                  <a:lnTo>
                    <a:pt x="221106" y="116839"/>
                  </a:lnTo>
                  <a:lnTo>
                    <a:pt x="222461" y="117263"/>
                  </a:lnTo>
                  <a:lnTo>
                    <a:pt x="218820" y="113029"/>
                  </a:lnTo>
                  <a:close/>
                </a:path>
                <a:path w="491489" h="537210">
                  <a:moveTo>
                    <a:pt x="79652" y="115685"/>
                  </a:moveTo>
                  <a:lnTo>
                    <a:pt x="79516" y="116698"/>
                  </a:lnTo>
                  <a:lnTo>
                    <a:pt x="79501" y="116839"/>
                  </a:lnTo>
                  <a:lnTo>
                    <a:pt x="79882" y="116839"/>
                  </a:lnTo>
                  <a:lnTo>
                    <a:pt x="79652" y="115685"/>
                  </a:lnTo>
                  <a:close/>
                </a:path>
                <a:path w="491489" h="537210">
                  <a:moveTo>
                    <a:pt x="214023" y="116698"/>
                  </a:moveTo>
                  <a:lnTo>
                    <a:pt x="213867" y="116839"/>
                  </a:lnTo>
                  <a:lnTo>
                    <a:pt x="214121" y="116839"/>
                  </a:lnTo>
                  <a:lnTo>
                    <a:pt x="214023" y="116698"/>
                  </a:lnTo>
                  <a:close/>
                </a:path>
                <a:path w="491489" h="537210">
                  <a:moveTo>
                    <a:pt x="219121" y="115685"/>
                  </a:moveTo>
                  <a:lnTo>
                    <a:pt x="215542" y="115685"/>
                  </a:lnTo>
                  <a:lnTo>
                    <a:pt x="218312" y="116839"/>
                  </a:lnTo>
                  <a:lnTo>
                    <a:pt x="219121" y="115685"/>
                  </a:lnTo>
                  <a:close/>
                </a:path>
                <a:path w="491489" h="537210">
                  <a:moveTo>
                    <a:pt x="212188" y="114312"/>
                  </a:moveTo>
                  <a:lnTo>
                    <a:pt x="211975" y="114312"/>
                  </a:lnTo>
                  <a:lnTo>
                    <a:pt x="213313" y="115685"/>
                  </a:lnTo>
                  <a:lnTo>
                    <a:pt x="214023" y="116698"/>
                  </a:lnTo>
                  <a:lnTo>
                    <a:pt x="215137" y="115685"/>
                  </a:lnTo>
                  <a:lnTo>
                    <a:pt x="213744" y="115685"/>
                  </a:lnTo>
                  <a:lnTo>
                    <a:pt x="212188" y="114312"/>
                  </a:lnTo>
                  <a:close/>
                </a:path>
                <a:path w="491489" h="537210">
                  <a:moveTo>
                    <a:pt x="65150" y="113029"/>
                  </a:moveTo>
                  <a:lnTo>
                    <a:pt x="66080" y="115685"/>
                  </a:lnTo>
                  <a:lnTo>
                    <a:pt x="79652" y="115685"/>
                  </a:lnTo>
                  <a:lnTo>
                    <a:pt x="79501" y="114934"/>
                  </a:lnTo>
                  <a:lnTo>
                    <a:pt x="79377" y="114312"/>
                  </a:lnTo>
                  <a:lnTo>
                    <a:pt x="65920" y="114312"/>
                  </a:lnTo>
                  <a:lnTo>
                    <a:pt x="65150" y="113029"/>
                  </a:lnTo>
                  <a:close/>
                </a:path>
                <a:path w="491489" h="537210">
                  <a:moveTo>
                    <a:pt x="80115" y="114934"/>
                  </a:moveTo>
                  <a:lnTo>
                    <a:pt x="81037" y="115685"/>
                  </a:lnTo>
                  <a:lnTo>
                    <a:pt x="81211" y="115685"/>
                  </a:lnTo>
                  <a:lnTo>
                    <a:pt x="80115" y="114934"/>
                  </a:lnTo>
                  <a:close/>
                </a:path>
                <a:path w="491489" h="537210">
                  <a:moveTo>
                    <a:pt x="213994" y="114934"/>
                  </a:moveTo>
                  <a:lnTo>
                    <a:pt x="213544" y="115685"/>
                  </a:lnTo>
                  <a:lnTo>
                    <a:pt x="214895" y="115685"/>
                  </a:lnTo>
                  <a:lnTo>
                    <a:pt x="213994" y="114934"/>
                  </a:lnTo>
                  <a:close/>
                </a:path>
                <a:path w="491489" h="537210">
                  <a:moveTo>
                    <a:pt x="227583" y="110489"/>
                  </a:moveTo>
                  <a:lnTo>
                    <a:pt x="204088" y="110489"/>
                  </a:lnTo>
                  <a:lnTo>
                    <a:pt x="205041" y="111759"/>
                  </a:lnTo>
                  <a:lnTo>
                    <a:pt x="209295" y="111759"/>
                  </a:lnTo>
                  <a:lnTo>
                    <a:pt x="212188" y="114312"/>
                  </a:lnTo>
                  <a:lnTo>
                    <a:pt x="213248" y="114312"/>
                  </a:lnTo>
                  <a:lnTo>
                    <a:pt x="213994" y="114934"/>
                  </a:lnTo>
                  <a:lnTo>
                    <a:pt x="215137" y="113029"/>
                  </a:lnTo>
                  <a:lnTo>
                    <a:pt x="231774" y="113029"/>
                  </a:lnTo>
                  <a:lnTo>
                    <a:pt x="227583" y="110489"/>
                  </a:lnTo>
                  <a:close/>
                </a:path>
                <a:path w="491489" h="537210">
                  <a:moveTo>
                    <a:pt x="79592" y="114481"/>
                  </a:moveTo>
                  <a:lnTo>
                    <a:pt x="79453" y="114481"/>
                  </a:lnTo>
                  <a:lnTo>
                    <a:pt x="79770" y="114698"/>
                  </a:lnTo>
                  <a:lnTo>
                    <a:pt x="79592" y="114481"/>
                  </a:lnTo>
                  <a:close/>
                </a:path>
                <a:path w="491489" h="537210">
                  <a:moveTo>
                    <a:pt x="77215" y="107949"/>
                  </a:moveTo>
                  <a:lnTo>
                    <a:pt x="64134" y="107949"/>
                  </a:lnTo>
                  <a:lnTo>
                    <a:pt x="66293" y="109219"/>
                  </a:lnTo>
                  <a:lnTo>
                    <a:pt x="65023" y="110489"/>
                  </a:lnTo>
                  <a:lnTo>
                    <a:pt x="65785" y="113029"/>
                  </a:lnTo>
                  <a:lnTo>
                    <a:pt x="65873" y="113903"/>
                  </a:lnTo>
                  <a:lnTo>
                    <a:pt x="65914" y="114312"/>
                  </a:lnTo>
                  <a:lnTo>
                    <a:pt x="79390" y="114312"/>
                  </a:lnTo>
                  <a:lnTo>
                    <a:pt x="79592" y="114481"/>
                  </a:lnTo>
                  <a:lnTo>
                    <a:pt x="79652" y="113903"/>
                  </a:lnTo>
                  <a:lnTo>
                    <a:pt x="79882" y="113029"/>
                  </a:lnTo>
                  <a:lnTo>
                    <a:pt x="80327" y="113029"/>
                  </a:lnTo>
                  <a:lnTo>
                    <a:pt x="79374" y="111759"/>
                  </a:lnTo>
                  <a:lnTo>
                    <a:pt x="76707" y="110489"/>
                  </a:lnTo>
                  <a:lnTo>
                    <a:pt x="74802" y="109219"/>
                  </a:lnTo>
                  <a:lnTo>
                    <a:pt x="75310" y="109219"/>
                  </a:lnTo>
                  <a:lnTo>
                    <a:pt x="77215" y="107949"/>
                  </a:lnTo>
                  <a:close/>
                </a:path>
                <a:path w="491489" h="537210">
                  <a:moveTo>
                    <a:pt x="80327" y="113029"/>
                  </a:moveTo>
                  <a:lnTo>
                    <a:pt x="79882" y="113029"/>
                  </a:lnTo>
                  <a:lnTo>
                    <a:pt x="81037" y="114312"/>
                  </a:lnTo>
                  <a:lnTo>
                    <a:pt x="81289" y="114312"/>
                  </a:lnTo>
                  <a:lnTo>
                    <a:pt x="80327" y="113029"/>
                  </a:lnTo>
                  <a:close/>
                </a:path>
                <a:path w="491489" h="537210">
                  <a:moveTo>
                    <a:pt x="208224" y="113903"/>
                  </a:moveTo>
                  <a:lnTo>
                    <a:pt x="208019" y="114312"/>
                  </a:lnTo>
                  <a:lnTo>
                    <a:pt x="208674" y="114312"/>
                  </a:lnTo>
                  <a:lnTo>
                    <a:pt x="208224" y="113903"/>
                  </a:lnTo>
                  <a:close/>
                </a:path>
                <a:path w="491489" h="537210">
                  <a:moveTo>
                    <a:pt x="209295" y="111759"/>
                  </a:moveTo>
                  <a:lnTo>
                    <a:pt x="207390" y="111759"/>
                  </a:lnTo>
                  <a:lnTo>
                    <a:pt x="207263" y="113029"/>
                  </a:lnTo>
                  <a:lnTo>
                    <a:pt x="208224" y="113903"/>
                  </a:lnTo>
                  <a:lnTo>
                    <a:pt x="209295" y="111759"/>
                  </a:lnTo>
                  <a:close/>
                </a:path>
                <a:path w="491489" h="537210">
                  <a:moveTo>
                    <a:pt x="207390" y="111759"/>
                  </a:moveTo>
                  <a:lnTo>
                    <a:pt x="205485" y="111759"/>
                  </a:lnTo>
                  <a:lnTo>
                    <a:pt x="206628" y="113029"/>
                  </a:lnTo>
                  <a:lnTo>
                    <a:pt x="207390" y="111759"/>
                  </a:lnTo>
                  <a:close/>
                </a:path>
                <a:path w="491489" h="537210">
                  <a:moveTo>
                    <a:pt x="194026" y="104335"/>
                  </a:moveTo>
                  <a:lnTo>
                    <a:pt x="193440" y="104335"/>
                  </a:lnTo>
                  <a:lnTo>
                    <a:pt x="193564" y="105573"/>
                  </a:lnTo>
                  <a:lnTo>
                    <a:pt x="193674" y="106679"/>
                  </a:lnTo>
                  <a:lnTo>
                    <a:pt x="194055" y="107949"/>
                  </a:lnTo>
                  <a:lnTo>
                    <a:pt x="194690" y="109219"/>
                  </a:lnTo>
                  <a:lnTo>
                    <a:pt x="193674" y="109219"/>
                  </a:lnTo>
                  <a:lnTo>
                    <a:pt x="195579" y="111759"/>
                  </a:lnTo>
                  <a:lnTo>
                    <a:pt x="197230" y="110489"/>
                  </a:lnTo>
                  <a:lnTo>
                    <a:pt x="227583" y="110489"/>
                  </a:lnTo>
                  <a:lnTo>
                    <a:pt x="224874" y="107949"/>
                  </a:lnTo>
                  <a:lnTo>
                    <a:pt x="220598" y="107949"/>
                  </a:lnTo>
                  <a:lnTo>
                    <a:pt x="220090" y="106679"/>
                  </a:lnTo>
                  <a:lnTo>
                    <a:pt x="215391" y="106679"/>
                  </a:lnTo>
                  <a:lnTo>
                    <a:pt x="215447" y="105573"/>
                  </a:lnTo>
                  <a:lnTo>
                    <a:pt x="197865" y="105573"/>
                  </a:lnTo>
                  <a:lnTo>
                    <a:pt x="194026" y="104335"/>
                  </a:lnTo>
                  <a:close/>
                </a:path>
                <a:path w="491489" h="537210">
                  <a:moveTo>
                    <a:pt x="204088" y="110489"/>
                  </a:moveTo>
                  <a:lnTo>
                    <a:pt x="199008" y="110489"/>
                  </a:lnTo>
                  <a:lnTo>
                    <a:pt x="201294" y="111759"/>
                  </a:lnTo>
                  <a:lnTo>
                    <a:pt x="204088" y="110489"/>
                  </a:lnTo>
                  <a:close/>
                </a:path>
                <a:path w="491489" h="537210">
                  <a:moveTo>
                    <a:pt x="64642" y="109219"/>
                  </a:moveTo>
                  <a:lnTo>
                    <a:pt x="64388" y="109219"/>
                  </a:lnTo>
                  <a:lnTo>
                    <a:pt x="64642" y="110489"/>
                  </a:lnTo>
                  <a:lnTo>
                    <a:pt x="64642" y="109219"/>
                  </a:lnTo>
                  <a:close/>
                </a:path>
                <a:path w="491489" h="537210">
                  <a:moveTo>
                    <a:pt x="71569" y="104335"/>
                  </a:moveTo>
                  <a:lnTo>
                    <a:pt x="59191" y="104335"/>
                  </a:lnTo>
                  <a:lnTo>
                    <a:pt x="59795" y="105198"/>
                  </a:lnTo>
                  <a:lnTo>
                    <a:pt x="60025" y="105573"/>
                  </a:lnTo>
                  <a:lnTo>
                    <a:pt x="60578" y="106679"/>
                  </a:lnTo>
                  <a:lnTo>
                    <a:pt x="61594" y="106679"/>
                  </a:lnTo>
                  <a:lnTo>
                    <a:pt x="62737" y="107949"/>
                  </a:lnTo>
                  <a:lnTo>
                    <a:pt x="76707" y="107949"/>
                  </a:lnTo>
                  <a:lnTo>
                    <a:pt x="76326" y="106679"/>
                  </a:lnTo>
                  <a:lnTo>
                    <a:pt x="73119" y="105573"/>
                  </a:lnTo>
                  <a:lnTo>
                    <a:pt x="72295" y="105573"/>
                  </a:lnTo>
                  <a:lnTo>
                    <a:pt x="72220" y="105198"/>
                  </a:lnTo>
                  <a:lnTo>
                    <a:pt x="72432" y="105198"/>
                  </a:lnTo>
                  <a:lnTo>
                    <a:pt x="71569" y="104335"/>
                  </a:lnTo>
                  <a:close/>
                </a:path>
                <a:path w="491489" h="537210">
                  <a:moveTo>
                    <a:pt x="204850" y="96519"/>
                  </a:moveTo>
                  <a:lnTo>
                    <a:pt x="171195" y="96519"/>
                  </a:lnTo>
                  <a:lnTo>
                    <a:pt x="173943" y="100445"/>
                  </a:lnTo>
                  <a:lnTo>
                    <a:pt x="181390" y="100445"/>
                  </a:lnTo>
                  <a:lnTo>
                    <a:pt x="184511" y="102674"/>
                  </a:lnTo>
                  <a:lnTo>
                    <a:pt x="184784" y="102909"/>
                  </a:lnTo>
                  <a:lnTo>
                    <a:pt x="184784" y="105573"/>
                  </a:lnTo>
                  <a:lnTo>
                    <a:pt x="184559" y="105573"/>
                  </a:lnTo>
                  <a:lnTo>
                    <a:pt x="183895" y="106679"/>
                  </a:lnTo>
                  <a:lnTo>
                    <a:pt x="184657" y="107949"/>
                  </a:lnTo>
                  <a:lnTo>
                    <a:pt x="187152" y="105573"/>
                  </a:lnTo>
                  <a:lnTo>
                    <a:pt x="187008" y="105198"/>
                  </a:lnTo>
                  <a:lnTo>
                    <a:pt x="186541" y="104335"/>
                  </a:lnTo>
                  <a:lnTo>
                    <a:pt x="186279" y="104335"/>
                  </a:lnTo>
                  <a:lnTo>
                    <a:pt x="187420" y="102909"/>
                  </a:lnTo>
                  <a:lnTo>
                    <a:pt x="213818" y="102909"/>
                  </a:lnTo>
                  <a:lnTo>
                    <a:pt x="213359" y="101599"/>
                  </a:lnTo>
                  <a:lnTo>
                    <a:pt x="210819" y="101599"/>
                  </a:lnTo>
                  <a:lnTo>
                    <a:pt x="210473" y="100445"/>
                  </a:lnTo>
                  <a:lnTo>
                    <a:pt x="210328" y="100185"/>
                  </a:lnTo>
                  <a:lnTo>
                    <a:pt x="208491" y="97789"/>
                  </a:lnTo>
                  <a:lnTo>
                    <a:pt x="206247" y="97789"/>
                  </a:lnTo>
                  <a:lnTo>
                    <a:pt x="204850" y="96519"/>
                  </a:lnTo>
                  <a:close/>
                </a:path>
                <a:path w="491489" h="537210">
                  <a:moveTo>
                    <a:pt x="223519" y="106679"/>
                  </a:moveTo>
                  <a:lnTo>
                    <a:pt x="220598" y="107949"/>
                  </a:lnTo>
                  <a:lnTo>
                    <a:pt x="224874" y="107949"/>
                  </a:lnTo>
                  <a:lnTo>
                    <a:pt x="223519" y="106679"/>
                  </a:lnTo>
                  <a:close/>
                </a:path>
                <a:path w="491489" h="537210">
                  <a:moveTo>
                    <a:pt x="193532" y="102909"/>
                  </a:moveTo>
                  <a:lnTo>
                    <a:pt x="187478" y="102909"/>
                  </a:lnTo>
                  <a:lnTo>
                    <a:pt x="189991" y="106679"/>
                  </a:lnTo>
                  <a:lnTo>
                    <a:pt x="191134" y="106679"/>
                  </a:lnTo>
                  <a:lnTo>
                    <a:pt x="189610" y="104335"/>
                  </a:lnTo>
                  <a:lnTo>
                    <a:pt x="192961" y="104335"/>
                  </a:lnTo>
                  <a:lnTo>
                    <a:pt x="193347" y="103370"/>
                  </a:lnTo>
                  <a:lnTo>
                    <a:pt x="193455" y="103101"/>
                  </a:lnTo>
                  <a:lnTo>
                    <a:pt x="193532" y="102909"/>
                  </a:lnTo>
                  <a:close/>
                </a:path>
                <a:path w="491489" h="537210">
                  <a:moveTo>
                    <a:pt x="219153" y="104335"/>
                  </a:moveTo>
                  <a:lnTo>
                    <a:pt x="215978" y="104335"/>
                  </a:lnTo>
                  <a:lnTo>
                    <a:pt x="215391" y="106679"/>
                  </a:lnTo>
                  <a:lnTo>
                    <a:pt x="220090" y="106679"/>
                  </a:lnTo>
                  <a:lnTo>
                    <a:pt x="219265" y="104616"/>
                  </a:lnTo>
                  <a:lnTo>
                    <a:pt x="219153" y="104335"/>
                  </a:lnTo>
                  <a:close/>
                </a:path>
                <a:path w="491489" h="537210">
                  <a:moveTo>
                    <a:pt x="72446" y="104335"/>
                  </a:moveTo>
                  <a:lnTo>
                    <a:pt x="72048" y="104335"/>
                  </a:lnTo>
                  <a:lnTo>
                    <a:pt x="72104" y="104616"/>
                  </a:lnTo>
                  <a:lnTo>
                    <a:pt x="72220" y="105198"/>
                  </a:lnTo>
                  <a:lnTo>
                    <a:pt x="72432" y="105198"/>
                  </a:lnTo>
                  <a:lnTo>
                    <a:pt x="72807" y="105573"/>
                  </a:lnTo>
                  <a:lnTo>
                    <a:pt x="72966" y="105573"/>
                  </a:lnTo>
                  <a:lnTo>
                    <a:pt x="72564" y="104616"/>
                  </a:lnTo>
                  <a:lnTo>
                    <a:pt x="72446" y="104335"/>
                  </a:lnTo>
                  <a:close/>
                </a:path>
                <a:path w="491489" h="537210">
                  <a:moveTo>
                    <a:pt x="182037" y="104616"/>
                  </a:moveTo>
                  <a:lnTo>
                    <a:pt x="181144" y="105198"/>
                  </a:lnTo>
                  <a:lnTo>
                    <a:pt x="180618" y="105573"/>
                  </a:lnTo>
                  <a:lnTo>
                    <a:pt x="182167" y="105573"/>
                  </a:lnTo>
                  <a:lnTo>
                    <a:pt x="182116" y="105198"/>
                  </a:lnTo>
                  <a:lnTo>
                    <a:pt x="182037" y="104616"/>
                  </a:lnTo>
                  <a:close/>
                </a:path>
                <a:path w="491489" h="537210">
                  <a:moveTo>
                    <a:pt x="182534" y="102909"/>
                  </a:moveTo>
                  <a:lnTo>
                    <a:pt x="182465" y="103101"/>
                  </a:lnTo>
                  <a:lnTo>
                    <a:pt x="182353" y="103862"/>
                  </a:lnTo>
                  <a:lnTo>
                    <a:pt x="182228" y="105573"/>
                  </a:lnTo>
                  <a:lnTo>
                    <a:pt x="182908" y="105573"/>
                  </a:lnTo>
                  <a:lnTo>
                    <a:pt x="183651" y="104335"/>
                  </a:lnTo>
                  <a:lnTo>
                    <a:pt x="183817" y="104335"/>
                  </a:lnTo>
                  <a:lnTo>
                    <a:pt x="182534" y="102909"/>
                  </a:lnTo>
                  <a:close/>
                </a:path>
                <a:path w="491489" h="537210">
                  <a:moveTo>
                    <a:pt x="184784" y="105198"/>
                  </a:moveTo>
                  <a:lnTo>
                    <a:pt x="184615" y="105198"/>
                  </a:lnTo>
                  <a:lnTo>
                    <a:pt x="184916" y="105573"/>
                  </a:lnTo>
                  <a:lnTo>
                    <a:pt x="184559" y="105573"/>
                  </a:lnTo>
                  <a:lnTo>
                    <a:pt x="184784" y="105198"/>
                  </a:lnTo>
                  <a:close/>
                </a:path>
                <a:path w="491489" h="537210">
                  <a:moveTo>
                    <a:pt x="192961" y="104335"/>
                  </a:moveTo>
                  <a:lnTo>
                    <a:pt x="190597" y="104335"/>
                  </a:lnTo>
                  <a:lnTo>
                    <a:pt x="192826" y="105573"/>
                  </a:lnTo>
                  <a:lnTo>
                    <a:pt x="192466" y="105573"/>
                  </a:lnTo>
                  <a:lnTo>
                    <a:pt x="192849" y="104616"/>
                  </a:lnTo>
                  <a:lnTo>
                    <a:pt x="192961" y="104335"/>
                  </a:lnTo>
                  <a:close/>
                </a:path>
                <a:path w="491489" h="537210">
                  <a:moveTo>
                    <a:pt x="213018" y="102909"/>
                  </a:moveTo>
                  <a:lnTo>
                    <a:pt x="195357" y="102909"/>
                  </a:lnTo>
                  <a:lnTo>
                    <a:pt x="197489" y="105573"/>
                  </a:lnTo>
                  <a:lnTo>
                    <a:pt x="215447" y="105573"/>
                  </a:lnTo>
                  <a:lnTo>
                    <a:pt x="215509" y="104335"/>
                  </a:lnTo>
                  <a:lnTo>
                    <a:pt x="214444" y="104335"/>
                  </a:lnTo>
                  <a:lnTo>
                    <a:pt x="213018" y="102909"/>
                  </a:lnTo>
                  <a:close/>
                </a:path>
                <a:path w="491489" h="537210">
                  <a:moveTo>
                    <a:pt x="56514" y="99059"/>
                  </a:moveTo>
                  <a:lnTo>
                    <a:pt x="56605" y="100185"/>
                  </a:lnTo>
                  <a:lnTo>
                    <a:pt x="56722" y="100445"/>
                  </a:lnTo>
                  <a:lnTo>
                    <a:pt x="56895" y="101599"/>
                  </a:lnTo>
                  <a:lnTo>
                    <a:pt x="56573" y="102674"/>
                  </a:lnTo>
                  <a:lnTo>
                    <a:pt x="56503" y="102909"/>
                  </a:lnTo>
                  <a:lnTo>
                    <a:pt x="58673" y="102909"/>
                  </a:lnTo>
                  <a:lnTo>
                    <a:pt x="58752" y="104335"/>
                  </a:lnTo>
                  <a:lnTo>
                    <a:pt x="59097" y="105198"/>
                  </a:lnTo>
                  <a:lnTo>
                    <a:pt x="59074" y="104335"/>
                  </a:lnTo>
                  <a:lnTo>
                    <a:pt x="72446" y="104335"/>
                  </a:lnTo>
                  <a:lnTo>
                    <a:pt x="71297" y="101599"/>
                  </a:lnTo>
                  <a:lnTo>
                    <a:pt x="59435" y="101599"/>
                  </a:lnTo>
                  <a:lnTo>
                    <a:pt x="56514" y="99059"/>
                  </a:lnTo>
                  <a:close/>
                </a:path>
                <a:path w="491489" h="537210">
                  <a:moveTo>
                    <a:pt x="181862" y="103862"/>
                  </a:moveTo>
                  <a:lnTo>
                    <a:pt x="181973" y="104335"/>
                  </a:lnTo>
                  <a:lnTo>
                    <a:pt x="182043" y="104616"/>
                  </a:lnTo>
                  <a:lnTo>
                    <a:pt x="182352" y="104335"/>
                  </a:lnTo>
                  <a:lnTo>
                    <a:pt x="182553" y="104335"/>
                  </a:lnTo>
                  <a:lnTo>
                    <a:pt x="181862" y="103862"/>
                  </a:lnTo>
                  <a:close/>
                </a:path>
                <a:path w="491489" h="537210">
                  <a:moveTo>
                    <a:pt x="180408" y="102674"/>
                  </a:moveTo>
                  <a:lnTo>
                    <a:pt x="178747" y="104335"/>
                  </a:lnTo>
                  <a:lnTo>
                    <a:pt x="181014" y="104335"/>
                  </a:lnTo>
                  <a:lnTo>
                    <a:pt x="180919" y="103862"/>
                  </a:lnTo>
                  <a:lnTo>
                    <a:pt x="180821" y="103370"/>
                  </a:lnTo>
                  <a:lnTo>
                    <a:pt x="180767" y="103101"/>
                  </a:lnTo>
                  <a:lnTo>
                    <a:pt x="180474" y="102909"/>
                  </a:lnTo>
                  <a:lnTo>
                    <a:pt x="180408" y="102674"/>
                  </a:lnTo>
                  <a:close/>
                </a:path>
                <a:path w="491489" h="537210">
                  <a:moveTo>
                    <a:pt x="213979" y="103370"/>
                  </a:moveTo>
                  <a:lnTo>
                    <a:pt x="214317" y="104335"/>
                  </a:lnTo>
                  <a:lnTo>
                    <a:pt x="215909" y="104335"/>
                  </a:lnTo>
                  <a:lnTo>
                    <a:pt x="213979" y="103370"/>
                  </a:lnTo>
                  <a:close/>
                </a:path>
                <a:path w="491489" h="537210">
                  <a:moveTo>
                    <a:pt x="181619" y="102909"/>
                  </a:moveTo>
                  <a:lnTo>
                    <a:pt x="180728" y="102909"/>
                  </a:lnTo>
                  <a:lnTo>
                    <a:pt x="180767" y="103101"/>
                  </a:lnTo>
                  <a:lnTo>
                    <a:pt x="181861" y="103862"/>
                  </a:lnTo>
                  <a:lnTo>
                    <a:pt x="181734" y="103370"/>
                  </a:lnTo>
                  <a:lnTo>
                    <a:pt x="181619" y="102909"/>
                  </a:lnTo>
                  <a:close/>
                </a:path>
                <a:path w="491489" h="537210">
                  <a:moveTo>
                    <a:pt x="213818" y="102909"/>
                  </a:moveTo>
                  <a:lnTo>
                    <a:pt x="213058" y="102909"/>
                  </a:lnTo>
                  <a:lnTo>
                    <a:pt x="213979" y="103370"/>
                  </a:lnTo>
                  <a:lnTo>
                    <a:pt x="213885" y="103101"/>
                  </a:lnTo>
                  <a:lnTo>
                    <a:pt x="213818" y="102909"/>
                  </a:lnTo>
                  <a:close/>
                </a:path>
                <a:path w="491489" h="537210">
                  <a:moveTo>
                    <a:pt x="181188" y="100445"/>
                  </a:moveTo>
                  <a:lnTo>
                    <a:pt x="173470" y="100445"/>
                  </a:lnTo>
                  <a:lnTo>
                    <a:pt x="174624" y="101599"/>
                  </a:lnTo>
                  <a:lnTo>
                    <a:pt x="175767" y="101599"/>
                  </a:lnTo>
                  <a:lnTo>
                    <a:pt x="177077" y="102909"/>
                  </a:lnTo>
                  <a:lnTo>
                    <a:pt x="180173" y="102909"/>
                  </a:lnTo>
                  <a:lnTo>
                    <a:pt x="180408" y="102674"/>
                  </a:lnTo>
                  <a:lnTo>
                    <a:pt x="181188" y="100445"/>
                  </a:lnTo>
                  <a:close/>
                </a:path>
                <a:path w="491489" h="537210">
                  <a:moveTo>
                    <a:pt x="60070" y="78739"/>
                  </a:moveTo>
                  <a:lnTo>
                    <a:pt x="44322" y="78739"/>
                  </a:lnTo>
                  <a:lnTo>
                    <a:pt x="44703" y="80009"/>
                  </a:lnTo>
                  <a:lnTo>
                    <a:pt x="43560" y="81279"/>
                  </a:lnTo>
                  <a:lnTo>
                    <a:pt x="44220" y="82549"/>
                  </a:lnTo>
                  <a:lnTo>
                    <a:pt x="44703" y="83819"/>
                  </a:lnTo>
                  <a:lnTo>
                    <a:pt x="43941" y="83819"/>
                  </a:lnTo>
                  <a:lnTo>
                    <a:pt x="44957" y="86359"/>
                  </a:lnTo>
                  <a:lnTo>
                    <a:pt x="48005" y="86359"/>
                  </a:lnTo>
                  <a:lnTo>
                    <a:pt x="50672" y="88899"/>
                  </a:lnTo>
                  <a:lnTo>
                    <a:pt x="50259" y="90278"/>
                  </a:lnTo>
                  <a:lnTo>
                    <a:pt x="54669" y="90278"/>
                  </a:lnTo>
                  <a:lnTo>
                    <a:pt x="56006" y="92709"/>
                  </a:lnTo>
                  <a:lnTo>
                    <a:pt x="53720" y="92709"/>
                  </a:lnTo>
                  <a:lnTo>
                    <a:pt x="54609" y="93979"/>
                  </a:lnTo>
                  <a:lnTo>
                    <a:pt x="53847" y="95249"/>
                  </a:lnTo>
                  <a:lnTo>
                    <a:pt x="57911" y="95249"/>
                  </a:lnTo>
                  <a:lnTo>
                    <a:pt x="57149" y="96519"/>
                  </a:lnTo>
                  <a:lnTo>
                    <a:pt x="57816" y="97631"/>
                  </a:lnTo>
                  <a:lnTo>
                    <a:pt x="57911" y="97789"/>
                  </a:lnTo>
                  <a:lnTo>
                    <a:pt x="57403" y="97789"/>
                  </a:lnTo>
                  <a:lnTo>
                    <a:pt x="58673" y="99059"/>
                  </a:lnTo>
                  <a:lnTo>
                    <a:pt x="59435" y="101599"/>
                  </a:lnTo>
                  <a:lnTo>
                    <a:pt x="71297" y="101599"/>
                  </a:lnTo>
                  <a:lnTo>
                    <a:pt x="70230" y="99059"/>
                  </a:lnTo>
                  <a:lnTo>
                    <a:pt x="67436" y="95249"/>
                  </a:lnTo>
                  <a:lnTo>
                    <a:pt x="66827" y="92709"/>
                  </a:lnTo>
                  <a:lnTo>
                    <a:pt x="56006" y="92709"/>
                  </a:lnTo>
                  <a:lnTo>
                    <a:pt x="54355" y="91439"/>
                  </a:lnTo>
                  <a:lnTo>
                    <a:pt x="66522" y="91439"/>
                  </a:lnTo>
                  <a:lnTo>
                    <a:pt x="65912" y="88899"/>
                  </a:lnTo>
                  <a:lnTo>
                    <a:pt x="63468" y="87735"/>
                  </a:lnTo>
                  <a:lnTo>
                    <a:pt x="63214" y="87735"/>
                  </a:lnTo>
                  <a:lnTo>
                    <a:pt x="63626" y="86359"/>
                  </a:lnTo>
                  <a:lnTo>
                    <a:pt x="61340" y="80009"/>
                  </a:lnTo>
                  <a:lnTo>
                    <a:pt x="60070" y="78739"/>
                  </a:lnTo>
                  <a:close/>
                </a:path>
                <a:path w="491489" h="537210">
                  <a:moveTo>
                    <a:pt x="212667" y="100445"/>
                  </a:moveTo>
                  <a:lnTo>
                    <a:pt x="211962" y="101599"/>
                  </a:lnTo>
                  <a:lnTo>
                    <a:pt x="213359" y="101599"/>
                  </a:lnTo>
                  <a:lnTo>
                    <a:pt x="212667" y="100445"/>
                  </a:lnTo>
                  <a:close/>
                </a:path>
                <a:path w="491489" h="537210">
                  <a:moveTo>
                    <a:pt x="56006" y="97789"/>
                  </a:moveTo>
                  <a:lnTo>
                    <a:pt x="54863" y="97789"/>
                  </a:lnTo>
                  <a:lnTo>
                    <a:pt x="56605" y="100185"/>
                  </a:lnTo>
                  <a:lnTo>
                    <a:pt x="56006" y="97789"/>
                  </a:lnTo>
                  <a:close/>
                </a:path>
                <a:path w="491489" h="537210">
                  <a:moveTo>
                    <a:pt x="52811" y="96265"/>
                  </a:moveTo>
                  <a:lnTo>
                    <a:pt x="51942" y="96265"/>
                  </a:lnTo>
                  <a:lnTo>
                    <a:pt x="53339" y="99059"/>
                  </a:lnTo>
                  <a:lnTo>
                    <a:pt x="54863" y="97789"/>
                  </a:lnTo>
                  <a:lnTo>
                    <a:pt x="56387" y="97789"/>
                  </a:lnTo>
                  <a:lnTo>
                    <a:pt x="56380" y="97631"/>
                  </a:lnTo>
                  <a:lnTo>
                    <a:pt x="55435" y="96519"/>
                  </a:lnTo>
                  <a:lnTo>
                    <a:pt x="52831" y="96519"/>
                  </a:lnTo>
                  <a:lnTo>
                    <a:pt x="52811" y="96265"/>
                  </a:lnTo>
                  <a:close/>
                </a:path>
                <a:path w="491489" h="537210">
                  <a:moveTo>
                    <a:pt x="171195" y="96519"/>
                  </a:moveTo>
                  <a:lnTo>
                    <a:pt x="169671" y="96519"/>
                  </a:lnTo>
                  <a:lnTo>
                    <a:pt x="171703" y="99059"/>
                  </a:lnTo>
                  <a:lnTo>
                    <a:pt x="171195" y="96519"/>
                  </a:lnTo>
                  <a:close/>
                </a:path>
                <a:path w="491489" h="537210">
                  <a:moveTo>
                    <a:pt x="199643" y="91439"/>
                  </a:moveTo>
                  <a:lnTo>
                    <a:pt x="199135" y="93979"/>
                  </a:lnTo>
                  <a:lnTo>
                    <a:pt x="163448" y="93979"/>
                  </a:lnTo>
                  <a:lnTo>
                    <a:pt x="165353" y="95249"/>
                  </a:lnTo>
                  <a:lnTo>
                    <a:pt x="168274" y="97789"/>
                  </a:lnTo>
                  <a:lnTo>
                    <a:pt x="169671" y="96519"/>
                  </a:lnTo>
                  <a:lnTo>
                    <a:pt x="205739" y="96519"/>
                  </a:lnTo>
                  <a:lnTo>
                    <a:pt x="205358" y="95249"/>
                  </a:lnTo>
                  <a:lnTo>
                    <a:pt x="203199" y="93979"/>
                  </a:lnTo>
                  <a:lnTo>
                    <a:pt x="201929" y="92709"/>
                  </a:lnTo>
                  <a:lnTo>
                    <a:pt x="199643" y="91439"/>
                  </a:lnTo>
                  <a:close/>
                </a:path>
                <a:path w="491489" h="537210">
                  <a:moveTo>
                    <a:pt x="207517" y="96519"/>
                  </a:moveTo>
                  <a:lnTo>
                    <a:pt x="206247" y="97789"/>
                  </a:lnTo>
                  <a:lnTo>
                    <a:pt x="208491" y="97789"/>
                  </a:lnTo>
                  <a:lnTo>
                    <a:pt x="207517" y="96519"/>
                  </a:lnTo>
                  <a:close/>
                </a:path>
                <a:path w="491489" h="537210">
                  <a:moveTo>
                    <a:pt x="45684" y="89523"/>
                  </a:moveTo>
                  <a:lnTo>
                    <a:pt x="45737" y="90711"/>
                  </a:lnTo>
                  <a:lnTo>
                    <a:pt x="45846" y="91439"/>
                  </a:lnTo>
                  <a:lnTo>
                    <a:pt x="45719" y="92709"/>
                  </a:lnTo>
                  <a:lnTo>
                    <a:pt x="47624" y="93979"/>
                  </a:lnTo>
                  <a:lnTo>
                    <a:pt x="49656" y="93979"/>
                  </a:lnTo>
                  <a:lnTo>
                    <a:pt x="50418" y="95249"/>
                  </a:lnTo>
                  <a:lnTo>
                    <a:pt x="51434" y="95249"/>
                  </a:lnTo>
                  <a:lnTo>
                    <a:pt x="51231" y="96265"/>
                  </a:lnTo>
                  <a:lnTo>
                    <a:pt x="51180" y="96519"/>
                  </a:lnTo>
                  <a:lnTo>
                    <a:pt x="51847" y="97631"/>
                  </a:lnTo>
                  <a:lnTo>
                    <a:pt x="51942" y="96265"/>
                  </a:lnTo>
                  <a:lnTo>
                    <a:pt x="52811" y="96265"/>
                  </a:lnTo>
                  <a:lnTo>
                    <a:pt x="52730" y="95249"/>
                  </a:lnTo>
                  <a:lnTo>
                    <a:pt x="52628" y="93979"/>
                  </a:lnTo>
                  <a:lnTo>
                    <a:pt x="52527" y="92709"/>
                  </a:lnTo>
                  <a:lnTo>
                    <a:pt x="49148" y="92709"/>
                  </a:lnTo>
                  <a:lnTo>
                    <a:pt x="48513" y="91439"/>
                  </a:lnTo>
                  <a:lnTo>
                    <a:pt x="46354" y="91439"/>
                  </a:lnTo>
                  <a:lnTo>
                    <a:pt x="45684" y="89523"/>
                  </a:lnTo>
                  <a:close/>
                </a:path>
                <a:path w="491489" h="537210">
                  <a:moveTo>
                    <a:pt x="56260" y="95249"/>
                  </a:moveTo>
                  <a:lnTo>
                    <a:pt x="55752" y="95249"/>
                  </a:lnTo>
                  <a:lnTo>
                    <a:pt x="56467" y="97631"/>
                  </a:lnTo>
                  <a:lnTo>
                    <a:pt x="56324" y="96519"/>
                  </a:lnTo>
                  <a:lnTo>
                    <a:pt x="56260" y="95249"/>
                  </a:lnTo>
                  <a:close/>
                </a:path>
                <a:path w="491489" h="537210">
                  <a:moveTo>
                    <a:pt x="54355" y="95249"/>
                  </a:moveTo>
                  <a:lnTo>
                    <a:pt x="54355" y="96519"/>
                  </a:lnTo>
                  <a:lnTo>
                    <a:pt x="55435" y="96519"/>
                  </a:lnTo>
                  <a:lnTo>
                    <a:pt x="54355" y="95249"/>
                  </a:lnTo>
                  <a:close/>
                </a:path>
                <a:path w="491489" h="537210">
                  <a:moveTo>
                    <a:pt x="206628" y="95249"/>
                  </a:moveTo>
                  <a:lnTo>
                    <a:pt x="205739" y="96519"/>
                  </a:lnTo>
                  <a:lnTo>
                    <a:pt x="207009" y="96519"/>
                  </a:lnTo>
                  <a:lnTo>
                    <a:pt x="206628" y="95249"/>
                  </a:lnTo>
                  <a:close/>
                </a:path>
                <a:path w="491489" h="537210">
                  <a:moveTo>
                    <a:pt x="162940" y="93979"/>
                  </a:moveTo>
                  <a:lnTo>
                    <a:pt x="163194" y="95249"/>
                  </a:lnTo>
                  <a:lnTo>
                    <a:pt x="163448" y="95249"/>
                  </a:lnTo>
                  <a:lnTo>
                    <a:pt x="162940" y="93979"/>
                  </a:lnTo>
                  <a:close/>
                </a:path>
                <a:path w="491489" h="537210">
                  <a:moveTo>
                    <a:pt x="174773" y="81279"/>
                  </a:moveTo>
                  <a:lnTo>
                    <a:pt x="145160" y="81279"/>
                  </a:lnTo>
                  <a:lnTo>
                    <a:pt x="148208" y="85089"/>
                  </a:lnTo>
                  <a:lnTo>
                    <a:pt x="147192" y="85089"/>
                  </a:lnTo>
                  <a:lnTo>
                    <a:pt x="149706" y="87735"/>
                  </a:lnTo>
                  <a:lnTo>
                    <a:pt x="151817" y="87735"/>
                  </a:lnTo>
                  <a:lnTo>
                    <a:pt x="153796" y="88899"/>
                  </a:lnTo>
                  <a:lnTo>
                    <a:pt x="157098" y="92709"/>
                  </a:lnTo>
                  <a:lnTo>
                    <a:pt x="160527" y="92709"/>
                  </a:lnTo>
                  <a:lnTo>
                    <a:pt x="164210" y="93979"/>
                  </a:lnTo>
                  <a:lnTo>
                    <a:pt x="199135" y="93979"/>
                  </a:lnTo>
                  <a:lnTo>
                    <a:pt x="197230" y="91439"/>
                  </a:lnTo>
                  <a:lnTo>
                    <a:pt x="191388" y="91439"/>
                  </a:lnTo>
                  <a:lnTo>
                    <a:pt x="191272" y="90278"/>
                  </a:lnTo>
                  <a:lnTo>
                    <a:pt x="188681" y="90278"/>
                  </a:lnTo>
                  <a:lnTo>
                    <a:pt x="184530" y="85089"/>
                  </a:lnTo>
                  <a:lnTo>
                    <a:pt x="176926" y="82549"/>
                  </a:lnTo>
                  <a:lnTo>
                    <a:pt x="174773" y="81279"/>
                  </a:lnTo>
                  <a:close/>
                </a:path>
                <a:path w="491489" h="537210">
                  <a:moveTo>
                    <a:pt x="51646" y="90711"/>
                  </a:moveTo>
                  <a:lnTo>
                    <a:pt x="49148" y="92709"/>
                  </a:lnTo>
                  <a:lnTo>
                    <a:pt x="52527" y="92709"/>
                  </a:lnTo>
                  <a:lnTo>
                    <a:pt x="52425" y="91439"/>
                  </a:lnTo>
                  <a:lnTo>
                    <a:pt x="52391" y="91009"/>
                  </a:lnTo>
                  <a:lnTo>
                    <a:pt x="51646" y="90711"/>
                  </a:lnTo>
                  <a:close/>
                </a:path>
                <a:path w="491489" h="537210">
                  <a:moveTo>
                    <a:pt x="52343" y="90419"/>
                  </a:moveTo>
                  <a:lnTo>
                    <a:pt x="52391" y="91009"/>
                  </a:lnTo>
                  <a:lnTo>
                    <a:pt x="53466" y="91439"/>
                  </a:lnTo>
                  <a:lnTo>
                    <a:pt x="52343" y="90419"/>
                  </a:lnTo>
                  <a:close/>
                </a:path>
                <a:path w="491489" h="537210">
                  <a:moveTo>
                    <a:pt x="54620" y="90278"/>
                  </a:moveTo>
                  <a:lnTo>
                    <a:pt x="52296" y="90278"/>
                  </a:lnTo>
                  <a:lnTo>
                    <a:pt x="54736" y="91439"/>
                  </a:lnTo>
                  <a:lnTo>
                    <a:pt x="54620" y="90278"/>
                  </a:lnTo>
                  <a:close/>
                </a:path>
                <a:path w="491489" h="537210">
                  <a:moveTo>
                    <a:pt x="194182" y="88899"/>
                  </a:moveTo>
                  <a:lnTo>
                    <a:pt x="191388" y="91439"/>
                  </a:lnTo>
                  <a:lnTo>
                    <a:pt x="196468" y="91439"/>
                  </a:lnTo>
                  <a:lnTo>
                    <a:pt x="194958" y="90278"/>
                  </a:lnTo>
                  <a:lnTo>
                    <a:pt x="194494" y="89523"/>
                  </a:lnTo>
                  <a:lnTo>
                    <a:pt x="194182" y="88899"/>
                  </a:lnTo>
                  <a:close/>
                </a:path>
                <a:path w="491489" h="537210">
                  <a:moveTo>
                    <a:pt x="52188" y="90278"/>
                  </a:moveTo>
                  <a:lnTo>
                    <a:pt x="50562" y="90278"/>
                  </a:lnTo>
                  <a:lnTo>
                    <a:pt x="51646" y="90711"/>
                  </a:lnTo>
                  <a:lnTo>
                    <a:pt x="52188" y="90278"/>
                  </a:lnTo>
                  <a:close/>
                </a:path>
                <a:path w="491489" h="537210">
                  <a:moveTo>
                    <a:pt x="52332" y="90278"/>
                  </a:moveTo>
                  <a:lnTo>
                    <a:pt x="52188" y="90278"/>
                  </a:lnTo>
                  <a:lnTo>
                    <a:pt x="52343" y="90419"/>
                  </a:lnTo>
                  <a:lnTo>
                    <a:pt x="52332" y="90278"/>
                  </a:lnTo>
                  <a:close/>
                </a:path>
                <a:path w="491489" h="537210">
                  <a:moveTo>
                    <a:pt x="46663" y="86949"/>
                  </a:moveTo>
                  <a:lnTo>
                    <a:pt x="46167" y="87362"/>
                  </a:lnTo>
                  <a:lnTo>
                    <a:pt x="45912" y="87362"/>
                  </a:lnTo>
                  <a:lnTo>
                    <a:pt x="45851" y="88031"/>
                  </a:lnTo>
                  <a:lnTo>
                    <a:pt x="45719" y="88899"/>
                  </a:lnTo>
                  <a:lnTo>
                    <a:pt x="47787" y="90278"/>
                  </a:lnTo>
                  <a:lnTo>
                    <a:pt x="47627" y="90278"/>
                  </a:lnTo>
                  <a:lnTo>
                    <a:pt x="47573" y="87735"/>
                  </a:lnTo>
                  <a:lnTo>
                    <a:pt x="47324" y="87362"/>
                  </a:lnTo>
                  <a:lnTo>
                    <a:pt x="46663" y="86949"/>
                  </a:lnTo>
                  <a:close/>
                </a:path>
                <a:path w="491489" h="537210">
                  <a:moveTo>
                    <a:pt x="48393" y="88899"/>
                  </a:moveTo>
                  <a:lnTo>
                    <a:pt x="48938" y="90278"/>
                  </a:lnTo>
                  <a:lnTo>
                    <a:pt x="48764" y="89523"/>
                  </a:lnTo>
                  <a:lnTo>
                    <a:pt x="48393" y="88899"/>
                  </a:lnTo>
                  <a:close/>
                </a:path>
                <a:path w="491489" h="537210">
                  <a:moveTo>
                    <a:pt x="48393" y="88031"/>
                  </a:moveTo>
                  <a:lnTo>
                    <a:pt x="48266" y="88031"/>
                  </a:lnTo>
                  <a:lnTo>
                    <a:pt x="48764" y="89523"/>
                  </a:lnTo>
                  <a:lnTo>
                    <a:pt x="49213" y="90278"/>
                  </a:lnTo>
                  <a:lnTo>
                    <a:pt x="49854" y="90278"/>
                  </a:lnTo>
                  <a:lnTo>
                    <a:pt x="48393" y="88031"/>
                  </a:lnTo>
                  <a:close/>
                </a:path>
                <a:path w="491489" h="537210">
                  <a:moveTo>
                    <a:pt x="191134" y="88899"/>
                  </a:moveTo>
                  <a:lnTo>
                    <a:pt x="189864" y="88899"/>
                  </a:lnTo>
                  <a:lnTo>
                    <a:pt x="188486" y="90278"/>
                  </a:lnTo>
                  <a:lnTo>
                    <a:pt x="191272" y="90278"/>
                  </a:lnTo>
                  <a:lnTo>
                    <a:pt x="191197" y="89523"/>
                  </a:lnTo>
                  <a:lnTo>
                    <a:pt x="191134" y="88899"/>
                  </a:lnTo>
                  <a:close/>
                </a:path>
                <a:path w="491489" h="537210">
                  <a:moveTo>
                    <a:pt x="47921" y="87735"/>
                  </a:moveTo>
                  <a:lnTo>
                    <a:pt x="47584" y="87735"/>
                  </a:lnTo>
                  <a:lnTo>
                    <a:pt x="48396" y="88899"/>
                  </a:lnTo>
                  <a:lnTo>
                    <a:pt x="48039" y="88031"/>
                  </a:lnTo>
                  <a:lnTo>
                    <a:pt x="47921" y="87735"/>
                  </a:lnTo>
                  <a:close/>
                </a:path>
                <a:path w="491489" h="537210">
                  <a:moveTo>
                    <a:pt x="48005" y="86359"/>
                  </a:moveTo>
                  <a:lnTo>
                    <a:pt x="47370" y="86359"/>
                  </a:lnTo>
                  <a:lnTo>
                    <a:pt x="47921" y="87735"/>
                  </a:lnTo>
                  <a:lnTo>
                    <a:pt x="49783" y="88899"/>
                  </a:lnTo>
                  <a:lnTo>
                    <a:pt x="49175" y="88031"/>
                  </a:lnTo>
                  <a:lnTo>
                    <a:pt x="48266" y="88031"/>
                  </a:lnTo>
                  <a:lnTo>
                    <a:pt x="48168" y="87735"/>
                  </a:lnTo>
                  <a:lnTo>
                    <a:pt x="48969" y="87735"/>
                  </a:lnTo>
                  <a:lnTo>
                    <a:pt x="48005" y="86359"/>
                  </a:lnTo>
                  <a:close/>
                </a:path>
                <a:path w="491489" h="537210">
                  <a:moveTo>
                    <a:pt x="48969" y="87735"/>
                  </a:moveTo>
                  <a:lnTo>
                    <a:pt x="48201" y="87735"/>
                  </a:lnTo>
                  <a:lnTo>
                    <a:pt x="48393" y="88031"/>
                  </a:lnTo>
                  <a:lnTo>
                    <a:pt x="49175" y="88031"/>
                  </a:lnTo>
                  <a:lnTo>
                    <a:pt x="48969" y="87735"/>
                  </a:lnTo>
                  <a:close/>
                </a:path>
                <a:path w="491489" h="537210">
                  <a:moveTo>
                    <a:pt x="45719" y="86359"/>
                  </a:moveTo>
                  <a:lnTo>
                    <a:pt x="43687" y="86359"/>
                  </a:lnTo>
                  <a:lnTo>
                    <a:pt x="46233" y="87735"/>
                  </a:lnTo>
                  <a:lnTo>
                    <a:pt x="45952" y="87735"/>
                  </a:lnTo>
                  <a:lnTo>
                    <a:pt x="46027" y="87362"/>
                  </a:lnTo>
                  <a:lnTo>
                    <a:pt x="45833" y="86949"/>
                  </a:lnTo>
                  <a:lnTo>
                    <a:pt x="45719" y="86359"/>
                  </a:lnTo>
                  <a:close/>
                </a:path>
                <a:path w="491489" h="537210">
                  <a:moveTo>
                    <a:pt x="47566" y="87362"/>
                  </a:moveTo>
                  <a:lnTo>
                    <a:pt x="47324" y="87362"/>
                  </a:lnTo>
                  <a:lnTo>
                    <a:pt x="47921" y="87735"/>
                  </a:lnTo>
                  <a:lnTo>
                    <a:pt x="47573" y="87735"/>
                  </a:lnTo>
                  <a:lnTo>
                    <a:pt x="47566" y="87362"/>
                  </a:lnTo>
                  <a:close/>
                </a:path>
                <a:path w="491489" h="537210">
                  <a:moveTo>
                    <a:pt x="47370" y="86359"/>
                  </a:moveTo>
                  <a:lnTo>
                    <a:pt x="45719" y="86359"/>
                  </a:lnTo>
                  <a:lnTo>
                    <a:pt x="46663" y="86949"/>
                  </a:lnTo>
                  <a:lnTo>
                    <a:pt x="47370" y="86359"/>
                  </a:lnTo>
                  <a:close/>
                </a:path>
                <a:path w="491489" h="537210">
                  <a:moveTo>
                    <a:pt x="41020" y="81279"/>
                  </a:moveTo>
                  <a:lnTo>
                    <a:pt x="40512" y="81279"/>
                  </a:lnTo>
                  <a:lnTo>
                    <a:pt x="40766" y="82549"/>
                  </a:lnTo>
                  <a:lnTo>
                    <a:pt x="42036" y="83819"/>
                  </a:lnTo>
                  <a:lnTo>
                    <a:pt x="42798" y="83819"/>
                  </a:lnTo>
                  <a:lnTo>
                    <a:pt x="41782" y="82549"/>
                  </a:lnTo>
                  <a:lnTo>
                    <a:pt x="41020" y="81279"/>
                  </a:lnTo>
                  <a:close/>
                </a:path>
                <a:path w="491489" h="537210">
                  <a:moveTo>
                    <a:pt x="40512" y="81279"/>
                  </a:moveTo>
                  <a:lnTo>
                    <a:pt x="39877" y="81279"/>
                  </a:lnTo>
                  <a:lnTo>
                    <a:pt x="39750" y="82549"/>
                  </a:lnTo>
                  <a:lnTo>
                    <a:pt x="40512" y="81279"/>
                  </a:lnTo>
                  <a:close/>
                </a:path>
                <a:path w="491489" h="537210">
                  <a:moveTo>
                    <a:pt x="42798" y="81279"/>
                  </a:moveTo>
                  <a:lnTo>
                    <a:pt x="42544" y="82549"/>
                  </a:lnTo>
                  <a:lnTo>
                    <a:pt x="44322" y="82549"/>
                  </a:lnTo>
                  <a:lnTo>
                    <a:pt x="42798" y="81279"/>
                  </a:lnTo>
                  <a:close/>
                </a:path>
                <a:path w="491489" h="537210">
                  <a:moveTo>
                    <a:pt x="156209" y="69849"/>
                  </a:moveTo>
                  <a:lnTo>
                    <a:pt x="155447" y="69849"/>
                  </a:lnTo>
                  <a:lnTo>
                    <a:pt x="156590" y="71119"/>
                  </a:lnTo>
                  <a:lnTo>
                    <a:pt x="155701" y="71119"/>
                  </a:lnTo>
                  <a:lnTo>
                    <a:pt x="155828" y="72389"/>
                  </a:lnTo>
                  <a:lnTo>
                    <a:pt x="156717" y="72389"/>
                  </a:lnTo>
                  <a:lnTo>
                    <a:pt x="156209" y="74929"/>
                  </a:lnTo>
                  <a:lnTo>
                    <a:pt x="133730" y="74929"/>
                  </a:lnTo>
                  <a:lnTo>
                    <a:pt x="136524" y="76199"/>
                  </a:lnTo>
                  <a:lnTo>
                    <a:pt x="136119" y="78225"/>
                  </a:lnTo>
                  <a:lnTo>
                    <a:pt x="136493" y="78739"/>
                  </a:lnTo>
                  <a:lnTo>
                    <a:pt x="138175" y="78739"/>
                  </a:lnTo>
                  <a:lnTo>
                    <a:pt x="138937" y="80009"/>
                  </a:lnTo>
                  <a:lnTo>
                    <a:pt x="142366" y="82549"/>
                  </a:lnTo>
                  <a:lnTo>
                    <a:pt x="145160" y="81279"/>
                  </a:lnTo>
                  <a:lnTo>
                    <a:pt x="174773" y="81279"/>
                  </a:lnTo>
                  <a:lnTo>
                    <a:pt x="170465" y="78739"/>
                  </a:lnTo>
                  <a:lnTo>
                    <a:pt x="163956" y="73659"/>
                  </a:lnTo>
                  <a:lnTo>
                    <a:pt x="156209" y="69849"/>
                  </a:lnTo>
                  <a:close/>
                </a:path>
                <a:path w="491489" h="537210">
                  <a:moveTo>
                    <a:pt x="39115" y="73659"/>
                  </a:moveTo>
                  <a:lnTo>
                    <a:pt x="39623" y="76199"/>
                  </a:lnTo>
                  <a:lnTo>
                    <a:pt x="41655" y="77469"/>
                  </a:lnTo>
                  <a:lnTo>
                    <a:pt x="42417" y="80009"/>
                  </a:lnTo>
                  <a:lnTo>
                    <a:pt x="42798" y="78739"/>
                  </a:lnTo>
                  <a:lnTo>
                    <a:pt x="60070" y="78739"/>
                  </a:lnTo>
                  <a:lnTo>
                    <a:pt x="57530" y="76199"/>
                  </a:lnTo>
                  <a:lnTo>
                    <a:pt x="40385" y="76199"/>
                  </a:lnTo>
                  <a:lnTo>
                    <a:pt x="39115" y="73659"/>
                  </a:lnTo>
                  <a:close/>
                </a:path>
                <a:path w="491489" h="537210">
                  <a:moveTo>
                    <a:pt x="136493" y="78739"/>
                  </a:moveTo>
                  <a:lnTo>
                    <a:pt x="136080" y="78739"/>
                  </a:lnTo>
                  <a:lnTo>
                    <a:pt x="137413" y="80009"/>
                  </a:lnTo>
                  <a:lnTo>
                    <a:pt x="136493" y="78739"/>
                  </a:lnTo>
                  <a:close/>
                </a:path>
                <a:path w="491489" h="537210">
                  <a:moveTo>
                    <a:pt x="154939" y="72389"/>
                  </a:moveTo>
                  <a:lnTo>
                    <a:pt x="154431" y="72389"/>
                  </a:lnTo>
                  <a:lnTo>
                    <a:pt x="154304" y="73659"/>
                  </a:lnTo>
                  <a:lnTo>
                    <a:pt x="128396" y="73659"/>
                  </a:lnTo>
                  <a:lnTo>
                    <a:pt x="131317" y="77469"/>
                  </a:lnTo>
                  <a:lnTo>
                    <a:pt x="134873" y="78739"/>
                  </a:lnTo>
                  <a:lnTo>
                    <a:pt x="134746" y="77469"/>
                  </a:lnTo>
                  <a:lnTo>
                    <a:pt x="135572" y="77469"/>
                  </a:lnTo>
                  <a:lnTo>
                    <a:pt x="133730" y="74929"/>
                  </a:lnTo>
                  <a:lnTo>
                    <a:pt x="156209" y="74929"/>
                  </a:lnTo>
                  <a:lnTo>
                    <a:pt x="154812" y="73659"/>
                  </a:lnTo>
                  <a:lnTo>
                    <a:pt x="154939" y="72389"/>
                  </a:lnTo>
                  <a:close/>
                </a:path>
                <a:path w="491489" h="537210">
                  <a:moveTo>
                    <a:pt x="135572" y="77469"/>
                  </a:moveTo>
                  <a:lnTo>
                    <a:pt x="134746" y="77469"/>
                  </a:lnTo>
                  <a:lnTo>
                    <a:pt x="136080" y="78739"/>
                  </a:lnTo>
                  <a:lnTo>
                    <a:pt x="136119" y="78225"/>
                  </a:lnTo>
                  <a:lnTo>
                    <a:pt x="135572" y="77469"/>
                  </a:lnTo>
                  <a:close/>
                </a:path>
                <a:path w="491489" h="537210">
                  <a:moveTo>
                    <a:pt x="40893" y="73659"/>
                  </a:moveTo>
                  <a:lnTo>
                    <a:pt x="40385" y="76199"/>
                  </a:lnTo>
                  <a:lnTo>
                    <a:pt x="42036" y="76199"/>
                  </a:lnTo>
                  <a:lnTo>
                    <a:pt x="40893" y="73659"/>
                  </a:lnTo>
                  <a:close/>
                </a:path>
                <a:path w="491489" h="537210">
                  <a:moveTo>
                    <a:pt x="47243" y="62229"/>
                  </a:moveTo>
                  <a:lnTo>
                    <a:pt x="28828" y="62229"/>
                  </a:lnTo>
                  <a:lnTo>
                    <a:pt x="28565" y="62889"/>
                  </a:lnTo>
                  <a:lnTo>
                    <a:pt x="32765" y="66039"/>
                  </a:lnTo>
                  <a:lnTo>
                    <a:pt x="28447" y="66039"/>
                  </a:lnTo>
                  <a:lnTo>
                    <a:pt x="31495" y="68579"/>
                  </a:lnTo>
                  <a:lnTo>
                    <a:pt x="34162" y="68579"/>
                  </a:lnTo>
                  <a:lnTo>
                    <a:pt x="38480" y="72389"/>
                  </a:lnTo>
                  <a:lnTo>
                    <a:pt x="41782" y="73659"/>
                  </a:lnTo>
                  <a:lnTo>
                    <a:pt x="41909" y="74929"/>
                  </a:lnTo>
                  <a:lnTo>
                    <a:pt x="42036" y="76199"/>
                  </a:lnTo>
                  <a:lnTo>
                    <a:pt x="57530" y="76199"/>
                  </a:lnTo>
                  <a:lnTo>
                    <a:pt x="52577" y="69849"/>
                  </a:lnTo>
                  <a:lnTo>
                    <a:pt x="54355" y="69849"/>
                  </a:lnTo>
                  <a:lnTo>
                    <a:pt x="54482" y="68579"/>
                  </a:lnTo>
                  <a:lnTo>
                    <a:pt x="52559" y="64973"/>
                  </a:lnTo>
                  <a:lnTo>
                    <a:pt x="52450" y="64769"/>
                  </a:lnTo>
                  <a:lnTo>
                    <a:pt x="49783" y="64769"/>
                  </a:lnTo>
                  <a:lnTo>
                    <a:pt x="47243" y="62229"/>
                  </a:lnTo>
                  <a:close/>
                </a:path>
                <a:path w="491489" h="537210">
                  <a:moveTo>
                    <a:pt x="35178" y="71119"/>
                  </a:moveTo>
                  <a:lnTo>
                    <a:pt x="34924" y="72389"/>
                  </a:lnTo>
                  <a:lnTo>
                    <a:pt x="35686" y="72389"/>
                  </a:lnTo>
                  <a:lnTo>
                    <a:pt x="35813" y="73659"/>
                  </a:lnTo>
                  <a:lnTo>
                    <a:pt x="36448" y="72389"/>
                  </a:lnTo>
                  <a:lnTo>
                    <a:pt x="35178" y="71119"/>
                  </a:lnTo>
                  <a:close/>
                </a:path>
                <a:path w="491489" h="537210">
                  <a:moveTo>
                    <a:pt x="149478" y="68579"/>
                  </a:moveTo>
                  <a:lnTo>
                    <a:pt x="147700" y="69849"/>
                  </a:lnTo>
                  <a:lnTo>
                    <a:pt x="121538" y="69849"/>
                  </a:lnTo>
                  <a:lnTo>
                    <a:pt x="123189" y="71119"/>
                  </a:lnTo>
                  <a:lnTo>
                    <a:pt x="124205" y="72389"/>
                  </a:lnTo>
                  <a:lnTo>
                    <a:pt x="124967" y="73659"/>
                  </a:lnTo>
                  <a:lnTo>
                    <a:pt x="154304" y="73659"/>
                  </a:lnTo>
                  <a:lnTo>
                    <a:pt x="153542" y="72389"/>
                  </a:lnTo>
                  <a:lnTo>
                    <a:pt x="152653" y="72389"/>
                  </a:lnTo>
                  <a:lnTo>
                    <a:pt x="152526" y="71119"/>
                  </a:lnTo>
                  <a:lnTo>
                    <a:pt x="152653" y="71119"/>
                  </a:lnTo>
                  <a:lnTo>
                    <a:pt x="149478" y="68579"/>
                  </a:lnTo>
                  <a:close/>
                </a:path>
                <a:path w="491489" h="537210">
                  <a:moveTo>
                    <a:pt x="152653" y="71119"/>
                  </a:moveTo>
                  <a:lnTo>
                    <a:pt x="152526" y="71119"/>
                  </a:lnTo>
                  <a:lnTo>
                    <a:pt x="153542" y="72389"/>
                  </a:lnTo>
                  <a:lnTo>
                    <a:pt x="152653" y="72389"/>
                  </a:lnTo>
                  <a:lnTo>
                    <a:pt x="152653" y="71119"/>
                  </a:lnTo>
                  <a:close/>
                </a:path>
                <a:path w="491489" h="537210">
                  <a:moveTo>
                    <a:pt x="154304" y="71119"/>
                  </a:moveTo>
                  <a:lnTo>
                    <a:pt x="153415" y="71119"/>
                  </a:lnTo>
                  <a:lnTo>
                    <a:pt x="154304" y="72389"/>
                  </a:lnTo>
                  <a:lnTo>
                    <a:pt x="154304" y="71119"/>
                  </a:lnTo>
                  <a:close/>
                </a:path>
                <a:path w="491489" h="537210">
                  <a:moveTo>
                    <a:pt x="145795" y="64769"/>
                  </a:moveTo>
                  <a:lnTo>
                    <a:pt x="113156" y="64769"/>
                  </a:lnTo>
                  <a:lnTo>
                    <a:pt x="116146" y="67369"/>
                  </a:lnTo>
                  <a:lnTo>
                    <a:pt x="114474" y="67369"/>
                  </a:lnTo>
                  <a:lnTo>
                    <a:pt x="115442" y="68579"/>
                  </a:lnTo>
                  <a:lnTo>
                    <a:pt x="115276" y="68818"/>
                  </a:lnTo>
                  <a:lnTo>
                    <a:pt x="117347" y="71119"/>
                  </a:lnTo>
                  <a:lnTo>
                    <a:pt x="116197" y="68818"/>
                  </a:lnTo>
                  <a:lnTo>
                    <a:pt x="116077" y="68579"/>
                  </a:lnTo>
                  <a:lnTo>
                    <a:pt x="146811" y="68579"/>
                  </a:lnTo>
                  <a:lnTo>
                    <a:pt x="145964" y="67369"/>
                  </a:lnTo>
                  <a:lnTo>
                    <a:pt x="145571" y="66430"/>
                  </a:lnTo>
                  <a:lnTo>
                    <a:pt x="145477" y="65833"/>
                  </a:lnTo>
                  <a:lnTo>
                    <a:pt x="145735" y="64973"/>
                  </a:lnTo>
                  <a:lnTo>
                    <a:pt x="145795" y="64769"/>
                  </a:lnTo>
                  <a:close/>
                </a:path>
                <a:path w="491489" h="537210">
                  <a:moveTo>
                    <a:pt x="121538" y="69849"/>
                  </a:moveTo>
                  <a:lnTo>
                    <a:pt x="117982" y="69849"/>
                  </a:lnTo>
                  <a:lnTo>
                    <a:pt x="118617" y="71119"/>
                  </a:lnTo>
                  <a:lnTo>
                    <a:pt x="120903" y="71119"/>
                  </a:lnTo>
                  <a:lnTo>
                    <a:pt x="121538" y="69849"/>
                  </a:lnTo>
                  <a:close/>
                </a:path>
                <a:path w="491489" h="537210">
                  <a:moveTo>
                    <a:pt x="144779" y="63499"/>
                  </a:moveTo>
                  <a:lnTo>
                    <a:pt x="109854" y="63499"/>
                  </a:lnTo>
                  <a:lnTo>
                    <a:pt x="111632" y="64769"/>
                  </a:lnTo>
                  <a:lnTo>
                    <a:pt x="112164" y="65833"/>
                  </a:lnTo>
                  <a:lnTo>
                    <a:pt x="112267" y="66039"/>
                  </a:lnTo>
                  <a:lnTo>
                    <a:pt x="110553" y="66039"/>
                  </a:lnTo>
                  <a:lnTo>
                    <a:pt x="110612" y="66430"/>
                  </a:lnTo>
                  <a:lnTo>
                    <a:pt x="110815" y="67369"/>
                  </a:lnTo>
                  <a:lnTo>
                    <a:pt x="113791" y="69849"/>
                  </a:lnTo>
                  <a:lnTo>
                    <a:pt x="113663" y="68818"/>
                  </a:lnTo>
                  <a:lnTo>
                    <a:pt x="113569" y="68071"/>
                  </a:lnTo>
                  <a:lnTo>
                    <a:pt x="113481" y="67369"/>
                  </a:lnTo>
                  <a:lnTo>
                    <a:pt x="113364" y="66430"/>
                  </a:lnTo>
                  <a:lnTo>
                    <a:pt x="113289" y="65833"/>
                  </a:lnTo>
                  <a:lnTo>
                    <a:pt x="113182" y="64973"/>
                  </a:lnTo>
                  <a:lnTo>
                    <a:pt x="113156" y="64769"/>
                  </a:lnTo>
                  <a:lnTo>
                    <a:pt x="145160" y="64769"/>
                  </a:lnTo>
                  <a:lnTo>
                    <a:pt x="144779" y="63499"/>
                  </a:lnTo>
                  <a:close/>
                </a:path>
                <a:path w="491489" h="537210">
                  <a:moveTo>
                    <a:pt x="115061" y="68579"/>
                  </a:moveTo>
                  <a:lnTo>
                    <a:pt x="114553" y="69849"/>
                  </a:lnTo>
                  <a:lnTo>
                    <a:pt x="115276" y="68818"/>
                  </a:lnTo>
                  <a:lnTo>
                    <a:pt x="115061" y="68579"/>
                  </a:lnTo>
                  <a:close/>
                </a:path>
                <a:path w="491489" h="537210">
                  <a:moveTo>
                    <a:pt x="146811" y="68579"/>
                  </a:moveTo>
                  <a:lnTo>
                    <a:pt x="116077" y="68579"/>
                  </a:lnTo>
                  <a:lnTo>
                    <a:pt x="117093" y="69849"/>
                  </a:lnTo>
                  <a:lnTo>
                    <a:pt x="147700" y="69849"/>
                  </a:lnTo>
                  <a:lnTo>
                    <a:pt x="146811" y="68579"/>
                  </a:lnTo>
                  <a:close/>
                </a:path>
                <a:path w="491489" h="537210">
                  <a:moveTo>
                    <a:pt x="149224" y="66039"/>
                  </a:moveTo>
                  <a:lnTo>
                    <a:pt x="149264" y="66430"/>
                  </a:lnTo>
                  <a:lnTo>
                    <a:pt x="149357" y="67369"/>
                  </a:lnTo>
                  <a:lnTo>
                    <a:pt x="149428" y="68071"/>
                  </a:lnTo>
                  <a:lnTo>
                    <a:pt x="149986" y="68579"/>
                  </a:lnTo>
                  <a:lnTo>
                    <a:pt x="151764" y="69849"/>
                  </a:lnTo>
                  <a:lnTo>
                    <a:pt x="151558" y="68818"/>
                  </a:lnTo>
                  <a:lnTo>
                    <a:pt x="151510" y="68579"/>
                  </a:lnTo>
                  <a:lnTo>
                    <a:pt x="152272" y="68579"/>
                  </a:lnTo>
                  <a:lnTo>
                    <a:pt x="150215" y="67369"/>
                  </a:lnTo>
                  <a:lnTo>
                    <a:pt x="150687" y="67369"/>
                  </a:lnTo>
                  <a:lnTo>
                    <a:pt x="149224" y="66039"/>
                  </a:lnTo>
                  <a:close/>
                </a:path>
                <a:path w="491489" h="537210">
                  <a:moveTo>
                    <a:pt x="148869" y="67563"/>
                  </a:moveTo>
                  <a:lnTo>
                    <a:pt x="149478" y="68579"/>
                  </a:lnTo>
                  <a:lnTo>
                    <a:pt x="149428" y="68071"/>
                  </a:lnTo>
                  <a:lnTo>
                    <a:pt x="148869" y="67563"/>
                  </a:lnTo>
                  <a:close/>
                </a:path>
                <a:path w="491489" h="537210">
                  <a:moveTo>
                    <a:pt x="147446" y="63499"/>
                  </a:moveTo>
                  <a:lnTo>
                    <a:pt x="147192" y="64769"/>
                  </a:lnTo>
                  <a:lnTo>
                    <a:pt x="145795" y="64769"/>
                  </a:lnTo>
                  <a:lnTo>
                    <a:pt x="147722" y="67369"/>
                  </a:lnTo>
                  <a:lnTo>
                    <a:pt x="147855" y="66430"/>
                  </a:lnTo>
                  <a:lnTo>
                    <a:pt x="147954" y="66039"/>
                  </a:lnTo>
                  <a:lnTo>
                    <a:pt x="148462" y="66039"/>
                  </a:lnTo>
                  <a:lnTo>
                    <a:pt x="147446" y="63499"/>
                  </a:lnTo>
                  <a:close/>
                </a:path>
                <a:path w="491489" h="537210">
                  <a:moveTo>
                    <a:pt x="148189" y="66430"/>
                  </a:moveTo>
                  <a:lnTo>
                    <a:pt x="147676" y="67369"/>
                  </a:lnTo>
                  <a:lnTo>
                    <a:pt x="148752" y="67369"/>
                  </a:lnTo>
                  <a:lnTo>
                    <a:pt x="148189" y="66430"/>
                  </a:lnTo>
                  <a:close/>
                </a:path>
                <a:path w="491489" h="537210">
                  <a:moveTo>
                    <a:pt x="148462" y="66039"/>
                  </a:moveTo>
                  <a:lnTo>
                    <a:pt x="147954" y="66039"/>
                  </a:lnTo>
                  <a:lnTo>
                    <a:pt x="148189" y="66430"/>
                  </a:lnTo>
                  <a:lnTo>
                    <a:pt x="148462" y="66039"/>
                  </a:lnTo>
                  <a:close/>
                </a:path>
                <a:path w="491489" h="537210">
                  <a:moveTo>
                    <a:pt x="144398" y="62229"/>
                  </a:moveTo>
                  <a:lnTo>
                    <a:pt x="105663" y="62229"/>
                  </a:lnTo>
                  <a:lnTo>
                    <a:pt x="106504" y="65833"/>
                  </a:lnTo>
                  <a:lnTo>
                    <a:pt x="106552" y="66039"/>
                  </a:lnTo>
                  <a:lnTo>
                    <a:pt x="108838" y="63499"/>
                  </a:lnTo>
                  <a:lnTo>
                    <a:pt x="143636" y="63499"/>
                  </a:lnTo>
                  <a:lnTo>
                    <a:pt x="144398" y="62229"/>
                  </a:lnTo>
                  <a:close/>
                </a:path>
                <a:path w="491489" h="537210">
                  <a:moveTo>
                    <a:pt x="108544" y="64973"/>
                  </a:moveTo>
                  <a:lnTo>
                    <a:pt x="108372" y="65833"/>
                  </a:lnTo>
                  <a:lnTo>
                    <a:pt x="108330" y="66039"/>
                  </a:lnTo>
                  <a:lnTo>
                    <a:pt x="110553" y="66039"/>
                  </a:lnTo>
                  <a:lnTo>
                    <a:pt x="110522" y="65833"/>
                  </a:lnTo>
                  <a:lnTo>
                    <a:pt x="108544" y="64973"/>
                  </a:lnTo>
                  <a:close/>
                </a:path>
                <a:path w="491489" h="537210">
                  <a:moveTo>
                    <a:pt x="110464" y="64973"/>
                  </a:moveTo>
                  <a:lnTo>
                    <a:pt x="110522" y="65833"/>
                  </a:lnTo>
                  <a:lnTo>
                    <a:pt x="110997" y="66039"/>
                  </a:lnTo>
                  <a:lnTo>
                    <a:pt x="110464" y="64973"/>
                  </a:lnTo>
                  <a:close/>
                </a:path>
                <a:path w="491489" h="537210">
                  <a:moveTo>
                    <a:pt x="108838" y="63499"/>
                  </a:moveTo>
                  <a:lnTo>
                    <a:pt x="108076" y="64769"/>
                  </a:lnTo>
                  <a:lnTo>
                    <a:pt x="108544" y="64973"/>
                  </a:lnTo>
                  <a:lnTo>
                    <a:pt x="108838" y="63499"/>
                  </a:lnTo>
                  <a:close/>
                </a:path>
                <a:path w="491489" h="537210">
                  <a:moveTo>
                    <a:pt x="145668" y="63499"/>
                  </a:moveTo>
                  <a:lnTo>
                    <a:pt x="145160" y="64769"/>
                  </a:lnTo>
                  <a:lnTo>
                    <a:pt x="147192" y="64769"/>
                  </a:lnTo>
                  <a:lnTo>
                    <a:pt x="145668" y="63499"/>
                  </a:lnTo>
                  <a:close/>
                </a:path>
                <a:path w="491489" h="537210">
                  <a:moveTo>
                    <a:pt x="27685" y="62229"/>
                  </a:moveTo>
                  <a:lnTo>
                    <a:pt x="28320" y="63499"/>
                  </a:lnTo>
                  <a:lnTo>
                    <a:pt x="28565" y="62889"/>
                  </a:lnTo>
                  <a:lnTo>
                    <a:pt x="27685" y="62229"/>
                  </a:lnTo>
                  <a:close/>
                </a:path>
                <a:path w="491489" h="537210">
                  <a:moveTo>
                    <a:pt x="101620" y="61287"/>
                  </a:moveTo>
                  <a:lnTo>
                    <a:pt x="100583" y="62229"/>
                  </a:lnTo>
                  <a:lnTo>
                    <a:pt x="100894" y="62229"/>
                  </a:lnTo>
                  <a:lnTo>
                    <a:pt x="102615" y="63499"/>
                  </a:lnTo>
                  <a:lnTo>
                    <a:pt x="101620" y="61287"/>
                  </a:lnTo>
                  <a:close/>
                </a:path>
                <a:path w="491489" h="537210">
                  <a:moveTo>
                    <a:pt x="105663" y="62229"/>
                  </a:moveTo>
                  <a:lnTo>
                    <a:pt x="103123" y="62229"/>
                  </a:lnTo>
                  <a:lnTo>
                    <a:pt x="104139" y="63499"/>
                  </a:lnTo>
                  <a:lnTo>
                    <a:pt x="105409" y="63499"/>
                  </a:lnTo>
                  <a:lnTo>
                    <a:pt x="105663" y="62229"/>
                  </a:lnTo>
                  <a:close/>
                </a:path>
                <a:path w="491489" h="537210">
                  <a:moveTo>
                    <a:pt x="47370" y="59689"/>
                  </a:moveTo>
                  <a:lnTo>
                    <a:pt x="28828" y="59689"/>
                  </a:lnTo>
                  <a:lnTo>
                    <a:pt x="29590" y="62229"/>
                  </a:lnTo>
                  <a:lnTo>
                    <a:pt x="50164" y="62229"/>
                  </a:lnTo>
                  <a:lnTo>
                    <a:pt x="49275" y="60959"/>
                  </a:lnTo>
                  <a:lnTo>
                    <a:pt x="47624" y="60959"/>
                  </a:lnTo>
                  <a:lnTo>
                    <a:pt x="47436" y="60017"/>
                  </a:lnTo>
                  <a:lnTo>
                    <a:pt x="47370" y="59689"/>
                  </a:lnTo>
                  <a:close/>
                </a:path>
                <a:path w="491489" h="537210">
                  <a:moveTo>
                    <a:pt x="99821" y="58419"/>
                  </a:moveTo>
                  <a:lnTo>
                    <a:pt x="97408" y="58419"/>
                  </a:lnTo>
                  <a:lnTo>
                    <a:pt x="97154" y="59689"/>
                  </a:lnTo>
                  <a:lnTo>
                    <a:pt x="97154" y="60959"/>
                  </a:lnTo>
                  <a:lnTo>
                    <a:pt x="98170" y="62229"/>
                  </a:lnTo>
                  <a:lnTo>
                    <a:pt x="98945" y="60017"/>
                  </a:lnTo>
                  <a:lnTo>
                    <a:pt x="98551" y="59689"/>
                  </a:lnTo>
                  <a:lnTo>
                    <a:pt x="99948" y="59689"/>
                  </a:lnTo>
                  <a:lnTo>
                    <a:pt x="99821" y="58419"/>
                  </a:lnTo>
                  <a:close/>
                </a:path>
                <a:path w="491489" h="537210">
                  <a:moveTo>
                    <a:pt x="134619" y="57149"/>
                  </a:moveTo>
                  <a:lnTo>
                    <a:pt x="135000" y="58419"/>
                  </a:lnTo>
                  <a:lnTo>
                    <a:pt x="99821" y="58419"/>
                  </a:lnTo>
                  <a:lnTo>
                    <a:pt x="101091" y="59689"/>
                  </a:lnTo>
                  <a:lnTo>
                    <a:pt x="101980" y="60959"/>
                  </a:lnTo>
                  <a:lnTo>
                    <a:pt x="101766" y="61155"/>
                  </a:lnTo>
                  <a:lnTo>
                    <a:pt x="103377" y="62229"/>
                  </a:lnTo>
                  <a:lnTo>
                    <a:pt x="142620" y="62229"/>
                  </a:lnTo>
                  <a:lnTo>
                    <a:pt x="142809" y="61287"/>
                  </a:lnTo>
                  <a:lnTo>
                    <a:pt x="142874" y="60959"/>
                  </a:lnTo>
                  <a:lnTo>
                    <a:pt x="137794" y="60959"/>
                  </a:lnTo>
                  <a:lnTo>
                    <a:pt x="134619" y="57149"/>
                  </a:lnTo>
                  <a:close/>
                </a:path>
                <a:path w="491489" h="537210">
                  <a:moveTo>
                    <a:pt x="101472" y="60959"/>
                  </a:moveTo>
                  <a:lnTo>
                    <a:pt x="101560" y="61155"/>
                  </a:lnTo>
                  <a:lnTo>
                    <a:pt x="101620" y="61287"/>
                  </a:lnTo>
                  <a:lnTo>
                    <a:pt x="101766" y="61155"/>
                  </a:lnTo>
                  <a:lnTo>
                    <a:pt x="101472" y="60959"/>
                  </a:lnTo>
                  <a:close/>
                </a:path>
                <a:path w="491489" h="537210">
                  <a:moveTo>
                    <a:pt x="95122" y="59689"/>
                  </a:moveTo>
                  <a:lnTo>
                    <a:pt x="95630" y="60959"/>
                  </a:lnTo>
                  <a:lnTo>
                    <a:pt x="96138" y="60959"/>
                  </a:lnTo>
                  <a:lnTo>
                    <a:pt x="96197" y="61155"/>
                  </a:lnTo>
                  <a:lnTo>
                    <a:pt x="96265" y="60959"/>
                  </a:lnTo>
                  <a:lnTo>
                    <a:pt x="95122" y="59689"/>
                  </a:lnTo>
                  <a:close/>
                </a:path>
                <a:path w="491489" h="537210">
                  <a:moveTo>
                    <a:pt x="24510" y="54609"/>
                  </a:moveTo>
                  <a:lnTo>
                    <a:pt x="23748" y="54609"/>
                  </a:lnTo>
                  <a:lnTo>
                    <a:pt x="25018" y="57149"/>
                  </a:lnTo>
                  <a:lnTo>
                    <a:pt x="25780" y="59689"/>
                  </a:lnTo>
                  <a:lnTo>
                    <a:pt x="27939" y="60959"/>
                  </a:lnTo>
                  <a:lnTo>
                    <a:pt x="27939" y="59689"/>
                  </a:lnTo>
                  <a:lnTo>
                    <a:pt x="48259" y="59689"/>
                  </a:lnTo>
                  <a:lnTo>
                    <a:pt x="48640" y="58419"/>
                  </a:lnTo>
                  <a:lnTo>
                    <a:pt x="47243" y="58419"/>
                  </a:lnTo>
                  <a:lnTo>
                    <a:pt x="46608" y="55879"/>
                  </a:lnTo>
                  <a:lnTo>
                    <a:pt x="25780" y="55879"/>
                  </a:lnTo>
                  <a:lnTo>
                    <a:pt x="24510" y="54609"/>
                  </a:lnTo>
                  <a:close/>
                </a:path>
                <a:path w="491489" h="537210">
                  <a:moveTo>
                    <a:pt x="99948" y="59689"/>
                  </a:moveTo>
                  <a:lnTo>
                    <a:pt x="99059" y="59689"/>
                  </a:lnTo>
                  <a:lnTo>
                    <a:pt x="98945" y="60017"/>
                  </a:lnTo>
                  <a:lnTo>
                    <a:pt x="100075" y="60959"/>
                  </a:lnTo>
                  <a:lnTo>
                    <a:pt x="99948" y="59689"/>
                  </a:lnTo>
                  <a:close/>
                </a:path>
                <a:path w="491489" h="537210">
                  <a:moveTo>
                    <a:pt x="139064" y="58419"/>
                  </a:moveTo>
                  <a:lnTo>
                    <a:pt x="137794" y="60959"/>
                  </a:lnTo>
                  <a:lnTo>
                    <a:pt x="142874" y="60959"/>
                  </a:lnTo>
                  <a:lnTo>
                    <a:pt x="139064" y="58419"/>
                  </a:lnTo>
                  <a:close/>
                </a:path>
                <a:path w="491489" h="537210">
                  <a:moveTo>
                    <a:pt x="94614" y="58419"/>
                  </a:moveTo>
                  <a:lnTo>
                    <a:pt x="94614" y="59689"/>
                  </a:lnTo>
                  <a:lnTo>
                    <a:pt x="95122" y="59689"/>
                  </a:lnTo>
                  <a:lnTo>
                    <a:pt x="94614" y="58419"/>
                  </a:lnTo>
                  <a:close/>
                </a:path>
                <a:path w="491489" h="537210">
                  <a:moveTo>
                    <a:pt x="91693" y="57149"/>
                  </a:moveTo>
                  <a:lnTo>
                    <a:pt x="89915" y="57149"/>
                  </a:lnTo>
                  <a:lnTo>
                    <a:pt x="89915" y="58419"/>
                  </a:lnTo>
                  <a:lnTo>
                    <a:pt x="91693" y="57149"/>
                  </a:lnTo>
                  <a:close/>
                </a:path>
                <a:path w="491489" h="537210">
                  <a:moveTo>
                    <a:pt x="129031" y="53339"/>
                  </a:moveTo>
                  <a:lnTo>
                    <a:pt x="127253" y="54609"/>
                  </a:lnTo>
                  <a:lnTo>
                    <a:pt x="98424" y="54609"/>
                  </a:lnTo>
                  <a:lnTo>
                    <a:pt x="96900" y="55879"/>
                  </a:lnTo>
                  <a:lnTo>
                    <a:pt x="98297" y="57149"/>
                  </a:lnTo>
                  <a:lnTo>
                    <a:pt x="99059" y="58419"/>
                  </a:lnTo>
                  <a:lnTo>
                    <a:pt x="132206" y="58419"/>
                  </a:lnTo>
                  <a:lnTo>
                    <a:pt x="131698" y="57149"/>
                  </a:lnTo>
                  <a:lnTo>
                    <a:pt x="130555" y="57149"/>
                  </a:lnTo>
                  <a:lnTo>
                    <a:pt x="129031" y="53339"/>
                  </a:lnTo>
                  <a:close/>
                </a:path>
                <a:path w="491489" h="537210">
                  <a:moveTo>
                    <a:pt x="82359" y="55879"/>
                  </a:moveTo>
                  <a:lnTo>
                    <a:pt x="81025" y="55879"/>
                  </a:lnTo>
                  <a:lnTo>
                    <a:pt x="82041" y="57149"/>
                  </a:lnTo>
                  <a:lnTo>
                    <a:pt x="82359" y="55879"/>
                  </a:lnTo>
                  <a:close/>
                </a:path>
                <a:path w="491489" h="537210">
                  <a:moveTo>
                    <a:pt x="83184" y="54609"/>
                  </a:moveTo>
                  <a:lnTo>
                    <a:pt x="82676" y="54609"/>
                  </a:lnTo>
                  <a:lnTo>
                    <a:pt x="83946" y="57149"/>
                  </a:lnTo>
                  <a:lnTo>
                    <a:pt x="83692" y="55879"/>
                  </a:lnTo>
                  <a:lnTo>
                    <a:pt x="83184" y="54609"/>
                  </a:lnTo>
                  <a:close/>
                </a:path>
                <a:path w="491489" h="537210">
                  <a:moveTo>
                    <a:pt x="85597" y="55879"/>
                  </a:moveTo>
                  <a:lnTo>
                    <a:pt x="83692" y="55879"/>
                  </a:lnTo>
                  <a:lnTo>
                    <a:pt x="84708" y="57149"/>
                  </a:lnTo>
                  <a:lnTo>
                    <a:pt x="86359" y="57149"/>
                  </a:lnTo>
                  <a:lnTo>
                    <a:pt x="85597" y="55879"/>
                  </a:lnTo>
                  <a:close/>
                </a:path>
                <a:path w="491489" h="537210">
                  <a:moveTo>
                    <a:pt x="42989" y="52069"/>
                  </a:moveTo>
                  <a:lnTo>
                    <a:pt x="23621" y="52069"/>
                  </a:lnTo>
                  <a:lnTo>
                    <a:pt x="25272" y="53339"/>
                  </a:lnTo>
                  <a:lnTo>
                    <a:pt x="25526" y="53339"/>
                  </a:lnTo>
                  <a:lnTo>
                    <a:pt x="26542" y="54609"/>
                  </a:lnTo>
                  <a:lnTo>
                    <a:pt x="25780" y="55879"/>
                  </a:lnTo>
                  <a:lnTo>
                    <a:pt x="46608" y="55879"/>
                  </a:lnTo>
                  <a:lnTo>
                    <a:pt x="44576" y="53339"/>
                  </a:lnTo>
                  <a:lnTo>
                    <a:pt x="42989" y="52069"/>
                  </a:lnTo>
                  <a:close/>
                </a:path>
                <a:path w="491489" h="537210">
                  <a:moveTo>
                    <a:pt x="81249" y="50861"/>
                  </a:moveTo>
                  <a:lnTo>
                    <a:pt x="79217" y="50861"/>
                  </a:lnTo>
                  <a:lnTo>
                    <a:pt x="78295" y="52704"/>
                  </a:lnTo>
                  <a:lnTo>
                    <a:pt x="78189" y="52916"/>
                  </a:lnTo>
                  <a:lnTo>
                    <a:pt x="78358" y="53339"/>
                  </a:lnTo>
                  <a:lnTo>
                    <a:pt x="77977" y="53339"/>
                  </a:lnTo>
                  <a:lnTo>
                    <a:pt x="79120" y="54609"/>
                  </a:lnTo>
                  <a:lnTo>
                    <a:pt x="80390" y="55879"/>
                  </a:lnTo>
                  <a:lnTo>
                    <a:pt x="81152" y="54609"/>
                  </a:lnTo>
                  <a:lnTo>
                    <a:pt x="80898" y="53339"/>
                  </a:lnTo>
                  <a:lnTo>
                    <a:pt x="80771" y="52704"/>
                  </a:lnTo>
                  <a:lnTo>
                    <a:pt x="80263" y="52069"/>
                  </a:lnTo>
                  <a:lnTo>
                    <a:pt x="80644" y="52069"/>
                  </a:lnTo>
                  <a:lnTo>
                    <a:pt x="81249" y="50861"/>
                  </a:lnTo>
                  <a:close/>
                </a:path>
                <a:path w="491489" h="537210">
                  <a:moveTo>
                    <a:pt x="82586" y="54972"/>
                  </a:moveTo>
                  <a:lnTo>
                    <a:pt x="82359" y="55879"/>
                  </a:lnTo>
                  <a:lnTo>
                    <a:pt x="83311" y="55879"/>
                  </a:lnTo>
                  <a:lnTo>
                    <a:pt x="82586" y="54972"/>
                  </a:lnTo>
                  <a:close/>
                </a:path>
                <a:path w="491489" h="537210">
                  <a:moveTo>
                    <a:pt x="88010" y="53339"/>
                  </a:moveTo>
                  <a:lnTo>
                    <a:pt x="84073" y="53339"/>
                  </a:lnTo>
                  <a:lnTo>
                    <a:pt x="85597" y="54609"/>
                  </a:lnTo>
                  <a:lnTo>
                    <a:pt x="86105" y="55879"/>
                  </a:lnTo>
                  <a:lnTo>
                    <a:pt x="86994" y="55879"/>
                  </a:lnTo>
                  <a:lnTo>
                    <a:pt x="88010" y="53339"/>
                  </a:lnTo>
                  <a:close/>
                </a:path>
                <a:path w="491489" h="537210">
                  <a:moveTo>
                    <a:pt x="98424" y="54609"/>
                  </a:moveTo>
                  <a:lnTo>
                    <a:pt x="93344" y="54609"/>
                  </a:lnTo>
                  <a:lnTo>
                    <a:pt x="96138" y="55879"/>
                  </a:lnTo>
                  <a:lnTo>
                    <a:pt x="98424" y="54609"/>
                  </a:lnTo>
                  <a:close/>
                </a:path>
                <a:path w="491489" h="537210">
                  <a:moveTo>
                    <a:pt x="80683" y="52260"/>
                  </a:moveTo>
                  <a:lnTo>
                    <a:pt x="80771" y="52704"/>
                  </a:lnTo>
                  <a:lnTo>
                    <a:pt x="82586" y="54972"/>
                  </a:lnTo>
                  <a:lnTo>
                    <a:pt x="82676" y="54609"/>
                  </a:lnTo>
                  <a:lnTo>
                    <a:pt x="83184" y="54609"/>
                  </a:lnTo>
                  <a:lnTo>
                    <a:pt x="82676" y="53339"/>
                  </a:lnTo>
                  <a:lnTo>
                    <a:pt x="83057" y="53339"/>
                  </a:lnTo>
                  <a:lnTo>
                    <a:pt x="80683" y="52260"/>
                  </a:lnTo>
                  <a:close/>
                </a:path>
                <a:path w="491489" h="537210">
                  <a:moveTo>
                    <a:pt x="22807" y="53339"/>
                  </a:moveTo>
                  <a:lnTo>
                    <a:pt x="23240" y="54609"/>
                  </a:lnTo>
                  <a:lnTo>
                    <a:pt x="23494" y="54609"/>
                  </a:lnTo>
                  <a:lnTo>
                    <a:pt x="22807" y="53339"/>
                  </a:lnTo>
                  <a:close/>
                </a:path>
                <a:path w="491489" h="537210">
                  <a:moveTo>
                    <a:pt x="117220" y="52069"/>
                  </a:moveTo>
                  <a:lnTo>
                    <a:pt x="117411" y="52704"/>
                  </a:lnTo>
                  <a:lnTo>
                    <a:pt x="117474" y="52916"/>
                  </a:lnTo>
                  <a:lnTo>
                    <a:pt x="117601" y="53339"/>
                  </a:lnTo>
                  <a:lnTo>
                    <a:pt x="89153" y="53339"/>
                  </a:lnTo>
                  <a:lnTo>
                    <a:pt x="90677" y="54609"/>
                  </a:lnTo>
                  <a:lnTo>
                    <a:pt x="119506" y="54609"/>
                  </a:lnTo>
                  <a:lnTo>
                    <a:pt x="119252" y="53339"/>
                  </a:lnTo>
                  <a:lnTo>
                    <a:pt x="117220" y="52069"/>
                  </a:lnTo>
                  <a:close/>
                </a:path>
                <a:path w="491489" h="537210">
                  <a:moveTo>
                    <a:pt x="118576" y="50861"/>
                  </a:moveTo>
                  <a:lnTo>
                    <a:pt x="118458" y="51127"/>
                  </a:lnTo>
                  <a:lnTo>
                    <a:pt x="118363" y="52069"/>
                  </a:lnTo>
                  <a:lnTo>
                    <a:pt x="119506" y="53339"/>
                  </a:lnTo>
                  <a:lnTo>
                    <a:pt x="119506" y="54609"/>
                  </a:lnTo>
                  <a:lnTo>
                    <a:pt x="127253" y="54609"/>
                  </a:lnTo>
                  <a:lnTo>
                    <a:pt x="124840" y="52069"/>
                  </a:lnTo>
                  <a:lnTo>
                    <a:pt x="120268" y="52069"/>
                  </a:lnTo>
                  <a:lnTo>
                    <a:pt x="118576" y="50861"/>
                  </a:lnTo>
                  <a:close/>
                </a:path>
                <a:path w="491489" h="537210">
                  <a:moveTo>
                    <a:pt x="21335" y="0"/>
                  </a:moveTo>
                  <a:lnTo>
                    <a:pt x="0" y="19049"/>
                  </a:lnTo>
                  <a:lnTo>
                    <a:pt x="17652" y="45719"/>
                  </a:lnTo>
                  <a:lnTo>
                    <a:pt x="21081" y="52069"/>
                  </a:lnTo>
                  <a:lnTo>
                    <a:pt x="22899" y="53339"/>
                  </a:lnTo>
                  <a:lnTo>
                    <a:pt x="23092" y="52916"/>
                  </a:lnTo>
                  <a:lnTo>
                    <a:pt x="23502" y="52260"/>
                  </a:lnTo>
                  <a:lnTo>
                    <a:pt x="23621" y="52069"/>
                  </a:lnTo>
                  <a:lnTo>
                    <a:pt x="42989" y="52069"/>
                  </a:lnTo>
                  <a:lnTo>
                    <a:pt x="41478" y="50861"/>
                  </a:lnTo>
                  <a:lnTo>
                    <a:pt x="40998" y="50660"/>
                  </a:lnTo>
                  <a:lnTo>
                    <a:pt x="37947" y="49608"/>
                  </a:lnTo>
                  <a:lnTo>
                    <a:pt x="37750" y="49608"/>
                  </a:lnTo>
                  <a:lnTo>
                    <a:pt x="36194" y="45719"/>
                  </a:lnTo>
                  <a:lnTo>
                    <a:pt x="40766" y="45719"/>
                  </a:lnTo>
                  <a:lnTo>
                    <a:pt x="39922" y="44513"/>
                  </a:lnTo>
                  <a:lnTo>
                    <a:pt x="37223" y="44513"/>
                  </a:lnTo>
                  <a:lnTo>
                    <a:pt x="37061" y="43702"/>
                  </a:lnTo>
                  <a:lnTo>
                    <a:pt x="36956" y="43179"/>
                  </a:lnTo>
                  <a:lnTo>
                    <a:pt x="34624" y="39496"/>
                  </a:lnTo>
                  <a:lnTo>
                    <a:pt x="36410" y="39496"/>
                  </a:lnTo>
                  <a:lnTo>
                    <a:pt x="35524" y="38231"/>
                  </a:lnTo>
                  <a:lnTo>
                    <a:pt x="34416" y="36829"/>
                  </a:lnTo>
                  <a:lnTo>
                    <a:pt x="33019" y="34289"/>
                  </a:lnTo>
                  <a:lnTo>
                    <a:pt x="32654" y="33070"/>
                  </a:lnTo>
                  <a:lnTo>
                    <a:pt x="32151" y="33070"/>
                  </a:lnTo>
                  <a:lnTo>
                    <a:pt x="31622" y="31749"/>
                  </a:lnTo>
                  <a:lnTo>
                    <a:pt x="30987" y="30479"/>
                  </a:lnTo>
                  <a:lnTo>
                    <a:pt x="30479" y="30479"/>
                  </a:lnTo>
                  <a:lnTo>
                    <a:pt x="31114" y="29209"/>
                  </a:lnTo>
                  <a:lnTo>
                    <a:pt x="29463" y="29209"/>
                  </a:lnTo>
                  <a:lnTo>
                    <a:pt x="29487" y="28979"/>
                  </a:lnTo>
                  <a:lnTo>
                    <a:pt x="28447" y="27939"/>
                  </a:lnTo>
                  <a:lnTo>
                    <a:pt x="29241" y="27622"/>
                  </a:lnTo>
                  <a:lnTo>
                    <a:pt x="29641" y="27431"/>
                  </a:lnTo>
                  <a:lnTo>
                    <a:pt x="29760" y="26863"/>
                  </a:lnTo>
                  <a:lnTo>
                    <a:pt x="29312" y="25994"/>
                  </a:lnTo>
                  <a:lnTo>
                    <a:pt x="28955" y="25399"/>
                  </a:lnTo>
                  <a:lnTo>
                    <a:pt x="28828" y="24129"/>
                  </a:lnTo>
                  <a:lnTo>
                    <a:pt x="67704" y="24129"/>
                  </a:lnTo>
                  <a:lnTo>
                    <a:pt x="61007" y="20319"/>
                  </a:lnTo>
                  <a:lnTo>
                    <a:pt x="52044" y="16509"/>
                  </a:lnTo>
                  <a:lnTo>
                    <a:pt x="43306" y="12699"/>
                  </a:lnTo>
                  <a:lnTo>
                    <a:pt x="43433" y="11429"/>
                  </a:lnTo>
                  <a:lnTo>
                    <a:pt x="35813" y="7619"/>
                  </a:lnTo>
                  <a:lnTo>
                    <a:pt x="21335" y="0"/>
                  </a:lnTo>
                  <a:close/>
                </a:path>
                <a:path w="491489" h="537210">
                  <a:moveTo>
                    <a:pt x="76851" y="51127"/>
                  </a:moveTo>
                  <a:lnTo>
                    <a:pt x="75437" y="52069"/>
                  </a:lnTo>
                  <a:lnTo>
                    <a:pt x="76961" y="53339"/>
                  </a:lnTo>
                  <a:lnTo>
                    <a:pt x="76851" y="51127"/>
                  </a:lnTo>
                  <a:close/>
                </a:path>
                <a:path w="491489" h="537210">
                  <a:moveTo>
                    <a:pt x="77573" y="51723"/>
                  </a:moveTo>
                  <a:lnTo>
                    <a:pt x="77660" y="52069"/>
                  </a:lnTo>
                  <a:lnTo>
                    <a:pt x="77708" y="52260"/>
                  </a:lnTo>
                  <a:lnTo>
                    <a:pt x="77819" y="52704"/>
                  </a:lnTo>
                  <a:lnTo>
                    <a:pt x="77872" y="52916"/>
                  </a:lnTo>
                  <a:lnTo>
                    <a:pt x="77977" y="53339"/>
                  </a:lnTo>
                  <a:lnTo>
                    <a:pt x="78104" y="52704"/>
                  </a:lnTo>
                  <a:lnTo>
                    <a:pt x="77927" y="52260"/>
                  </a:lnTo>
                  <a:lnTo>
                    <a:pt x="77850" y="52069"/>
                  </a:lnTo>
                  <a:lnTo>
                    <a:pt x="77573" y="51723"/>
                  </a:lnTo>
                  <a:close/>
                </a:path>
                <a:path w="491489" h="537210">
                  <a:moveTo>
                    <a:pt x="81867" y="50861"/>
                  </a:moveTo>
                  <a:lnTo>
                    <a:pt x="81914" y="52069"/>
                  </a:lnTo>
                  <a:lnTo>
                    <a:pt x="83057" y="53339"/>
                  </a:lnTo>
                  <a:lnTo>
                    <a:pt x="115696" y="53339"/>
                  </a:lnTo>
                  <a:lnTo>
                    <a:pt x="116236" y="52260"/>
                  </a:lnTo>
                  <a:lnTo>
                    <a:pt x="116331" y="52069"/>
                  </a:lnTo>
                  <a:lnTo>
                    <a:pt x="83692" y="52069"/>
                  </a:lnTo>
                  <a:lnTo>
                    <a:pt x="81867" y="50861"/>
                  </a:lnTo>
                  <a:close/>
                </a:path>
                <a:path w="491489" h="537210">
                  <a:moveTo>
                    <a:pt x="80644" y="52069"/>
                  </a:moveTo>
                  <a:lnTo>
                    <a:pt x="80263" y="52069"/>
                  </a:lnTo>
                  <a:lnTo>
                    <a:pt x="80683" y="52260"/>
                  </a:lnTo>
                  <a:lnTo>
                    <a:pt x="80644" y="52069"/>
                  </a:lnTo>
                  <a:close/>
                </a:path>
                <a:path w="491489" h="537210">
                  <a:moveTo>
                    <a:pt x="73944" y="50861"/>
                  </a:moveTo>
                  <a:lnTo>
                    <a:pt x="73539" y="50861"/>
                  </a:lnTo>
                  <a:lnTo>
                    <a:pt x="73659" y="52069"/>
                  </a:lnTo>
                  <a:lnTo>
                    <a:pt x="74548" y="52069"/>
                  </a:lnTo>
                  <a:lnTo>
                    <a:pt x="73944" y="50861"/>
                  </a:lnTo>
                  <a:close/>
                </a:path>
                <a:path w="491489" h="537210">
                  <a:moveTo>
                    <a:pt x="74991" y="51127"/>
                  </a:moveTo>
                  <a:lnTo>
                    <a:pt x="74687" y="51723"/>
                  </a:lnTo>
                  <a:lnTo>
                    <a:pt x="74548" y="52069"/>
                  </a:lnTo>
                  <a:lnTo>
                    <a:pt x="74802" y="52069"/>
                  </a:lnTo>
                  <a:lnTo>
                    <a:pt x="74872" y="51723"/>
                  </a:lnTo>
                  <a:lnTo>
                    <a:pt x="74991" y="51127"/>
                  </a:lnTo>
                  <a:close/>
                </a:path>
                <a:path w="491489" h="537210">
                  <a:moveTo>
                    <a:pt x="102869" y="40639"/>
                  </a:moveTo>
                  <a:lnTo>
                    <a:pt x="99948" y="41909"/>
                  </a:lnTo>
                  <a:lnTo>
                    <a:pt x="81660" y="41909"/>
                  </a:lnTo>
                  <a:lnTo>
                    <a:pt x="81724" y="43179"/>
                  </a:lnTo>
                  <a:lnTo>
                    <a:pt x="81826" y="44703"/>
                  </a:lnTo>
                  <a:lnTo>
                    <a:pt x="81939" y="45458"/>
                  </a:lnTo>
                  <a:lnTo>
                    <a:pt x="81978" y="45719"/>
                  </a:lnTo>
                  <a:lnTo>
                    <a:pt x="82094" y="47139"/>
                  </a:lnTo>
                  <a:lnTo>
                    <a:pt x="81778" y="47771"/>
                  </a:lnTo>
                  <a:lnTo>
                    <a:pt x="83248" y="49608"/>
                  </a:lnTo>
                  <a:lnTo>
                    <a:pt x="83114" y="49608"/>
                  </a:lnTo>
                  <a:lnTo>
                    <a:pt x="82826" y="49937"/>
                  </a:lnTo>
                  <a:lnTo>
                    <a:pt x="83766" y="50660"/>
                  </a:lnTo>
                  <a:lnTo>
                    <a:pt x="83692" y="52069"/>
                  </a:lnTo>
                  <a:lnTo>
                    <a:pt x="113664" y="52069"/>
                  </a:lnTo>
                  <a:lnTo>
                    <a:pt x="114041" y="51127"/>
                  </a:lnTo>
                  <a:lnTo>
                    <a:pt x="114148" y="50861"/>
                  </a:lnTo>
                  <a:lnTo>
                    <a:pt x="113949" y="50861"/>
                  </a:lnTo>
                  <a:lnTo>
                    <a:pt x="112648" y="48259"/>
                  </a:lnTo>
                  <a:lnTo>
                    <a:pt x="111251" y="48259"/>
                  </a:lnTo>
                  <a:lnTo>
                    <a:pt x="111812" y="47139"/>
                  </a:lnTo>
                  <a:lnTo>
                    <a:pt x="111886" y="46989"/>
                  </a:lnTo>
                  <a:lnTo>
                    <a:pt x="108711" y="46989"/>
                  </a:lnTo>
                  <a:lnTo>
                    <a:pt x="107060" y="45719"/>
                  </a:lnTo>
                  <a:lnTo>
                    <a:pt x="105613" y="44513"/>
                  </a:lnTo>
                  <a:lnTo>
                    <a:pt x="104019" y="44513"/>
                  </a:lnTo>
                  <a:lnTo>
                    <a:pt x="103938" y="43702"/>
                  </a:lnTo>
                  <a:lnTo>
                    <a:pt x="103817" y="42496"/>
                  </a:lnTo>
                  <a:lnTo>
                    <a:pt x="103758" y="41909"/>
                  </a:lnTo>
                  <a:lnTo>
                    <a:pt x="102869" y="40639"/>
                  </a:lnTo>
                  <a:close/>
                </a:path>
                <a:path w="491489" h="537210">
                  <a:moveTo>
                    <a:pt x="120268" y="48259"/>
                  </a:moveTo>
                  <a:lnTo>
                    <a:pt x="120268" y="52069"/>
                  </a:lnTo>
                  <a:lnTo>
                    <a:pt x="122935" y="52069"/>
                  </a:lnTo>
                  <a:lnTo>
                    <a:pt x="121606" y="50861"/>
                  </a:lnTo>
                  <a:lnTo>
                    <a:pt x="121647" y="50437"/>
                  </a:lnTo>
                  <a:lnTo>
                    <a:pt x="121797" y="49937"/>
                  </a:lnTo>
                  <a:lnTo>
                    <a:pt x="121896" y="49608"/>
                  </a:lnTo>
                  <a:lnTo>
                    <a:pt x="121605" y="49288"/>
                  </a:lnTo>
                  <a:lnTo>
                    <a:pt x="120268" y="48259"/>
                  </a:lnTo>
                  <a:close/>
                </a:path>
                <a:path w="491489" h="537210">
                  <a:moveTo>
                    <a:pt x="77358" y="50861"/>
                  </a:moveTo>
                  <a:lnTo>
                    <a:pt x="76851" y="51127"/>
                  </a:lnTo>
                  <a:lnTo>
                    <a:pt x="77097" y="51127"/>
                  </a:lnTo>
                  <a:lnTo>
                    <a:pt x="77573" y="51723"/>
                  </a:lnTo>
                  <a:lnTo>
                    <a:pt x="77424" y="51127"/>
                  </a:lnTo>
                  <a:lnTo>
                    <a:pt x="77358" y="50861"/>
                  </a:lnTo>
                  <a:close/>
                </a:path>
                <a:path w="491489" h="537210">
                  <a:moveTo>
                    <a:pt x="76884" y="50861"/>
                  </a:moveTo>
                  <a:lnTo>
                    <a:pt x="76851" y="51127"/>
                  </a:lnTo>
                  <a:lnTo>
                    <a:pt x="77097" y="51127"/>
                  </a:lnTo>
                  <a:lnTo>
                    <a:pt x="76884" y="50861"/>
                  </a:lnTo>
                  <a:close/>
                </a:path>
                <a:path w="491489" h="537210">
                  <a:moveTo>
                    <a:pt x="82398" y="49608"/>
                  </a:moveTo>
                  <a:lnTo>
                    <a:pt x="82264" y="49608"/>
                  </a:lnTo>
                  <a:lnTo>
                    <a:pt x="81933" y="50437"/>
                  </a:lnTo>
                  <a:lnTo>
                    <a:pt x="81999" y="50861"/>
                  </a:lnTo>
                  <a:lnTo>
                    <a:pt x="82821" y="49937"/>
                  </a:lnTo>
                  <a:lnTo>
                    <a:pt x="82398" y="49608"/>
                  </a:lnTo>
                  <a:close/>
                </a:path>
                <a:path w="491489" h="537210">
                  <a:moveTo>
                    <a:pt x="114318" y="50437"/>
                  </a:moveTo>
                  <a:lnTo>
                    <a:pt x="113851" y="50861"/>
                  </a:lnTo>
                  <a:lnTo>
                    <a:pt x="114148" y="50861"/>
                  </a:lnTo>
                  <a:lnTo>
                    <a:pt x="114228" y="50660"/>
                  </a:lnTo>
                  <a:lnTo>
                    <a:pt x="114318" y="50437"/>
                  </a:lnTo>
                  <a:close/>
                </a:path>
                <a:path w="491489" h="537210">
                  <a:moveTo>
                    <a:pt x="80771" y="48259"/>
                  </a:moveTo>
                  <a:lnTo>
                    <a:pt x="80097" y="49608"/>
                  </a:lnTo>
                  <a:lnTo>
                    <a:pt x="80247" y="49608"/>
                  </a:lnTo>
                  <a:lnTo>
                    <a:pt x="81720" y="50660"/>
                  </a:lnTo>
                  <a:lnTo>
                    <a:pt x="81799" y="50437"/>
                  </a:lnTo>
                  <a:lnTo>
                    <a:pt x="80771" y="48259"/>
                  </a:lnTo>
                  <a:close/>
                </a:path>
                <a:path w="491489" h="537210">
                  <a:moveTo>
                    <a:pt x="115229" y="49608"/>
                  </a:moveTo>
                  <a:lnTo>
                    <a:pt x="114570" y="49608"/>
                  </a:lnTo>
                  <a:lnTo>
                    <a:pt x="114318" y="50437"/>
                  </a:lnTo>
                  <a:lnTo>
                    <a:pt x="115229" y="49608"/>
                  </a:lnTo>
                  <a:close/>
                </a:path>
                <a:path w="491489" h="537210">
                  <a:moveTo>
                    <a:pt x="40766" y="45719"/>
                  </a:moveTo>
                  <a:lnTo>
                    <a:pt x="36194" y="45719"/>
                  </a:lnTo>
                  <a:lnTo>
                    <a:pt x="39877" y="48259"/>
                  </a:lnTo>
                  <a:lnTo>
                    <a:pt x="40552" y="49608"/>
                  </a:lnTo>
                  <a:lnTo>
                    <a:pt x="42107" y="49608"/>
                  </a:lnTo>
                  <a:lnTo>
                    <a:pt x="39750" y="46989"/>
                  </a:lnTo>
                  <a:lnTo>
                    <a:pt x="40766" y="45719"/>
                  </a:lnTo>
                  <a:close/>
                </a:path>
                <a:path w="491489" h="537210">
                  <a:moveTo>
                    <a:pt x="77899" y="46794"/>
                  </a:moveTo>
                  <a:lnTo>
                    <a:pt x="77723" y="46989"/>
                  </a:lnTo>
                  <a:lnTo>
                    <a:pt x="77255" y="47771"/>
                  </a:lnTo>
                  <a:lnTo>
                    <a:pt x="76834" y="48259"/>
                  </a:lnTo>
                  <a:lnTo>
                    <a:pt x="77644" y="49608"/>
                  </a:lnTo>
                  <a:lnTo>
                    <a:pt x="77766" y="49288"/>
                  </a:lnTo>
                  <a:lnTo>
                    <a:pt x="78485" y="48259"/>
                  </a:lnTo>
                  <a:lnTo>
                    <a:pt x="78037" y="47139"/>
                  </a:lnTo>
                  <a:lnTo>
                    <a:pt x="77977" y="46989"/>
                  </a:lnTo>
                  <a:lnTo>
                    <a:pt x="77899" y="46794"/>
                  </a:lnTo>
                  <a:close/>
                </a:path>
                <a:path w="491489" h="537210">
                  <a:moveTo>
                    <a:pt x="115569" y="48259"/>
                  </a:moveTo>
                  <a:lnTo>
                    <a:pt x="113918" y="48259"/>
                  </a:lnTo>
                  <a:lnTo>
                    <a:pt x="114593" y="49608"/>
                  </a:lnTo>
                  <a:lnTo>
                    <a:pt x="115569" y="48259"/>
                  </a:lnTo>
                  <a:close/>
                </a:path>
                <a:path w="491489" h="537210">
                  <a:moveTo>
                    <a:pt x="116289" y="49288"/>
                  </a:moveTo>
                  <a:lnTo>
                    <a:pt x="115840" y="49608"/>
                  </a:lnTo>
                  <a:lnTo>
                    <a:pt x="116514" y="49608"/>
                  </a:lnTo>
                  <a:lnTo>
                    <a:pt x="116289" y="49288"/>
                  </a:lnTo>
                  <a:close/>
                </a:path>
                <a:path w="491489" h="537210">
                  <a:moveTo>
                    <a:pt x="115950" y="46989"/>
                  </a:moveTo>
                  <a:lnTo>
                    <a:pt x="115569" y="48259"/>
                  </a:lnTo>
                  <a:lnTo>
                    <a:pt x="116289" y="49288"/>
                  </a:lnTo>
                  <a:lnTo>
                    <a:pt x="117728" y="48259"/>
                  </a:lnTo>
                  <a:lnTo>
                    <a:pt x="115950" y="46989"/>
                  </a:lnTo>
                  <a:close/>
                </a:path>
                <a:path w="491489" h="537210">
                  <a:moveTo>
                    <a:pt x="69595" y="43179"/>
                  </a:moveTo>
                  <a:lnTo>
                    <a:pt x="65277" y="43179"/>
                  </a:lnTo>
                  <a:lnTo>
                    <a:pt x="67563" y="45719"/>
                  </a:lnTo>
                  <a:lnTo>
                    <a:pt x="66420" y="46989"/>
                  </a:lnTo>
                  <a:lnTo>
                    <a:pt x="68960" y="48259"/>
                  </a:lnTo>
                  <a:lnTo>
                    <a:pt x="67894" y="44703"/>
                  </a:lnTo>
                  <a:lnTo>
                    <a:pt x="67837" y="44513"/>
                  </a:lnTo>
                  <a:lnTo>
                    <a:pt x="71329" y="44513"/>
                  </a:lnTo>
                  <a:lnTo>
                    <a:pt x="69595" y="43179"/>
                  </a:lnTo>
                  <a:close/>
                </a:path>
                <a:path w="491489" h="537210">
                  <a:moveTo>
                    <a:pt x="72770" y="46989"/>
                  </a:moveTo>
                  <a:lnTo>
                    <a:pt x="72008" y="46989"/>
                  </a:lnTo>
                  <a:lnTo>
                    <a:pt x="72008" y="48259"/>
                  </a:lnTo>
                  <a:lnTo>
                    <a:pt x="73405" y="48259"/>
                  </a:lnTo>
                  <a:lnTo>
                    <a:pt x="72845" y="47139"/>
                  </a:lnTo>
                  <a:lnTo>
                    <a:pt x="72770" y="46989"/>
                  </a:lnTo>
                  <a:close/>
                </a:path>
                <a:path w="491489" h="537210">
                  <a:moveTo>
                    <a:pt x="80263" y="45719"/>
                  </a:moveTo>
                  <a:lnTo>
                    <a:pt x="79120" y="45719"/>
                  </a:lnTo>
                  <a:lnTo>
                    <a:pt x="79335" y="46794"/>
                  </a:lnTo>
                  <a:lnTo>
                    <a:pt x="79404" y="47139"/>
                  </a:lnTo>
                  <a:lnTo>
                    <a:pt x="79531" y="47771"/>
                  </a:lnTo>
                  <a:lnTo>
                    <a:pt x="79628" y="48259"/>
                  </a:lnTo>
                  <a:lnTo>
                    <a:pt x="80973" y="47139"/>
                  </a:lnTo>
                  <a:lnTo>
                    <a:pt x="80263" y="45719"/>
                  </a:lnTo>
                  <a:close/>
                </a:path>
                <a:path w="491489" h="537210">
                  <a:moveTo>
                    <a:pt x="81152" y="46989"/>
                  </a:moveTo>
                  <a:lnTo>
                    <a:pt x="80973" y="47139"/>
                  </a:lnTo>
                  <a:lnTo>
                    <a:pt x="81533" y="48259"/>
                  </a:lnTo>
                  <a:lnTo>
                    <a:pt x="81778" y="47771"/>
                  </a:lnTo>
                  <a:lnTo>
                    <a:pt x="81272" y="47139"/>
                  </a:lnTo>
                  <a:lnTo>
                    <a:pt x="81152" y="46989"/>
                  </a:lnTo>
                  <a:close/>
                </a:path>
                <a:path w="491489" h="537210">
                  <a:moveTo>
                    <a:pt x="60959" y="45719"/>
                  </a:moveTo>
                  <a:lnTo>
                    <a:pt x="61848" y="46989"/>
                  </a:lnTo>
                  <a:lnTo>
                    <a:pt x="61927" y="46794"/>
                  </a:lnTo>
                  <a:lnTo>
                    <a:pt x="60959" y="45719"/>
                  </a:lnTo>
                  <a:close/>
                </a:path>
                <a:path w="491489" h="537210">
                  <a:moveTo>
                    <a:pt x="65277" y="43179"/>
                  </a:moveTo>
                  <a:lnTo>
                    <a:pt x="62229" y="43179"/>
                  </a:lnTo>
                  <a:lnTo>
                    <a:pt x="63027" y="45458"/>
                  </a:lnTo>
                  <a:lnTo>
                    <a:pt x="63118" y="45719"/>
                  </a:lnTo>
                  <a:lnTo>
                    <a:pt x="63763" y="46794"/>
                  </a:lnTo>
                  <a:lnTo>
                    <a:pt x="63880" y="46989"/>
                  </a:lnTo>
                  <a:lnTo>
                    <a:pt x="65023" y="45719"/>
                  </a:lnTo>
                  <a:lnTo>
                    <a:pt x="65144" y="44513"/>
                  </a:lnTo>
                  <a:lnTo>
                    <a:pt x="65225" y="43702"/>
                  </a:lnTo>
                  <a:lnTo>
                    <a:pt x="65277" y="43179"/>
                  </a:lnTo>
                  <a:close/>
                </a:path>
                <a:path w="491489" h="537210">
                  <a:moveTo>
                    <a:pt x="110108" y="45719"/>
                  </a:moveTo>
                  <a:lnTo>
                    <a:pt x="108711" y="46989"/>
                  </a:lnTo>
                  <a:lnTo>
                    <a:pt x="111886" y="46989"/>
                  </a:lnTo>
                  <a:lnTo>
                    <a:pt x="110108" y="45719"/>
                  </a:lnTo>
                  <a:close/>
                </a:path>
                <a:path w="491489" h="537210">
                  <a:moveTo>
                    <a:pt x="114299" y="45719"/>
                  </a:moveTo>
                  <a:lnTo>
                    <a:pt x="113156" y="45719"/>
                  </a:lnTo>
                  <a:lnTo>
                    <a:pt x="113264" y="46794"/>
                  </a:lnTo>
                  <a:lnTo>
                    <a:pt x="113283" y="46989"/>
                  </a:lnTo>
                  <a:lnTo>
                    <a:pt x="113537" y="46989"/>
                  </a:lnTo>
                  <a:lnTo>
                    <a:pt x="114299" y="45719"/>
                  </a:lnTo>
                  <a:close/>
                </a:path>
                <a:path w="491489" h="537210">
                  <a:moveTo>
                    <a:pt x="62696" y="44513"/>
                  </a:moveTo>
                  <a:lnTo>
                    <a:pt x="61334" y="44513"/>
                  </a:lnTo>
                  <a:lnTo>
                    <a:pt x="61213" y="45719"/>
                  </a:lnTo>
                  <a:lnTo>
                    <a:pt x="61966" y="46794"/>
                  </a:lnTo>
                  <a:lnTo>
                    <a:pt x="62356" y="45719"/>
                  </a:lnTo>
                  <a:lnTo>
                    <a:pt x="62763" y="44703"/>
                  </a:lnTo>
                  <a:lnTo>
                    <a:pt x="62696" y="44513"/>
                  </a:lnTo>
                  <a:close/>
                </a:path>
                <a:path w="491489" h="537210">
                  <a:moveTo>
                    <a:pt x="78358" y="45719"/>
                  </a:moveTo>
                  <a:lnTo>
                    <a:pt x="77469" y="45719"/>
                  </a:lnTo>
                  <a:lnTo>
                    <a:pt x="77899" y="46794"/>
                  </a:lnTo>
                  <a:lnTo>
                    <a:pt x="78358" y="45719"/>
                  </a:lnTo>
                  <a:close/>
                </a:path>
                <a:path w="491489" h="537210">
                  <a:moveTo>
                    <a:pt x="69835" y="45458"/>
                  </a:moveTo>
                  <a:lnTo>
                    <a:pt x="69468" y="45719"/>
                  </a:lnTo>
                  <a:lnTo>
                    <a:pt x="70357" y="45719"/>
                  </a:lnTo>
                  <a:lnTo>
                    <a:pt x="69835" y="45458"/>
                  </a:lnTo>
                  <a:close/>
                </a:path>
                <a:path w="491489" h="537210">
                  <a:moveTo>
                    <a:pt x="75317" y="44513"/>
                  </a:moveTo>
                  <a:lnTo>
                    <a:pt x="74593" y="44513"/>
                  </a:lnTo>
                  <a:lnTo>
                    <a:pt x="75437" y="45719"/>
                  </a:lnTo>
                  <a:lnTo>
                    <a:pt x="75317" y="44513"/>
                  </a:lnTo>
                  <a:close/>
                </a:path>
                <a:path w="491489" h="537210">
                  <a:moveTo>
                    <a:pt x="81025" y="44513"/>
                  </a:moveTo>
                  <a:lnTo>
                    <a:pt x="80181" y="44513"/>
                  </a:lnTo>
                  <a:lnTo>
                    <a:pt x="81025" y="45719"/>
                  </a:lnTo>
                  <a:lnTo>
                    <a:pt x="81025" y="44513"/>
                  </a:lnTo>
                  <a:close/>
                </a:path>
                <a:path w="491489" h="537210">
                  <a:moveTo>
                    <a:pt x="110274" y="44513"/>
                  </a:moveTo>
                  <a:lnTo>
                    <a:pt x="109258" y="44513"/>
                  </a:lnTo>
                  <a:lnTo>
                    <a:pt x="109981" y="45719"/>
                  </a:lnTo>
                  <a:lnTo>
                    <a:pt x="110997" y="45719"/>
                  </a:lnTo>
                  <a:lnTo>
                    <a:pt x="110388" y="44703"/>
                  </a:lnTo>
                  <a:lnTo>
                    <a:pt x="110274" y="44513"/>
                  </a:lnTo>
                  <a:close/>
                </a:path>
                <a:path w="491489" h="537210">
                  <a:moveTo>
                    <a:pt x="71158" y="44513"/>
                  </a:moveTo>
                  <a:lnTo>
                    <a:pt x="67944" y="44513"/>
                  </a:lnTo>
                  <a:lnTo>
                    <a:pt x="69835" y="45458"/>
                  </a:lnTo>
                  <a:lnTo>
                    <a:pt x="71158" y="44513"/>
                  </a:lnTo>
                  <a:close/>
                </a:path>
                <a:path w="491489" h="537210">
                  <a:moveTo>
                    <a:pt x="109169" y="44513"/>
                  </a:moveTo>
                  <a:lnTo>
                    <a:pt x="108807" y="44513"/>
                  </a:lnTo>
                  <a:lnTo>
                    <a:pt x="108334" y="45458"/>
                  </a:lnTo>
                  <a:lnTo>
                    <a:pt x="109169" y="44513"/>
                  </a:lnTo>
                  <a:close/>
                </a:path>
                <a:path w="491489" h="537210">
                  <a:moveTo>
                    <a:pt x="38451" y="43702"/>
                  </a:moveTo>
                  <a:lnTo>
                    <a:pt x="38207" y="44513"/>
                  </a:lnTo>
                  <a:lnTo>
                    <a:pt x="39585" y="44513"/>
                  </a:lnTo>
                  <a:lnTo>
                    <a:pt x="38451" y="43702"/>
                  </a:lnTo>
                  <a:close/>
                </a:path>
                <a:path w="491489" h="537210">
                  <a:moveTo>
                    <a:pt x="58970" y="41909"/>
                  </a:moveTo>
                  <a:lnTo>
                    <a:pt x="57784" y="41909"/>
                  </a:lnTo>
                  <a:lnTo>
                    <a:pt x="57403" y="43179"/>
                  </a:lnTo>
                  <a:lnTo>
                    <a:pt x="59137" y="44513"/>
                  </a:lnTo>
                  <a:lnTo>
                    <a:pt x="59012" y="43179"/>
                  </a:lnTo>
                  <a:lnTo>
                    <a:pt x="58970" y="41909"/>
                  </a:lnTo>
                  <a:close/>
                </a:path>
                <a:path w="491489" h="537210">
                  <a:moveTo>
                    <a:pt x="72796" y="42163"/>
                  </a:moveTo>
                  <a:lnTo>
                    <a:pt x="72389" y="43179"/>
                  </a:lnTo>
                  <a:lnTo>
                    <a:pt x="73841" y="44513"/>
                  </a:lnTo>
                  <a:lnTo>
                    <a:pt x="73913" y="43179"/>
                  </a:lnTo>
                  <a:lnTo>
                    <a:pt x="72796" y="42163"/>
                  </a:lnTo>
                  <a:close/>
                </a:path>
                <a:path w="491489" h="537210">
                  <a:moveTo>
                    <a:pt x="76580" y="43179"/>
                  </a:moveTo>
                  <a:lnTo>
                    <a:pt x="75114" y="44513"/>
                  </a:lnTo>
                  <a:lnTo>
                    <a:pt x="76714" y="44513"/>
                  </a:lnTo>
                  <a:lnTo>
                    <a:pt x="76633" y="43702"/>
                  </a:lnTo>
                  <a:lnTo>
                    <a:pt x="76580" y="43179"/>
                  </a:lnTo>
                  <a:close/>
                </a:path>
                <a:path w="491489" h="537210">
                  <a:moveTo>
                    <a:pt x="78866" y="43179"/>
                  </a:moveTo>
                  <a:lnTo>
                    <a:pt x="77596" y="43179"/>
                  </a:lnTo>
                  <a:lnTo>
                    <a:pt x="77649" y="43702"/>
                  </a:lnTo>
                  <a:lnTo>
                    <a:pt x="77730" y="44513"/>
                  </a:lnTo>
                  <a:lnTo>
                    <a:pt x="79933" y="44513"/>
                  </a:lnTo>
                  <a:lnTo>
                    <a:pt x="78866" y="43179"/>
                  </a:lnTo>
                  <a:close/>
                </a:path>
                <a:path w="491489" h="537210">
                  <a:moveTo>
                    <a:pt x="105994" y="42163"/>
                  </a:moveTo>
                  <a:lnTo>
                    <a:pt x="105966" y="42496"/>
                  </a:lnTo>
                  <a:lnTo>
                    <a:pt x="106171" y="43179"/>
                  </a:lnTo>
                  <a:lnTo>
                    <a:pt x="105790" y="43179"/>
                  </a:lnTo>
                  <a:lnTo>
                    <a:pt x="103924" y="44513"/>
                  </a:lnTo>
                  <a:lnTo>
                    <a:pt x="105473" y="44513"/>
                  </a:lnTo>
                  <a:lnTo>
                    <a:pt x="106806" y="43179"/>
                  </a:lnTo>
                  <a:lnTo>
                    <a:pt x="105994" y="42163"/>
                  </a:lnTo>
                  <a:close/>
                </a:path>
                <a:path w="491489" h="537210">
                  <a:moveTo>
                    <a:pt x="38607" y="43179"/>
                  </a:moveTo>
                  <a:lnTo>
                    <a:pt x="37718" y="43179"/>
                  </a:lnTo>
                  <a:lnTo>
                    <a:pt x="38451" y="43702"/>
                  </a:lnTo>
                  <a:lnTo>
                    <a:pt x="38607" y="43179"/>
                  </a:lnTo>
                  <a:close/>
                </a:path>
                <a:path w="491489" h="537210">
                  <a:moveTo>
                    <a:pt x="55879" y="41909"/>
                  </a:moveTo>
                  <a:lnTo>
                    <a:pt x="54863" y="43179"/>
                  </a:lnTo>
                  <a:lnTo>
                    <a:pt x="56641" y="43179"/>
                  </a:lnTo>
                  <a:lnTo>
                    <a:pt x="55879" y="41909"/>
                  </a:lnTo>
                  <a:close/>
                </a:path>
                <a:path w="491489" h="537210">
                  <a:moveTo>
                    <a:pt x="67817" y="40639"/>
                  </a:moveTo>
                  <a:lnTo>
                    <a:pt x="67585" y="40902"/>
                  </a:lnTo>
                  <a:lnTo>
                    <a:pt x="67352" y="41486"/>
                  </a:lnTo>
                  <a:lnTo>
                    <a:pt x="67267" y="41698"/>
                  </a:lnTo>
                  <a:lnTo>
                    <a:pt x="67182" y="41909"/>
                  </a:lnTo>
                  <a:lnTo>
                    <a:pt x="59816" y="41909"/>
                  </a:lnTo>
                  <a:lnTo>
                    <a:pt x="60705" y="43179"/>
                  </a:lnTo>
                  <a:lnTo>
                    <a:pt x="69214" y="43179"/>
                  </a:lnTo>
                  <a:lnTo>
                    <a:pt x="67817" y="41909"/>
                  </a:lnTo>
                  <a:lnTo>
                    <a:pt x="67817" y="40639"/>
                  </a:lnTo>
                  <a:close/>
                </a:path>
                <a:path w="491489" h="537210">
                  <a:moveTo>
                    <a:pt x="70357" y="41909"/>
                  </a:moveTo>
                  <a:lnTo>
                    <a:pt x="69214" y="43179"/>
                  </a:lnTo>
                  <a:lnTo>
                    <a:pt x="71500" y="43179"/>
                  </a:lnTo>
                  <a:lnTo>
                    <a:pt x="70357" y="41909"/>
                  </a:lnTo>
                  <a:close/>
                </a:path>
                <a:path w="491489" h="537210">
                  <a:moveTo>
                    <a:pt x="72068" y="42496"/>
                  </a:moveTo>
                  <a:lnTo>
                    <a:pt x="71500" y="43179"/>
                  </a:lnTo>
                  <a:lnTo>
                    <a:pt x="72389" y="43179"/>
                  </a:lnTo>
                  <a:lnTo>
                    <a:pt x="72068" y="42496"/>
                  </a:lnTo>
                  <a:close/>
                </a:path>
                <a:path w="491489" h="537210">
                  <a:moveTo>
                    <a:pt x="75818" y="41909"/>
                  </a:moveTo>
                  <a:lnTo>
                    <a:pt x="73278" y="41909"/>
                  </a:lnTo>
                  <a:lnTo>
                    <a:pt x="74167" y="43179"/>
                  </a:lnTo>
                  <a:lnTo>
                    <a:pt x="75818" y="41909"/>
                  </a:lnTo>
                  <a:close/>
                </a:path>
                <a:path w="491489" h="537210">
                  <a:moveTo>
                    <a:pt x="81642" y="26863"/>
                  </a:moveTo>
                  <a:lnTo>
                    <a:pt x="81698" y="28979"/>
                  </a:lnTo>
                  <a:lnTo>
                    <a:pt x="81806" y="30479"/>
                  </a:lnTo>
                  <a:lnTo>
                    <a:pt x="81896" y="31749"/>
                  </a:lnTo>
                  <a:lnTo>
                    <a:pt x="81971" y="32789"/>
                  </a:lnTo>
                  <a:lnTo>
                    <a:pt x="82051" y="33916"/>
                  </a:lnTo>
                  <a:lnTo>
                    <a:pt x="82168" y="35559"/>
                  </a:lnTo>
                  <a:lnTo>
                    <a:pt x="68833" y="35559"/>
                  </a:lnTo>
                  <a:lnTo>
                    <a:pt x="71638" y="38231"/>
                  </a:lnTo>
                  <a:lnTo>
                    <a:pt x="72902" y="38231"/>
                  </a:lnTo>
                  <a:lnTo>
                    <a:pt x="75310" y="40639"/>
                  </a:lnTo>
                  <a:lnTo>
                    <a:pt x="75310" y="41909"/>
                  </a:lnTo>
                  <a:lnTo>
                    <a:pt x="75818" y="41909"/>
                  </a:lnTo>
                  <a:lnTo>
                    <a:pt x="76961" y="43179"/>
                  </a:lnTo>
                  <a:lnTo>
                    <a:pt x="77977" y="43179"/>
                  </a:lnTo>
                  <a:lnTo>
                    <a:pt x="77885" y="41909"/>
                  </a:lnTo>
                  <a:lnTo>
                    <a:pt x="78022" y="41698"/>
                  </a:lnTo>
                  <a:lnTo>
                    <a:pt x="78371" y="40902"/>
                  </a:lnTo>
                  <a:lnTo>
                    <a:pt x="78485" y="40639"/>
                  </a:lnTo>
                  <a:lnTo>
                    <a:pt x="99567" y="40639"/>
                  </a:lnTo>
                  <a:lnTo>
                    <a:pt x="98424" y="36829"/>
                  </a:lnTo>
                  <a:lnTo>
                    <a:pt x="91439" y="36829"/>
                  </a:lnTo>
                  <a:lnTo>
                    <a:pt x="89409" y="33070"/>
                  </a:lnTo>
                  <a:lnTo>
                    <a:pt x="85118" y="33070"/>
                  </a:lnTo>
                  <a:lnTo>
                    <a:pt x="81642" y="26863"/>
                  </a:lnTo>
                  <a:close/>
                </a:path>
                <a:path w="491489" h="537210">
                  <a:moveTo>
                    <a:pt x="78046" y="42163"/>
                  </a:moveTo>
                  <a:lnTo>
                    <a:pt x="78104" y="43179"/>
                  </a:lnTo>
                  <a:lnTo>
                    <a:pt x="78612" y="43179"/>
                  </a:lnTo>
                  <a:lnTo>
                    <a:pt x="78046" y="42163"/>
                  </a:lnTo>
                  <a:close/>
                </a:path>
                <a:path w="491489" h="537210">
                  <a:moveTo>
                    <a:pt x="79223" y="42496"/>
                  </a:moveTo>
                  <a:lnTo>
                    <a:pt x="78866" y="43179"/>
                  </a:lnTo>
                  <a:lnTo>
                    <a:pt x="79120" y="43179"/>
                  </a:lnTo>
                  <a:lnTo>
                    <a:pt x="79223" y="42496"/>
                  </a:lnTo>
                  <a:close/>
                </a:path>
                <a:path w="491489" h="537210">
                  <a:moveTo>
                    <a:pt x="71246" y="40639"/>
                  </a:moveTo>
                  <a:lnTo>
                    <a:pt x="71319" y="40902"/>
                  </a:lnTo>
                  <a:lnTo>
                    <a:pt x="72068" y="42496"/>
                  </a:lnTo>
                  <a:lnTo>
                    <a:pt x="72516" y="41909"/>
                  </a:lnTo>
                  <a:lnTo>
                    <a:pt x="72897" y="41909"/>
                  </a:lnTo>
                  <a:lnTo>
                    <a:pt x="71246" y="40639"/>
                  </a:lnTo>
                  <a:close/>
                </a:path>
                <a:path w="491489" h="537210">
                  <a:moveTo>
                    <a:pt x="99567" y="40639"/>
                  </a:moveTo>
                  <a:lnTo>
                    <a:pt x="79501" y="40639"/>
                  </a:lnTo>
                  <a:lnTo>
                    <a:pt x="79462" y="40902"/>
                  </a:lnTo>
                  <a:lnTo>
                    <a:pt x="79343" y="41698"/>
                  </a:lnTo>
                  <a:lnTo>
                    <a:pt x="79223" y="42496"/>
                  </a:lnTo>
                  <a:lnTo>
                    <a:pt x="79476" y="42163"/>
                  </a:lnTo>
                  <a:lnTo>
                    <a:pt x="79628" y="41909"/>
                  </a:lnTo>
                  <a:lnTo>
                    <a:pt x="99948" y="41909"/>
                  </a:lnTo>
                  <a:lnTo>
                    <a:pt x="99646" y="40902"/>
                  </a:lnTo>
                  <a:lnTo>
                    <a:pt x="99567" y="40639"/>
                  </a:lnTo>
                  <a:close/>
                </a:path>
                <a:path w="491489" h="537210">
                  <a:moveTo>
                    <a:pt x="72897" y="41909"/>
                  </a:moveTo>
                  <a:lnTo>
                    <a:pt x="72516" y="41909"/>
                  </a:lnTo>
                  <a:lnTo>
                    <a:pt x="72796" y="42163"/>
                  </a:lnTo>
                  <a:lnTo>
                    <a:pt x="72897" y="41909"/>
                  </a:lnTo>
                  <a:close/>
                </a:path>
                <a:path w="491489" h="537210">
                  <a:moveTo>
                    <a:pt x="53466" y="40639"/>
                  </a:moveTo>
                  <a:lnTo>
                    <a:pt x="52196" y="40639"/>
                  </a:lnTo>
                  <a:lnTo>
                    <a:pt x="53085" y="41909"/>
                  </a:lnTo>
                  <a:lnTo>
                    <a:pt x="53388" y="40902"/>
                  </a:lnTo>
                  <a:lnTo>
                    <a:pt x="53466" y="40639"/>
                  </a:lnTo>
                  <a:close/>
                </a:path>
                <a:path w="491489" h="537210">
                  <a:moveTo>
                    <a:pt x="57530" y="39496"/>
                  </a:moveTo>
                  <a:lnTo>
                    <a:pt x="57334" y="39496"/>
                  </a:lnTo>
                  <a:lnTo>
                    <a:pt x="56239" y="41486"/>
                  </a:lnTo>
                  <a:lnTo>
                    <a:pt x="56123" y="41698"/>
                  </a:lnTo>
                  <a:lnTo>
                    <a:pt x="56006" y="41909"/>
                  </a:lnTo>
                  <a:lnTo>
                    <a:pt x="58525" y="40902"/>
                  </a:lnTo>
                  <a:lnTo>
                    <a:pt x="58936" y="40902"/>
                  </a:lnTo>
                  <a:lnTo>
                    <a:pt x="57530" y="39496"/>
                  </a:lnTo>
                  <a:close/>
                </a:path>
                <a:path w="491489" h="537210">
                  <a:moveTo>
                    <a:pt x="58936" y="40902"/>
                  </a:moveTo>
                  <a:lnTo>
                    <a:pt x="58970" y="41909"/>
                  </a:lnTo>
                  <a:lnTo>
                    <a:pt x="59816" y="41909"/>
                  </a:lnTo>
                  <a:lnTo>
                    <a:pt x="59520" y="41486"/>
                  </a:lnTo>
                  <a:lnTo>
                    <a:pt x="58936" y="40902"/>
                  </a:lnTo>
                  <a:close/>
                </a:path>
                <a:path w="491489" h="537210">
                  <a:moveTo>
                    <a:pt x="59181" y="40639"/>
                  </a:moveTo>
                  <a:lnTo>
                    <a:pt x="58525" y="40902"/>
                  </a:lnTo>
                  <a:lnTo>
                    <a:pt x="59111" y="40902"/>
                  </a:lnTo>
                  <a:lnTo>
                    <a:pt x="59520" y="41486"/>
                  </a:lnTo>
                  <a:lnTo>
                    <a:pt x="59943" y="41909"/>
                  </a:lnTo>
                  <a:lnTo>
                    <a:pt x="60134" y="41698"/>
                  </a:lnTo>
                  <a:lnTo>
                    <a:pt x="59181" y="40639"/>
                  </a:lnTo>
                  <a:close/>
                </a:path>
                <a:path w="491489" h="537210">
                  <a:moveTo>
                    <a:pt x="64985" y="39496"/>
                  </a:moveTo>
                  <a:lnTo>
                    <a:pt x="62115" y="39496"/>
                  </a:lnTo>
                  <a:lnTo>
                    <a:pt x="60134" y="41698"/>
                  </a:lnTo>
                  <a:lnTo>
                    <a:pt x="60324" y="41909"/>
                  </a:lnTo>
                  <a:lnTo>
                    <a:pt x="67182" y="41909"/>
                  </a:lnTo>
                  <a:lnTo>
                    <a:pt x="66880" y="40902"/>
                  </a:lnTo>
                  <a:lnTo>
                    <a:pt x="66801" y="40639"/>
                  </a:lnTo>
                  <a:lnTo>
                    <a:pt x="65785" y="40639"/>
                  </a:lnTo>
                  <a:lnTo>
                    <a:pt x="64985" y="39496"/>
                  </a:lnTo>
                  <a:close/>
                </a:path>
                <a:path w="491489" h="537210">
                  <a:moveTo>
                    <a:pt x="69761" y="39496"/>
                  </a:moveTo>
                  <a:lnTo>
                    <a:pt x="70484" y="40639"/>
                  </a:lnTo>
                  <a:lnTo>
                    <a:pt x="70400" y="41486"/>
                  </a:lnTo>
                  <a:lnTo>
                    <a:pt x="70660" y="40902"/>
                  </a:lnTo>
                  <a:lnTo>
                    <a:pt x="70738" y="40639"/>
                  </a:lnTo>
                  <a:lnTo>
                    <a:pt x="71246" y="40639"/>
                  </a:lnTo>
                  <a:lnTo>
                    <a:pt x="69761" y="39496"/>
                  </a:lnTo>
                  <a:close/>
                </a:path>
                <a:path w="491489" h="537210">
                  <a:moveTo>
                    <a:pt x="58927" y="40639"/>
                  </a:moveTo>
                  <a:lnTo>
                    <a:pt x="58936" y="40902"/>
                  </a:lnTo>
                  <a:lnTo>
                    <a:pt x="59111" y="40902"/>
                  </a:lnTo>
                  <a:lnTo>
                    <a:pt x="58927" y="40639"/>
                  </a:lnTo>
                  <a:close/>
                </a:path>
                <a:path w="491489" h="537210">
                  <a:moveTo>
                    <a:pt x="68833" y="35559"/>
                  </a:moveTo>
                  <a:lnTo>
                    <a:pt x="67817" y="35559"/>
                  </a:lnTo>
                  <a:lnTo>
                    <a:pt x="69341" y="40639"/>
                  </a:lnTo>
                  <a:lnTo>
                    <a:pt x="69938" y="38651"/>
                  </a:lnTo>
                  <a:lnTo>
                    <a:pt x="70064" y="38231"/>
                  </a:lnTo>
                  <a:lnTo>
                    <a:pt x="69101" y="38231"/>
                  </a:lnTo>
                  <a:lnTo>
                    <a:pt x="69027" y="37498"/>
                  </a:lnTo>
                  <a:lnTo>
                    <a:pt x="68913" y="36357"/>
                  </a:lnTo>
                  <a:lnTo>
                    <a:pt x="68833" y="35559"/>
                  </a:lnTo>
                  <a:close/>
                </a:path>
                <a:path w="491489" h="537210">
                  <a:moveTo>
                    <a:pt x="71246" y="39496"/>
                  </a:moveTo>
                  <a:lnTo>
                    <a:pt x="72135" y="40639"/>
                  </a:lnTo>
                  <a:lnTo>
                    <a:pt x="72389" y="40639"/>
                  </a:lnTo>
                  <a:lnTo>
                    <a:pt x="71246" y="39496"/>
                  </a:lnTo>
                  <a:close/>
                </a:path>
                <a:path w="491489" h="537210">
                  <a:moveTo>
                    <a:pt x="73444" y="39496"/>
                  </a:moveTo>
                  <a:lnTo>
                    <a:pt x="73278" y="39496"/>
                  </a:lnTo>
                  <a:lnTo>
                    <a:pt x="72135" y="40639"/>
                  </a:lnTo>
                  <a:lnTo>
                    <a:pt x="73786" y="40639"/>
                  </a:lnTo>
                  <a:lnTo>
                    <a:pt x="73444" y="39496"/>
                  </a:lnTo>
                  <a:close/>
                </a:path>
                <a:path w="491489" h="537210">
                  <a:moveTo>
                    <a:pt x="46604" y="38231"/>
                  </a:moveTo>
                  <a:lnTo>
                    <a:pt x="45952" y="38231"/>
                  </a:lnTo>
                  <a:lnTo>
                    <a:pt x="46964" y="39496"/>
                  </a:lnTo>
                  <a:lnTo>
                    <a:pt x="46767" y="39496"/>
                  </a:lnTo>
                  <a:lnTo>
                    <a:pt x="47402" y="38651"/>
                  </a:lnTo>
                  <a:lnTo>
                    <a:pt x="46604" y="38231"/>
                  </a:lnTo>
                  <a:close/>
                </a:path>
                <a:path w="491489" h="537210">
                  <a:moveTo>
                    <a:pt x="48005" y="37845"/>
                  </a:moveTo>
                  <a:lnTo>
                    <a:pt x="47402" y="38651"/>
                  </a:lnTo>
                  <a:lnTo>
                    <a:pt x="49009" y="39496"/>
                  </a:lnTo>
                  <a:lnTo>
                    <a:pt x="48831" y="39496"/>
                  </a:lnTo>
                  <a:lnTo>
                    <a:pt x="48005" y="37845"/>
                  </a:lnTo>
                  <a:close/>
                </a:path>
                <a:path w="491489" h="537210">
                  <a:moveTo>
                    <a:pt x="49109" y="38231"/>
                  </a:moveTo>
                  <a:lnTo>
                    <a:pt x="49132" y="38651"/>
                  </a:lnTo>
                  <a:lnTo>
                    <a:pt x="49301" y="39496"/>
                  </a:lnTo>
                  <a:lnTo>
                    <a:pt x="50565" y="39496"/>
                  </a:lnTo>
                  <a:lnTo>
                    <a:pt x="49109" y="38231"/>
                  </a:lnTo>
                  <a:close/>
                </a:path>
                <a:path w="491489" h="537210">
                  <a:moveTo>
                    <a:pt x="49665" y="36357"/>
                  </a:moveTo>
                  <a:lnTo>
                    <a:pt x="50450" y="39496"/>
                  </a:lnTo>
                  <a:lnTo>
                    <a:pt x="52700" y="39496"/>
                  </a:lnTo>
                  <a:lnTo>
                    <a:pt x="49665" y="36357"/>
                  </a:lnTo>
                  <a:close/>
                </a:path>
                <a:path w="491489" h="537210">
                  <a:moveTo>
                    <a:pt x="54570" y="38231"/>
                  </a:moveTo>
                  <a:lnTo>
                    <a:pt x="54228" y="38231"/>
                  </a:lnTo>
                  <a:lnTo>
                    <a:pt x="54228" y="39496"/>
                  </a:lnTo>
                  <a:lnTo>
                    <a:pt x="54444" y="38651"/>
                  </a:lnTo>
                  <a:lnTo>
                    <a:pt x="54570" y="38231"/>
                  </a:lnTo>
                  <a:close/>
                </a:path>
                <a:path w="491489" h="537210">
                  <a:moveTo>
                    <a:pt x="59068" y="38231"/>
                  </a:moveTo>
                  <a:lnTo>
                    <a:pt x="54570" y="38231"/>
                  </a:lnTo>
                  <a:lnTo>
                    <a:pt x="57861" y="39496"/>
                  </a:lnTo>
                  <a:lnTo>
                    <a:pt x="59194" y="39496"/>
                  </a:lnTo>
                  <a:lnTo>
                    <a:pt x="59068" y="38231"/>
                  </a:lnTo>
                  <a:close/>
                </a:path>
                <a:path w="491489" h="537210">
                  <a:moveTo>
                    <a:pt x="65444" y="38231"/>
                  </a:moveTo>
                  <a:lnTo>
                    <a:pt x="62488" y="38231"/>
                  </a:lnTo>
                  <a:lnTo>
                    <a:pt x="63753" y="39496"/>
                  </a:lnTo>
                  <a:lnTo>
                    <a:pt x="65824" y="39496"/>
                  </a:lnTo>
                  <a:lnTo>
                    <a:pt x="65570" y="38651"/>
                  </a:lnTo>
                  <a:lnTo>
                    <a:pt x="65444" y="38231"/>
                  </a:lnTo>
                  <a:close/>
                </a:path>
                <a:path w="491489" h="537210">
                  <a:moveTo>
                    <a:pt x="67817" y="36829"/>
                  </a:moveTo>
                  <a:lnTo>
                    <a:pt x="67055" y="36829"/>
                  </a:lnTo>
                  <a:lnTo>
                    <a:pt x="67856" y="39496"/>
                  </a:lnTo>
                  <a:lnTo>
                    <a:pt x="67817" y="36829"/>
                  </a:lnTo>
                  <a:close/>
                </a:path>
                <a:path w="491489" h="537210">
                  <a:moveTo>
                    <a:pt x="48767" y="36829"/>
                  </a:moveTo>
                  <a:lnTo>
                    <a:pt x="48266" y="37498"/>
                  </a:lnTo>
                  <a:lnTo>
                    <a:pt x="49109" y="38231"/>
                  </a:lnTo>
                  <a:lnTo>
                    <a:pt x="48971" y="37845"/>
                  </a:lnTo>
                  <a:lnTo>
                    <a:pt x="48767" y="36829"/>
                  </a:lnTo>
                  <a:close/>
                </a:path>
                <a:path w="491489" h="537210">
                  <a:moveTo>
                    <a:pt x="80550" y="33070"/>
                  </a:moveTo>
                  <a:lnTo>
                    <a:pt x="52288" y="33070"/>
                  </a:lnTo>
                  <a:lnTo>
                    <a:pt x="51434" y="34289"/>
                  </a:lnTo>
                  <a:lnTo>
                    <a:pt x="53847" y="35559"/>
                  </a:lnTo>
                  <a:lnTo>
                    <a:pt x="54228" y="36829"/>
                  </a:lnTo>
                  <a:lnTo>
                    <a:pt x="52967" y="38231"/>
                  </a:lnTo>
                  <a:lnTo>
                    <a:pt x="65234" y="38231"/>
                  </a:lnTo>
                  <a:lnTo>
                    <a:pt x="67055" y="36829"/>
                  </a:lnTo>
                  <a:lnTo>
                    <a:pt x="67817" y="36829"/>
                  </a:lnTo>
                  <a:lnTo>
                    <a:pt x="67817" y="35559"/>
                  </a:lnTo>
                  <a:lnTo>
                    <a:pt x="82168" y="35559"/>
                  </a:lnTo>
                  <a:lnTo>
                    <a:pt x="80550" y="33070"/>
                  </a:lnTo>
                  <a:close/>
                </a:path>
                <a:path w="491489" h="537210">
                  <a:moveTo>
                    <a:pt x="47497" y="36829"/>
                  </a:moveTo>
                  <a:lnTo>
                    <a:pt x="48005" y="37845"/>
                  </a:lnTo>
                  <a:lnTo>
                    <a:pt x="48266" y="37498"/>
                  </a:lnTo>
                  <a:lnTo>
                    <a:pt x="47497" y="36829"/>
                  </a:lnTo>
                  <a:close/>
                </a:path>
                <a:path w="491489" h="537210">
                  <a:moveTo>
                    <a:pt x="41351" y="36067"/>
                  </a:moveTo>
                  <a:lnTo>
                    <a:pt x="40512" y="36829"/>
                  </a:lnTo>
                  <a:lnTo>
                    <a:pt x="41655" y="36829"/>
                  </a:lnTo>
                  <a:lnTo>
                    <a:pt x="41466" y="36357"/>
                  </a:lnTo>
                  <a:lnTo>
                    <a:pt x="41351" y="36067"/>
                  </a:lnTo>
                  <a:close/>
                </a:path>
                <a:path w="491489" h="537210">
                  <a:moveTo>
                    <a:pt x="49148" y="34289"/>
                  </a:moveTo>
                  <a:lnTo>
                    <a:pt x="49354" y="35111"/>
                  </a:lnTo>
                  <a:lnTo>
                    <a:pt x="49466" y="35559"/>
                  </a:lnTo>
                  <a:lnTo>
                    <a:pt x="49520" y="35775"/>
                  </a:lnTo>
                  <a:lnTo>
                    <a:pt x="52577" y="36829"/>
                  </a:lnTo>
                  <a:lnTo>
                    <a:pt x="49148" y="34289"/>
                  </a:lnTo>
                  <a:close/>
                </a:path>
                <a:path w="491489" h="537210">
                  <a:moveTo>
                    <a:pt x="94868" y="35559"/>
                  </a:moveTo>
                  <a:lnTo>
                    <a:pt x="91439" y="36829"/>
                  </a:lnTo>
                  <a:lnTo>
                    <a:pt x="94995" y="36829"/>
                  </a:lnTo>
                  <a:lnTo>
                    <a:pt x="94890" y="35775"/>
                  </a:lnTo>
                  <a:lnTo>
                    <a:pt x="94868" y="35559"/>
                  </a:lnTo>
                  <a:close/>
                </a:path>
                <a:path w="491489" h="537210">
                  <a:moveTo>
                    <a:pt x="97662" y="34289"/>
                  </a:moveTo>
                  <a:lnTo>
                    <a:pt x="94995" y="36829"/>
                  </a:lnTo>
                  <a:lnTo>
                    <a:pt x="98424" y="36829"/>
                  </a:lnTo>
                  <a:lnTo>
                    <a:pt x="97662" y="34289"/>
                  </a:lnTo>
                  <a:close/>
                </a:path>
                <a:path w="491489" h="537210">
                  <a:moveTo>
                    <a:pt x="48894" y="35559"/>
                  </a:moveTo>
                  <a:lnTo>
                    <a:pt x="49665" y="36357"/>
                  </a:lnTo>
                  <a:lnTo>
                    <a:pt x="49593" y="36067"/>
                  </a:lnTo>
                  <a:lnTo>
                    <a:pt x="49520" y="35775"/>
                  </a:lnTo>
                  <a:lnTo>
                    <a:pt x="48894" y="35559"/>
                  </a:lnTo>
                  <a:close/>
                </a:path>
                <a:path w="491489" h="537210">
                  <a:moveTo>
                    <a:pt x="40968" y="35111"/>
                  </a:moveTo>
                  <a:lnTo>
                    <a:pt x="41147" y="35559"/>
                  </a:lnTo>
                  <a:lnTo>
                    <a:pt x="41234" y="35775"/>
                  </a:lnTo>
                  <a:lnTo>
                    <a:pt x="41351" y="36067"/>
                  </a:lnTo>
                  <a:lnTo>
                    <a:pt x="41909" y="35559"/>
                  </a:lnTo>
                  <a:lnTo>
                    <a:pt x="40968" y="35111"/>
                  </a:lnTo>
                  <a:close/>
                </a:path>
                <a:path w="491489" h="537210">
                  <a:moveTo>
                    <a:pt x="40893" y="31749"/>
                  </a:moveTo>
                  <a:lnTo>
                    <a:pt x="41101" y="32789"/>
                  </a:lnTo>
                  <a:lnTo>
                    <a:pt x="41158" y="33070"/>
                  </a:lnTo>
                  <a:lnTo>
                    <a:pt x="41268" y="33621"/>
                  </a:lnTo>
                  <a:lnTo>
                    <a:pt x="41327" y="33916"/>
                  </a:lnTo>
                  <a:lnTo>
                    <a:pt x="41401" y="34289"/>
                  </a:lnTo>
                  <a:lnTo>
                    <a:pt x="44449" y="35559"/>
                  </a:lnTo>
                  <a:lnTo>
                    <a:pt x="45072" y="33070"/>
                  </a:lnTo>
                  <a:lnTo>
                    <a:pt x="43931" y="33070"/>
                  </a:lnTo>
                  <a:lnTo>
                    <a:pt x="40893" y="31749"/>
                  </a:lnTo>
                  <a:close/>
                </a:path>
                <a:path w="491489" h="537210">
                  <a:moveTo>
                    <a:pt x="46240" y="33070"/>
                  </a:moveTo>
                  <a:lnTo>
                    <a:pt x="45927" y="33621"/>
                  </a:lnTo>
                  <a:lnTo>
                    <a:pt x="45592" y="34289"/>
                  </a:lnTo>
                  <a:lnTo>
                    <a:pt x="45428" y="35111"/>
                  </a:lnTo>
                  <a:lnTo>
                    <a:pt x="45338" y="35559"/>
                  </a:lnTo>
                  <a:lnTo>
                    <a:pt x="46862" y="35559"/>
                  </a:lnTo>
                  <a:lnTo>
                    <a:pt x="46240" y="33070"/>
                  </a:lnTo>
                  <a:close/>
                </a:path>
                <a:path w="491489" h="537210">
                  <a:moveTo>
                    <a:pt x="40639" y="34289"/>
                  </a:moveTo>
                  <a:lnTo>
                    <a:pt x="39242" y="34289"/>
                  </a:lnTo>
                  <a:lnTo>
                    <a:pt x="40968" y="35111"/>
                  </a:lnTo>
                  <a:lnTo>
                    <a:pt x="40639" y="34289"/>
                  </a:lnTo>
                  <a:close/>
                </a:path>
                <a:path w="491489" h="537210">
                  <a:moveTo>
                    <a:pt x="36542" y="33621"/>
                  </a:moveTo>
                  <a:lnTo>
                    <a:pt x="36575" y="34289"/>
                  </a:lnTo>
                  <a:lnTo>
                    <a:pt x="36837" y="33916"/>
                  </a:lnTo>
                  <a:lnTo>
                    <a:pt x="36542" y="33621"/>
                  </a:lnTo>
                  <a:close/>
                </a:path>
                <a:path w="491489" h="537210">
                  <a:moveTo>
                    <a:pt x="37332" y="33070"/>
                  </a:moveTo>
                  <a:lnTo>
                    <a:pt x="37043" y="33621"/>
                  </a:lnTo>
                  <a:lnTo>
                    <a:pt x="36837" y="33916"/>
                  </a:lnTo>
                  <a:lnTo>
                    <a:pt x="37210" y="34289"/>
                  </a:lnTo>
                  <a:lnTo>
                    <a:pt x="37332" y="33070"/>
                  </a:lnTo>
                  <a:close/>
                </a:path>
                <a:path w="491489" h="537210">
                  <a:moveTo>
                    <a:pt x="78866" y="30479"/>
                  </a:moveTo>
                  <a:lnTo>
                    <a:pt x="45719" y="30479"/>
                  </a:lnTo>
                  <a:lnTo>
                    <a:pt x="47497" y="31749"/>
                  </a:lnTo>
                  <a:lnTo>
                    <a:pt x="49783" y="34289"/>
                  </a:lnTo>
                  <a:lnTo>
                    <a:pt x="49905" y="33070"/>
                  </a:lnTo>
                  <a:lnTo>
                    <a:pt x="80550" y="33070"/>
                  </a:lnTo>
                  <a:lnTo>
                    <a:pt x="78866" y="30479"/>
                  </a:lnTo>
                  <a:close/>
                </a:path>
                <a:path w="491489" h="537210">
                  <a:moveTo>
                    <a:pt x="36448" y="31749"/>
                  </a:moveTo>
                  <a:lnTo>
                    <a:pt x="36033" y="32789"/>
                  </a:lnTo>
                  <a:lnTo>
                    <a:pt x="35991" y="33070"/>
                  </a:lnTo>
                  <a:lnTo>
                    <a:pt x="36542" y="33621"/>
                  </a:lnTo>
                  <a:lnTo>
                    <a:pt x="36448" y="31749"/>
                  </a:lnTo>
                  <a:close/>
                </a:path>
                <a:path w="491489" h="537210">
                  <a:moveTo>
                    <a:pt x="32892" y="31749"/>
                  </a:moveTo>
                  <a:lnTo>
                    <a:pt x="33181" y="32789"/>
                  </a:lnTo>
                  <a:lnTo>
                    <a:pt x="33294" y="33070"/>
                  </a:lnTo>
                  <a:lnTo>
                    <a:pt x="33406" y="32789"/>
                  </a:lnTo>
                  <a:lnTo>
                    <a:pt x="32892" y="31749"/>
                  </a:lnTo>
                  <a:close/>
                </a:path>
                <a:path w="491489" h="537210">
                  <a:moveTo>
                    <a:pt x="39496" y="29209"/>
                  </a:moveTo>
                  <a:lnTo>
                    <a:pt x="35813" y="29209"/>
                  </a:lnTo>
                  <a:lnTo>
                    <a:pt x="35051" y="30479"/>
                  </a:lnTo>
                  <a:lnTo>
                    <a:pt x="36321" y="30479"/>
                  </a:lnTo>
                  <a:lnTo>
                    <a:pt x="37361" y="32789"/>
                  </a:lnTo>
                  <a:lnTo>
                    <a:pt x="37487" y="33070"/>
                  </a:lnTo>
                  <a:lnTo>
                    <a:pt x="38262" y="33070"/>
                  </a:lnTo>
                  <a:lnTo>
                    <a:pt x="37337" y="31749"/>
                  </a:lnTo>
                  <a:lnTo>
                    <a:pt x="38734" y="30479"/>
                  </a:lnTo>
                  <a:lnTo>
                    <a:pt x="39496" y="29209"/>
                  </a:lnTo>
                  <a:close/>
                </a:path>
                <a:path w="491489" h="537210">
                  <a:moveTo>
                    <a:pt x="67704" y="24129"/>
                  </a:moveTo>
                  <a:lnTo>
                    <a:pt x="29463" y="24129"/>
                  </a:lnTo>
                  <a:lnTo>
                    <a:pt x="29895" y="25145"/>
                  </a:lnTo>
                  <a:lnTo>
                    <a:pt x="29995" y="25399"/>
                  </a:lnTo>
                  <a:lnTo>
                    <a:pt x="31431" y="26863"/>
                  </a:lnTo>
                  <a:lnTo>
                    <a:pt x="31527" y="27622"/>
                  </a:lnTo>
                  <a:lnTo>
                    <a:pt x="31622" y="27939"/>
                  </a:lnTo>
                  <a:lnTo>
                    <a:pt x="34035" y="27939"/>
                  </a:lnTo>
                  <a:lnTo>
                    <a:pt x="34035" y="29209"/>
                  </a:lnTo>
                  <a:lnTo>
                    <a:pt x="39496" y="29209"/>
                  </a:lnTo>
                  <a:lnTo>
                    <a:pt x="42544" y="30479"/>
                  </a:lnTo>
                  <a:lnTo>
                    <a:pt x="43840" y="33070"/>
                  </a:lnTo>
                  <a:lnTo>
                    <a:pt x="45072" y="33070"/>
                  </a:lnTo>
                  <a:lnTo>
                    <a:pt x="45719" y="30479"/>
                  </a:lnTo>
                  <a:lnTo>
                    <a:pt x="78866" y="30479"/>
                  </a:lnTo>
                  <a:lnTo>
                    <a:pt x="67704" y="24129"/>
                  </a:lnTo>
                  <a:close/>
                </a:path>
                <a:path w="491489" h="537210">
                  <a:moveTo>
                    <a:pt x="88010" y="30479"/>
                  </a:moveTo>
                  <a:lnTo>
                    <a:pt x="85031" y="33070"/>
                  </a:lnTo>
                  <a:lnTo>
                    <a:pt x="89409" y="33070"/>
                  </a:lnTo>
                  <a:lnTo>
                    <a:pt x="88010" y="30479"/>
                  </a:lnTo>
                  <a:close/>
                </a:path>
                <a:path w="491489" h="537210">
                  <a:moveTo>
                    <a:pt x="30543" y="27622"/>
                  </a:moveTo>
                  <a:lnTo>
                    <a:pt x="30606" y="27939"/>
                  </a:lnTo>
                  <a:lnTo>
                    <a:pt x="30715" y="28484"/>
                  </a:lnTo>
                  <a:lnTo>
                    <a:pt x="30780" y="28979"/>
                  </a:lnTo>
                  <a:lnTo>
                    <a:pt x="30987" y="29209"/>
                  </a:lnTo>
                  <a:lnTo>
                    <a:pt x="31241" y="29209"/>
                  </a:lnTo>
                  <a:lnTo>
                    <a:pt x="31622" y="30479"/>
                  </a:lnTo>
                  <a:lnTo>
                    <a:pt x="32003" y="30479"/>
                  </a:lnTo>
                  <a:lnTo>
                    <a:pt x="32892" y="31749"/>
                  </a:lnTo>
                  <a:lnTo>
                    <a:pt x="32257" y="30479"/>
                  </a:lnTo>
                  <a:lnTo>
                    <a:pt x="30543" y="27622"/>
                  </a:lnTo>
                  <a:close/>
                </a:path>
                <a:path w="491489" h="537210">
                  <a:moveTo>
                    <a:pt x="32892" y="27939"/>
                  </a:moveTo>
                  <a:lnTo>
                    <a:pt x="32003" y="27939"/>
                  </a:lnTo>
                  <a:lnTo>
                    <a:pt x="32315" y="28979"/>
                  </a:lnTo>
                  <a:lnTo>
                    <a:pt x="32384" y="29209"/>
                  </a:lnTo>
                  <a:lnTo>
                    <a:pt x="32003" y="29209"/>
                  </a:lnTo>
                  <a:lnTo>
                    <a:pt x="32384" y="30479"/>
                  </a:lnTo>
                  <a:lnTo>
                    <a:pt x="32765" y="30479"/>
                  </a:lnTo>
                  <a:lnTo>
                    <a:pt x="32892" y="31749"/>
                  </a:lnTo>
                  <a:lnTo>
                    <a:pt x="33400" y="31749"/>
                  </a:lnTo>
                  <a:lnTo>
                    <a:pt x="33019" y="30479"/>
                  </a:lnTo>
                  <a:lnTo>
                    <a:pt x="32892" y="27939"/>
                  </a:lnTo>
                  <a:close/>
                </a:path>
                <a:path w="491489" h="537210">
                  <a:moveTo>
                    <a:pt x="34035" y="27939"/>
                  </a:moveTo>
                  <a:lnTo>
                    <a:pt x="32892" y="27939"/>
                  </a:lnTo>
                  <a:lnTo>
                    <a:pt x="33527" y="30479"/>
                  </a:lnTo>
                  <a:lnTo>
                    <a:pt x="33527" y="29209"/>
                  </a:lnTo>
                  <a:lnTo>
                    <a:pt x="33781" y="29209"/>
                  </a:lnTo>
                  <a:lnTo>
                    <a:pt x="33828" y="28979"/>
                  </a:lnTo>
                  <a:lnTo>
                    <a:pt x="33927" y="28484"/>
                  </a:lnTo>
                  <a:lnTo>
                    <a:pt x="34035" y="27939"/>
                  </a:lnTo>
                  <a:close/>
                </a:path>
                <a:path w="491489" h="537210">
                  <a:moveTo>
                    <a:pt x="29536" y="28484"/>
                  </a:moveTo>
                  <a:lnTo>
                    <a:pt x="29487" y="28979"/>
                  </a:lnTo>
                  <a:lnTo>
                    <a:pt x="29717" y="29209"/>
                  </a:lnTo>
                  <a:lnTo>
                    <a:pt x="30606" y="29209"/>
                  </a:lnTo>
                  <a:lnTo>
                    <a:pt x="30468" y="28979"/>
                  </a:lnTo>
                  <a:lnTo>
                    <a:pt x="29536" y="28484"/>
                  </a:lnTo>
                  <a:close/>
                </a:path>
                <a:path w="491489" h="537210">
                  <a:moveTo>
                    <a:pt x="29844" y="27939"/>
                  </a:moveTo>
                  <a:lnTo>
                    <a:pt x="30171" y="28484"/>
                  </a:lnTo>
                  <a:lnTo>
                    <a:pt x="30526" y="28979"/>
                  </a:lnTo>
                  <a:lnTo>
                    <a:pt x="30987" y="29209"/>
                  </a:lnTo>
                  <a:lnTo>
                    <a:pt x="30860" y="29209"/>
                  </a:lnTo>
                  <a:lnTo>
                    <a:pt x="30814" y="28979"/>
                  </a:lnTo>
                  <a:lnTo>
                    <a:pt x="30334" y="28484"/>
                  </a:lnTo>
                  <a:lnTo>
                    <a:pt x="29844" y="27939"/>
                  </a:lnTo>
                  <a:close/>
                </a:path>
                <a:path w="491489" h="537210">
                  <a:moveTo>
                    <a:pt x="29641" y="27431"/>
                  </a:moveTo>
                  <a:lnTo>
                    <a:pt x="29241" y="27622"/>
                  </a:lnTo>
                  <a:lnTo>
                    <a:pt x="28447" y="27939"/>
                  </a:lnTo>
                  <a:lnTo>
                    <a:pt x="29536" y="28484"/>
                  </a:lnTo>
                  <a:lnTo>
                    <a:pt x="29641" y="27431"/>
                  </a:lnTo>
                  <a:close/>
                </a:path>
                <a:path w="491489" h="537210">
                  <a:moveTo>
                    <a:pt x="30835" y="26863"/>
                  </a:moveTo>
                  <a:lnTo>
                    <a:pt x="30254" y="27140"/>
                  </a:lnTo>
                  <a:lnTo>
                    <a:pt x="30733" y="27939"/>
                  </a:lnTo>
                  <a:lnTo>
                    <a:pt x="30835" y="26863"/>
                  </a:lnTo>
                  <a:close/>
                </a:path>
                <a:path w="491489" h="537210">
                  <a:moveTo>
                    <a:pt x="29880" y="25994"/>
                  </a:moveTo>
                  <a:lnTo>
                    <a:pt x="30088" y="26863"/>
                  </a:lnTo>
                  <a:lnTo>
                    <a:pt x="30254" y="27140"/>
                  </a:lnTo>
                  <a:lnTo>
                    <a:pt x="30835" y="26863"/>
                  </a:lnTo>
                  <a:lnTo>
                    <a:pt x="30488" y="26863"/>
                  </a:lnTo>
                  <a:lnTo>
                    <a:pt x="29880" y="25994"/>
                  </a:lnTo>
                  <a:close/>
                </a:path>
                <a:path w="491489" h="537210">
                  <a:moveTo>
                    <a:pt x="29463" y="25399"/>
                  </a:moveTo>
                  <a:lnTo>
                    <a:pt x="29756" y="26863"/>
                  </a:lnTo>
                  <a:lnTo>
                    <a:pt x="29880" y="25994"/>
                  </a:lnTo>
                  <a:lnTo>
                    <a:pt x="29463" y="25399"/>
                  </a:lnTo>
                  <a:close/>
                </a:path>
                <a:path w="491489" h="537210">
                  <a:moveTo>
                    <a:pt x="30098" y="25399"/>
                  </a:moveTo>
                  <a:lnTo>
                    <a:pt x="30150" y="25994"/>
                  </a:lnTo>
                  <a:lnTo>
                    <a:pt x="30411" y="26863"/>
                  </a:lnTo>
                  <a:lnTo>
                    <a:pt x="31123" y="26863"/>
                  </a:lnTo>
                  <a:lnTo>
                    <a:pt x="30098" y="25399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8" name="object 23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543333" y="3795775"/>
              <a:ext cx="122122" cy="326389"/>
            </a:xfrm>
            <a:prstGeom prst="rect">
              <a:avLst/>
            </a:prstGeom>
          </p:spPr>
        </p:pic>
        <p:pic>
          <p:nvPicPr>
            <p:cNvPr id="239" name="object 23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532665" y="2773171"/>
              <a:ext cx="123658" cy="326389"/>
            </a:xfrm>
            <a:prstGeom prst="rect">
              <a:avLst/>
            </a:prstGeom>
          </p:spPr>
        </p:pic>
        <p:pic>
          <p:nvPicPr>
            <p:cNvPr id="240" name="object 24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159245" y="4467732"/>
              <a:ext cx="372363" cy="528319"/>
            </a:xfrm>
            <a:prstGeom prst="rect">
              <a:avLst/>
            </a:prstGeom>
          </p:spPr>
        </p:pic>
        <p:sp>
          <p:nvSpPr>
            <p:cNvPr id="241" name="object 241"/>
            <p:cNvSpPr/>
            <p:nvPr/>
          </p:nvSpPr>
          <p:spPr>
            <a:xfrm>
              <a:off x="5336413" y="4546726"/>
              <a:ext cx="255270" cy="462280"/>
            </a:xfrm>
            <a:custGeom>
              <a:avLst/>
              <a:gdLst/>
              <a:ahLst/>
              <a:cxnLst/>
              <a:rect l="l" t="t" r="r" b="b"/>
              <a:pathLst>
                <a:path w="255270" h="462279">
                  <a:moveTo>
                    <a:pt x="40269" y="431908"/>
                  </a:moveTo>
                  <a:lnTo>
                    <a:pt x="31541" y="431908"/>
                  </a:lnTo>
                  <a:lnTo>
                    <a:pt x="29704" y="434358"/>
                  </a:lnTo>
                  <a:lnTo>
                    <a:pt x="30110" y="434358"/>
                  </a:lnTo>
                  <a:lnTo>
                    <a:pt x="31637" y="436923"/>
                  </a:lnTo>
                  <a:lnTo>
                    <a:pt x="32681" y="440055"/>
                  </a:lnTo>
                  <a:lnTo>
                    <a:pt x="32660" y="440266"/>
                  </a:lnTo>
                  <a:lnTo>
                    <a:pt x="34421" y="443492"/>
                  </a:lnTo>
                  <a:lnTo>
                    <a:pt x="35559" y="445770"/>
                  </a:lnTo>
                  <a:lnTo>
                    <a:pt x="36067" y="447040"/>
                  </a:lnTo>
                  <a:lnTo>
                    <a:pt x="36321" y="447040"/>
                  </a:lnTo>
                  <a:lnTo>
                    <a:pt x="37359" y="448372"/>
                  </a:lnTo>
                  <a:lnTo>
                    <a:pt x="38226" y="450850"/>
                  </a:lnTo>
                  <a:lnTo>
                    <a:pt x="40004" y="453390"/>
                  </a:lnTo>
                  <a:lnTo>
                    <a:pt x="41401" y="454660"/>
                  </a:lnTo>
                  <a:lnTo>
                    <a:pt x="42544" y="454660"/>
                  </a:lnTo>
                  <a:lnTo>
                    <a:pt x="43814" y="455930"/>
                  </a:lnTo>
                  <a:lnTo>
                    <a:pt x="43306" y="455930"/>
                  </a:lnTo>
                  <a:lnTo>
                    <a:pt x="45211" y="457200"/>
                  </a:lnTo>
                  <a:lnTo>
                    <a:pt x="47878" y="458470"/>
                  </a:lnTo>
                  <a:lnTo>
                    <a:pt x="49783" y="458470"/>
                  </a:lnTo>
                  <a:lnTo>
                    <a:pt x="51053" y="459740"/>
                  </a:lnTo>
                  <a:lnTo>
                    <a:pt x="54101" y="459740"/>
                  </a:lnTo>
                  <a:lnTo>
                    <a:pt x="57022" y="461010"/>
                  </a:lnTo>
                  <a:lnTo>
                    <a:pt x="60070" y="462280"/>
                  </a:lnTo>
                  <a:lnTo>
                    <a:pt x="61848" y="462280"/>
                  </a:lnTo>
                  <a:lnTo>
                    <a:pt x="63499" y="461010"/>
                  </a:lnTo>
                  <a:lnTo>
                    <a:pt x="66674" y="459740"/>
                  </a:lnTo>
                  <a:lnTo>
                    <a:pt x="72008" y="457200"/>
                  </a:lnTo>
                  <a:lnTo>
                    <a:pt x="80390" y="450850"/>
                  </a:lnTo>
                  <a:lnTo>
                    <a:pt x="84726" y="448372"/>
                  </a:lnTo>
                  <a:lnTo>
                    <a:pt x="85387" y="448372"/>
                  </a:lnTo>
                  <a:lnTo>
                    <a:pt x="83692" y="447040"/>
                  </a:lnTo>
                  <a:lnTo>
                    <a:pt x="83819" y="445770"/>
                  </a:lnTo>
                  <a:lnTo>
                    <a:pt x="57530" y="445770"/>
                  </a:lnTo>
                  <a:lnTo>
                    <a:pt x="57361" y="444923"/>
                  </a:lnTo>
                  <a:lnTo>
                    <a:pt x="57167" y="444543"/>
                  </a:lnTo>
                  <a:lnTo>
                    <a:pt x="51951" y="444543"/>
                  </a:lnTo>
                  <a:lnTo>
                    <a:pt x="51741" y="443492"/>
                  </a:lnTo>
                  <a:lnTo>
                    <a:pt x="50830" y="443492"/>
                  </a:lnTo>
                  <a:lnTo>
                    <a:pt x="49984" y="442082"/>
                  </a:lnTo>
                  <a:lnTo>
                    <a:pt x="50472" y="442082"/>
                  </a:lnTo>
                  <a:lnTo>
                    <a:pt x="50961" y="441267"/>
                  </a:lnTo>
                  <a:lnTo>
                    <a:pt x="52093" y="441267"/>
                  </a:lnTo>
                  <a:lnTo>
                    <a:pt x="50799" y="439420"/>
                  </a:lnTo>
                  <a:lnTo>
                    <a:pt x="48640" y="439420"/>
                  </a:lnTo>
                  <a:lnTo>
                    <a:pt x="48028" y="438195"/>
                  </a:lnTo>
                  <a:lnTo>
                    <a:pt x="46740" y="438195"/>
                  </a:lnTo>
                  <a:lnTo>
                    <a:pt x="46671" y="437502"/>
                  </a:lnTo>
                  <a:lnTo>
                    <a:pt x="46613" y="436923"/>
                  </a:lnTo>
                  <a:lnTo>
                    <a:pt x="41226" y="436923"/>
                  </a:lnTo>
                  <a:lnTo>
                    <a:pt x="42497" y="435768"/>
                  </a:lnTo>
                  <a:lnTo>
                    <a:pt x="41005" y="435768"/>
                  </a:lnTo>
                  <a:lnTo>
                    <a:pt x="40018" y="434358"/>
                  </a:lnTo>
                  <a:lnTo>
                    <a:pt x="40385" y="433070"/>
                  </a:lnTo>
                  <a:lnTo>
                    <a:pt x="40269" y="431908"/>
                  </a:lnTo>
                  <a:close/>
                </a:path>
                <a:path w="255270" h="462279">
                  <a:moveTo>
                    <a:pt x="85851" y="447040"/>
                  </a:moveTo>
                  <a:lnTo>
                    <a:pt x="85597" y="447040"/>
                  </a:lnTo>
                  <a:lnTo>
                    <a:pt x="85291" y="448372"/>
                  </a:lnTo>
                  <a:lnTo>
                    <a:pt x="85851" y="447040"/>
                  </a:lnTo>
                  <a:close/>
                </a:path>
                <a:path w="255270" h="462279">
                  <a:moveTo>
                    <a:pt x="89026" y="445770"/>
                  </a:moveTo>
                  <a:lnTo>
                    <a:pt x="85343" y="445770"/>
                  </a:lnTo>
                  <a:lnTo>
                    <a:pt x="85089" y="447040"/>
                  </a:lnTo>
                  <a:lnTo>
                    <a:pt x="88899" y="447040"/>
                  </a:lnTo>
                  <a:lnTo>
                    <a:pt x="89026" y="445770"/>
                  </a:lnTo>
                  <a:close/>
                </a:path>
                <a:path w="255270" h="462279">
                  <a:moveTo>
                    <a:pt x="57298" y="444543"/>
                  </a:moveTo>
                  <a:lnTo>
                    <a:pt x="57319" y="444923"/>
                  </a:lnTo>
                  <a:lnTo>
                    <a:pt x="57657" y="445770"/>
                  </a:lnTo>
                  <a:lnTo>
                    <a:pt x="57911" y="445770"/>
                  </a:lnTo>
                  <a:lnTo>
                    <a:pt x="57298" y="444543"/>
                  </a:lnTo>
                  <a:close/>
                </a:path>
                <a:path w="255270" h="462279">
                  <a:moveTo>
                    <a:pt x="57869" y="444923"/>
                  </a:moveTo>
                  <a:lnTo>
                    <a:pt x="57911" y="445770"/>
                  </a:lnTo>
                  <a:lnTo>
                    <a:pt x="57869" y="444923"/>
                  </a:lnTo>
                  <a:close/>
                </a:path>
                <a:path w="255270" h="462279">
                  <a:moveTo>
                    <a:pt x="58292" y="444923"/>
                  </a:moveTo>
                  <a:lnTo>
                    <a:pt x="58292" y="445770"/>
                  </a:lnTo>
                  <a:lnTo>
                    <a:pt x="58546" y="445770"/>
                  </a:lnTo>
                  <a:lnTo>
                    <a:pt x="58292" y="444923"/>
                  </a:lnTo>
                  <a:close/>
                </a:path>
                <a:path w="255270" h="462279">
                  <a:moveTo>
                    <a:pt x="58596" y="442082"/>
                  </a:moveTo>
                  <a:lnTo>
                    <a:pt x="57948" y="442082"/>
                  </a:lnTo>
                  <a:lnTo>
                    <a:pt x="58319" y="443492"/>
                  </a:lnTo>
                  <a:lnTo>
                    <a:pt x="58424" y="444543"/>
                  </a:lnTo>
                  <a:lnTo>
                    <a:pt x="58546" y="445770"/>
                  </a:lnTo>
                  <a:lnTo>
                    <a:pt x="87502" y="445770"/>
                  </a:lnTo>
                  <a:lnTo>
                    <a:pt x="87502" y="444543"/>
                  </a:lnTo>
                  <a:lnTo>
                    <a:pt x="90108" y="444543"/>
                  </a:lnTo>
                  <a:lnTo>
                    <a:pt x="90056" y="443492"/>
                  </a:lnTo>
                  <a:lnTo>
                    <a:pt x="59159" y="443492"/>
                  </a:lnTo>
                  <a:lnTo>
                    <a:pt x="58692" y="442322"/>
                  </a:lnTo>
                  <a:lnTo>
                    <a:pt x="58596" y="442082"/>
                  </a:lnTo>
                  <a:close/>
                </a:path>
                <a:path w="255270" h="462279">
                  <a:moveTo>
                    <a:pt x="90108" y="444543"/>
                  </a:moveTo>
                  <a:lnTo>
                    <a:pt x="88943" y="444543"/>
                  </a:lnTo>
                  <a:lnTo>
                    <a:pt x="90169" y="445770"/>
                  </a:lnTo>
                  <a:lnTo>
                    <a:pt x="90108" y="444543"/>
                  </a:lnTo>
                  <a:close/>
                </a:path>
                <a:path w="255270" h="462279">
                  <a:moveTo>
                    <a:pt x="69484" y="435768"/>
                  </a:moveTo>
                  <a:lnTo>
                    <a:pt x="69159" y="435768"/>
                  </a:lnTo>
                  <a:lnTo>
                    <a:pt x="67165" y="437502"/>
                  </a:lnTo>
                  <a:lnTo>
                    <a:pt x="66285" y="438195"/>
                  </a:lnTo>
                  <a:lnTo>
                    <a:pt x="62610" y="439420"/>
                  </a:lnTo>
                  <a:lnTo>
                    <a:pt x="59149" y="442082"/>
                  </a:lnTo>
                  <a:lnTo>
                    <a:pt x="59956" y="442082"/>
                  </a:lnTo>
                  <a:lnTo>
                    <a:pt x="59980" y="442322"/>
                  </a:lnTo>
                  <a:lnTo>
                    <a:pt x="60097" y="443492"/>
                  </a:lnTo>
                  <a:lnTo>
                    <a:pt x="90292" y="443492"/>
                  </a:lnTo>
                  <a:lnTo>
                    <a:pt x="92455" y="445770"/>
                  </a:lnTo>
                  <a:lnTo>
                    <a:pt x="93069" y="444543"/>
                  </a:lnTo>
                  <a:lnTo>
                    <a:pt x="92985" y="444288"/>
                  </a:lnTo>
                  <a:lnTo>
                    <a:pt x="92002" y="442322"/>
                  </a:lnTo>
                  <a:lnTo>
                    <a:pt x="91959" y="441267"/>
                  </a:lnTo>
                  <a:lnTo>
                    <a:pt x="92159" y="440266"/>
                  </a:lnTo>
                  <a:lnTo>
                    <a:pt x="92201" y="440055"/>
                  </a:lnTo>
                  <a:lnTo>
                    <a:pt x="92328" y="436923"/>
                  </a:lnTo>
                  <a:lnTo>
                    <a:pt x="70524" y="436923"/>
                  </a:lnTo>
                  <a:lnTo>
                    <a:pt x="69484" y="435768"/>
                  </a:lnTo>
                  <a:close/>
                </a:path>
                <a:path w="255270" h="462279">
                  <a:moveTo>
                    <a:pt x="54882" y="442322"/>
                  </a:moveTo>
                  <a:lnTo>
                    <a:pt x="51883" y="444543"/>
                  </a:lnTo>
                  <a:lnTo>
                    <a:pt x="53318" y="444543"/>
                  </a:lnTo>
                  <a:lnTo>
                    <a:pt x="53843" y="443492"/>
                  </a:lnTo>
                  <a:lnTo>
                    <a:pt x="54531" y="443492"/>
                  </a:lnTo>
                  <a:lnTo>
                    <a:pt x="54882" y="442322"/>
                  </a:lnTo>
                  <a:close/>
                </a:path>
                <a:path w="255270" h="462279">
                  <a:moveTo>
                    <a:pt x="55752" y="443492"/>
                  </a:moveTo>
                  <a:lnTo>
                    <a:pt x="54811" y="443492"/>
                  </a:lnTo>
                  <a:lnTo>
                    <a:pt x="54652" y="444288"/>
                  </a:lnTo>
                  <a:lnTo>
                    <a:pt x="54601" y="444543"/>
                  </a:lnTo>
                  <a:lnTo>
                    <a:pt x="55752" y="444543"/>
                  </a:lnTo>
                  <a:lnTo>
                    <a:pt x="55752" y="443492"/>
                  </a:lnTo>
                  <a:close/>
                </a:path>
                <a:path w="255270" h="462279">
                  <a:moveTo>
                    <a:pt x="55861" y="442322"/>
                  </a:moveTo>
                  <a:lnTo>
                    <a:pt x="55752" y="444543"/>
                  </a:lnTo>
                  <a:lnTo>
                    <a:pt x="57163" y="444543"/>
                  </a:lnTo>
                  <a:lnTo>
                    <a:pt x="56847" y="443492"/>
                  </a:lnTo>
                  <a:lnTo>
                    <a:pt x="56212" y="443492"/>
                  </a:lnTo>
                  <a:lnTo>
                    <a:pt x="55861" y="442322"/>
                  </a:lnTo>
                  <a:close/>
                </a:path>
                <a:path w="255270" h="462279">
                  <a:moveTo>
                    <a:pt x="57281" y="443492"/>
                  </a:moveTo>
                  <a:lnTo>
                    <a:pt x="57580" y="444288"/>
                  </a:lnTo>
                  <a:lnTo>
                    <a:pt x="57679" y="444543"/>
                  </a:lnTo>
                  <a:lnTo>
                    <a:pt x="57783" y="444288"/>
                  </a:lnTo>
                  <a:lnTo>
                    <a:pt x="57281" y="443492"/>
                  </a:lnTo>
                  <a:close/>
                </a:path>
                <a:path w="255270" h="462279">
                  <a:moveTo>
                    <a:pt x="50607" y="442082"/>
                  </a:moveTo>
                  <a:lnTo>
                    <a:pt x="50033" y="442082"/>
                  </a:lnTo>
                  <a:lnTo>
                    <a:pt x="51443" y="443492"/>
                  </a:lnTo>
                  <a:lnTo>
                    <a:pt x="51312" y="443492"/>
                  </a:lnTo>
                  <a:lnTo>
                    <a:pt x="50727" y="442322"/>
                  </a:lnTo>
                  <a:lnTo>
                    <a:pt x="50607" y="442082"/>
                  </a:lnTo>
                  <a:close/>
                </a:path>
                <a:path w="255270" h="462279">
                  <a:moveTo>
                    <a:pt x="51544" y="440266"/>
                  </a:moveTo>
                  <a:lnTo>
                    <a:pt x="50961" y="441267"/>
                  </a:lnTo>
                  <a:lnTo>
                    <a:pt x="51722" y="441267"/>
                  </a:lnTo>
                  <a:lnTo>
                    <a:pt x="51684" y="443492"/>
                  </a:lnTo>
                  <a:lnTo>
                    <a:pt x="51291" y="443492"/>
                  </a:lnTo>
                  <a:lnTo>
                    <a:pt x="53425" y="442082"/>
                  </a:lnTo>
                  <a:lnTo>
                    <a:pt x="52244" y="442082"/>
                  </a:lnTo>
                  <a:lnTo>
                    <a:pt x="51544" y="440266"/>
                  </a:lnTo>
                  <a:close/>
                </a:path>
                <a:path w="255270" h="462279">
                  <a:moveTo>
                    <a:pt x="55304" y="440266"/>
                  </a:moveTo>
                  <a:lnTo>
                    <a:pt x="53777" y="440266"/>
                  </a:lnTo>
                  <a:lnTo>
                    <a:pt x="53644" y="441267"/>
                  </a:lnTo>
                  <a:lnTo>
                    <a:pt x="53603" y="441574"/>
                  </a:lnTo>
                  <a:lnTo>
                    <a:pt x="53495" y="442082"/>
                  </a:lnTo>
                  <a:lnTo>
                    <a:pt x="52368" y="443492"/>
                  </a:lnTo>
                  <a:lnTo>
                    <a:pt x="53309" y="443492"/>
                  </a:lnTo>
                  <a:lnTo>
                    <a:pt x="54155" y="442082"/>
                  </a:lnTo>
                  <a:lnTo>
                    <a:pt x="53295" y="442082"/>
                  </a:lnTo>
                  <a:lnTo>
                    <a:pt x="54007" y="441574"/>
                  </a:lnTo>
                  <a:lnTo>
                    <a:pt x="54195" y="441574"/>
                  </a:lnTo>
                  <a:lnTo>
                    <a:pt x="54660" y="441267"/>
                  </a:lnTo>
                  <a:lnTo>
                    <a:pt x="55372" y="441267"/>
                  </a:lnTo>
                  <a:lnTo>
                    <a:pt x="55304" y="440266"/>
                  </a:lnTo>
                  <a:close/>
                </a:path>
                <a:path w="255270" h="462279">
                  <a:moveTo>
                    <a:pt x="55269" y="442082"/>
                  </a:moveTo>
                  <a:lnTo>
                    <a:pt x="55123" y="442322"/>
                  </a:lnTo>
                  <a:lnTo>
                    <a:pt x="54297" y="443492"/>
                  </a:lnTo>
                  <a:lnTo>
                    <a:pt x="55551" y="443492"/>
                  </a:lnTo>
                  <a:lnTo>
                    <a:pt x="55317" y="442322"/>
                  </a:lnTo>
                  <a:lnTo>
                    <a:pt x="55269" y="442082"/>
                  </a:lnTo>
                  <a:close/>
                </a:path>
                <a:path w="255270" h="462279">
                  <a:moveTo>
                    <a:pt x="56278" y="441267"/>
                  </a:moveTo>
                  <a:lnTo>
                    <a:pt x="56285" y="442082"/>
                  </a:lnTo>
                  <a:lnTo>
                    <a:pt x="56133" y="442082"/>
                  </a:lnTo>
                  <a:lnTo>
                    <a:pt x="56133" y="443492"/>
                  </a:lnTo>
                  <a:lnTo>
                    <a:pt x="56694" y="443492"/>
                  </a:lnTo>
                  <a:lnTo>
                    <a:pt x="56460" y="442322"/>
                  </a:lnTo>
                  <a:lnTo>
                    <a:pt x="56355" y="441574"/>
                  </a:lnTo>
                  <a:lnTo>
                    <a:pt x="56278" y="441267"/>
                  </a:lnTo>
                  <a:close/>
                </a:path>
                <a:path w="255270" h="462279">
                  <a:moveTo>
                    <a:pt x="56542" y="442322"/>
                  </a:moveTo>
                  <a:lnTo>
                    <a:pt x="56694" y="443492"/>
                  </a:lnTo>
                  <a:lnTo>
                    <a:pt x="56834" y="443492"/>
                  </a:lnTo>
                  <a:lnTo>
                    <a:pt x="56542" y="442322"/>
                  </a:lnTo>
                  <a:close/>
                </a:path>
                <a:path w="255270" h="462279">
                  <a:moveTo>
                    <a:pt x="59153" y="442082"/>
                  </a:moveTo>
                  <a:lnTo>
                    <a:pt x="59054" y="443492"/>
                  </a:lnTo>
                  <a:lnTo>
                    <a:pt x="60280" y="443492"/>
                  </a:lnTo>
                  <a:lnTo>
                    <a:pt x="59153" y="442082"/>
                  </a:lnTo>
                  <a:close/>
                </a:path>
                <a:path w="255270" h="462279">
                  <a:moveTo>
                    <a:pt x="56395" y="440266"/>
                  </a:moveTo>
                  <a:lnTo>
                    <a:pt x="55914" y="441267"/>
                  </a:lnTo>
                  <a:lnTo>
                    <a:pt x="56272" y="441267"/>
                  </a:lnTo>
                  <a:lnTo>
                    <a:pt x="56576" y="442082"/>
                  </a:lnTo>
                  <a:lnTo>
                    <a:pt x="56696" y="442322"/>
                  </a:lnTo>
                  <a:lnTo>
                    <a:pt x="56723" y="442082"/>
                  </a:lnTo>
                  <a:lnTo>
                    <a:pt x="56526" y="441574"/>
                  </a:lnTo>
                  <a:lnTo>
                    <a:pt x="56406" y="441267"/>
                  </a:lnTo>
                  <a:lnTo>
                    <a:pt x="56395" y="440266"/>
                  </a:lnTo>
                  <a:close/>
                </a:path>
                <a:path w="255270" h="462279">
                  <a:moveTo>
                    <a:pt x="54195" y="441574"/>
                  </a:moveTo>
                  <a:lnTo>
                    <a:pt x="53902" y="441574"/>
                  </a:lnTo>
                  <a:lnTo>
                    <a:pt x="53495" y="442082"/>
                  </a:lnTo>
                  <a:lnTo>
                    <a:pt x="54195" y="441574"/>
                  </a:lnTo>
                  <a:close/>
                </a:path>
                <a:path w="255270" h="462279">
                  <a:moveTo>
                    <a:pt x="55795" y="440266"/>
                  </a:moveTo>
                  <a:lnTo>
                    <a:pt x="55560" y="440266"/>
                  </a:lnTo>
                  <a:lnTo>
                    <a:pt x="55415" y="441267"/>
                  </a:lnTo>
                  <a:lnTo>
                    <a:pt x="54933" y="441267"/>
                  </a:lnTo>
                  <a:lnTo>
                    <a:pt x="53954" y="442082"/>
                  </a:lnTo>
                  <a:lnTo>
                    <a:pt x="54802" y="441574"/>
                  </a:lnTo>
                  <a:lnTo>
                    <a:pt x="55094" y="441267"/>
                  </a:lnTo>
                  <a:lnTo>
                    <a:pt x="55795" y="440266"/>
                  </a:lnTo>
                  <a:close/>
                </a:path>
                <a:path w="255270" h="462279">
                  <a:moveTo>
                    <a:pt x="55283" y="441574"/>
                  </a:moveTo>
                  <a:lnTo>
                    <a:pt x="54936" y="442082"/>
                  </a:lnTo>
                  <a:lnTo>
                    <a:pt x="55232" y="442082"/>
                  </a:lnTo>
                  <a:lnTo>
                    <a:pt x="55283" y="441574"/>
                  </a:lnTo>
                  <a:close/>
                </a:path>
                <a:path w="255270" h="462279">
                  <a:moveTo>
                    <a:pt x="55795" y="440266"/>
                  </a:moveTo>
                  <a:lnTo>
                    <a:pt x="55415" y="441267"/>
                  </a:lnTo>
                  <a:lnTo>
                    <a:pt x="55298" y="442082"/>
                  </a:lnTo>
                  <a:lnTo>
                    <a:pt x="55474" y="442082"/>
                  </a:lnTo>
                  <a:lnTo>
                    <a:pt x="55568" y="441267"/>
                  </a:lnTo>
                  <a:lnTo>
                    <a:pt x="55995" y="441267"/>
                  </a:lnTo>
                  <a:lnTo>
                    <a:pt x="55795" y="440266"/>
                  </a:lnTo>
                  <a:close/>
                </a:path>
                <a:path w="255270" h="462279">
                  <a:moveTo>
                    <a:pt x="55585" y="440266"/>
                  </a:moveTo>
                  <a:lnTo>
                    <a:pt x="55486" y="442082"/>
                  </a:lnTo>
                  <a:lnTo>
                    <a:pt x="55085" y="442082"/>
                  </a:lnTo>
                  <a:lnTo>
                    <a:pt x="55746" y="441574"/>
                  </a:lnTo>
                  <a:lnTo>
                    <a:pt x="55845" y="441267"/>
                  </a:lnTo>
                  <a:lnTo>
                    <a:pt x="55585" y="440266"/>
                  </a:lnTo>
                  <a:close/>
                </a:path>
                <a:path w="255270" h="462279">
                  <a:moveTo>
                    <a:pt x="55730" y="441574"/>
                  </a:moveTo>
                  <a:lnTo>
                    <a:pt x="55292" y="442082"/>
                  </a:lnTo>
                  <a:lnTo>
                    <a:pt x="55425" y="442082"/>
                  </a:lnTo>
                  <a:lnTo>
                    <a:pt x="55730" y="441574"/>
                  </a:lnTo>
                  <a:close/>
                </a:path>
                <a:path w="255270" h="462279">
                  <a:moveTo>
                    <a:pt x="55868" y="441267"/>
                  </a:moveTo>
                  <a:lnTo>
                    <a:pt x="55691" y="441574"/>
                  </a:lnTo>
                  <a:lnTo>
                    <a:pt x="55437" y="442082"/>
                  </a:lnTo>
                  <a:lnTo>
                    <a:pt x="56031" y="442082"/>
                  </a:lnTo>
                  <a:lnTo>
                    <a:pt x="55929" y="441574"/>
                  </a:lnTo>
                  <a:lnTo>
                    <a:pt x="55868" y="441267"/>
                  </a:lnTo>
                  <a:close/>
                </a:path>
                <a:path w="255270" h="462279">
                  <a:moveTo>
                    <a:pt x="93429" y="440266"/>
                  </a:moveTo>
                  <a:lnTo>
                    <a:pt x="93217" y="440266"/>
                  </a:lnTo>
                  <a:lnTo>
                    <a:pt x="93217" y="442082"/>
                  </a:lnTo>
                  <a:lnTo>
                    <a:pt x="94156" y="442082"/>
                  </a:lnTo>
                  <a:lnTo>
                    <a:pt x="93429" y="440266"/>
                  </a:lnTo>
                  <a:close/>
                </a:path>
                <a:path w="255270" h="462279">
                  <a:moveTo>
                    <a:pt x="57178" y="440266"/>
                  </a:moveTo>
                  <a:lnTo>
                    <a:pt x="56367" y="440266"/>
                  </a:lnTo>
                  <a:lnTo>
                    <a:pt x="56334" y="441267"/>
                  </a:lnTo>
                  <a:lnTo>
                    <a:pt x="55103" y="441267"/>
                  </a:lnTo>
                  <a:lnTo>
                    <a:pt x="54884" y="441574"/>
                  </a:lnTo>
                  <a:lnTo>
                    <a:pt x="55282" y="441267"/>
                  </a:lnTo>
                  <a:lnTo>
                    <a:pt x="55675" y="441267"/>
                  </a:lnTo>
                  <a:lnTo>
                    <a:pt x="55715" y="440266"/>
                  </a:lnTo>
                  <a:lnTo>
                    <a:pt x="56191" y="441267"/>
                  </a:lnTo>
                  <a:lnTo>
                    <a:pt x="56091" y="440266"/>
                  </a:lnTo>
                  <a:lnTo>
                    <a:pt x="57178" y="440266"/>
                  </a:lnTo>
                  <a:close/>
                </a:path>
                <a:path w="255270" h="462279">
                  <a:moveTo>
                    <a:pt x="55964" y="440266"/>
                  </a:moveTo>
                  <a:lnTo>
                    <a:pt x="55795" y="440266"/>
                  </a:lnTo>
                  <a:lnTo>
                    <a:pt x="55995" y="441267"/>
                  </a:lnTo>
                  <a:lnTo>
                    <a:pt x="55964" y="440266"/>
                  </a:lnTo>
                  <a:close/>
                </a:path>
                <a:path w="255270" h="462279">
                  <a:moveTo>
                    <a:pt x="55922" y="440266"/>
                  </a:moveTo>
                  <a:lnTo>
                    <a:pt x="56122" y="441267"/>
                  </a:lnTo>
                  <a:lnTo>
                    <a:pt x="56272" y="441267"/>
                  </a:lnTo>
                  <a:lnTo>
                    <a:pt x="55922" y="440266"/>
                  </a:lnTo>
                  <a:close/>
                </a:path>
                <a:path w="255270" h="462279">
                  <a:moveTo>
                    <a:pt x="56175" y="440266"/>
                  </a:moveTo>
                  <a:lnTo>
                    <a:pt x="55964" y="440266"/>
                  </a:lnTo>
                  <a:lnTo>
                    <a:pt x="56433" y="441267"/>
                  </a:lnTo>
                  <a:lnTo>
                    <a:pt x="54660" y="441267"/>
                  </a:lnTo>
                  <a:lnTo>
                    <a:pt x="56175" y="440266"/>
                  </a:lnTo>
                  <a:close/>
                </a:path>
                <a:path w="255270" h="462279">
                  <a:moveTo>
                    <a:pt x="56345" y="440266"/>
                  </a:moveTo>
                  <a:lnTo>
                    <a:pt x="56028" y="440266"/>
                  </a:lnTo>
                  <a:lnTo>
                    <a:pt x="56278" y="441267"/>
                  </a:lnTo>
                  <a:lnTo>
                    <a:pt x="55845" y="441267"/>
                  </a:lnTo>
                  <a:lnTo>
                    <a:pt x="56345" y="440266"/>
                  </a:lnTo>
                  <a:close/>
                </a:path>
                <a:path w="255270" h="462279">
                  <a:moveTo>
                    <a:pt x="54990" y="439420"/>
                  </a:moveTo>
                  <a:lnTo>
                    <a:pt x="54355" y="439420"/>
                  </a:lnTo>
                  <a:lnTo>
                    <a:pt x="54482" y="440055"/>
                  </a:lnTo>
                  <a:lnTo>
                    <a:pt x="54525" y="440266"/>
                  </a:lnTo>
                  <a:lnTo>
                    <a:pt x="54736" y="440266"/>
                  </a:lnTo>
                  <a:lnTo>
                    <a:pt x="54990" y="439420"/>
                  </a:lnTo>
                  <a:close/>
                </a:path>
                <a:path w="255270" h="462279">
                  <a:moveTo>
                    <a:pt x="55879" y="439420"/>
                  </a:moveTo>
                  <a:lnTo>
                    <a:pt x="55625" y="439420"/>
                  </a:lnTo>
                  <a:lnTo>
                    <a:pt x="55879" y="440055"/>
                  </a:lnTo>
                  <a:lnTo>
                    <a:pt x="55879" y="439420"/>
                  </a:lnTo>
                  <a:close/>
                </a:path>
                <a:path w="255270" h="462279">
                  <a:moveTo>
                    <a:pt x="99300" y="438195"/>
                  </a:moveTo>
                  <a:lnTo>
                    <a:pt x="98665" y="438195"/>
                  </a:lnTo>
                  <a:lnTo>
                    <a:pt x="98297" y="439420"/>
                  </a:lnTo>
                  <a:lnTo>
                    <a:pt x="98297" y="440055"/>
                  </a:lnTo>
                  <a:lnTo>
                    <a:pt x="98424" y="439420"/>
                  </a:lnTo>
                  <a:lnTo>
                    <a:pt x="98932" y="439420"/>
                  </a:lnTo>
                  <a:lnTo>
                    <a:pt x="99300" y="438195"/>
                  </a:lnTo>
                  <a:close/>
                </a:path>
                <a:path w="255270" h="462279">
                  <a:moveTo>
                    <a:pt x="49697" y="438195"/>
                  </a:moveTo>
                  <a:lnTo>
                    <a:pt x="48640" y="439420"/>
                  </a:lnTo>
                  <a:lnTo>
                    <a:pt x="50799" y="439420"/>
                  </a:lnTo>
                  <a:lnTo>
                    <a:pt x="49697" y="438195"/>
                  </a:lnTo>
                  <a:close/>
                </a:path>
                <a:path w="255270" h="462279">
                  <a:moveTo>
                    <a:pt x="53493" y="436923"/>
                  </a:moveTo>
                  <a:lnTo>
                    <a:pt x="52346" y="437502"/>
                  </a:lnTo>
                  <a:lnTo>
                    <a:pt x="52865" y="438195"/>
                  </a:lnTo>
                  <a:lnTo>
                    <a:pt x="51185" y="438195"/>
                  </a:lnTo>
                  <a:lnTo>
                    <a:pt x="51307" y="439420"/>
                  </a:lnTo>
                  <a:lnTo>
                    <a:pt x="54247" y="438195"/>
                  </a:lnTo>
                  <a:lnTo>
                    <a:pt x="53493" y="436923"/>
                  </a:lnTo>
                  <a:close/>
                </a:path>
                <a:path w="255270" h="462279">
                  <a:moveTo>
                    <a:pt x="94991" y="438195"/>
                  </a:moveTo>
                  <a:lnTo>
                    <a:pt x="92655" y="438195"/>
                  </a:lnTo>
                  <a:lnTo>
                    <a:pt x="94614" y="439420"/>
                  </a:lnTo>
                  <a:lnTo>
                    <a:pt x="94868" y="439420"/>
                  </a:lnTo>
                  <a:lnTo>
                    <a:pt x="94991" y="438195"/>
                  </a:lnTo>
                  <a:close/>
                </a:path>
                <a:path w="255270" h="462279">
                  <a:moveTo>
                    <a:pt x="51058" y="436923"/>
                  </a:moveTo>
                  <a:lnTo>
                    <a:pt x="50527" y="438195"/>
                  </a:lnTo>
                  <a:lnTo>
                    <a:pt x="51185" y="438195"/>
                  </a:lnTo>
                  <a:lnTo>
                    <a:pt x="51116" y="437502"/>
                  </a:lnTo>
                  <a:lnTo>
                    <a:pt x="51058" y="436923"/>
                  </a:lnTo>
                  <a:close/>
                </a:path>
                <a:path w="255270" h="462279">
                  <a:moveTo>
                    <a:pt x="51912" y="436923"/>
                  </a:moveTo>
                  <a:lnTo>
                    <a:pt x="51531" y="437502"/>
                  </a:lnTo>
                  <a:lnTo>
                    <a:pt x="51156" y="438195"/>
                  </a:lnTo>
                  <a:lnTo>
                    <a:pt x="52346" y="437502"/>
                  </a:lnTo>
                  <a:lnTo>
                    <a:pt x="51912" y="436923"/>
                  </a:lnTo>
                  <a:close/>
                </a:path>
                <a:path w="255270" h="462279">
                  <a:moveTo>
                    <a:pt x="95525" y="436923"/>
                  </a:moveTo>
                  <a:lnTo>
                    <a:pt x="92364" y="436923"/>
                  </a:lnTo>
                  <a:lnTo>
                    <a:pt x="93381" y="438195"/>
                  </a:lnTo>
                  <a:lnTo>
                    <a:pt x="96161" y="438195"/>
                  </a:lnTo>
                  <a:lnTo>
                    <a:pt x="95525" y="436923"/>
                  </a:lnTo>
                  <a:close/>
                </a:path>
                <a:path w="255270" h="462279">
                  <a:moveTo>
                    <a:pt x="97930" y="436923"/>
                  </a:moveTo>
                  <a:lnTo>
                    <a:pt x="97408" y="436923"/>
                  </a:lnTo>
                  <a:lnTo>
                    <a:pt x="97408" y="438195"/>
                  </a:lnTo>
                  <a:lnTo>
                    <a:pt x="98311" y="438195"/>
                  </a:lnTo>
                  <a:lnTo>
                    <a:pt x="97930" y="436923"/>
                  </a:lnTo>
                  <a:close/>
                </a:path>
                <a:path w="255270" h="462279">
                  <a:moveTo>
                    <a:pt x="100461" y="436923"/>
                  </a:moveTo>
                  <a:lnTo>
                    <a:pt x="99970" y="436923"/>
                  </a:lnTo>
                  <a:lnTo>
                    <a:pt x="100606" y="438195"/>
                  </a:lnTo>
                  <a:lnTo>
                    <a:pt x="100519" y="437502"/>
                  </a:lnTo>
                  <a:lnTo>
                    <a:pt x="100461" y="436923"/>
                  </a:lnTo>
                  <a:close/>
                </a:path>
                <a:path w="255270" h="462279">
                  <a:moveTo>
                    <a:pt x="100170" y="431908"/>
                  </a:moveTo>
                  <a:lnTo>
                    <a:pt x="100095" y="432157"/>
                  </a:lnTo>
                  <a:lnTo>
                    <a:pt x="102864" y="435768"/>
                  </a:lnTo>
                  <a:lnTo>
                    <a:pt x="102307" y="435768"/>
                  </a:lnTo>
                  <a:lnTo>
                    <a:pt x="102931" y="436923"/>
                  </a:lnTo>
                  <a:lnTo>
                    <a:pt x="104711" y="438195"/>
                  </a:lnTo>
                  <a:lnTo>
                    <a:pt x="104770" y="436923"/>
                  </a:lnTo>
                  <a:lnTo>
                    <a:pt x="104163" y="435768"/>
                  </a:lnTo>
                  <a:lnTo>
                    <a:pt x="103388" y="434358"/>
                  </a:lnTo>
                  <a:lnTo>
                    <a:pt x="103900" y="434358"/>
                  </a:lnTo>
                  <a:lnTo>
                    <a:pt x="102869" y="433070"/>
                  </a:lnTo>
                  <a:lnTo>
                    <a:pt x="103885" y="433070"/>
                  </a:lnTo>
                  <a:lnTo>
                    <a:pt x="100170" y="431908"/>
                  </a:lnTo>
                  <a:close/>
                </a:path>
                <a:path w="255270" h="462279">
                  <a:moveTo>
                    <a:pt x="43386" y="435768"/>
                  </a:moveTo>
                  <a:lnTo>
                    <a:pt x="41191" y="436923"/>
                  </a:lnTo>
                  <a:lnTo>
                    <a:pt x="44887" y="436923"/>
                  </a:lnTo>
                  <a:lnTo>
                    <a:pt x="43386" y="435768"/>
                  </a:lnTo>
                  <a:close/>
                </a:path>
                <a:path w="255270" h="462279">
                  <a:moveTo>
                    <a:pt x="45719" y="435768"/>
                  </a:moveTo>
                  <a:lnTo>
                    <a:pt x="45497" y="435768"/>
                  </a:lnTo>
                  <a:lnTo>
                    <a:pt x="44804" y="436923"/>
                  </a:lnTo>
                  <a:lnTo>
                    <a:pt x="46644" y="436923"/>
                  </a:lnTo>
                  <a:lnTo>
                    <a:pt x="45719" y="435768"/>
                  </a:lnTo>
                  <a:close/>
                </a:path>
                <a:path w="255270" h="462279">
                  <a:moveTo>
                    <a:pt x="50834" y="435768"/>
                  </a:moveTo>
                  <a:lnTo>
                    <a:pt x="46688" y="435768"/>
                  </a:lnTo>
                  <a:lnTo>
                    <a:pt x="48189" y="436923"/>
                  </a:lnTo>
                  <a:lnTo>
                    <a:pt x="52006" y="436923"/>
                  </a:lnTo>
                  <a:lnTo>
                    <a:pt x="50834" y="435768"/>
                  </a:lnTo>
                  <a:close/>
                </a:path>
                <a:path w="255270" h="462279">
                  <a:moveTo>
                    <a:pt x="74421" y="434358"/>
                  </a:moveTo>
                  <a:lnTo>
                    <a:pt x="72264" y="434358"/>
                  </a:lnTo>
                  <a:lnTo>
                    <a:pt x="72315" y="434869"/>
                  </a:lnTo>
                  <a:lnTo>
                    <a:pt x="72405" y="435768"/>
                  </a:lnTo>
                  <a:lnTo>
                    <a:pt x="71373" y="435768"/>
                  </a:lnTo>
                  <a:lnTo>
                    <a:pt x="70449" y="436923"/>
                  </a:lnTo>
                  <a:lnTo>
                    <a:pt x="74421" y="436923"/>
                  </a:lnTo>
                  <a:lnTo>
                    <a:pt x="74421" y="434358"/>
                  </a:lnTo>
                  <a:close/>
                </a:path>
                <a:path w="255270" h="462279">
                  <a:moveTo>
                    <a:pt x="79882" y="429260"/>
                  </a:moveTo>
                  <a:lnTo>
                    <a:pt x="79120" y="429260"/>
                  </a:lnTo>
                  <a:lnTo>
                    <a:pt x="79374" y="430530"/>
                  </a:lnTo>
                  <a:lnTo>
                    <a:pt x="77215" y="430530"/>
                  </a:lnTo>
                  <a:lnTo>
                    <a:pt x="75802" y="431908"/>
                  </a:lnTo>
                  <a:lnTo>
                    <a:pt x="75628" y="433070"/>
                  </a:lnTo>
                  <a:lnTo>
                    <a:pt x="75514" y="433832"/>
                  </a:lnTo>
                  <a:lnTo>
                    <a:pt x="75443" y="434358"/>
                  </a:lnTo>
                  <a:lnTo>
                    <a:pt x="75866" y="435768"/>
                  </a:lnTo>
                  <a:lnTo>
                    <a:pt x="75644" y="435768"/>
                  </a:lnTo>
                  <a:lnTo>
                    <a:pt x="74373" y="436923"/>
                  </a:lnTo>
                  <a:lnTo>
                    <a:pt x="99055" y="436923"/>
                  </a:lnTo>
                  <a:lnTo>
                    <a:pt x="99171" y="435768"/>
                  </a:lnTo>
                  <a:lnTo>
                    <a:pt x="99261" y="434869"/>
                  </a:lnTo>
                  <a:lnTo>
                    <a:pt x="99312" y="434358"/>
                  </a:lnTo>
                  <a:lnTo>
                    <a:pt x="98286" y="434358"/>
                  </a:lnTo>
                  <a:lnTo>
                    <a:pt x="99059" y="433070"/>
                  </a:lnTo>
                  <a:lnTo>
                    <a:pt x="99567" y="433070"/>
                  </a:lnTo>
                  <a:lnTo>
                    <a:pt x="99567" y="431908"/>
                  </a:lnTo>
                  <a:lnTo>
                    <a:pt x="80920" y="431908"/>
                  </a:lnTo>
                  <a:lnTo>
                    <a:pt x="80673" y="430671"/>
                  </a:lnTo>
                  <a:lnTo>
                    <a:pt x="80644" y="430530"/>
                  </a:lnTo>
                  <a:lnTo>
                    <a:pt x="79882" y="429260"/>
                  </a:lnTo>
                  <a:close/>
                </a:path>
                <a:path w="255270" h="462279">
                  <a:moveTo>
                    <a:pt x="101457" y="435768"/>
                  </a:moveTo>
                  <a:lnTo>
                    <a:pt x="99218" y="435768"/>
                  </a:lnTo>
                  <a:lnTo>
                    <a:pt x="100373" y="436923"/>
                  </a:lnTo>
                  <a:lnTo>
                    <a:pt x="101341" y="436923"/>
                  </a:lnTo>
                  <a:lnTo>
                    <a:pt x="101457" y="435768"/>
                  </a:lnTo>
                  <a:close/>
                </a:path>
                <a:path w="255270" h="462279">
                  <a:moveTo>
                    <a:pt x="43687" y="433070"/>
                  </a:moveTo>
                  <a:lnTo>
                    <a:pt x="43179" y="433070"/>
                  </a:lnTo>
                  <a:lnTo>
                    <a:pt x="43179" y="434358"/>
                  </a:lnTo>
                  <a:lnTo>
                    <a:pt x="41918" y="434358"/>
                  </a:lnTo>
                  <a:lnTo>
                    <a:pt x="42547" y="435768"/>
                  </a:lnTo>
                  <a:lnTo>
                    <a:pt x="43486" y="434869"/>
                  </a:lnTo>
                  <a:lnTo>
                    <a:pt x="43535" y="433832"/>
                  </a:lnTo>
                  <a:lnTo>
                    <a:pt x="43687" y="433070"/>
                  </a:lnTo>
                  <a:close/>
                </a:path>
                <a:path w="255270" h="462279">
                  <a:moveTo>
                    <a:pt x="43804" y="434869"/>
                  </a:moveTo>
                  <a:lnTo>
                    <a:pt x="43486" y="434869"/>
                  </a:lnTo>
                  <a:lnTo>
                    <a:pt x="43576" y="435768"/>
                  </a:lnTo>
                  <a:lnTo>
                    <a:pt x="44434" y="435768"/>
                  </a:lnTo>
                  <a:lnTo>
                    <a:pt x="43804" y="434869"/>
                  </a:lnTo>
                  <a:close/>
                </a:path>
                <a:path w="255270" h="462279">
                  <a:moveTo>
                    <a:pt x="46336" y="434358"/>
                  </a:moveTo>
                  <a:lnTo>
                    <a:pt x="45574" y="434358"/>
                  </a:lnTo>
                  <a:lnTo>
                    <a:pt x="44164" y="435768"/>
                  </a:lnTo>
                  <a:lnTo>
                    <a:pt x="44926" y="435768"/>
                  </a:lnTo>
                  <a:lnTo>
                    <a:pt x="46336" y="434358"/>
                  </a:lnTo>
                  <a:close/>
                </a:path>
                <a:path w="255270" h="462279">
                  <a:moveTo>
                    <a:pt x="48644" y="434358"/>
                  </a:moveTo>
                  <a:lnTo>
                    <a:pt x="46349" y="434358"/>
                  </a:lnTo>
                  <a:lnTo>
                    <a:pt x="45926" y="435768"/>
                  </a:lnTo>
                  <a:lnTo>
                    <a:pt x="48926" y="435768"/>
                  </a:lnTo>
                  <a:lnTo>
                    <a:pt x="48746" y="434869"/>
                  </a:lnTo>
                  <a:lnTo>
                    <a:pt x="48644" y="434358"/>
                  </a:lnTo>
                  <a:close/>
                </a:path>
                <a:path w="255270" h="462279">
                  <a:moveTo>
                    <a:pt x="52424" y="434358"/>
                  </a:moveTo>
                  <a:lnTo>
                    <a:pt x="51022" y="434358"/>
                  </a:lnTo>
                  <a:lnTo>
                    <a:pt x="48625" y="435768"/>
                  </a:lnTo>
                  <a:lnTo>
                    <a:pt x="50450" y="435768"/>
                  </a:lnTo>
                  <a:lnTo>
                    <a:pt x="52424" y="434358"/>
                  </a:lnTo>
                  <a:close/>
                </a:path>
                <a:path w="255270" h="462279">
                  <a:moveTo>
                    <a:pt x="53593" y="434358"/>
                  </a:moveTo>
                  <a:lnTo>
                    <a:pt x="50879" y="435768"/>
                  </a:lnTo>
                  <a:lnTo>
                    <a:pt x="52387" y="435768"/>
                  </a:lnTo>
                  <a:lnTo>
                    <a:pt x="52747" y="434869"/>
                  </a:lnTo>
                  <a:lnTo>
                    <a:pt x="53593" y="434869"/>
                  </a:lnTo>
                  <a:lnTo>
                    <a:pt x="53593" y="434358"/>
                  </a:lnTo>
                  <a:close/>
                </a:path>
                <a:path w="255270" h="462279">
                  <a:moveTo>
                    <a:pt x="53593" y="434869"/>
                  </a:moveTo>
                  <a:lnTo>
                    <a:pt x="53223" y="434869"/>
                  </a:lnTo>
                  <a:lnTo>
                    <a:pt x="53673" y="435768"/>
                  </a:lnTo>
                  <a:lnTo>
                    <a:pt x="53593" y="434869"/>
                  </a:lnTo>
                  <a:close/>
                </a:path>
                <a:path w="255270" h="462279">
                  <a:moveTo>
                    <a:pt x="100414" y="434869"/>
                  </a:moveTo>
                  <a:lnTo>
                    <a:pt x="98790" y="435768"/>
                  </a:lnTo>
                  <a:lnTo>
                    <a:pt x="99694" y="435768"/>
                  </a:lnTo>
                  <a:lnTo>
                    <a:pt x="100414" y="434869"/>
                  </a:lnTo>
                  <a:close/>
                </a:path>
                <a:path w="255270" h="462279">
                  <a:moveTo>
                    <a:pt x="44048" y="434358"/>
                  </a:moveTo>
                  <a:lnTo>
                    <a:pt x="43447" y="434358"/>
                  </a:lnTo>
                  <a:lnTo>
                    <a:pt x="43804" y="434869"/>
                  </a:lnTo>
                  <a:lnTo>
                    <a:pt x="43486" y="434869"/>
                  </a:lnTo>
                  <a:lnTo>
                    <a:pt x="44048" y="434358"/>
                  </a:lnTo>
                  <a:close/>
                </a:path>
                <a:path w="255270" h="462279">
                  <a:moveTo>
                    <a:pt x="52968" y="434358"/>
                  </a:moveTo>
                  <a:lnTo>
                    <a:pt x="52747" y="434869"/>
                  </a:lnTo>
                  <a:lnTo>
                    <a:pt x="53223" y="434869"/>
                  </a:lnTo>
                  <a:lnTo>
                    <a:pt x="52968" y="434358"/>
                  </a:lnTo>
                  <a:close/>
                </a:path>
                <a:path w="255270" h="462279">
                  <a:moveTo>
                    <a:pt x="101187" y="434358"/>
                  </a:moveTo>
                  <a:lnTo>
                    <a:pt x="100823" y="434358"/>
                  </a:lnTo>
                  <a:lnTo>
                    <a:pt x="100414" y="434869"/>
                  </a:lnTo>
                  <a:lnTo>
                    <a:pt x="101187" y="434358"/>
                  </a:lnTo>
                  <a:close/>
                </a:path>
                <a:path w="255270" h="462279">
                  <a:moveTo>
                    <a:pt x="36702" y="430530"/>
                  </a:moveTo>
                  <a:lnTo>
                    <a:pt x="27812" y="430530"/>
                  </a:lnTo>
                  <a:lnTo>
                    <a:pt x="25643" y="434358"/>
                  </a:lnTo>
                  <a:lnTo>
                    <a:pt x="31367" y="431908"/>
                  </a:lnTo>
                  <a:lnTo>
                    <a:pt x="37392" y="431908"/>
                  </a:lnTo>
                  <a:lnTo>
                    <a:pt x="36773" y="430671"/>
                  </a:lnTo>
                  <a:lnTo>
                    <a:pt x="36702" y="430530"/>
                  </a:lnTo>
                  <a:close/>
                </a:path>
                <a:path w="255270" h="462279">
                  <a:moveTo>
                    <a:pt x="42697" y="433832"/>
                  </a:moveTo>
                  <a:lnTo>
                    <a:pt x="42276" y="434358"/>
                  </a:lnTo>
                  <a:lnTo>
                    <a:pt x="43066" y="434358"/>
                  </a:lnTo>
                  <a:lnTo>
                    <a:pt x="42697" y="433832"/>
                  </a:lnTo>
                  <a:close/>
                </a:path>
                <a:path w="255270" h="462279">
                  <a:moveTo>
                    <a:pt x="47243" y="433070"/>
                  </a:moveTo>
                  <a:lnTo>
                    <a:pt x="44957" y="433070"/>
                  </a:lnTo>
                  <a:lnTo>
                    <a:pt x="43798" y="434358"/>
                  </a:lnTo>
                  <a:lnTo>
                    <a:pt x="48017" y="434358"/>
                  </a:lnTo>
                  <a:lnTo>
                    <a:pt x="47243" y="433070"/>
                  </a:lnTo>
                  <a:close/>
                </a:path>
                <a:path w="255270" h="462279">
                  <a:moveTo>
                    <a:pt x="49811" y="431908"/>
                  </a:moveTo>
                  <a:lnTo>
                    <a:pt x="49533" y="432157"/>
                  </a:lnTo>
                  <a:lnTo>
                    <a:pt x="47992" y="434358"/>
                  </a:lnTo>
                  <a:lnTo>
                    <a:pt x="50423" y="434358"/>
                  </a:lnTo>
                  <a:lnTo>
                    <a:pt x="49873" y="432157"/>
                  </a:lnTo>
                  <a:lnTo>
                    <a:pt x="49811" y="431908"/>
                  </a:lnTo>
                  <a:close/>
                </a:path>
                <a:path w="255270" h="462279">
                  <a:moveTo>
                    <a:pt x="72389" y="433070"/>
                  </a:moveTo>
                  <a:lnTo>
                    <a:pt x="71745" y="434358"/>
                  </a:lnTo>
                  <a:lnTo>
                    <a:pt x="73549" y="434358"/>
                  </a:lnTo>
                  <a:lnTo>
                    <a:pt x="72389" y="433070"/>
                  </a:lnTo>
                  <a:close/>
                </a:path>
                <a:path w="255270" h="462279">
                  <a:moveTo>
                    <a:pt x="74294" y="433070"/>
                  </a:moveTo>
                  <a:lnTo>
                    <a:pt x="73913" y="433070"/>
                  </a:lnTo>
                  <a:lnTo>
                    <a:pt x="73527" y="434358"/>
                  </a:lnTo>
                  <a:lnTo>
                    <a:pt x="75435" y="434358"/>
                  </a:lnTo>
                  <a:lnTo>
                    <a:pt x="74294" y="433070"/>
                  </a:lnTo>
                  <a:close/>
                </a:path>
                <a:path w="255270" h="462279">
                  <a:moveTo>
                    <a:pt x="104227" y="431908"/>
                  </a:moveTo>
                  <a:lnTo>
                    <a:pt x="103421" y="431908"/>
                  </a:lnTo>
                  <a:lnTo>
                    <a:pt x="103520" y="432157"/>
                  </a:lnTo>
                  <a:lnTo>
                    <a:pt x="103758" y="433070"/>
                  </a:lnTo>
                  <a:lnTo>
                    <a:pt x="104789" y="434358"/>
                  </a:lnTo>
                  <a:lnTo>
                    <a:pt x="105028" y="433070"/>
                  </a:lnTo>
                  <a:lnTo>
                    <a:pt x="104425" y="432157"/>
                  </a:lnTo>
                  <a:lnTo>
                    <a:pt x="104227" y="431908"/>
                  </a:lnTo>
                  <a:close/>
                </a:path>
                <a:path w="255270" h="462279">
                  <a:moveTo>
                    <a:pt x="41528" y="433070"/>
                  </a:moveTo>
                  <a:lnTo>
                    <a:pt x="41274" y="433070"/>
                  </a:lnTo>
                  <a:lnTo>
                    <a:pt x="41351" y="433832"/>
                  </a:lnTo>
                  <a:lnTo>
                    <a:pt x="41528" y="433070"/>
                  </a:lnTo>
                  <a:close/>
                </a:path>
                <a:path w="255270" h="462279">
                  <a:moveTo>
                    <a:pt x="43306" y="433070"/>
                  </a:moveTo>
                  <a:lnTo>
                    <a:pt x="42163" y="433070"/>
                  </a:lnTo>
                  <a:lnTo>
                    <a:pt x="42697" y="433832"/>
                  </a:lnTo>
                  <a:lnTo>
                    <a:pt x="43306" y="433070"/>
                  </a:lnTo>
                  <a:close/>
                </a:path>
                <a:path w="255270" h="462279">
                  <a:moveTo>
                    <a:pt x="43097" y="431908"/>
                  </a:moveTo>
                  <a:lnTo>
                    <a:pt x="41489" y="431908"/>
                  </a:lnTo>
                  <a:lnTo>
                    <a:pt x="42417" y="433070"/>
                  </a:lnTo>
                  <a:lnTo>
                    <a:pt x="43097" y="431908"/>
                  </a:lnTo>
                  <a:close/>
                </a:path>
                <a:path w="255270" h="462279">
                  <a:moveTo>
                    <a:pt x="44322" y="431908"/>
                  </a:moveTo>
                  <a:lnTo>
                    <a:pt x="43252" y="431908"/>
                  </a:lnTo>
                  <a:lnTo>
                    <a:pt x="42671" y="433070"/>
                  </a:lnTo>
                  <a:lnTo>
                    <a:pt x="44322" y="433070"/>
                  </a:lnTo>
                  <a:lnTo>
                    <a:pt x="44322" y="431908"/>
                  </a:lnTo>
                  <a:close/>
                </a:path>
                <a:path w="255270" h="462279">
                  <a:moveTo>
                    <a:pt x="73786" y="431908"/>
                  </a:moveTo>
                  <a:lnTo>
                    <a:pt x="73659" y="433070"/>
                  </a:lnTo>
                  <a:lnTo>
                    <a:pt x="73786" y="431908"/>
                  </a:lnTo>
                  <a:close/>
                </a:path>
                <a:path w="255270" h="462279">
                  <a:moveTo>
                    <a:pt x="100095" y="432157"/>
                  </a:moveTo>
                  <a:lnTo>
                    <a:pt x="99567" y="433070"/>
                  </a:lnTo>
                  <a:lnTo>
                    <a:pt x="99821" y="433070"/>
                  </a:lnTo>
                  <a:lnTo>
                    <a:pt x="100095" y="432157"/>
                  </a:lnTo>
                  <a:close/>
                </a:path>
                <a:path w="255270" h="462279">
                  <a:moveTo>
                    <a:pt x="100148" y="431908"/>
                  </a:moveTo>
                  <a:lnTo>
                    <a:pt x="99905" y="431908"/>
                  </a:lnTo>
                  <a:lnTo>
                    <a:pt x="100095" y="432157"/>
                  </a:lnTo>
                  <a:lnTo>
                    <a:pt x="100148" y="431908"/>
                  </a:lnTo>
                  <a:close/>
                </a:path>
                <a:path w="255270" h="462279">
                  <a:moveTo>
                    <a:pt x="40893" y="430530"/>
                  </a:moveTo>
                  <a:lnTo>
                    <a:pt x="37972" y="430530"/>
                  </a:lnTo>
                  <a:lnTo>
                    <a:pt x="37283" y="431908"/>
                  </a:lnTo>
                  <a:lnTo>
                    <a:pt x="41169" y="431908"/>
                  </a:lnTo>
                  <a:lnTo>
                    <a:pt x="40922" y="430671"/>
                  </a:lnTo>
                  <a:lnTo>
                    <a:pt x="40893" y="430530"/>
                  </a:lnTo>
                  <a:close/>
                </a:path>
                <a:path w="255270" h="462279">
                  <a:moveTo>
                    <a:pt x="43687" y="430530"/>
                  </a:moveTo>
                  <a:lnTo>
                    <a:pt x="42925" y="430530"/>
                  </a:lnTo>
                  <a:lnTo>
                    <a:pt x="43201" y="431908"/>
                  </a:lnTo>
                  <a:lnTo>
                    <a:pt x="43631" y="430671"/>
                  </a:lnTo>
                  <a:lnTo>
                    <a:pt x="43687" y="430530"/>
                  </a:lnTo>
                  <a:close/>
                </a:path>
                <a:path w="255270" h="462279">
                  <a:moveTo>
                    <a:pt x="47497" y="430530"/>
                  </a:moveTo>
                  <a:lnTo>
                    <a:pt x="46608" y="430530"/>
                  </a:lnTo>
                  <a:lnTo>
                    <a:pt x="47160" y="431908"/>
                  </a:lnTo>
                  <a:lnTo>
                    <a:pt x="47455" y="430671"/>
                  </a:lnTo>
                  <a:lnTo>
                    <a:pt x="47497" y="430530"/>
                  </a:lnTo>
                  <a:close/>
                </a:path>
                <a:path w="255270" h="462279">
                  <a:moveTo>
                    <a:pt x="82803" y="426720"/>
                  </a:moveTo>
                  <a:lnTo>
                    <a:pt x="81036" y="428014"/>
                  </a:lnTo>
                  <a:lnTo>
                    <a:pt x="82168" y="430530"/>
                  </a:lnTo>
                  <a:lnTo>
                    <a:pt x="80790" y="431908"/>
                  </a:lnTo>
                  <a:lnTo>
                    <a:pt x="99567" y="431908"/>
                  </a:lnTo>
                  <a:lnTo>
                    <a:pt x="99567" y="430671"/>
                  </a:lnTo>
                  <a:lnTo>
                    <a:pt x="99440" y="430530"/>
                  </a:lnTo>
                  <a:lnTo>
                    <a:pt x="101599" y="430530"/>
                  </a:lnTo>
                  <a:lnTo>
                    <a:pt x="100837" y="429260"/>
                  </a:lnTo>
                  <a:lnTo>
                    <a:pt x="84327" y="429260"/>
                  </a:lnTo>
                  <a:lnTo>
                    <a:pt x="82803" y="426720"/>
                  </a:lnTo>
                  <a:close/>
                </a:path>
                <a:path w="255270" h="462279">
                  <a:moveTo>
                    <a:pt x="101599" y="430530"/>
                  </a:moveTo>
                  <a:lnTo>
                    <a:pt x="99567" y="430530"/>
                  </a:lnTo>
                  <a:lnTo>
                    <a:pt x="99567" y="430671"/>
                  </a:lnTo>
                  <a:lnTo>
                    <a:pt x="100681" y="431908"/>
                  </a:lnTo>
                  <a:lnTo>
                    <a:pt x="102013" y="431908"/>
                  </a:lnTo>
                  <a:lnTo>
                    <a:pt x="101642" y="430671"/>
                  </a:lnTo>
                  <a:lnTo>
                    <a:pt x="101599" y="430530"/>
                  </a:lnTo>
                  <a:close/>
                </a:path>
                <a:path w="255270" h="462279">
                  <a:moveTo>
                    <a:pt x="104901" y="430530"/>
                  </a:moveTo>
                  <a:lnTo>
                    <a:pt x="102869" y="430530"/>
                  </a:lnTo>
                  <a:lnTo>
                    <a:pt x="102318" y="431908"/>
                  </a:lnTo>
                  <a:lnTo>
                    <a:pt x="104074" y="431908"/>
                  </a:lnTo>
                  <a:lnTo>
                    <a:pt x="104817" y="430671"/>
                  </a:lnTo>
                  <a:lnTo>
                    <a:pt x="104901" y="430530"/>
                  </a:lnTo>
                  <a:close/>
                </a:path>
                <a:path w="255270" h="462279">
                  <a:moveTo>
                    <a:pt x="41274" y="426720"/>
                  </a:moveTo>
                  <a:lnTo>
                    <a:pt x="23113" y="426720"/>
                  </a:lnTo>
                  <a:lnTo>
                    <a:pt x="26143" y="428014"/>
                  </a:lnTo>
                  <a:lnTo>
                    <a:pt x="24256" y="430530"/>
                  </a:lnTo>
                  <a:lnTo>
                    <a:pt x="38607" y="430530"/>
                  </a:lnTo>
                  <a:lnTo>
                    <a:pt x="37337" y="429260"/>
                  </a:lnTo>
                  <a:lnTo>
                    <a:pt x="39081" y="428014"/>
                  </a:lnTo>
                  <a:lnTo>
                    <a:pt x="40886" y="428014"/>
                  </a:lnTo>
                  <a:lnTo>
                    <a:pt x="41274" y="426720"/>
                  </a:lnTo>
                  <a:close/>
                </a:path>
                <a:path w="255270" h="462279">
                  <a:moveTo>
                    <a:pt x="41020" y="429260"/>
                  </a:moveTo>
                  <a:lnTo>
                    <a:pt x="39750" y="429260"/>
                  </a:lnTo>
                  <a:lnTo>
                    <a:pt x="39496" y="430530"/>
                  </a:lnTo>
                  <a:lnTo>
                    <a:pt x="41274" y="430530"/>
                  </a:lnTo>
                  <a:lnTo>
                    <a:pt x="41020" y="429260"/>
                  </a:lnTo>
                  <a:close/>
                </a:path>
                <a:path w="255270" h="462279">
                  <a:moveTo>
                    <a:pt x="42163" y="429260"/>
                  </a:moveTo>
                  <a:lnTo>
                    <a:pt x="41401" y="429260"/>
                  </a:lnTo>
                  <a:lnTo>
                    <a:pt x="41401" y="430530"/>
                  </a:lnTo>
                  <a:lnTo>
                    <a:pt x="42163" y="429260"/>
                  </a:lnTo>
                  <a:close/>
                </a:path>
                <a:path w="255270" h="462279">
                  <a:moveTo>
                    <a:pt x="78104" y="429260"/>
                  </a:moveTo>
                  <a:lnTo>
                    <a:pt x="78358" y="430530"/>
                  </a:lnTo>
                  <a:lnTo>
                    <a:pt x="79120" y="430530"/>
                  </a:lnTo>
                  <a:lnTo>
                    <a:pt x="78104" y="429260"/>
                  </a:lnTo>
                  <a:close/>
                </a:path>
                <a:path w="255270" h="462279">
                  <a:moveTo>
                    <a:pt x="105790" y="429260"/>
                  </a:moveTo>
                  <a:lnTo>
                    <a:pt x="104139" y="429260"/>
                  </a:lnTo>
                  <a:lnTo>
                    <a:pt x="104139" y="430530"/>
                  </a:lnTo>
                  <a:lnTo>
                    <a:pt x="106933" y="430530"/>
                  </a:lnTo>
                  <a:lnTo>
                    <a:pt x="105790" y="429260"/>
                  </a:lnTo>
                  <a:close/>
                </a:path>
                <a:path w="255270" h="462279">
                  <a:moveTo>
                    <a:pt x="42645" y="428014"/>
                  </a:moveTo>
                  <a:lnTo>
                    <a:pt x="41631" y="428014"/>
                  </a:lnTo>
                  <a:lnTo>
                    <a:pt x="40385" y="429260"/>
                  </a:lnTo>
                  <a:lnTo>
                    <a:pt x="41274" y="429260"/>
                  </a:lnTo>
                  <a:lnTo>
                    <a:pt x="42645" y="428014"/>
                  </a:lnTo>
                  <a:close/>
                </a:path>
                <a:path w="255270" h="462279">
                  <a:moveTo>
                    <a:pt x="91312" y="422910"/>
                  </a:moveTo>
                  <a:lnTo>
                    <a:pt x="88010" y="424180"/>
                  </a:lnTo>
                  <a:lnTo>
                    <a:pt x="86994" y="426720"/>
                  </a:lnTo>
                  <a:lnTo>
                    <a:pt x="84950" y="428014"/>
                  </a:lnTo>
                  <a:lnTo>
                    <a:pt x="84327" y="429260"/>
                  </a:lnTo>
                  <a:lnTo>
                    <a:pt x="106933" y="429260"/>
                  </a:lnTo>
                  <a:lnTo>
                    <a:pt x="107556" y="428014"/>
                  </a:lnTo>
                  <a:lnTo>
                    <a:pt x="107317" y="428014"/>
                  </a:lnTo>
                  <a:lnTo>
                    <a:pt x="107187" y="426720"/>
                  </a:lnTo>
                  <a:lnTo>
                    <a:pt x="106933" y="425450"/>
                  </a:lnTo>
                  <a:lnTo>
                    <a:pt x="113156" y="425450"/>
                  </a:lnTo>
                  <a:lnTo>
                    <a:pt x="112648" y="424180"/>
                  </a:lnTo>
                  <a:lnTo>
                    <a:pt x="92836" y="424180"/>
                  </a:lnTo>
                  <a:lnTo>
                    <a:pt x="91312" y="422910"/>
                  </a:lnTo>
                  <a:close/>
                </a:path>
                <a:path w="255270" h="462279">
                  <a:moveTo>
                    <a:pt x="43560" y="426720"/>
                  </a:moveTo>
                  <a:lnTo>
                    <a:pt x="43179" y="426720"/>
                  </a:lnTo>
                  <a:lnTo>
                    <a:pt x="41885" y="428014"/>
                  </a:lnTo>
                  <a:lnTo>
                    <a:pt x="43690" y="428014"/>
                  </a:lnTo>
                  <a:lnTo>
                    <a:pt x="43560" y="426720"/>
                  </a:lnTo>
                  <a:close/>
                </a:path>
                <a:path w="255270" h="462279">
                  <a:moveTo>
                    <a:pt x="46608" y="424180"/>
                  </a:moveTo>
                  <a:lnTo>
                    <a:pt x="46100" y="425450"/>
                  </a:lnTo>
                  <a:lnTo>
                    <a:pt x="46608" y="425450"/>
                  </a:lnTo>
                  <a:lnTo>
                    <a:pt x="46227" y="426720"/>
                  </a:lnTo>
                  <a:lnTo>
                    <a:pt x="43814" y="426720"/>
                  </a:lnTo>
                  <a:lnTo>
                    <a:pt x="44850" y="428014"/>
                  </a:lnTo>
                  <a:lnTo>
                    <a:pt x="47747" y="428014"/>
                  </a:lnTo>
                  <a:lnTo>
                    <a:pt x="48005" y="426720"/>
                  </a:lnTo>
                  <a:lnTo>
                    <a:pt x="47624" y="425450"/>
                  </a:lnTo>
                  <a:lnTo>
                    <a:pt x="46608" y="424180"/>
                  </a:lnTo>
                  <a:close/>
                </a:path>
                <a:path w="255270" h="462279">
                  <a:moveTo>
                    <a:pt x="37651" y="420071"/>
                  </a:moveTo>
                  <a:lnTo>
                    <a:pt x="37591" y="420370"/>
                  </a:lnTo>
                  <a:lnTo>
                    <a:pt x="23494" y="420370"/>
                  </a:lnTo>
                  <a:lnTo>
                    <a:pt x="22478" y="421640"/>
                  </a:lnTo>
                  <a:lnTo>
                    <a:pt x="21843" y="421640"/>
                  </a:lnTo>
                  <a:lnTo>
                    <a:pt x="24256" y="422910"/>
                  </a:lnTo>
                  <a:lnTo>
                    <a:pt x="20700" y="425450"/>
                  </a:lnTo>
                  <a:lnTo>
                    <a:pt x="24002" y="426720"/>
                  </a:lnTo>
                  <a:lnTo>
                    <a:pt x="42163" y="426720"/>
                  </a:lnTo>
                  <a:lnTo>
                    <a:pt x="42036" y="425450"/>
                  </a:lnTo>
                  <a:lnTo>
                    <a:pt x="43814" y="425450"/>
                  </a:lnTo>
                  <a:lnTo>
                    <a:pt x="43941" y="424180"/>
                  </a:lnTo>
                  <a:lnTo>
                    <a:pt x="41782" y="424180"/>
                  </a:lnTo>
                  <a:lnTo>
                    <a:pt x="40766" y="422910"/>
                  </a:lnTo>
                  <a:lnTo>
                    <a:pt x="41020" y="422910"/>
                  </a:lnTo>
                  <a:lnTo>
                    <a:pt x="38861" y="421640"/>
                  </a:lnTo>
                  <a:lnTo>
                    <a:pt x="38099" y="420370"/>
                  </a:lnTo>
                  <a:lnTo>
                    <a:pt x="37651" y="420071"/>
                  </a:lnTo>
                  <a:close/>
                </a:path>
                <a:path w="255270" h="462279">
                  <a:moveTo>
                    <a:pt x="44703" y="425450"/>
                  </a:moveTo>
                  <a:lnTo>
                    <a:pt x="42925" y="425450"/>
                  </a:lnTo>
                  <a:lnTo>
                    <a:pt x="43433" y="426720"/>
                  </a:lnTo>
                  <a:lnTo>
                    <a:pt x="44449" y="426720"/>
                  </a:lnTo>
                  <a:lnTo>
                    <a:pt x="44703" y="425450"/>
                  </a:lnTo>
                  <a:close/>
                </a:path>
                <a:path w="255270" h="462279">
                  <a:moveTo>
                    <a:pt x="46100" y="425450"/>
                  </a:moveTo>
                  <a:lnTo>
                    <a:pt x="44703" y="425450"/>
                  </a:lnTo>
                  <a:lnTo>
                    <a:pt x="45592" y="426720"/>
                  </a:lnTo>
                  <a:lnTo>
                    <a:pt x="46100" y="425450"/>
                  </a:lnTo>
                  <a:close/>
                </a:path>
                <a:path w="255270" h="462279">
                  <a:moveTo>
                    <a:pt x="112140" y="425450"/>
                  </a:moveTo>
                  <a:lnTo>
                    <a:pt x="110489" y="425450"/>
                  </a:lnTo>
                  <a:lnTo>
                    <a:pt x="110743" y="426720"/>
                  </a:lnTo>
                  <a:lnTo>
                    <a:pt x="112140" y="425450"/>
                  </a:lnTo>
                  <a:close/>
                </a:path>
                <a:path w="255270" h="462279">
                  <a:moveTo>
                    <a:pt x="113791" y="425450"/>
                  </a:moveTo>
                  <a:lnTo>
                    <a:pt x="112140" y="425450"/>
                  </a:lnTo>
                  <a:lnTo>
                    <a:pt x="113156" y="426720"/>
                  </a:lnTo>
                  <a:lnTo>
                    <a:pt x="113791" y="425450"/>
                  </a:lnTo>
                  <a:close/>
                </a:path>
                <a:path w="255270" h="462279">
                  <a:moveTo>
                    <a:pt x="45592" y="422910"/>
                  </a:moveTo>
                  <a:lnTo>
                    <a:pt x="45084" y="422910"/>
                  </a:lnTo>
                  <a:lnTo>
                    <a:pt x="45084" y="424180"/>
                  </a:lnTo>
                  <a:lnTo>
                    <a:pt x="45973" y="424180"/>
                  </a:lnTo>
                  <a:lnTo>
                    <a:pt x="44957" y="425450"/>
                  </a:lnTo>
                  <a:lnTo>
                    <a:pt x="45846" y="425450"/>
                  </a:lnTo>
                  <a:lnTo>
                    <a:pt x="46608" y="424180"/>
                  </a:lnTo>
                  <a:lnTo>
                    <a:pt x="45592" y="422910"/>
                  </a:lnTo>
                  <a:close/>
                </a:path>
                <a:path w="255270" h="462279">
                  <a:moveTo>
                    <a:pt x="44576" y="422910"/>
                  </a:moveTo>
                  <a:lnTo>
                    <a:pt x="41782" y="424180"/>
                  </a:lnTo>
                  <a:lnTo>
                    <a:pt x="44195" y="424180"/>
                  </a:lnTo>
                  <a:lnTo>
                    <a:pt x="44576" y="422910"/>
                  </a:lnTo>
                  <a:close/>
                </a:path>
                <a:path w="255270" h="462279">
                  <a:moveTo>
                    <a:pt x="110235" y="421640"/>
                  </a:moveTo>
                  <a:lnTo>
                    <a:pt x="92074" y="421640"/>
                  </a:lnTo>
                  <a:lnTo>
                    <a:pt x="92836" y="424180"/>
                  </a:lnTo>
                  <a:lnTo>
                    <a:pt x="114045" y="424180"/>
                  </a:lnTo>
                  <a:lnTo>
                    <a:pt x="114680" y="422910"/>
                  </a:lnTo>
                  <a:lnTo>
                    <a:pt x="111124" y="422910"/>
                  </a:lnTo>
                  <a:lnTo>
                    <a:pt x="110235" y="421640"/>
                  </a:lnTo>
                  <a:close/>
                </a:path>
                <a:path w="255270" h="462279">
                  <a:moveTo>
                    <a:pt x="116712" y="422910"/>
                  </a:moveTo>
                  <a:lnTo>
                    <a:pt x="115315" y="422910"/>
                  </a:lnTo>
                  <a:lnTo>
                    <a:pt x="114934" y="424180"/>
                  </a:lnTo>
                  <a:lnTo>
                    <a:pt x="115188" y="424180"/>
                  </a:lnTo>
                  <a:lnTo>
                    <a:pt x="116712" y="422910"/>
                  </a:lnTo>
                  <a:close/>
                </a:path>
                <a:path w="255270" h="462279">
                  <a:moveTo>
                    <a:pt x="41655" y="421640"/>
                  </a:moveTo>
                  <a:lnTo>
                    <a:pt x="41782" y="422910"/>
                  </a:lnTo>
                  <a:lnTo>
                    <a:pt x="42671" y="422910"/>
                  </a:lnTo>
                  <a:lnTo>
                    <a:pt x="41655" y="421640"/>
                  </a:lnTo>
                  <a:close/>
                </a:path>
                <a:path w="255270" h="462279">
                  <a:moveTo>
                    <a:pt x="114807" y="421640"/>
                  </a:moveTo>
                  <a:lnTo>
                    <a:pt x="113029" y="421640"/>
                  </a:lnTo>
                  <a:lnTo>
                    <a:pt x="113029" y="422910"/>
                  </a:lnTo>
                  <a:lnTo>
                    <a:pt x="114680" y="422910"/>
                  </a:lnTo>
                  <a:lnTo>
                    <a:pt x="114807" y="421640"/>
                  </a:lnTo>
                  <a:close/>
                </a:path>
                <a:path w="255270" h="462279">
                  <a:moveTo>
                    <a:pt x="42925" y="420370"/>
                  </a:moveTo>
                  <a:lnTo>
                    <a:pt x="42925" y="421640"/>
                  </a:lnTo>
                  <a:lnTo>
                    <a:pt x="43687" y="421640"/>
                  </a:lnTo>
                  <a:lnTo>
                    <a:pt x="42925" y="420370"/>
                  </a:lnTo>
                  <a:close/>
                </a:path>
                <a:path w="255270" h="462279">
                  <a:moveTo>
                    <a:pt x="100837" y="419143"/>
                  </a:moveTo>
                  <a:lnTo>
                    <a:pt x="100228" y="419354"/>
                  </a:lnTo>
                  <a:lnTo>
                    <a:pt x="97789" y="420370"/>
                  </a:lnTo>
                  <a:lnTo>
                    <a:pt x="95757" y="421640"/>
                  </a:lnTo>
                  <a:lnTo>
                    <a:pt x="113156" y="421640"/>
                  </a:lnTo>
                  <a:lnTo>
                    <a:pt x="113410" y="420370"/>
                  </a:lnTo>
                  <a:lnTo>
                    <a:pt x="100837" y="420370"/>
                  </a:lnTo>
                  <a:lnTo>
                    <a:pt x="100837" y="419143"/>
                  </a:lnTo>
                  <a:close/>
                </a:path>
                <a:path w="255270" h="462279">
                  <a:moveTo>
                    <a:pt x="115061" y="420370"/>
                  </a:moveTo>
                  <a:lnTo>
                    <a:pt x="113410" y="420370"/>
                  </a:lnTo>
                  <a:lnTo>
                    <a:pt x="113791" y="421640"/>
                  </a:lnTo>
                  <a:lnTo>
                    <a:pt x="114299" y="421640"/>
                  </a:lnTo>
                  <a:lnTo>
                    <a:pt x="115061" y="420370"/>
                  </a:lnTo>
                  <a:close/>
                </a:path>
                <a:path w="255270" h="462279">
                  <a:moveTo>
                    <a:pt x="100837" y="416560"/>
                  </a:moveTo>
                  <a:lnTo>
                    <a:pt x="101218" y="417830"/>
                  </a:lnTo>
                  <a:lnTo>
                    <a:pt x="100075" y="417830"/>
                  </a:lnTo>
                  <a:lnTo>
                    <a:pt x="101345" y="420370"/>
                  </a:lnTo>
                  <a:lnTo>
                    <a:pt x="115696" y="420370"/>
                  </a:lnTo>
                  <a:lnTo>
                    <a:pt x="117474" y="421640"/>
                  </a:lnTo>
                  <a:lnTo>
                    <a:pt x="116103" y="419354"/>
                  </a:lnTo>
                  <a:lnTo>
                    <a:pt x="115977" y="419143"/>
                  </a:lnTo>
                  <a:lnTo>
                    <a:pt x="102497" y="419143"/>
                  </a:lnTo>
                  <a:lnTo>
                    <a:pt x="102234" y="417830"/>
                  </a:lnTo>
                  <a:lnTo>
                    <a:pt x="100837" y="416560"/>
                  </a:lnTo>
                  <a:close/>
                </a:path>
                <a:path w="255270" h="462279">
                  <a:moveTo>
                    <a:pt x="38480" y="417830"/>
                  </a:moveTo>
                  <a:lnTo>
                    <a:pt x="22605" y="417830"/>
                  </a:lnTo>
                  <a:lnTo>
                    <a:pt x="23113" y="419143"/>
                  </a:lnTo>
                  <a:lnTo>
                    <a:pt x="23113" y="420370"/>
                  </a:lnTo>
                  <a:lnTo>
                    <a:pt x="37591" y="420370"/>
                  </a:lnTo>
                  <a:lnTo>
                    <a:pt x="36243" y="419143"/>
                  </a:lnTo>
                  <a:lnTo>
                    <a:pt x="37824" y="419143"/>
                  </a:lnTo>
                  <a:lnTo>
                    <a:pt x="38480" y="417830"/>
                  </a:lnTo>
                  <a:close/>
                </a:path>
                <a:path w="255270" h="462279">
                  <a:moveTo>
                    <a:pt x="102615" y="414020"/>
                  </a:moveTo>
                  <a:lnTo>
                    <a:pt x="102107" y="415290"/>
                  </a:lnTo>
                  <a:lnTo>
                    <a:pt x="102996" y="417830"/>
                  </a:lnTo>
                  <a:lnTo>
                    <a:pt x="102471" y="419143"/>
                  </a:lnTo>
                  <a:lnTo>
                    <a:pt x="117549" y="419143"/>
                  </a:lnTo>
                  <a:lnTo>
                    <a:pt x="119633" y="420370"/>
                  </a:lnTo>
                  <a:lnTo>
                    <a:pt x="118775" y="419143"/>
                  </a:lnTo>
                  <a:lnTo>
                    <a:pt x="118617" y="417830"/>
                  </a:lnTo>
                  <a:lnTo>
                    <a:pt x="120268" y="417830"/>
                  </a:lnTo>
                  <a:lnTo>
                    <a:pt x="120268" y="416560"/>
                  </a:lnTo>
                  <a:lnTo>
                    <a:pt x="104266" y="416560"/>
                  </a:lnTo>
                  <a:lnTo>
                    <a:pt x="104139" y="415290"/>
                  </a:lnTo>
                  <a:lnTo>
                    <a:pt x="103123" y="415290"/>
                  </a:lnTo>
                  <a:lnTo>
                    <a:pt x="102615" y="414020"/>
                  </a:lnTo>
                  <a:close/>
                </a:path>
                <a:path w="255270" h="462279">
                  <a:moveTo>
                    <a:pt x="37837" y="419143"/>
                  </a:moveTo>
                  <a:lnTo>
                    <a:pt x="36260" y="419143"/>
                  </a:lnTo>
                  <a:lnTo>
                    <a:pt x="37651" y="420071"/>
                  </a:lnTo>
                  <a:lnTo>
                    <a:pt x="37795" y="419354"/>
                  </a:lnTo>
                  <a:lnTo>
                    <a:pt x="37837" y="419143"/>
                  </a:lnTo>
                  <a:close/>
                </a:path>
                <a:path w="255270" h="462279">
                  <a:moveTo>
                    <a:pt x="42128" y="419143"/>
                  </a:moveTo>
                  <a:lnTo>
                    <a:pt x="41638" y="419143"/>
                  </a:lnTo>
                  <a:lnTo>
                    <a:pt x="41267" y="420071"/>
                  </a:lnTo>
                  <a:lnTo>
                    <a:pt x="41960" y="419354"/>
                  </a:lnTo>
                  <a:lnTo>
                    <a:pt x="42128" y="419143"/>
                  </a:lnTo>
                  <a:close/>
                </a:path>
                <a:path w="255270" h="462279">
                  <a:moveTo>
                    <a:pt x="22605" y="417830"/>
                  </a:moveTo>
                  <a:lnTo>
                    <a:pt x="20700" y="417830"/>
                  </a:lnTo>
                  <a:lnTo>
                    <a:pt x="20832" y="419143"/>
                  </a:lnTo>
                  <a:lnTo>
                    <a:pt x="22605" y="417830"/>
                  </a:lnTo>
                  <a:close/>
                </a:path>
                <a:path w="255270" h="462279">
                  <a:moveTo>
                    <a:pt x="41782" y="417830"/>
                  </a:moveTo>
                  <a:lnTo>
                    <a:pt x="38480" y="417830"/>
                  </a:lnTo>
                  <a:lnTo>
                    <a:pt x="39137" y="419143"/>
                  </a:lnTo>
                  <a:lnTo>
                    <a:pt x="40731" y="419143"/>
                  </a:lnTo>
                  <a:lnTo>
                    <a:pt x="41782" y="417830"/>
                  </a:lnTo>
                  <a:close/>
                </a:path>
                <a:path w="255270" h="462279">
                  <a:moveTo>
                    <a:pt x="38353" y="415290"/>
                  </a:moveTo>
                  <a:lnTo>
                    <a:pt x="22224" y="415290"/>
                  </a:lnTo>
                  <a:lnTo>
                    <a:pt x="21589" y="416560"/>
                  </a:lnTo>
                  <a:lnTo>
                    <a:pt x="21081" y="416560"/>
                  </a:lnTo>
                  <a:lnTo>
                    <a:pt x="21335" y="417830"/>
                  </a:lnTo>
                  <a:lnTo>
                    <a:pt x="37591" y="417830"/>
                  </a:lnTo>
                  <a:lnTo>
                    <a:pt x="38353" y="416560"/>
                  </a:lnTo>
                  <a:lnTo>
                    <a:pt x="38353" y="415290"/>
                  </a:lnTo>
                  <a:close/>
                </a:path>
                <a:path w="255270" h="462279">
                  <a:moveTo>
                    <a:pt x="121157" y="416560"/>
                  </a:moveTo>
                  <a:lnTo>
                    <a:pt x="120268" y="416560"/>
                  </a:lnTo>
                  <a:lnTo>
                    <a:pt x="120903" y="417830"/>
                  </a:lnTo>
                  <a:lnTo>
                    <a:pt x="121157" y="416560"/>
                  </a:lnTo>
                  <a:close/>
                </a:path>
                <a:path w="255270" h="462279">
                  <a:moveTo>
                    <a:pt x="122554" y="415290"/>
                  </a:moveTo>
                  <a:lnTo>
                    <a:pt x="107314" y="415290"/>
                  </a:lnTo>
                  <a:lnTo>
                    <a:pt x="108203" y="416560"/>
                  </a:lnTo>
                  <a:lnTo>
                    <a:pt x="121157" y="416560"/>
                  </a:lnTo>
                  <a:lnTo>
                    <a:pt x="121411" y="417830"/>
                  </a:lnTo>
                  <a:lnTo>
                    <a:pt x="124332" y="417830"/>
                  </a:lnTo>
                  <a:lnTo>
                    <a:pt x="122554" y="415290"/>
                  </a:lnTo>
                  <a:close/>
                </a:path>
                <a:path w="255270" h="462279">
                  <a:moveTo>
                    <a:pt x="40131" y="415290"/>
                  </a:moveTo>
                  <a:lnTo>
                    <a:pt x="38480" y="416560"/>
                  </a:lnTo>
                  <a:lnTo>
                    <a:pt x="40512" y="416560"/>
                  </a:lnTo>
                  <a:lnTo>
                    <a:pt x="40131" y="415290"/>
                  </a:lnTo>
                  <a:close/>
                </a:path>
                <a:path w="255270" h="462279">
                  <a:moveTo>
                    <a:pt x="106298" y="415290"/>
                  </a:moveTo>
                  <a:lnTo>
                    <a:pt x="106933" y="416560"/>
                  </a:lnTo>
                  <a:lnTo>
                    <a:pt x="107314" y="416560"/>
                  </a:lnTo>
                  <a:lnTo>
                    <a:pt x="106298" y="415290"/>
                  </a:lnTo>
                  <a:close/>
                </a:path>
                <a:path w="255270" h="462279">
                  <a:moveTo>
                    <a:pt x="19430" y="414020"/>
                  </a:moveTo>
                  <a:lnTo>
                    <a:pt x="18160" y="414020"/>
                  </a:lnTo>
                  <a:lnTo>
                    <a:pt x="18414" y="415290"/>
                  </a:lnTo>
                  <a:lnTo>
                    <a:pt x="19303" y="415290"/>
                  </a:lnTo>
                  <a:lnTo>
                    <a:pt x="19430" y="414020"/>
                  </a:lnTo>
                  <a:close/>
                </a:path>
                <a:path w="255270" h="462279">
                  <a:moveTo>
                    <a:pt x="37044" y="413229"/>
                  </a:moveTo>
                  <a:lnTo>
                    <a:pt x="37083" y="414020"/>
                  </a:lnTo>
                  <a:lnTo>
                    <a:pt x="22986" y="414020"/>
                  </a:lnTo>
                  <a:lnTo>
                    <a:pt x="23240" y="415290"/>
                  </a:lnTo>
                  <a:lnTo>
                    <a:pt x="37083" y="415290"/>
                  </a:lnTo>
                  <a:lnTo>
                    <a:pt x="38861" y="414020"/>
                  </a:lnTo>
                  <a:lnTo>
                    <a:pt x="37044" y="413229"/>
                  </a:lnTo>
                  <a:close/>
                </a:path>
                <a:path w="255270" h="462279">
                  <a:moveTo>
                    <a:pt x="105663" y="414020"/>
                  </a:moveTo>
                  <a:lnTo>
                    <a:pt x="106552" y="415290"/>
                  </a:lnTo>
                  <a:lnTo>
                    <a:pt x="106933" y="415290"/>
                  </a:lnTo>
                  <a:lnTo>
                    <a:pt x="105663" y="414020"/>
                  </a:lnTo>
                  <a:close/>
                </a:path>
                <a:path w="255270" h="462279">
                  <a:moveTo>
                    <a:pt x="107822" y="414020"/>
                  </a:moveTo>
                  <a:lnTo>
                    <a:pt x="106933" y="415290"/>
                  </a:lnTo>
                  <a:lnTo>
                    <a:pt x="109092" y="415290"/>
                  </a:lnTo>
                  <a:lnTo>
                    <a:pt x="107822" y="414020"/>
                  </a:lnTo>
                  <a:close/>
                </a:path>
                <a:path w="255270" h="462279">
                  <a:moveTo>
                    <a:pt x="123316" y="414020"/>
                  </a:moveTo>
                  <a:lnTo>
                    <a:pt x="108711" y="414020"/>
                  </a:lnTo>
                  <a:lnTo>
                    <a:pt x="109092" y="415290"/>
                  </a:lnTo>
                  <a:lnTo>
                    <a:pt x="123697" y="415290"/>
                  </a:lnTo>
                  <a:lnTo>
                    <a:pt x="123316" y="414020"/>
                  </a:lnTo>
                  <a:close/>
                </a:path>
                <a:path w="255270" h="462279">
                  <a:moveTo>
                    <a:pt x="124618" y="412908"/>
                  </a:moveTo>
                  <a:lnTo>
                    <a:pt x="124253" y="412908"/>
                  </a:lnTo>
                  <a:lnTo>
                    <a:pt x="124967" y="415290"/>
                  </a:lnTo>
                  <a:lnTo>
                    <a:pt x="124840" y="414020"/>
                  </a:lnTo>
                  <a:lnTo>
                    <a:pt x="124682" y="413229"/>
                  </a:lnTo>
                  <a:lnTo>
                    <a:pt x="124618" y="412908"/>
                  </a:lnTo>
                  <a:close/>
                </a:path>
                <a:path w="255270" h="462279">
                  <a:moveTo>
                    <a:pt x="126364" y="412908"/>
                  </a:moveTo>
                  <a:lnTo>
                    <a:pt x="126206" y="412908"/>
                  </a:lnTo>
                  <a:lnTo>
                    <a:pt x="125983" y="414020"/>
                  </a:lnTo>
                  <a:lnTo>
                    <a:pt x="128015" y="415290"/>
                  </a:lnTo>
                  <a:lnTo>
                    <a:pt x="128351" y="414020"/>
                  </a:lnTo>
                  <a:lnTo>
                    <a:pt x="127253" y="414020"/>
                  </a:lnTo>
                  <a:lnTo>
                    <a:pt x="126364" y="412908"/>
                  </a:lnTo>
                  <a:close/>
                </a:path>
                <a:path w="255270" h="462279">
                  <a:moveTo>
                    <a:pt x="21748" y="412908"/>
                  </a:moveTo>
                  <a:lnTo>
                    <a:pt x="20748" y="412908"/>
                  </a:lnTo>
                  <a:lnTo>
                    <a:pt x="21081" y="414020"/>
                  </a:lnTo>
                  <a:lnTo>
                    <a:pt x="21748" y="412908"/>
                  </a:lnTo>
                  <a:close/>
                </a:path>
                <a:path w="255270" h="462279">
                  <a:moveTo>
                    <a:pt x="36306" y="412908"/>
                  </a:moveTo>
                  <a:lnTo>
                    <a:pt x="21970" y="412908"/>
                  </a:lnTo>
                  <a:lnTo>
                    <a:pt x="22859" y="414020"/>
                  </a:lnTo>
                  <a:lnTo>
                    <a:pt x="37083" y="414020"/>
                  </a:lnTo>
                  <a:lnTo>
                    <a:pt x="36306" y="412908"/>
                  </a:lnTo>
                  <a:close/>
                </a:path>
                <a:path w="255270" h="462279">
                  <a:moveTo>
                    <a:pt x="117220" y="410210"/>
                  </a:moveTo>
                  <a:lnTo>
                    <a:pt x="108203" y="410210"/>
                  </a:lnTo>
                  <a:lnTo>
                    <a:pt x="108262" y="411089"/>
                  </a:lnTo>
                  <a:lnTo>
                    <a:pt x="108383" y="412908"/>
                  </a:lnTo>
                  <a:lnTo>
                    <a:pt x="108457" y="414020"/>
                  </a:lnTo>
                  <a:lnTo>
                    <a:pt x="122935" y="414020"/>
                  </a:lnTo>
                  <a:lnTo>
                    <a:pt x="122935" y="412908"/>
                  </a:lnTo>
                  <a:lnTo>
                    <a:pt x="126079" y="412908"/>
                  </a:lnTo>
                  <a:lnTo>
                    <a:pt x="125221" y="411480"/>
                  </a:lnTo>
                  <a:lnTo>
                    <a:pt x="117220" y="411480"/>
                  </a:lnTo>
                  <a:lnTo>
                    <a:pt x="117220" y="410210"/>
                  </a:lnTo>
                  <a:close/>
                </a:path>
                <a:path w="255270" h="462279">
                  <a:moveTo>
                    <a:pt x="129412" y="412908"/>
                  </a:moveTo>
                  <a:lnTo>
                    <a:pt x="127301" y="412908"/>
                  </a:lnTo>
                  <a:lnTo>
                    <a:pt x="128523" y="414020"/>
                  </a:lnTo>
                  <a:lnTo>
                    <a:pt x="129412" y="412908"/>
                  </a:lnTo>
                  <a:close/>
                </a:path>
                <a:path w="255270" h="462279">
                  <a:moveTo>
                    <a:pt x="37028" y="412908"/>
                  </a:moveTo>
                  <a:lnTo>
                    <a:pt x="36306" y="412908"/>
                  </a:lnTo>
                  <a:lnTo>
                    <a:pt x="37044" y="413229"/>
                  </a:lnTo>
                  <a:lnTo>
                    <a:pt x="37028" y="412908"/>
                  </a:lnTo>
                  <a:close/>
                </a:path>
                <a:path w="255270" h="462279">
                  <a:moveTo>
                    <a:pt x="21843" y="411480"/>
                  </a:moveTo>
                  <a:lnTo>
                    <a:pt x="17779" y="411480"/>
                  </a:lnTo>
                  <a:lnTo>
                    <a:pt x="16351" y="412908"/>
                  </a:lnTo>
                  <a:lnTo>
                    <a:pt x="20558" y="412908"/>
                  </a:lnTo>
                  <a:lnTo>
                    <a:pt x="21843" y="411480"/>
                  </a:lnTo>
                  <a:close/>
                </a:path>
                <a:path w="255270" h="462279">
                  <a:moveTo>
                    <a:pt x="35305" y="411480"/>
                  </a:moveTo>
                  <a:lnTo>
                    <a:pt x="21843" y="411480"/>
                  </a:lnTo>
                  <a:lnTo>
                    <a:pt x="20558" y="412908"/>
                  </a:lnTo>
                  <a:lnTo>
                    <a:pt x="35020" y="412908"/>
                  </a:lnTo>
                  <a:lnTo>
                    <a:pt x="35209" y="411963"/>
                  </a:lnTo>
                  <a:lnTo>
                    <a:pt x="35305" y="411480"/>
                  </a:lnTo>
                  <a:close/>
                </a:path>
                <a:path w="255270" h="462279">
                  <a:moveTo>
                    <a:pt x="36956" y="411480"/>
                  </a:moveTo>
                  <a:lnTo>
                    <a:pt x="36448" y="411480"/>
                  </a:lnTo>
                  <a:lnTo>
                    <a:pt x="36163" y="412908"/>
                  </a:lnTo>
                  <a:lnTo>
                    <a:pt x="36036" y="412908"/>
                  </a:lnTo>
                  <a:lnTo>
                    <a:pt x="36981" y="411963"/>
                  </a:lnTo>
                  <a:lnTo>
                    <a:pt x="36956" y="411480"/>
                  </a:lnTo>
                  <a:close/>
                </a:path>
                <a:path w="255270" h="462279">
                  <a:moveTo>
                    <a:pt x="37197" y="411747"/>
                  </a:moveTo>
                  <a:lnTo>
                    <a:pt x="36981" y="411963"/>
                  </a:lnTo>
                  <a:lnTo>
                    <a:pt x="37028" y="412908"/>
                  </a:lnTo>
                  <a:lnTo>
                    <a:pt x="38242" y="412908"/>
                  </a:lnTo>
                  <a:lnTo>
                    <a:pt x="37197" y="411747"/>
                  </a:lnTo>
                  <a:close/>
                </a:path>
                <a:path w="255270" h="462279">
                  <a:moveTo>
                    <a:pt x="64330" y="410503"/>
                  </a:moveTo>
                  <a:lnTo>
                    <a:pt x="63861" y="411089"/>
                  </a:lnTo>
                  <a:lnTo>
                    <a:pt x="63626" y="411480"/>
                  </a:lnTo>
                  <a:lnTo>
                    <a:pt x="64627" y="412908"/>
                  </a:lnTo>
                  <a:lnTo>
                    <a:pt x="64280" y="411963"/>
                  </a:lnTo>
                  <a:lnTo>
                    <a:pt x="64330" y="410503"/>
                  </a:lnTo>
                  <a:close/>
                </a:path>
                <a:path w="255270" h="462279">
                  <a:moveTo>
                    <a:pt x="37718" y="410210"/>
                  </a:moveTo>
                  <a:lnTo>
                    <a:pt x="33781" y="411480"/>
                  </a:lnTo>
                  <a:lnTo>
                    <a:pt x="36956" y="411480"/>
                  </a:lnTo>
                  <a:lnTo>
                    <a:pt x="37197" y="411747"/>
                  </a:lnTo>
                  <a:lnTo>
                    <a:pt x="37464" y="411480"/>
                  </a:lnTo>
                  <a:lnTo>
                    <a:pt x="37543" y="411089"/>
                  </a:lnTo>
                  <a:lnTo>
                    <a:pt x="37660" y="410503"/>
                  </a:lnTo>
                  <a:lnTo>
                    <a:pt x="37718" y="410210"/>
                  </a:lnTo>
                  <a:close/>
                </a:path>
                <a:path w="255270" h="462279">
                  <a:moveTo>
                    <a:pt x="34289" y="410210"/>
                  </a:moveTo>
                  <a:lnTo>
                    <a:pt x="15874" y="410210"/>
                  </a:lnTo>
                  <a:lnTo>
                    <a:pt x="17652" y="411480"/>
                  </a:lnTo>
                  <a:lnTo>
                    <a:pt x="33781" y="411480"/>
                  </a:lnTo>
                  <a:lnTo>
                    <a:pt x="34172" y="410503"/>
                  </a:lnTo>
                  <a:lnTo>
                    <a:pt x="34289" y="410210"/>
                  </a:lnTo>
                  <a:close/>
                </a:path>
                <a:path w="255270" h="462279">
                  <a:moveTo>
                    <a:pt x="124205" y="407670"/>
                  </a:moveTo>
                  <a:lnTo>
                    <a:pt x="118617" y="407670"/>
                  </a:lnTo>
                  <a:lnTo>
                    <a:pt x="118666" y="407914"/>
                  </a:lnTo>
                  <a:lnTo>
                    <a:pt x="118752" y="408340"/>
                  </a:lnTo>
                  <a:lnTo>
                    <a:pt x="118871" y="408940"/>
                  </a:lnTo>
                  <a:lnTo>
                    <a:pt x="117093" y="408940"/>
                  </a:lnTo>
                  <a:lnTo>
                    <a:pt x="117496" y="409947"/>
                  </a:lnTo>
                  <a:lnTo>
                    <a:pt x="117601" y="410210"/>
                  </a:lnTo>
                  <a:lnTo>
                    <a:pt x="118236" y="411480"/>
                  </a:lnTo>
                  <a:lnTo>
                    <a:pt x="124332" y="411480"/>
                  </a:lnTo>
                  <a:lnTo>
                    <a:pt x="124723" y="410503"/>
                  </a:lnTo>
                  <a:lnTo>
                    <a:pt x="124840" y="410210"/>
                  </a:lnTo>
                  <a:lnTo>
                    <a:pt x="126872" y="410210"/>
                  </a:lnTo>
                  <a:lnTo>
                    <a:pt x="124967" y="408940"/>
                  </a:lnTo>
                  <a:lnTo>
                    <a:pt x="124205" y="407670"/>
                  </a:lnTo>
                  <a:close/>
                </a:path>
                <a:path w="255270" h="462279">
                  <a:moveTo>
                    <a:pt x="126491" y="410210"/>
                  </a:moveTo>
                  <a:lnTo>
                    <a:pt x="125475" y="410210"/>
                  </a:lnTo>
                  <a:lnTo>
                    <a:pt x="126491" y="411480"/>
                  </a:lnTo>
                  <a:lnTo>
                    <a:pt x="126785" y="410503"/>
                  </a:lnTo>
                  <a:lnTo>
                    <a:pt x="126491" y="410210"/>
                  </a:lnTo>
                  <a:close/>
                </a:path>
                <a:path w="255270" h="462279">
                  <a:moveTo>
                    <a:pt x="126785" y="410503"/>
                  </a:moveTo>
                  <a:lnTo>
                    <a:pt x="127253" y="411480"/>
                  </a:lnTo>
                  <a:lnTo>
                    <a:pt x="127361" y="411089"/>
                  </a:lnTo>
                  <a:lnTo>
                    <a:pt x="126785" y="410503"/>
                  </a:lnTo>
                  <a:close/>
                </a:path>
                <a:path w="255270" h="462279">
                  <a:moveTo>
                    <a:pt x="127371" y="411089"/>
                  </a:moveTo>
                  <a:lnTo>
                    <a:pt x="127253" y="411480"/>
                  </a:lnTo>
                  <a:lnTo>
                    <a:pt x="127761" y="411480"/>
                  </a:lnTo>
                  <a:lnTo>
                    <a:pt x="127371" y="411089"/>
                  </a:lnTo>
                  <a:close/>
                </a:path>
                <a:path w="255270" h="462279">
                  <a:moveTo>
                    <a:pt x="127888" y="410210"/>
                  </a:moveTo>
                  <a:lnTo>
                    <a:pt x="127634" y="410210"/>
                  </a:lnTo>
                  <a:lnTo>
                    <a:pt x="127371" y="411089"/>
                  </a:lnTo>
                  <a:lnTo>
                    <a:pt x="127888" y="410210"/>
                  </a:lnTo>
                  <a:close/>
                </a:path>
                <a:path w="255270" h="462279">
                  <a:moveTo>
                    <a:pt x="126872" y="410210"/>
                  </a:moveTo>
                  <a:lnTo>
                    <a:pt x="126618" y="410210"/>
                  </a:lnTo>
                  <a:lnTo>
                    <a:pt x="126765" y="410503"/>
                  </a:lnTo>
                  <a:lnTo>
                    <a:pt x="126872" y="410210"/>
                  </a:lnTo>
                  <a:close/>
                </a:path>
                <a:path w="255270" h="462279">
                  <a:moveTo>
                    <a:pt x="35940" y="408940"/>
                  </a:moveTo>
                  <a:lnTo>
                    <a:pt x="16509" y="408940"/>
                  </a:lnTo>
                  <a:lnTo>
                    <a:pt x="16509" y="410210"/>
                  </a:lnTo>
                  <a:lnTo>
                    <a:pt x="36194" y="410210"/>
                  </a:lnTo>
                  <a:lnTo>
                    <a:pt x="36142" y="409947"/>
                  </a:lnTo>
                  <a:lnTo>
                    <a:pt x="36030" y="409386"/>
                  </a:lnTo>
                  <a:lnTo>
                    <a:pt x="35940" y="408940"/>
                  </a:lnTo>
                  <a:close/>
                </a:path>
                <a:path w="255270" h="462279">
                  <a:moveTo>
                    <a:pt x="66577" y="406458"/>
                  </a:moveTo>
                  <a:lnTo>
                    <a:pt x="66518" y="407914"/>
                  </a:lnTo>
                  <a:lnTo>
                    <a:pt x="67331" y="409947"/>
                  </a:lnTo>
                  <a:lnTo>
                    <a:pt x="67436" y="410210"/>
                  </a:lnTo>
                  <a:lnTo>
                    <a:pt x="69087" y="408940"/>
                  </a:lnTo>
                  <a:lnTo>
                    <a:pt x="69849" y="407670"/>
                  </a:lnTo>
                  <a:lnTo>
                    <a:pt x="67182" y="407670"/>
                  </a:lnTo>
                  <a:lnTo>
                    <a:pt x="66663" y="406630"/>
                  </a:lnTo>
                  <a:lnTo>
                    <a:pt x="66577" y="406458"/>
                  </a:lnTo>
                  <a:close/>
                </a:path>
                <a:path w="255270" h="462279">
                  <a:moveTo>
                    <a:pt x="115073" y="406458"/>
                  </a:moveTo>
                  <a:lnTo>
                    <a:pt x="114669" y="406630"/>
                  </a:lnTo>
                  <a:lnTo>
                    <a:pt x="112902" y="407670"/>
                  </a:lnTo>
                  <a:lnTo>
                    <a:pt x="112105" y="409947"/>
                  </a:lnTo>
                  <a:lnTo>
                    <a:pt x="112013" y="410210"/>
                  </a:lnTo>
                  <a:lnTo>
                    <a:pt x="114299" y="410210"/>
                  </a:lnTo>
                  <a:lnTo>
                    <a:pt x="113410" y="408940"/>
                  </a:lnTo>
                  <a:lnTo>
                    <a:pt x="113537" y="408940"/>
                  </a:lnTo>
                  <a:lnTo>
                    <a:pt x="114376" y="408340"/>
                  </a:lnTo>
                  <a:lnTo>
                    <a:pt x="113537" y="407670"/>
                  </a:lnTo>
                  <a:lnTo>
                    <a:pt x="115315" y="407670"/>
                  </a:lnTo>
                  <a:lnTo>
                    <a:pt x="115108" y="406630"/>
                  </a:lnTo>
                  <a:lnTo>
                    <a:pt x="115073" y="406458"/>
                  </a:lnTo>
                  <a:close/>
                </a:path>
                <a:path w="255270" h="462279">
                  <a:moveTo>
                    <a:pt x="115683" y="409386"/>
                  </a:moveTo>
                  <a:lnTo>
                    <a:pt x="115188" y="410210"/>
                  </a:lnTo>
                  <a:lnTo>
                    <a:pt x="116331" y="410210"/>
                  </a:lnTo>
                  <a:lnTo>
                    <a:pt x="116253" y="409947"/>
                  </a:lnTo>
                  <a:lnTo>
                    <a:pt x="116384" y="409947"/>
                  </a:lnTo>
                  <a:lnTo>
                    <a:pt x="115683" y="409386"/>
                  </a:lnTo>
                  <a:close/>
                </a:path>
                <a:path w="255270" h="462279">
                  <a:moveTo>
                    <a:pt x="116384" y="409947"/>
                  </a:moveTo>
                  <a:lnTo>
                    <a:pt x="116331" y="410210"/>
                  </a:lnTo>
                  <a:lnTo>
                    <a:pt x="116712" y="410210"/>
                  </a:lnTo>
                  <a:lnTo>
                    <a:pt x="116384" y="409947"/>
                  </a:lnTo>
                  <a:close/>
                </a:path>
                <a:path w="255270" h="462279">
                  <a:moveTo>
                    <a:pt x="130253" y="409947"/>
                  </a:moveTo>
                  <a:lnTo>
                    <a:pt x="130017" y="409947"/>
                  </a:lnTo>
                  <a:lnTo>
                    <a:pt x="130174" y="410210"/>
                  </a:lnTo>
                  <a:lnTo>
                    <a:pt x="130253" y="409947"/>
                  </a:lnTo>
                  <a:close/>
                </a:path>
                <a:path w="255270" h="462279">
                  <a:moveTo>
                    <a:pt x="129412" y="408940"/>
                  </a:moveTo>
                  <a:lnTo>
                    <a:pt x="128269" y="408940"/>
                  </a:lnTo>
                  <a:lnTo>
                    <a:pt x="130809" y="410210"/>
                  </a:lnTo>
                  <a:lnTo>
                    <a:pt x="132333" y="410210"/>
                  </a:lnTo>
                  <a:lnTo>
                    <a:pt x="132071" y="409947"/>
                  </a:lnTo>
                  <a:lnTo>
                    <a:pt x="130017" y="409947"/>
                  </a:lnTo>
                  <a:lnTo>
                    <a:pt x="129412" y="408940"/>
                  </a:lnTo>
                  <a:close/>
                </a:path>
                <a:path w="255270" h="462279">
                  <a:moveTo>
                    <a:pt x="131825" y="408940"/>
                  </a:moveTo>
                  <a:lnTo>
                    <a:pt x="131063" y="408940"/>
                  </a:lnTo>
                  <a:lnTo>
                    <a:pt x="131510" y="409386"/>
                  </a:lnTo>
                  <a:lnTo>
                    <a:pt x="132010" y="409947"/>
                  </a:lnTo>
                  <a:lnTo>
                    <a:pt x="132390" y="410210"/>
                  </a:lnTo>
                  <a:lnTo>
                    <a:pt x="132228" y="409947"/>
                  </a:lnTo>
                  <a:lnTo>
                    <a:pt x="131825" y="408940"/>
                  </a:lnTo>
                  <a:close/>
                </a:path>
                <a:path w="255270" h="462279">
                  <a:moveTo>
                    <a:pt x="116585" y="408940"/>
                  </a:moveTo>
                  <a:lnTo>
                    <a:pt x="115950" y="408940"/>
                  </a:lnTo>
                  <a:lnTo>
                    <a:pt x="116253" y="409947"/>
                  </a:lnTo>
                  <a:lnTo>
                    <a:pt x="116384" y="409947"/>
                  </a:lnTo>
                  <a:lnTo>
                    <a:pt x="116496" y="409386"/>
                  </a:lnTo>
                  <a:lnTo>
                    <a:pt x="116585" y="408940"/>
                  </a:lnTo>
                  <a:close/>
                </a:path>
                <a:path w="255270" h="462279">
                  <a:moveTo>
                    <a:pt x="130555" y="408940"/>
                  </a:moveTo>
                  <a:lnTo>
                    <a:pt x="130253" y="409947"/>
                  </a:lnTo>
                  <a:lnTo>
                    <a:pt x="132010" y="409947"/>
                  </a:lnTo>
                  <a:lnTo>
                    <a:pt x="130555" y="408940"/>
                  </a:lnTo>
                  <a:close/>
                </a:path>
                <a:path w="255270" h="462279">
                  <a:moveTo>
                    <a:pt x="114812" y="408340"/>
                  </a:moveTo>
                  <a:lnTo>
                    <a:pt x="114376" y="408340"/>
                  </a:lnTo>
                  <a:lnTo>
                    <a:pt x="115683" y="409386"/>
                  </a:lnTo>
                  <a:lnTo>
                    <a:pt x="115950" y="408940"/>
                  </a:lnTo>
                  <a:lnTo>
                    <a:pt x="114812" y="408340"/>
                  </a:lnTo>
                  <a:close/>
                </a:path>
                <a:path w="255270" h="462279">
                  <a:moveTo>
                    <a:pt x="33019" y="405130"/>
                  </a:moveTo>
                  <a:lnTo>
                    <a:pt x="16382" y="405130"/>
                  </a:lnTo>
                  <a:lnTo>
                    <a:pt x="16250" y="406458"/>
                  </a:lnTo>
                  <a:lnTo>
                    <a:pt x="16232" y="406630"/>
                  </a:lnTo>
                  <a:lnTo>
                    <a:pt x="14731" y="408940"/>
                  </a:lnTo>
                  <a:lnTo>
                    <a:pt x="35051" y="408940"/>
                  </a:lnTo>
                  <a:lnTo>
                    <a:pt x="35051" y="407670"/>
                  </a:lnTo>
                  <a:lnTo>
                    <a:pt x="34289" y="407670"/>
                  </a:lnTo>
                  <a:lnTo>
                    <a:pt x="33770" y="406630"/>
                  </a:lnTo>
                  <a:lnTo>
                    <a:pt x="33684" y="406458"/>
                  </a:lnTo>
                  <a:lnTo>
                    <a:pt x="32223" y="406458"/>
                  </a:lnTo>
                  <a:lnTo>
                    <a:pt x="33019" y="405130"/>
                  </a:lnTo>
                  <a:close/>
                </a:path>
                <a:path w="255270" h="462279">
                  <a:moveTo>
                    <a:pt x="118109" y="407670"/>
                  </a:moveTo>
                  <a:lnTo>
                    <a:pt x="116331" y="407670"/>
                  </a:lnTo>
                  <a:lnTo>
                    <a:pt x="117474" y="408940"/>
                  </a:lnTo>
                  <a:lnTo>
                    <a:pt x="118871" y="408940"/>
                  </a:lnTo>
                  <a:lnTo>
                    <a:pt x="118109" y="407670"/>
                  </a:lnTo>
                  <a:close/>
                </a:path>
                <a:path w="255270" h="462279">
                  <a:moveTo>
                    <a:pt x="128269" y="407670"/>
                  </a:moveTo>
                  <a:lnTo>
                    <a:pt x="125475" y="407670"/>
                  </a:lnTo>
                  <a:lnTo>
                    <a:pt x="126110" y="408940"/>
                  </a:lnTo>
                  <a:lnTo>
                    <a:pt x="129031" y="408940"/>
                  </a:lnTo>
                  <a:lnTo>
                    <a:pt x="128269" y="407670"/>
                  </a:lnTo>
                  <a:close/>
                </a:path>
                <a:path w="255270" h="462279">
                  <a:moveTo>
                    <a:pt x="129228" y="406458"/>
                  </a:moveTo>
                  <a:lnTo>
                    <a:pt x="121521" y="406458"/>
                  </a:lnTo>
                  <a:lnTo>
                    <a:pt x="121157" y="407670"/>
                  </a:lnTo>
                  <a:lnTo>
                    <a:pt x="129285" y="407670"/>
                  </a:lnTo>
                  <a:lnTo>
                    <a:pt x="129666" y="408940"/>
                  </a:lnTo>
                  <a:lnTo>
                    <a:pt x="130897" y="407914"/>
                  </a:lnTo>
                  <a:lnTo>
                    <a:pt x="130555" y="407670"/>
                  </a:lnTo>
                  <a:lnTo>
                    <a:pt x="129228" y="406458"/>
                  </a:lnTo>
                  <a:close/>
                </a:path>
                <a:path w="255270" h="462279">
                  <a:moveTo>
                    <a:pt x="131495" y="408340"/>
                  </a:moveTo>
                  <a:lnTo>
                    <a:pt x="131571" y="408940"/>
                  </a:lnTo>
                  <a:lnTo>
                    <a:pt x="132333" y="408940"/>
                  </a:lnTo>
                  <a:lnTo>
                    <a:pt x="131495" y="408340"/>
                  </a:lnTo>
                  <a:close/>
                </a:path>
                <a:path w="255270" h="462279">
                  <a:moveTo>
                    <a:pt x="115315" y="407670"/>
                  </a:moveTo>
                  <a:lnTo>
                    <a:pt x="113537" y="407670"/>
                  </a:lnTo>
                  <a:lnTo>
                    <a:pt x="114812" y="408340"/>
                  </a:lnTo>
                  <a:lnTo>
                    <a:pt x="114376" y="408340"/>
                  </a:lnTo>
                  <a:lnTo>
                    <a:pt x="115315" y="407670"/>
                  </a:lnTo>
                  <a:close/>
                </a:path>
                <a:path w="255270" h="462279">
                  <a:moveTo>
                    <a:pt x="131190" y="407670"/>
                  </a:moveTo>
                  <a:lnTo>
                    <a:pt x="130897" y="407914"/>
                  </a:lnTo>
                  <a:lnTo>
                    <a:pt x="131495" y="408340"/>
                  </a:lnTo>
                  <a:lnTo>
                    <a:pt x="131264" y="407914"/>
                  </a:lnTo>
                  <a:lnTo>
                    <a:pt x="131190" y="407670"/>
                  </a:lnTo>
                  <a:close/>
                </a:path>
                <a:path w="255270" h="462279">
                  <a:moveTo>
                    <a:pt x="65785" y="405130"/>
                  </a:moveTo>
                  <a:lnTo>
                    <a:pt x="65150" y="407670"/>
                  </a:lnTo>
                  <a:lnTo>
                    <a:pt x="65658" y="407670"/>
                  </a:lnTo>
                  <a:lnTo>
                    <a:pt x="65785" y="405130"/>
                  </a:lnTo>
                  <a:close/>
                </a:path>
                <a:path w="255270" h="462279">
                  <a:moveTo>
                    <a:pt x="68516" y="406458"/>
                  </a:moveTo>
                  <a:lnTo>
                    <a:pt x="68499" y="406630"/>
                  </a:lnTo>
                  <a:lnTo>
                    <a:pt x="68706" y="407670"/>
                  </a:lnTo>
                  <a:lnTo>
                    <a:pt x="69849" y="407670"/>
                  </a:lnTo>
                  <a:lnTo>
                    <a:pt x="68516" y="406458"/>
                  </a:lnTo>
                  <a:close/>
                </a:path>
                <a:path w="255270" h="462279">
                  <a:moveTo>
                    <a:pt x="118387" y="406458"/>
                  </a:moveTo>
                  <a:lnTo>
                    <a:pt x="117359" y="406458"/>
                  </a:lnTo>
                  <a:lnTo>
                    <a:pt x="117601" y="407670"/>
                  </a:lnTo>
                  <a:lnTo>
                    <a:pt x="118871" y="407670"/>
                  </a:lnTo>
                  <a:lnTo>
                    <a:pt x="118456" y="406630"/>
                  </a:lnTo>
                  <a:lnTo>
                    <a:pt x="118387" y="406458"/>
                  </a:lnTo>
                  <a:close/>
                </a:path>
                <a:path w="255270" h="462279">
                  <a:moveTo>
                    <a:pt x="70861" y="403884"/>
                  </a:moveTo>
                  <a:lnTo>
                    <a:pt x="70709" y="403884"/>
                  </a:lnTo>
                  <a:lnTo>
                    <a:pt x="69214" y="405130"/>
                  </a:lnTo>
                  <a:lnTo>
                    <a:pt x="70410" y="406458"/>
                  </a:lnTo>
                  <a:lnTo>
                    <a:pt x="70611" y="405130"/>
                  </a:lnTo>
                  <a:lnTo>
                    <a:pt x="70861" y="403884"/>
                  </a:lnTo>
                  <a:close/>
                </a:path>
                <a:path w="255270" h="462279">
                  <a:moveTo>
                    <a:pt x="116092" y="403884"/>
                  </a:moveTo>
                  <a:lnTo>
                    <a:pt x="115442" y="405130"/>
                  </a:lnTo>
                  <a:lnTo>
                    <a:pt x="115310" y="406458"/>
                  </a:lnTo>
                  <a:lnTo>
                    <a:pt x="116089" y="406458"/>
                  </a:lnTo>
                  <a:lnTo>
                    <a:pt x="115823" y="405130"/>
                  </a:lnTo>
                  <a:lnTo>
                    <a:pt x="116839" y="405130"/>
                  </a:lnTo>
                  <a:lnTo>
                    <a:pt x="116092" y="403884"/>
                  </a:lnTo>
                  <a:close/>
                </a:path>
                <a:path w="255270" h="462279">
                  <a:moveTo>
                    <a:pt x="117365" y="403884"/>
                  </a:moveTo>
                  <a:lnTo>
                    <a:pt x="117728" y="405130"/>
                  </a:lnTo>
                  <a:lnTo>
                    <a:pt x="118393" y="406458"/>
                  </a:lnTo>
                  <a:lnTo>
                    <a:pt x="118727" y="406458"/>
                  </a:lnTo>
                  <a:lnTo>
                    <a:pt x="119125" y="405130"/>
                  </a:lnTo>
                  <a:lnTo>
                    <a:pt x="118236" y="405130"/>
                  </a:lnTo>
                  <a:lnTo>
                    <a:pt x="117365" y="403884"/>
                  </a:lnTo>
                  <a:close/>
                </a:path>
                <a:path w="255270" h="462279">
                  <a:moveTo>
                    <a:pt x="120141" y="405130"/>
                  </a:moveTo>
                  <a:lnTo>
                    <a:pt x="119633" y="405130"/>
                  </a:lnTo>
                  <a:lnTo>
                    <a:pt x="119766" y="406458"/>
                  </a:lnTo>
                  <a:lnTo>
                    <a:pt x="120009" y="406458"/>
                  </a:lnTo>
                  <a:lnTo>
                    <a:pt x="120141" y="405130"/>
                  </a:lnTo>
                  <a:close/>
                </a:path>
                <a:path w="255270" h="462279">
                  <a:moveTo>
                    <a:pt x="129420" y="403884"/>
                  </a:moveTo>
                  <a:lnTo>
                    <a:pt x="123607" y="403884"/>
                  </a:lnTo>
                  <a:lnTo>
                    <a:pt x="125475" y="405130"/>
                  </a:lnTo>
                  <a:lnTo>
                    <a:pt x="120903" y="405130"/>
                  </a:lnTo>
                  <a:lnTo>
                    <a:pt x="121302" y="406458"/>
                  </a:lnTo>
                  <a:lnTo>
                    <a:pt x="130856" y="406458"/>
                  </a:lnTo>
                  <a:lnTo>
                    <a:pt x="129793" y="405130"/>
                  </a:lnTo>
                  <a:lnTo>
                    <a:pt x="121284" y="405130"/>
                  </a:lnTo>
                  <a:lnTo>
                    <a:pt x="120911" y="403884"/>
                  </a:lnTo>
                  <a:lnTo>
                    <a:pt x="129420" y="403884"/>
                  </a:lnTo>
                  <a:close/>
                </a:path>
                <a:path w="255270" h="462279">
                  <a:moveTo>
                    <a:pt x="130047" y="400050"/>
                  </a:moveTo>
                  <a:lnTo>
                    <a:pt x="129412" y="400050"/>
                  </a:lnTo>
                  <a:lnTo>
                    <a:pt x="130083" y="401390"/>
                  </a:lnTo>
                  <a:lnTo>
                    <a:pt x="129788" y="401390"/>
                  </a:lnTo>
                  <a:lnTo>
                    <a:pt x="128770" y="403366"/>
                  </a:lnTo>
                  <a:lnTo>
                    <a:pt x="129444" y="403884"/>
                  </a:lnTo>
                  <a:lnTo>
                    <a:pt x="130809" y="403884"/>
                  </a:lnTo>
                  <a:lnTo>
                    <a:pt x="130809" y="406458"/>
                  </a:lnTo>
                  <a:lnTo>
                    <a:pt x="132085" y="406458"/>
                  </a:lnTo>
                  <a:lnTo>
                    <a:pt x="131952" y="405130"/>
                  </a:lnTo>
                  <a:lnTo>
                    <a:pt x="131457" y="403884"/>
                  </a:lnTo>
                  <a:lnTo>
                    <a:pt x="131552" y="403563"/>
                  </a:lnTo>
                  <a:lnTo>
                    <a:pt x="132079" y="402590"/>
                  </a:lnTo>
                  <a:lnTo>
                    <a:pt x="131190" y="402590"/>
                  </a:lnTo>
                  <a:lnTo>
                    <a:pt x="130351" y="401390"/>
                  </a:lnTo>
                  <a:lnTo>
                    <a:pt x="130244" y="400705"/>
                  </a:lnTo>
                  <a:lnTo>
                    <a:pt x="130174" y="400473"/>
                  </a:lnTo>
                  <a:lnTo>
                    <a:pt x="130047" y="400050"/>
                  </a:lnTo>
                  <a:close/>
                </a:path>
                <a:path w="255270" h="462279">
                  <a:moveTo>
                    <a:pt x="30035" y="398907"/>
                  </a:moveTo>
                  <a:lnTo>
                    <a:pt x="13169" y="398907"/>
                  </a:lnTo>
                  <a:lnTo>
                    <a:pt x="12923" y="399727"/>
                  </a:lnTo>
                  <a:lnTo>
                    <a:pt x="12826" y="400050"/>
                  </a:lnTo>
                  <a:lnTo>
                    <a:pt x="13334" y="400050"/>
                  </a:lnTo>
                  <a:lnTo>
                    <a:pt x="12613" y="400705"/>
                  </a:lnTo>
                  <a:lnTo>
                    <a:pt x="11952" y="401390"/>
                  </a:lnTo>
                  <a:lnTo>
                    <a:pt x="12191" y="402590"/>
                  </a:lnTo>
                  <a:lnTo>
                    <a:pt x="14985" y="402590"/>
                  </a:lnTo>
                  <a:lnTo>
                    <a:pt x="13969" y="405130"/>
                  </a:lnTo>
                  <a:lnTo>
                    <a:pt x="33400" y="405130"/>
                  </a:lnTo>
                  <a:lnTo>
                    <a:pt x="31657" y="403884"/>
                  </a:lnTo>
                  <a:lnTo>
                    <a:pt x="31741" y="403563"/>
                  </a:lnTo>
                  <a:lnTo>
                    <a:pt x="32610" y="401390"/>
                  </a:lnTo>
                  <a:lnTo>
                    <a:pt x="29125" y="401390"/>
                  </a:lnTo>
                  <a:lnTo>
                    <a:pt x="28320" y="400050"/>
                  </a:lnTo>
                  <a:lnTo>
                    <a:pt x="30035" y="398907"/>
                  </a:lnTo>
                  <a:close/>
                </a:path>
                <a:path w="255270" h="462279">
                  <a:moveTo>
                    <a:pt x="121543" y="403884"/>
                  </a:moveTo>
                  <a:lnTo>
                    <a:pt x="121538" y="405130"/>
                  </a:lnTo>
                  <a:lnTo>
                    <a:pt x="121792" y="405130"/>
                  </a:lnTo>
                  <a:lnTo>
                    <a:pt x="121543" y="403884"/>
                  </a:lnTo>
                  <a:close/>
                </a:path>
                <a:path w="255270" h="462279">
                  <a:moveTo>
                    <a:pt x="122305" y="403884"/>
                  </a:moveTo>
                  <a:lnTo>
                    <a:pt x="121543" y="403884"/>
                  </a:lnTo>
                  <a:lnTo>
                    <a:pt x="121792" y="405130"/>
                  </a:lnTo>
                  <a:lnTo>
                    <a:pt x="122554" y="405130"/>
                  </a:lnTo>
                  <a:lnTo>
                    <a:pt x="122305" y="403884"/>
                  </a:lnTo>
                  <a:close/>
                </a:path>
                <a:path w="255270" h="462279">
                  <a:moveTo>
                    <a:pt x="123216" y="403884"/>
                  </a:moveTo>
                  <a:lnTo>
                    <a:pt x="122554" y="405130"/>
                  </a:lnTo>
                  <a:lnTo>
                    <a:pt x="124586" y="405130"/>
                  </a:lnTo>
                  <a:lnTo>
                    <a:pt x="123216" y="403884"/>
                  </a:lnTo>
                  <a:close/>
                </a:path>
                <a:path w="255270" h="462279">
                  <a:moveTo>
                    <a:pt x="134109" y="403884"/>
                  </a:moveTo>
                  <a:lnTo>
                    <a:pt x="133362" y="403884"/>
                  </a:lnTo>
                  <a:lnTo>
                    <a:pt x="133984" y="405130"/>
                  </a:lnTo>
                  <a:lnTo>
                    <a:pt x="134109" y="403884"/>
                  </a:lnTo>
                  <a:close/>
                </a:path>
                <a:path w="255270" h="462279">
                  <a:moveTo>
                    <a:pt x="134624" y="403884"/>
                  </a:moveTo>
                  <a:lnTo>
                    <a:pt x="134119" y="403884"/>
                  </a:lnTo>
                  <a:lnTo>
                    <a:pt x="134492" y="405130"/>
                  </a:lnTo>
                  <a:lnTo>
                    <a:pt x="134873" y="405130"/>
                  </a:lnTo>
                  <a:lnTo>
                    <a:pt x="134624" y="403884"/>
                  </a:lnTo>
                  <a:close/>
                </a:path>
                <a:path w="255270" h="462279">
                  <a:moveTo>
                    <a:pt x="69976" y="402590"/>
                  </a:moveTo>
                  <a:lnTo>
                    <a:pt x="68833" y="402590"/>
                  </a:lnTo>
                  <a:lnTo>
                    <a:pt x="67798" y="403884"/>
                  </a:lnTo>
                  <a:lnTo>
                    <a:pt x="69200" y="403884"/>
                  </a:lnTo>
                  <a:lnTo>
                    <a:pt x="69976" y="402590"/>
                  </a:lnTo>
                  <a:close/>
                </a:path>
                <a:path w="255270" h="462279">
                  <a:moveTo>
                    <a:pt x="71119" y="402590"/>
                  </a:moveTo>
                  <a:lnTo>
                    <a:pt x="71069" y="402844"/>
                  </a:lnTo>
                  <a:lnTo>
                    <a:pt x="70964" y="403366"/>
                  </a:lnTo>
                  <a:lnTo>
                    <a:pt x="70861" y="403884"/>
                  </a:lnTo>
                  <a:lnTo>
                    <a:pt x="71111" y="403563"/>
                  </a:lnTo>
                  <a:lnTo>
                    <a:pt x="71348" y="402971"/>
                  </a:lnTo>
                  <a:lnTo>
                    <a:pt x="71119" y="402590"/>
                  </a:lnTo>
                  <a:close/>
                </a:path>
                <a:path w="255270" h="462279">
                  <a:moveTo>
                    <a:pt x="71539" y="402971"/>
                  </a:moveTo>
                  <a:lnTo>
                    <a:pt x="71630" y="403884"/>
                  </a:lnTo>
                  <a:lnTo>
                    <a:pt x="72191" y="403563"/>
                  </a:lnTo>
                  <a:lnTo>
                    <a:pt x="71539" y="402971"/>
                  </a:lnTo>
                  <a:close/>
                </a:path>
                <a:path w="255270" h="462279">
                  <a:moveTo>
                    <a:pt x="74040" y="402590"/>
                  </a:moveTo>
                  <a:lnTo>
                    <a:pt x="72191" y="403563"/>
                  </a:lnTo>
                  <a:lnTo>
                    <a:pt x="72543" y="403884"/>
                  </a:lnTo>
                  <a:lnTo>
                    <a:pt x="72872" y="403563"/>
                  </a:lnTo>
                  <a:lnTo>
                    <a:pt x="74040" y="402590"/>
                  </a:lnTo>
                  <a:close/>
                </a:path>
                <a:path w="255270" h="462279">
                  <a:moveTo>
                    <a:pt x="125602" y="402590"/>
                  </a:moveTo>
                  <a:lnTo>
                    <a:pt x="124955" y="403884"/>
                  </a:lnTo>
                  <a:lnTo>
                    <a:pt x="128321" y="403884"/>
                  </a:lnTo>
                  <a:lnTo>
                    <a:pt x="125602" y="402590"/>
                  </a:lnTo>
                  <a:close/>
                </a:path>
                <a:path w="255270" h="462279">
                  <a:moveTo>
                    <a:pt x="127761" y="402590"/>
                  </a:moveTo>
                  <a:lnTo>
                    <a:pt x="127884" y="402971"/>
                  </a:lnTo>
                  <a:lnTo>
                    <a:pt x="128280" y="403884"/>
                  </a:lnTo>
                  <a:lnTo>
                    <a:pt x="128511" y="403884"/>
                  </a:lnTo>
                  <a:lnTo>
                    <a:pt x="128672" y="403563"/>
                  </a:lnTo>
                  <a:lnTo>
                    <a:pt x="128770" y="403366"/>
                  </a:lnTo>
                  <a:lnTo>
                    <a:pt x="127761" y="402590"/>
                  </a:lnTo>
                  <a:close/>
                </a:path>
                <a:path w="255270" h="462279">
                  <a:moveTo>
                    <a:pt x="132460" y="400050"/>
                  </a:moveTo>
                  <a:lnTo>
                    <a:pt x="131063" y="400050"/>
                  </a:lnTo>
                  <a:lnTo>
                    <a:pt x="130852" y="400473"/>
                  </a:lnTo>
                  <a:lnTo>
                    <a:pt x="130736" y="400705"/>
                  </a:lnTo>
                  <a:lnTo>
                    <a:pt x="130450" y="401390"/>
                  </a:lnTo>
                  <a:lnTo>
                    <a:pt x="132968" y="402590"/>
                  </a:lnTo>
                  <a:lnTo>
                    <a:pt x="133349" y="402590"/>
                  </a:lnTo>
                  <a:lnTo>
                    <a:pt x="133464" y="402971"/>
                  </a:lnTo>
                  <a:lnTo>
                    <a:pt x="133582" y="403366"/>
                  </a:lnTo>
                  <a:lnTo>
                    <a:pt x="133607" y="401390"/>
                  </a:lnTo>
                  <a:lnTo>
                    <a:pt x="133935" y="401390"/>
                  </a:lnTo>
                  <a:lnTo>
                    <a:pt x="132460" y="400050"/>
                  </a:lnTo>
                  <a:close/>
                </a:path>
                <a:path w="255270" h="462279">
                  <a:moveTo>
                    <a:pt x="71500" y="402590"/>
                  </a:moveTo>
                  <a:lnTo>
                    <a:pt x="71399" y="402844"/>
                  </a:lnTo>
                  <a:lnTo>
                    <a:pt x="71539" y="402971"/>
                  </a:lnTo>
                  <a:lnTo>
                    <a:pt x="71500" y="402590"/>
                  </a:lnTo>
                  <a:close/>
                </a:path>
                <a:path w="255270" h="462279">
                  <a:moveTo>
                    <a:pt x="74548" y="400050"/>
                  </a:moveTo>
                  <a:lnTo>
                    <a:pt x="71627" y="400050"/>
                  </a:lnTo>
                  <a:lnTo>
                    <a:pt x="70421" y="401390"/>
                  </a:lnTo>
                  <a:lnTo>
                    <a:pt x="72030" y="401390"/>
                  </a:lnTo>
                  <a:lnTo>
                    <a:pt x="72389" y="402590"/>
                  </a:lnTo>
                  <a:lnTo>
                    <a:pt x="74548" y="400050"/>
                  </a:lnTo>
                  <a:close/>
                </a:path>
                <a:path w="255270" h="462279">
                  <a:moveTo>
                    <a:pt x="119648" y="401390"/>
                  </a:moveTo>
                  <a:lnTo>
                    <a:pt x="118928" y="401390"/>
                  </a:lnTo>
                  <a:lnTo>
                    <a:pt x="119887" y="402590"/>
                  </a:lnTo>
                  <a:lnTo>
                    <a:pt x="119648" y="401390"/>
                  </a:lnTo>
                  <a:close/>
                </a:path>
                <a:path w="255270" h="462279">
                  <a:moveTo>
                    <a:pt x="126026" y="401390"/>
                  </a:moveTo>
                  <a:lnTo>
                    <a:pt x="124608" y="401390"/>
                  </a:lnTo>
                  <a:lnTo>
                    <a:pt x="124967" y="402590"/>
                  </a:lnTo>
                  <a:lnTo>
                    <a:pt x="126745" y="402590"/>
                  </a:lnTo>
                  <a:lnTo>
                    <a:pt x="126026" y="401390"/>
                  </a:lnTo>
                  <a:close/>
                </a:path>
                <a:path w="255270" h="462279">
                  <a:moveTo>
                    <a:pt x="126618" y="400050"/>
                  </a:moveTo>
                  <a:lnTo>
                    <a:pt x="127719" y="402590"/>
                  </a:lnTo>
                  <a:lnTo>
                    <a:pt x="128601" y="401390"/>
                  </a:lnTo>
                  <a:lnTo>
                    <a:pt x="128763" y="401390"/>
                  </a:lnTo>
                  <a:lnTo>
                    <a:pt x="126618" y="400050"/>
                  </a:lnTo>
                  <a:close/>
                </a:path>
                <a:path w="255270" h="462279">
                  <a:moveTo>
                    <a:pt x="136258" y="400705"/>
                  </a:moveTo>
                  <a:lnTo>
                    <a:pt x="135925" y="401390"/>
                  </a:lnTo>
                  <a:lnTo>
                    <a:pt x="136524" y="402590"/>
                  </a:lnTo>
                  <a:lnTo>
                    <a:pt x="138048" y="402590"/>
                  </a:lnTo>
                  <a:lnTo>
                    <a:pt x="136258" y="400705"/>
                  </a:lnTo>
                  <a:close/>
                </a:path>
                <a:path w="255270" h="462279">
                  <a:moveTo>
                    <a:pt x="30264" y="398907"/>
                  </a:moveTo>
                  <a:lnTo>
                    <a:pt x="29992" y="399299"/>
                  </a:lnTo>
                  <a:lnTo>
                    <a:pt x="29051" y="401390"/>
                  </a:lnTo>
                  <a:lnTo>
                    <a:pt x="32751" y="401390"/>
                  </a:lnTo>
                  <a:lnTo>
                    <a:pt x="30606" y="400050"/>
                  </a:lnTo>
                  <a:lnTo>
                    <a:pt x="30381" y="399299"/>
                  </a:lnTo>
                  <a:lnTo>
                    <a:pt x="30264" y="398907"/>
                  </a:lnTo>
                  <a:close/>
                </a:path>
                <a:path w="255270" h="462279">
                  <a:moveTo>
                    <a:pt x="123909" y="400473"/>
                  </a:moveTo>
                  <a:lnTo>
                    <a:pt x="124103" y="400705"/>
                  </a:lnTo>
                  <a:lnTo>
                    <a:pt x="124925" y="401390"/>
                  </a:lnTo>
                  <a:lnTo>
                    <a:pt x="125193" y="401390"/>
                  </a:lnTo>
                  <a:lnTo>
                    <a:pt x="123909" y="400473"/>
                  </a:lnTo>
                  <a:close/>
                </a:path>
                <a:path w="255270" h="462279">
                  <a:moveTo>
                    <a:pt x="134284" y="399727"/>
                  </a:moveTo>
                  <a:lnTo>
                    <a:pt x="135032" y="401390"/>
                  </a:lnTo>
                  <a:lnTo>
                    <a:pt x="136327" y="401390"/>
                  </a:lnTo>
                  <a:lnTo>
                    <a:pt x="135254" y="400050"/>
                  </a:lnTo>
                  <a:lnTo>
                    <a:pt x="134284" y="399727"/>
                  </a:lnTo>
                  <a:close/>
                </a:path>
                <a:path w="255270" h="462279">
                  <a:moveTo>
                    <a:pt x="136651" y="397510"/>
                  </a:moveTo>
                  <a:lnTo>
                    <a:pt x="134619" y="397510"/>
                  </a:lnTo>
                  <a:lnTo>
                    <a:pt x="134639" y="398399"/>
                  </a:lnTo>
                  <a:lnTo>
                    <a:pt x="135381" y="400050"/>
                  </a:lnTo>
                  <a:lnTo>
                    <a:pt x="136651" y="400050"/>
                  </a:lnTo>
                  <a:lnTo>
                    <a:pt x="136397" y="400473"/>
                  </a:lnTo>
                  <a:lnTo>
                    <a:pt x="138048" y="401390"/>
                  </a:lnTo>
                  <a:lnTo>
                    <a:pt x="139062" y="401390"/>
                  </a:lnTo>
                  <a:lnTo>
                    <a:pt x="137032" y="400050"/>
                  </a:lnTo>
                  <a:lnTo>
                    <a:pt x="138518" y="398907"/>
                  </a:lnTo>
                  <a:lnTo>
                    <a:pt x="137871" y="398907"/>
                  </a:lnTo>
                  <a:lnTo>
                    <a:pt x="138074" y="398399"/>
                  </a:lnTo>
                  <a:lnTo>
                    <a:pt x="136651" y="397510"/>
                  </a:lnTo>
                  <a:close/>
                </a:path>
                <a:path w="255270" h="462279">
                  <a:moveTo>
                    <a:pt x="138810" y="400050"/>
                  </a:moveTo>
                  <a:lnTo>
                    <a:pt x="138895" y="401390"/>
                  </a:lnTo>
                  <a:lnTo>
                    <a:pt x="139064" y="401390"/>
                  </a:lnTo>
                  <a:lnTo>
                    <a:pt x="139064" y="400473"/>
                  </a:lnTo>
                  <a:lnTo>
                    <a:pt x="138810" y="400050"/>
                  </a:lnTo>
                  <a:close/>
                </a:path>
                <a:path w="255270" h="462279">
                  <a:moveTo>
                    <a:pt x="128396" y="400050"/>
                  </a:moveTo>
                  <a:lnTo>
                    <a:pt x="128142" y="400050"/>
                  </a:lnTo>
                  <a:lnTo>
                    <a:pt x="129140" y="400705"/>
                  </a:lnTo>
                  <a:lnTo>
                    <a:pt x="128947" y="400473"/>
                  </a:lnTo>
                  <a:lnTo>
                    <a:pt x="128396" y="400050"/>
                  </a:lnTo>
                  <a:close/>
                </a:path>
                <a:path w="255270" h="462279">
                  <a:moveTo>
                    <a:pt x="135635" y="400050"/>
                  </a:moveTo>
                  <a:lnTo>
                    <a:pt x="136258" y="400705"/>
                  </a:lnTo>
                  <a:lnTo>
                    <a:pt x="136397" y="400473"/>
                  </a:lnTo>
                  <a:lnTo>
                    <a:pt x="135635" y="400050"/>
                  </a:lnTo>
                  <a:close/>
                </a:path>
                <a:path w="255270" h="462279">
                  <a:moveTo>
                    <a:pt x="67970" y="398907"/>
                  </a:moveTo>
                  <a:lnTo>
                    <a:pt x="67398" y="398907"/>
                  </a:lnTo>
                  <a:lnTo>
                    <a:pt x="68198" y="400050"/>
                  </a:lnTo>
                  <a:lnTo>
                    <a:pt x="68134" y="399727"/>
                  </a:lnTo>
                  <a:lnTo>
                    <a:pt x="68048" y="399299"/>
                  </a:lnTo>
                  <a:lnTo>
                    <a:pt x="67970" y="398907"/>
                  </a:lnTo>
                  <a:close/>
                </a:path>
                <a:path w="255270" h="462279">
                  <a:moveTo>
                    <a:pt x="69976" y="399299"/>
                  </a:moveTo>
                  <a:lnTo>
                    <a:pt x="69976" y="400050"/>
                  </a:lnTo>
                  <a:lnTo>
                    <a:pt x="71627" y="400050"/>
                  </a:lnTo>
                  <a:lnTo>
                    <a:pt x="69976" y="399299"/>
                  </a:lnTo>
                  <a:close/>
                </a:path>
                <a:path w="255270" h="462279">
                  <a:moveTo>
                    <a:pt x="72514" y="399727"/>
                  </a:moveTo>
                  <a:lnTo>
                    <a:pt x="72389" y="400050"/>
                  </a:lnTo>
                  <a:lnTo>
                    <a:pt x="72643" y="400050"/>
                  </a:lnTo>
                  <a:lnTo>
                    <a:pt x="72514" y="399727"/>
                  </a:lnTo>
                  <a:close/>
                </a:path>
                <a:path w="255270" h="462279">
                  <a:moveTo>
                    <a:pt x="76631" y="398907"/>
                  </a:moveTo>
                  <a:lnTo>
                    <a:pt x="76479" y="398907"/>
                  </a:lnTo>
                  <a:lnTo>
                    <a:pt x="75564" y="400050"/>
                  </a:lnTo>
                  <a:lnTo>
                    <a:pt x="77088" y="400050"/>
                  </a:lnTo>
                  <a:lnTo>
                    <a:pt x="76631" y="398907"/>
                  </a:lnTo>
                  <a:close/>
                </a:path>
                <a:path w="255270" h="462279">
                  <a:moveTo>
                    <a:pt x="123075" y="398907"/>
                  </a:moveTo>
                  <a:lnTo>
                    <a:pt x="121361" y="398907"/>
                  </a:lnTo>
                  <a:lnTo>
                    <a:pt x="122046" y="400050"/>
                  </a:lnTo>
                  <a:lnTo>
                    <a:pt x="123075" y="398907"/>
                  </a:lnTo>
                  <a:close/>
                </a:path>
                <a:path w="255270" h="462279">
                  <a:moveTo>
                    <a:pt x="130822" y="398907"/>
                  </a:moveTo>
                  <a:lnTo>
                    <a:pt x="130498" y="399299"/>
                  </a:lnTo>
                  <a:lnTo>
                    <a:pt x="130047" y="400050"/>
                  </a:lnTo>
                  <a:lnTo>
                    <a:pt x="130936" y="400050"/>
                  </a:lnTo>
                  <a:lnTo>
                    <a:pt x="130822" y="398907"/>
                  </a:lnTo>
                  <a:close/>
                </a:path>
                <a:path w="255270" h="462279">
                  <a:moveTo>
                    <a:pt x="133915" y="398907"/>
                  </a:moveTo>
                  <a:lnTo>
                    <a:pt x="131495" y="398907"/>
                  </a:lnTo>
                  <a:lnTo>
                    <a:pt x="134284" y="399727"/>
                  </a:lnTo>
                  <a:lnTo>
                    <a:pt x="133915" y="398907"/>
                  </a:lnTo>
                  <a:close/>
                </a:path>
                <a:path w="255270" h="462279">
                  <a:moveTo>
                    <a:pt x="134353" y="398907"/>
                  </a:moveTo>
                  <a:lnTo>
                    <a:pt x="134010" y="398907"/>
                  </a:lnTo>
                  <a:lnTo>
                    <a:pt x="134994" y="399727"/>
                  </a:lnTo>
                  <a:lnTo>
                    <a:pt x="134706" y="399299"/>
                  </a:lnTo>
                  <a:lnTo>
                    <a:pt x="134353" y="398907"/>
                  </a:lnTo>
                  <a:close/>
                </a:path>
                <a:path w="255270" h="462279">
                  <a:moveTo>
                    <a:pt x="69722" y="397510"/>
                  </a:moveTo>
                  <a:lnTo>
                    <a:pt x="68745" y="398907"/>
                  </a:lnTo>
                  <a:lnTo>
                    <a:pt x="69113" y="398907"/>
                  </a:lnTo>
                  <a:lnTo>
                    <a:pt x="69976" y="399299"/>
                  </a:lnTo>
                  <a:lnTo>
                    <a:pt x="69900" y="398399"/>
                  </a:lnTo>
                  <a:lnTo>
                    <a:pt x="69722" y="397510"/>
                  </a:lnTo>
                  <a:close/>
                </a:path>
                <a:path w="255270" h="462279">
                  <a:moveTo>
                    <a:pt x="72504" y="398907"/>
                  </a:moveTo>
                  <a:lnTo>
                    <a:pt x="72186" y="398907"/>
                  </a:lnTo>
                  <a:lnTo>
                    <a:pt x="72343" y="399299"/>
                  </a:lnTo>
                  <a:lnTo>
                    <a:pt x="72504" y="398907"/>
                  </a:lnTo>
                  <a:close/>
                </a:path>
                <a:path w="255270" h="462279">
                  <a:moveTo>
                    <a:pt x="13588" y="397510"/>
                  </a:moveTo>
                  <a:lnTo>
                    <a:pt x="12445" y="397510"/>
                  </a:lnTo>
                  <a:lnTo>
                    <a:pt x="12357" y="398399"/>
                  </a:lnTo>
                  <a:lnTo>
                    <a:pt x="12306" y="398907"/>
                  </a:lnTo>
                  <a:lnTo>
                    <a:pt x="13030" y="398907"/>
                  </a:lnTo>
                  <a:lnTo>
                    <a:pt x="13588" y="397510"/>
                  </a:lnTo>
                  <a:close/>
                </a:path>
                <a:path w="255270" h="462279">
                  <a:moveTo>
                    <a:pt x="14213" y="393750"/>
                  </a:moveTo>
                  <a:lnTo>
                    <a:pt x="14018" y="394365"/>
                  </a:lnTo>
                  <a:lnTo>
                    <a:pt x="13715" y="395054"/>
                  </a:lnTo>
                  <a:lnTo>
                    <a:pt x="13715" y="396270"/>
                  </a:lnTo>
                  <a:lnTo>
                    <a:pt x="15986" y="396270"/>
                  </a:lnTo>
                  <a:lnTo>
                    <a:pt x="14668" y="398907"/>
                  </a:lnTo>
                  <a:lnTo>
                    <a:pt x="29006" y="398907"/>
                  </a:lnTo>
                  <a:lnTo>
                    <a:pt x="29844" y="397510"/>
                  </a:lnTo>
                  <a:lnTo>
                    <a:pt x="29968" y="396270"/>
                  </a:lnTo>
                  <a:lnTo>
                    <a:pt x="27364" y="395054"/>
                  </a:lnTo>
                  <a:lnTo>
                    <a:pt x="13944" y="395054"/>
                  </a:lnTo>
                  <a:lnTo>
                    <a:pt x="14151" y="394365"/>
                  </a:lnTo>
                  <a:lnTo>
                    <a:pt x="14213" y="393750"/>
                  </a:lnTo>
                  <a:close/>
                </a:path>
                <a:path w="255270" h="462279">
                  <a:moveTo>
                    <a:pt x="67814" y="396270"/>
                  </a:moveTo>
                  <a:lnTo>
                    <a:pt x="67462" y="396595"/>
                  </a:lnTo>
                  <a:lnTo>
                    <a:pt x="66547" y="397510"/>
                  </a:lnTo>
                  <a:lnTo>
                    <a:pt x="66459" y="398399"/>
                  </a:lnTo>
                  <a:lnTo>
                    <a:pt x="66408" y="398907"/>
                  </a:lnTo>
                  <a:lnTo>
                    <a:pt x="67843" y="398907"/>
                  </a:lnTo>
                  <a:lnTo>
                    <a:pt x="68960" y="397510"/>
                  </a:lnTo>
                  <a:lnTo>
                    <a:pt x="67690" y="397510"/>
                  </a:lnTo>
                  <a:lnTo>
                    <a:pt x="67814" y="396270"/>
                  </a:lnTo>
                  <a:close/>
                </a:path>
                <a:path w="255270" h="462279">
                  <a:moveTo>
                    <a:pt x="73124" y="396270"/>
                  </a:moveTo>
                  <a:lnTo>
                    <a:pt x="71875" y="396270"/>
                  </a:lnTo>
                  <a:lnTo>
                    <a:pt x="71627" y="397510"/>
                  </a:lnTo>
                  <a:lnTo>
                    <a:pt x="72186" y="398907"/>
                  </a:lnTo>
                  <a:lnTo>
                    <a:pt x="72435" y="398399"/>
                  </a:lnTo>
                  <a:lnTo>
                    <a:pt x="73024" y="397510"/>
                  </a:lnTo>
                  <a:lnTo>
                    <a:pt x="72008" y="397510"/>
                  </a:lnTo>
                  <a:lnTo>
                    <a:pt x="73124" y="396270"/>
                  </a:lnTo>
                  <a:close/>
                </a:path>
                <a:path w="255270" h="462279">
                  <a:moveTo>
                    <a:pt x="75691" y="397510"/>
                  </a:moveTo>
                  <a:lnTo>
                    <a:pt x="73024" y="397510"/>
                  </a:lnTo>
                  <a:lnTo>
                    <a:pt x="73723" y="398907"/>
                  </a:lnTo>
                  <a:lnTo>
                    <a:pt x="74155" y="398907"/>
                  </a:lnTo>
                  <a:lnTo>
                    <a:pt x="75691" y="397510"/>
                  </a:lnTo>
                  <a:close/>
                </a:path>
                <a:path w="255270" h="462279">
                  <a:moveTo>
                    <a:pt x="130428" y="397510"/>
                  </a:moveTo>
                  <a:lnTo>
                    <a:pt x="131267" y="398907"/>
                  </a:lnTo>
                  <a:lnTo>
                    <a:pt x="132384" y="398907"/>
                  </a:lnTo>
                  <a:lnTo>
                    <a:pt x="130428" y="397510"/>
                  </a:lnTo>
                  <a:close/>
                </a:path>
                <a:path w="255270" h="462279">
                  <a:moveTo>
                    <a:pt x="132687" y="396270"/>
                  </a:moveTo>
                  <a:lnTo>
                    <a:pt x="132582" y="398907"/>
                  </a:lnTo>
                  <a:lnTo>
                    <a:pt x="134759" y="398907"/>
                  </a:lnTo>
                  <a:lnTo>
                    <a:pt x="134708" y="398399"/>
                  </a:lnTo>
                  <a:lnTo>
                    <a:pt x="134238" y="397510"/>
                  </a:lnTo>
                  <a:lnTo>
                    <a:pt x="133222" y="397510"/>
                  </a:lnTo>
                  <a:lnTo>
                    <a:pt x="132687" y="396270"/>
                  </a:lnTo>
                  <a:close/>
                </a:path>
                <a:path w="255270" h="462279">
                  <a:moveTo>
                    <a:pt x="140588" y="397510"/>
                  </a:moveTo>
                  <a:lnTo>
                    <a:pt x="138429" y="397510"/>
                  </a:lnTo>
                  <a:lnTo>
                    <a:pt x="138074" y="398399"/>
                  </a:lnTo>
                  <a:lnTo>
                    <a:pt x="138887" y="398907"/>
                  </a:lnTo>
                  <a:lnTo>
                    <a:pt x="140588" y="398907"/>
                  </a:lnTo>
                  <a:lnTo>
                    <a:pt x="140588" y="397510"/>
                  </a:lnTo>
                  <a:close/>
                </a:path>
                <a:path w="255270" h="462279">
                  <a:moveTo>
                    <a:pt x="12445" y="397510"/>
                  </a:moveTo>
                  <a:lnTo>
                    <a:pt x="12064" y="397510"/>
                  </a:lnTo>
                  <a:lnTo>
                    <a:pt x="11531" y="398399"/>
                  </a:lnTo>
                  <a:lnTo>
                    <a:pt x="12445" y="397510"/>
                  </a:lnTo>
                  <a:close/>
                </a:path>
                <a:path w="255270" h="462279">
                  <a:moveTo>
                    <a:pt x="13165" y="396270"/>
                  </a:moveTo>
                  <a:lnTo>
                    <a:pt x="11801" y="396270"/>
                  </a:lnTo>
                  <a:lnTo>
                    <a:pt x="11429" y="397510"/>
                  </a:lnTo>
                  <a:lnTo>
                    <a:pt x="13165" y="396270"/>
                  </a:lnTo>
                  <a:close/>
                </a:path>
                <a:path w="255270" h="462279">
                  <a:moveTo>
                    <a:pt x="12996" y="395054"/>
                  </a:moveTo>
                  <a:lnTo>
                    <a:pt x="11506" y="395054"/>
                  </a:lnTo>
                  <a:lnTo>
                    <a:pt x="12600" y="396270"/>
                  </a:lnTo>
                  <a:lnTo>
                    <a:pt x="13201" y="396270"/>
                  </a:lnTo>
                  <a:lnTo>
                    <a:pt x="12953" y="397510"/>
                  </a:lnTo>
                  <a:lnTo>
                    <a:pt x="14731" y="397510"/>
                  </a:lnTo>
                  <a:lnTo>
                    <a:pt x="13616" y="396270"/>
                  </a:lnTo>
                  <a:lnTo>
                    <a:pt x="12996" y="395054"/>
                  </a:lnTo>
                  <a:close/>
                </a:path>
                <a:path w="255270" h="462279">
                  <a:moveTo>
                    <a:pt x="69509" y="396595"/>
                  </a:moveTo>
                  <a:lnTo>
                    <a:pt x="69154" y="396595"/>
                  </a:lnTo>
                  <a:lnTo>
                    <a:pt x="67690" y="397510"/>
                  </a:lnTo>
                  <a:lnTo>
                    <a:pt x="68960" y="397510"/>
                  </a:lnTo>
                  <a:lnTo>
                    <a:pt x="69509" y="396595"/>
                  </a:lnTo>
                  <a:close/>
                </a:path>
                <a:path w="255270" h="462279">
                  <a:moveTo>
                    <a:pt x="69485" y="391193"/>
                  </a:moveTo>
                  <a:lnTo>
                    <a:pt x="69299" y="391583"/>
                  </a:lnTo>
                  <a:lnTo>
                    <a:pt x="68960" y="392430"/>
                  </a:lnTo>
                  <a:lnTo>
                    <a:pt x="70949" y="393750"/>
                  </a:lnTo>
                  <a:lnTo>
                    <a:pt x="69841" y="395054"/>
                  </a:lnTo>
                  <a:lnTo>
                    <a:pt x="68891" y="396270"/>
                  </a:lnTo>
                  <a:lnTo>
                    <a:pt x="71246" y="397510"/>
                  </a:lnTo>
                  <a:lnTo>
                    <a:pt x="71704" y="396595"/>
                  </a:lnTo>
                  <a:lnTo>
                    <a:pt x="69154" y="396595"/>
                  </a:lnTo>
                  <a:lnTo>
                    <a:pt x="69674" y="396270"/>
                  </a:lnTo>
                  <a:lnTo>
                    <a:pt x="73663" y="396270"/>
                  </a:lnTo>
                  <a:lnTo>
                    <a:pt x="73541" y="395054"/>
                  </a:lnTo>
                  <a:lnTo>
                    <a:pt x="73895" y="394365"/>
                  </a:lnTo>
                  <a:lnTo>
                    <a:pt x="73024" y="392430"/>
                  </a:lnTo>
                  <a:lnTo>
                    <a:pt x="70103" y="392430"/>
                  </a:lnTo>
                  <a:lnTo>
                    <a:pt x="69485" y="391193"/>
                  </a:lnTo>
                  <a:close/>
                </a:path>
                <a:path w="255270" h="462279">
                  <a:moveTo>
                    <a:pt x="134416" y="395054"/>
                  </a:moveTo>
                  <a:lnTo>
                    <a:pt x="133773" y="395054"/>
                  </a:lnTo>
                  <a:lnTo>
                    <a:pt x="132666" y="396270"/>
                  </a:lnTo>
                  <a:lnTo>
                    <a:pt x="135889" y="397510"/>
                  </a:lnTo>
                  <a:lnTo>
                    <a:pt x="136199" y="396595"/>
                  </a:lnTo>
                  <a:lnTo>
                    <a:pt x="136264" y="396270"/>
                  </a:lnTo>
                  <a:lnTo>
                    <a:pt x="135146" y="396270"/>
                  </a:lnTo>
                  <a:lnTo>
                    <a:pt x="134416" y="395054"/>
                  </a:lnTo>
                  <a:close/>
                </a:path>
                <a:path w="255270" h="462279">
                  <a:moveTo>
                    <a:pt x="135597" y="393750"/>
                  </a:moveTo>
                  <a:lnTo>
                    <a:pt x="134701" y="393750"/>
                  </a:lnTo>
                  <a:lnTo>
                    <a:pt x="133527" y="395054"/>
                  </a:lnTo>
                  <a:lnTo>
                    <a:pt x="135398" y="395054"/>
                  </a:lnTo>
                  <a:lnTo>
                    <a:pt x="137426" y="396270"/>
                  </a:lnTo>
                  <a:lnTo>
                    <a:pt x="137921" y="397510"/>
                  </a:lnTo>
                  <a:lnTo>
                    <a:pt x="138541" y="396270"/>
                  </a:lnTo>
                  <a:lnTo>
                    <a:pt x="136186" y="395054"/>
                  </a:lnTo>
                  <a:lnTo>
                    <a:pt x="135597" y="393750"/>
                  </a:lnTo>
                  <a:close/>
                </a:path>
                <a:path w="255270" h="462279">
                  <a:moveTo>
                    <a:pt x="139151" y="396595"/>
                  </a:moveTo>
                  <a:lnTo>
                    <a:pt x="139318" y="397510"/>
                  </a:lnTo>
                  <a:lnTo>
                    <a:pt x="139699" y="397510"/>
                  </a:lnTo>
                  <a:lnTo>
                    <a:pt x="139151" y="396595"/>
                  </a:lnTo>
                  <a:close/>
                </a:path>
                <a:path w="255270" h="462279">
                  <a:moveTo>
                    <a:pt x="71866" y="396270"/>
                  </a:moveTo>
                  <a:lnTo>
                    <a:pt x="69704" y="396270"/>
                  </a:lnTo>
                  <a:lnTo>
                    <a:pt x="69509" y="396595"/>
                  </a:lnTo>
                  <a:lnTo>
                    <a:pt x="71704" y="396595"/>
                  </a:lnTo>
                  <a:lnTo>
                    <a:pt x="71866" y="396270"/>
                  </a:lnTo>
                  <a:close/>
                </a:path>
                <a:path w="255270" h="462279">
                  <a:moveTo>
                    <a:pt x="76194" y="393750"/>
                  </a:moveTo>
                  <a:lnTo>
                    <a:pt x="75313" y="393750"/>
                  </a:lnTo>
                  <a:lnTo>
                    <a:pt x="75439" y="396270"/>
                  </a:lnTo>
                  <a:lnTo>
                    <a:pt x="75942" y="396270"/>
                  </a:lnTo>
                  <a:lnTo>
                    <a:pt x="76064" y="395054"/>
                  </a:lnTo>
                  <a:lnTo>
                    <a:pt x="76133" y="394365"/>
                  </a:lnTo>
                  <a:lnTo>
                    <a:pt x="76194" y="393750"/>
                  </a:lnTo>
                  <a:close/>
                </a:path>
                <a:path w="255270" h="462279">
                  <a:moveTo>
                    <a:pt x="135322" y="395054"/>
                  </a:moveTo>
                  <a:lnTo>
                    <a:pt x="135512" y="396270"/>
                  </a:lnTo>
                  <a:lnTo>
                    <a:pt x="136295" y="396270"/>
                  </a:lnTo>
                  <a:lnTo>
                    <a:pt x="135322" y="395054"/>
                  </a:lnTo>
                  <a:close/>
                </a:path>
                <a:path w="255270" h="462279">
                  <a:moveTo>
                    <a:pt x="28447" y="392430"/>
                  </a:moveTo>
                  <a:lnTo>
                    <a:pt x="14223" y="392430"/>
                  </a:lnTo>
                  <a:lnTo>
                    <a:pt x="13959" y="393750"/>
                  </a:lnTo>
                  <a:lnTo>
                    <a:pt x="14335" y="393750"/>
                  </a:lnTo>
                  <a:lnTo>
                    <a:pt x="14090" y="394365"/>
                  </a:lnTo>
                  <a:lnTo>
                    <a:pt x="13953" y="395054"/>
                  </a:lnTo>
                  <a:lnTo>
                    <a:pt x="27152" y="395054"/>
                  </a:lnTo>
                  <a:lnTo>
                    <a:pt x="27543" y="393750"/>
                  </a:lnTo>
                  <a:lnTo>
                    <a:pt x="28447" y="392430"/>
                  </a:lnTo>
                  <a:close/>
                </a:path>
                <a:path w="255270" h="462279">
                  <a:moveTo>
                    <a:pt x="78125" y="391193"/>
                  </a:moveTo>
                  <a:lnTo>
                    <a:pt x="74704" y="392020"/>
                  </a:lnTo>
                  <a:lnTo>
                    <a:pt x="74929" y="392430"/>
                  </a:lnTo>
                  <a:lnTo>
                    <a:pt x="73024" y="392430"/>
                  </a:lnTo>
                  <a:lnTo>
                    <a:pt x="74264" y="393750"/>
                  </a:lnTo>
                  <a:lnTo>
                    <a:pt x="73895" y="394365"/>
                  </a:lnTo>
                  <a:lnTo>
                    <a:pt x="74206" y="395054"/>
                  </a:lnTo>
                  <a:lnTo>
                    <a:pt x="74712" y="394365"/>
                  </a:lnTo>
                  <a:lnTo>
                    <a:pt x="75265" y="393750"/>
                  </a:lnTo>
                  <a:lnTo>
                    <a:pt x="79034" y="393750"/>
                  </a:lnTo>
                  <a:lnTo>
                    <a:pt x="77977" y="392430"/>
                  </a:lnTo>
                  <a:lnTo>
                    <a:pt x="78060" y="391583"/>
                  </a:lnTo>
                  <a:lnTo>
                    <a:pt x="78125" y="391193"/>
                  </a:lnTo>
                  <a:close/>
                </a:path>
                <a:path w="255270" h="462279">
                  <a:moveTo>
                    <a:pt x="136397" y="392430"/>
                  </a:moveTo>
                  <a:lnTo>
                    <a:pt x="136265" y="393750"/>
                  </a:lnTo>
                  <a:lnTo>
                    <a:pt x="137530" y="393750"/>
                  </a:lnTo>
                  <a:lnTo>
                    <a:pt x="137270" y="395054"/>
                  </a:lnTo>
                  <a:lnTo>
                    <a:pt x="138269" y="395054"/>
                  </a:lnTo>
                  <a:lnTo>
                    <a:pt x="138790" y="393750"/>
                  </a:lnTo>
                  <a:lnTo>
                    <a:pt x="136397" y="392430"/>
                  </a:lnTo>
                  <a:close/>
                </a:path>
                <a:path w="255270" h="462279">
                  <a:moveTo>
                    <a:pt x="21621" y="373697"/>
                  </a:moveTo>
                  <a:lnTo>
                    <a:pt x="5905" y="373697"/>
                  </a:lnTo>
                  <a:lnTo>
                    <a:pt x="4083" y="374709"/>
                  </a:lnTo>
                  <a:lnTo>
                    <a:pt x="5629" y="374709"/>
                  </a:lnTo>
                  <a:lnTo>
                    <a:pt x="5962" y="375184"/>
                  </a:lnTo>
                  <a:lnTo>
                    <a:pt x="6448" y="375976"/>
                  </a:lnTo>
                  <a:lnTo>
                    <a:pt x="5947" y="376978"/>
                  </a:lnTo>
                  <a:lnTo>
                    <a:pt x="5782" y="377264"/>
                  </a:lnTo>
                  <a:lnTo>
                    <a:pt x="4825" y="378460"/>
                  </a:lnTo>
                  <a:lnTo>
                    <a:pt x="11507" y="383599"/>
                  </a:lnTo>
                  <a:lnTo>
                    <a:pt x="11348" y="383599"/>
                  </a:lnTo>
                  <a:lnTo>
                    <a:pt x="7958" y="386080"/>
                  </a:lnTo>
                  <a:lnTo>
                    <a:pt x="6249" y="387393"/>
                  </a:lnTo>
                  <a:lnTo>
                    <a:pt x="10063" y="393750"/>
                  </a:lnTo>
                  <a:lnTo>
                    <a:pt x="10916" y="393750"/>
                  </a:lnTo>
                  <a:lnTo>
                    <a:pt x="11048" y="392430"/>
                  </a:lnTo>
                  <a:lnTo>
                    <a:pt x="28574" y="392430"/>
                  </a:lnTo>
                  <a:lnTo>
                    <a:pt x="27832" y="391193"/>
                  </a:lnTo>
                  <a:lnTo>
                    <a:pt x="27359" y="390027"/>
                  </a:lnTo>
                  <a:lnTo>
                    <a:pt x="27304" y="389890"/>
                  </a:lnTo>
                  <a:lnTo>
                    <a:pt x="27558" y="389890"/>
                  </a:lnTo>
                  <a:lnTo>
                    <a:pt x="28307" y="387393"/>
                  </a:lnTo>
                  <a:lnTo>
                    <a:pt x="25780" y="386080"/>
                  </a:lnTo>
                  <a:lnTo>
                    <a:pt x="24687" y="384865"/>
                  </a:lnTo>
                  <a:lnTo>
                    <a:pt x="25913" y="384865"/>
                  </a:lnTo>
                  <a:lnTo>
                    <a:pt x="25786" y="383599"/>
                  </a:lnTo>
                  <a:lnTo>
                    <a:pt x="25635" y="382811"/>
                  </a:lnTo>
                  <a:lnTo>
                    <a:pt x="25526" y="382270"/>
                  </a:lnTo>
                  <a:lnTo>
                    <a:pt x="23494" y="382270"/>
                  </a:lnTo>
                  <a:lnTo>
                    <a:pt x="24764" y="381000"/>
                  </a:lnTo>
                  <a:lnTo>
                    <a:pt x="22605" y="381000"/>
                  </a:lnTo>
                  <a:lnTo>
                    <a:pt x="23748" y="379730"/>
                  </a:lnTo>
                  <a:lnTo>
                    <a:pt x="24256" y="379730"/>
                  </a:lnTo>
                  <a:lnTo>
                    <a:pt x="24510" y="378460"/>
                  </a:lnTo>
                  <a:lnTo>
                    <a:pt x="24256" y="378460"/>
                  </a:lnTo>
                  <a:lnTo>
                    <a:pt x="24137" y="377264"/>
                  </a:lnTo>
                  <a:lnTo>
                    <a:pt x="23805" y="376978"/>
                  </a:lnTo>
                  <a:lnTo>
                    <a:pt x="22303" y="375976"/>
                  </a:lnTo>
                  <a:lnTo>
                    <a:pt x="19811" y="375976"/>
                  </a:lnTo>
                  <a:lnTo>
                    <a:pt x="19811" y="374709"/>
                  </a:lnTo>
                  <a:lnTo>
                    <a:pt x="20835" y="374111"/>
                  </a:lnTo>
                  <a:lnTo>
                    <a:pt x="21621" y="373697"/>
                  </a:lnTo>
                  <a:close/>
                </a:path>
                <a:path w="255270" h="462279">
                  <a:moveTo>
                    <a:pt x="12699" y="392430"/>
                  </a:moveTo>
                  <a:lnTo>
                    <a:pt x="12064" y="392430"/>
                  </a:lnTo>
                  <a:lnTo>
                    <a:pt x="12725" y="393750"/>
                  </a:lnTo>
                  <a:lnTo>
                    <a:pt x="12171" y="393750"/>
                  </a:lnTo>
                  <a:lnTo>
                    <a:pt x="12699" y="392430"/>
                  </a:lnTo>
                  <a:close/>
                </a:path>
                <a:path w="255270" h="462279">
                  <a:moveTo>
                    <a:pt x="13588" y="392430"/>
                  </a:moveTo>
                  <a:lnTo>
                    <a:pt x="13334" y="392430"/>
                  </a:lnTo>
                  <a:lnTo>
                    <a:pt x="13467" y="393750"/>
                  </a:lnTo>
                  <a:lnTo>
                    <a:pt x="13985" y="393750"/>
                  </a:lnTo>
                  <a:lnTo>
                    <a:pt x="13588" y="392430"/>
                  </a:lnTo>
                  <a:close/>
                </a:path>
                <a:path w="255270" h="462279">
                  <a:moveTo>
                    <a:pt x="28574" y="392430"/>
                  </a:moveTo>
                  <a:lnTo>
                    <a:pt x="28447" y="392430"/>
                  </a:lnTo>
                  <a:lnTo>
                    <a:pt x="28580" y="393750"/>
                  </a:lnTo>
                  <a:lnTo>
                    <a:pt x="28574" y="392430"/>
                  </a:lnTo>
                  <a:close/>
                </a:path>
                <a:path w="255270" h="462279">
                  <a:moveTo>
                    <a:pt x="68960" y="392430"/>
                  </a:moveTo>
                  <a:lnTo>
                    <a:pt x="68696" y="393750"/>
                  </a:lnTo>
                  <a:lnTo>
                    <a:pt x="68828" y="393750"/>
                  </a:lnTo>
                  <a:lnTo>
                    <a:pt x="68960" y="392430"/>
                  </a:lnTo>
                  <a:close/>
                </a:path>
                <a:path w="255270" h="462279">
                  <a:moveTo>
                    <a:pt x="134873" y="392430"/>
                  </a:moveTo>
                  <a:lnTo>
                    <a:pt x="133730" y="392430"/>
                  </a:lnTo>
                  <a:lnTo>
                    <a:pt x="135712" y="393750"/>
                  </a:lnTo>
                  <a:lnTo>
                    <a:pt x="136326" y="393750"/>
                  </a:lnTo>
                  <a:lnTo>
                    <a:pt x="134873" y="392430"/>
                  </a:lnTo>
                  <a:close/>
                </a:path>
                <a:path w="255270" h="462279">
                  <a:moveTo>
                    <a:pt x="140461" y="392430"/>
                  </a:moveTo>
                  <a:lnTo>
                    <a:pt x="140207" y="392430"/>
                  </a:lnTo>
                  <a:lnTo>
                    <a:pt x="140340" y="393750"/>
                  </a:lnTo>
                  <a:lnTo>
                    <a:pt x="140461" y="392430"/>
                  </a:lnTo>
                  <a:close/>
                </a:path>
                <a:path w="255270" h="462279">
                  <a:moveTo>
                    <a:pt x="71966" y="391583"/>
                  </a:moveTo>
                  <a:lnTo>
                    <a:pt x="70103" y="392430"/>
                  </a:lnTo>
                  <a:lnTo>
                    <a:pt x="71627" y="392430"/>
                  </a:lnTo>
                  <a:lnTo>
                    <a:pt x="71966" y="391583"/>
                  </a:lnTo>
                  <a:close/>
                </a:path>
                <a:path w="255270" h="462279">
                  <a:moveTo>
                    <a:pt x="74249" y="391193"/>
                  </a:moveTo>
                  <a:lnTo>
                    <a:pt x="73235" y="391193"/>
                  </a:lnTo>
                  <a:lnTo>
                    <a:pt x="71627" y="392430"/>
                  </a:lnTo>
                  <a:lnTo>
                    <a:pt x="73024" y="392430"/>
                  </a:lnTo>
                  <a:lnTo>
                    <a:pt x="74704" y="392020"/>
                  </a:lnTo>
                  <a:lnTo>
                    <a:pt x="74249" y="391193"/>
                  </a:lnTo>
                  <a:close/>
                </a:path>
                <a:path w="255270" h="462279">
                  <a:moveTo>
                    <a:pt x="138175" y="389890"/>
                  </a:moveTo>
                  <a:lnTo>
                    <a:pt x="136905" y="389890"/>
                  </a:lnTo>
                  <a:lnTo>
                    <a:pt x="136670" y="390674"/>
                  </a:lnTo>
                  <a:lnTo>
                    <a:pt x="136561" y="391193"/>
                  </a:lnTo>
                  <a:lnTo>
                    <a:pt x="137921" y="392430"/>
                  </a:lnTo>
                  <a:lnTo>
                    <a:pt x="137427" y="391193"/>
                  </a:lnTo>
                  <a:lnTo>
                    <a:pt x="139218" y="391193"/>
                  </a:lnTo>
                  <a:lnTo>
                    <a:pt x="138285" y="390027"/>
                  </a:lnTo>
                  <a:lnTo>
                    <a:pt x="138175" y="389890"/>
                  </a:lnTo>
                  <a:close/>
                </a:path>
                <a:path w="255270" h="462279">
                  <a:moveTo>
                    <a:pt x="73608" y="390027"/>
                  </a:moveTo>
                  <a:lnTo>
                    <a:pt x="72122" y="391193"/>
                  </a:lnTo>
                  <a:lnTo>
                    <a:pt x="71966" y="391583"/>
                  </a:lnTo>
                  <a:lnTo>
                    <a:pt x="72825" y="391193"/>
                  </a:lnTo>
                  <a:lnTo>
                    <a:pt x="74249" y="391193"/>
                  </a:lnTo>
                  <a:lnTo>
                    <a:pt x="73608" y="390027"/>
                  </a:lnTo>
                  <a:close/>
                </a:path>
                <a:path w="255270" h="462279">
                  <a:moveTo>
                    <a:pt x="71881" y="388620"/>
                  </a:moveTo>
                  <a:lnTo>
                    <a:pt x="69952" y="391193"/>
                  </a:lnTo>
                  <a:lnTo>
                    <a:pt x="72122" y="391193"/>
                  </a:lnTo>
                  <a:lnTo>
                    <a:pt x="72589" y="390027"/>
                  </a:lnTo>
                  <a:lnTo>
                    <a:pt x="72643" y="389890"/>
                  </a:lnTo>
                  <a:lnTo>
                    <a:pt x="71881" y="388620"/>
                  </a:lnTo>
                  <a:close/>
                </a:path>
                <a:path w="255270" h="462279">
                  <a:moveTo>
                    <a:pt x="76969" y="390674"/>
                  </a:moveTo>
                  <a:lnTo>
                    <a:pt x="76554" y="391193"/>
                  </a:lnTo>
                  <a:lnTo>
                    <a:pt x="78235" y="391193"/>
                  </a:lnTo>
                  <a:lnTo>
                    <a:pt x="76969" y="390674"/>
                  </a:lnTo>
                  <a:close/>
                </a:path>
                <a:path w="255270" h="462279">
                  <a:moveTo>
                    <a:pt x="79374" y="389890"/>
                  </a:moveTo>
                  <a:lnTo>
                    <a:pt x="78358" y="389890"/>
                  </a:lnTo>
                  <a:lnTo>
                    <a:pt x="78515" y="390674"/>
                  </a:lnTo>
                  <a:lnTo>
                    <a:pt x="78619" y="391193"/>
                  </a:lnTo>
                  <a:lnTo>
                    <a:pt x="78904" y="390674"/>
                  </a:lnTo>
                  <a:lnTo>
                    <a:pt x="79292" y="390027"/>
                  </a:lnTo>
                  <a:lnTo>
                    <a:pt x="79374" y="389890"/>
                  </a:lnTo>
                  <a:close/>
                </a:path>
                <a:path w="255270" h="462279">
                  <a:moveTo>
                    <a:pt x="140702" y="390027"/>
                  </a:moveTo>
                  <a:lnTo>
                    <a:pt x="140325" y="391193"/>
                  </a:lnTo>
                  <a:lnTo>
                    <a:pt x="140585" y="391193"/>
                  </a:lnTo>
                  <a:lnTo>
                    <a:pt x="140702" y="390027"/>
                  </a:lnTo>
                  <a:close/>
                </a:path>
                <a:path w="255270" h="462279">
                  <a:moveTo>
                    <a:pt x="77596" y="389890"/>
                  </a:moveTo>
                  <a:lnTo>
                    <a:pt x="74929" y="389890"/>
                  </a:lnTo>
                  <a:lnTo>
                    <a:pt x="76969" y="390674"/>
                  </a:lnTo>
                  <a:lnTo>
                    <a:pt x="77487" y="390027"/>
                  </a:lnTo>
                  <a:lnTo>
                    <a:pt x="77596" y="389890"/>
                  </a:lnTo>
                  <a:close/>
                </a:path>
                <a:path w="255270" h="462279">
                  <a:moveTo>
                    <a:pt x="73786" y="389890"/>
                  </a:moveTo>
                  <a:lnTo>
                    <a:pt x="73532" y="389890"/>
                  </a:lnTo>
                  <a:lnTo>
                    <a:pt x="73608" y="390027"/>
                  </a:lnTo>
                  <a:lnTo>
                    <a:pt x="73786" y="389890"/>
                  </a:lnTo>
                  <a:close/>
                </a:path>
                <a:path w="255270" h="462279">
                  <a:moveTo>
                    <a:pt x="76199" y="386080"/>
                  </a:moveTo>
                  <a:lnTo>
                    <a:pt x="75805" y="387393"/>
                  </a:lnTo>
                  <a:lnTo>
                    <a:pt x="75437" y="387393"/>
                  </a:lnTo>
                  <a:lnTo>
                    <a:pt x="75437" y="388620"/>
                  </a:lnTo>
                  <a:lnTo>
                    <a:pt x="75310" y="389890"/>
                  </a:lnTo>
                  <a:lnTo>
                    <a:pt x="78231" y="389890"/>
                  </a:lnTo>
                  <a:lnTo>
                    <a:pt x="78358" y="388620"/>
                  </a:lnTo>
                  <a:lnTo>
                    <a:pt x="79867" y="388620"/>
                  </a:lnTo>
                  <a:lnTo>
                    <a:pt x="79484" y="387393"/>
                  </a:lnTo>
                  <a:lnTo>
                    <a:pt x="76199" y="386080"/>
                  </a:lnTo>
                  <a:close/>
                </a:path>
                <a:path w="255270" h="462279">
                  <a:moveTo>
                    <a:pt x="79867" y="388620"/>
                  </a:moveTo>
                  <a:lnTo>
                    <a:pt x="79120" y="388620"/>
                  </a:lnTo>
                  <a:lnTo>
                    <a:pt x="79374" y="389890"/>
                  </a:lnTo>
                  <a:lnTo>
                    <a:pt x="80263" y="389890"/>
                  </a:lnTo>
                  <a:lnTo>
                    <a:pt x="79867" y="388620"/>
                  </a:lnTo>
                  <a:close/>
                </a:path>
                <a:path w="255270" h="462279">
                  <a:moveTo>
                    <a:pt x="75691" y="386080"/>
                  </a:moveTo>
                  <a:lnTo>
                    <a:pt x="75437" y="386080"/>
                  </a:lnTo>
                  <a:lnTo>
                    <a:pt x="75437" y="387393"/>
                  </a:lnTo>
                  <a:lnTo>
                    <a:pt x="75691" y="386080"/>
                  </a:lnTo>
                  <a:close/>
                </a:path>
                <a:path w="255270" h="462279">
                  <a:moveTo>
                    <a:pt x="80136" y="379730"/>
                  </a:moveTo>
                  <a:lnTo>
                    <a:pt x="76834" y="379730"/>
                  </a:lnTo>
                  <a:lnTo>
                    <a:pt x="77342" y="381000"/>
                  </a:lnTo>
                  <a:lnTo>
                    <a:pt x="76326" y="381000"/>
                  </a:lnTo>
                  <a:lnTo>
                    <a:pt x="77342" y="382270"/>
                  </a:lnTo>
                  <a:lnTo>
                    <a:pt x="77667" y="382811"/>
                  </a:lnTo>
                  <a:lnTo>
                    <a:pt x="78237" y="383599"/>
                  </a:lnTo>
                  <a:lnTo>
                    <a:pt x="78322" y="384865"/>
                  </a:lnTo>
                  <a:lnTo>
                    <a:pt x="79393" y="387393"/>
                  </a:lnTo>
                  <a:lnTo>
                    <a:pt x="81985" y="387393"/>
                  </a:lnTo>
                  <a:lnTo>
                    <a:pt x="79882" y="386080"/>
                  </a:lnTo>
                  <a:lnTo>
                    <a:pt x="80957" y="383599"/>
                  </a:lnTo>
                  <a:lnTo>
                    <a:pt x="78739" y="383599"/>
                  </a:lnTo>
                  <a:lnTo>
                    <a:pt x="78739" y="381000"/>
                  </a:lnTo>
                  <a:lnTo>
                    <a:pt x="80136" y="379730"/>
                  </a:lnTo>
                  <a:close/>
                </a:path>
                <a:path w="255270" h="462279">
                  <a:moveTo>
                    <a:pt x="74445" y="383599"/>
                  </a:moveTo>
                  <a:lnTo>
                    <a:pt x="73930" y="384865"/>
                  </a:lnTo>
                  <a:lnTo>
                    <a:pt x="74294" y="386080"/>
                  </a:lnTo>
                  <a:lnTo>
                    <a:pt x="75266" y="384865"/>
                  </a:lnTo>
                  <a:lnTo>
                    <a:pt x="74952" y="384865"/>
                  </a:lnTo>
                  <a:lnTo>
                    <a:pt x="74445" y="383599"/>
                  </a:lnTo>
                  <a:close/>
                </a:path>
                <a:path w="255270" h="462279">
                  <a:moveTo>
                    <a:pt x="82391" y="382270"/>
                  </a:moveTo>
                  <a:lnTo>
                    <a:pt x="81533" y="382270"/>
                  </a:lnTo>
                  <a:lnTo>
                    <a:pt x="80957" y="383599"/>
                  </a:lnTo>
                  <a:lnTo>
                    <a:pt x="82369" y="383599"/>
                  </a:lnTo>
                  <a:lnTo>
                    <a:pt x="81230" y="384865"/>
                  </a:lnTo>
                  <a:lnTo>
                    <a:pt x="81391" y="384865"/>
                  </a:lnTo>
                  <a:lnTo>
                    <a:pt x="83819" y="386080"/>
                  </a:lnTo>
                  <a:lnTo>
                    <a:pt x="82391" y="382270"/>
                  </a:lnTo>
                  <a:close/>
                </a:path>
                <a:path w="255270" h="462279">
                  <a:moveTo>
                    <a:pt x="90335" y="384865"/>
                  </a:moveTo>
                  <a:lnTo>
                    <a:pt x="87978" y="384865"/>
                  </a:lnTo>
                  <a:lnTo>
                    <a:pt x="88391" y="386080"/>
                  </a:lnTo>
                  <a:lnTo>
                    <a:pt x="90335" y="384865"/>
                  </a:lnTo>
                  <a:close/>
                </a:path>
                <a:path w="255270" h="462279">
                  <a:moveTo>
                    <a:pt x="74965" y="383599"/>
                  </a:moveTo>
                  <a:lnTo>
                    <a:pt x="74929" y="384865"/>
                  </a:lnTo>
                  <a:lnTo>
                    <a:pt x="75725" y="384865"/>
                  </a:lnTo>
                  <a:lnTo>
                    <a:pt x="74965" y="383599"/>
                  </a:lnTo>
                  <a:close/>
                </a:path>
                <a:path w="255270" h="462279">
                  <a:moveTo>
                    <a:pt x="84698" y="383599"/>
                  </a:moveTo>
                  <a:lnTo>
                    <a:pt x="84314" y="384865"/>
                  </a:lnTo>
                  <a:lnTo>
                    <a:pt x="84709" y="384865"/>
                  </a:lnTo>
                  <a:lnTo>
                    <a:pt x="84698" y="383599"/>
                  </a:lnTo>
                  <a:close/>
                </a:path>
                <a:path w="255270" h="462279">
                  <a:moveTo>
                    <a:pt x="85597" y="382270"/>
                  </a:moveTo>
                  <a:lnTo>
                    <a:pt x="83692" y="382270"/>
                  </a:lnTo>
                  <a:lnTo>
                    <a:pt x="84110" y="382811"/>
                  </a:lnTo>
                  <a:lnTo>
                    <a:pt x="84623" y="383599"/>
                  </a:lnTo>
                  <a:lnTo>
                    <a:pt x="84712" y="384865"/>
                  </a:lnTo>
                  <a:lnTo>
                    <a:pt x="85677" y="383599"/>
                  </a:lnTo>
                  <a:lnTo>
                    <a:pt x="86129" y="383599"/>
                  </a:lnTo>
                  <a:lnTo>
                    <a:pt x="85597" y="382270"/>
                  </a:lnTo>
                  <a:close/>
                </a:path>
                <a:path w="255270" h="462279">
                  <a:moveTo>
                    <a:pt x="86197" y="383599"/>
                  </a:moveTo>
                  <a:lnTo>
                    <a:pt x="85834" y="383599"/>
                  </a:lnTo>
                  <a:lnTo>
                    <a:pt x="88167" y="384865"/>
                  </a:lnTo>
                  <a:lnTo>
                    <a:pt x="86197" y="383599"/>
                  </a:lnTo>
                  <a:close/>
                </a:path>
                <a:path w="255270" h="462279">
                  <a:moveTo>
                    <a:pt x="80342" y="382811"/>
                  </a:moveTo>
                  <a:lnTo>
                    <a:pt x="78608" y="383599"/>
                  </a:lnTo>
                  <a:lnTo>
                    <a:pt x="80394" y="383599"/>
                  </a:lnTo>
                  <a:lnTo>
                    <a:pt x="80342" y="382811"/>
                  </a:lnTo>
                  <a:close/>
                </a:path>
                <a:path w="255270" h="462279">
                  <a:moveTo>
                    <a:pt x="75945" y="382270"/>
                  </a:moveTo>
                  <a:lnTo>
                    <a:pt x="75602" y="382811"/>
                  </a:lnTo>
                  <a:lnTo>
                    <a:pt x="75945" y="382270"/>
                  </a:lnTo>
                  <a:close/>
                </a:path>
                <a:path w="255270" h="462279">
                  <a:moveTo>
                    <a:pt x="85851" y="379730"/>
                  </a:moveTo>
                  <a:lnTo>
                    <a:pt x="80136" y="379730"/>
                  </a:lnTo>
                  <a:lnTo>
                    <a:pt x="80221" y="381000"/>
                  </a:lnTo>
                  <a:lnTo>
                    <a:pt x="80342" y="382811"/>
                  </a:lnTo>
                  <a:lnTo>
                    <a:pt x="81533" y="382270"/>
                  </a:lnTo>
                  <a:lnTo>
                    <a:pt x="82391" y="382270"/>
                  </a:lnTo>
                  <a:lnTo>
                    <a:pt x="81914" y="381000"/>
                  </a:lnTo>
                  <a:lnTo>
                    <a:pt x="85216" y="381000"/>
                  </a:lnTo>
                  <a:lnTo>
                    <a:pt x="85851" y="379730"/>
                  </a:lnTo>
                  <a:close/>
                </a:path>
                <a:path w="255270" h="462279">
                  <a:moveTo>
                    <a:pt x="85978" y="381000"/>
                  </a:moveTo>
                  <a:lnTo>
                    <a:pt x="84962" y="381000"/>
                  </a:lnTo>
                  <a:lnTo>
                    <a:pt x="84581" y="382270"/>
                  </a:lnTo>
                  <a:lnTo>
                    <a:pt x="86486" y="382270"/>
                  </a:lnTo>
                  <a:lnTo>
                    <a:pt x="85978" y="381000"/>
                  </a:lnTo>
                  <a:close/>
                </a:path>
                <a:path w="255270" h="462279">
                  <a:moveTo>
                    <a:pt x="81438" y="373697"/>
                  </a:moveTo>
                  <a:lnTo>
                    <a:pt x="81006" y="374111"/>
                  </a:lnTo>
                  <a:lnTo>
                    <a:pt x="80940" y="374709"/>
                  </a:lnTo>
                  <a:lnTo>
                    <a:pt x="81273" y="375184"/>
                  </a:lnTo>
                  <a:lnTo>
                    <a:pt x="81740" y="375976"/>
                  </a:lnTo>
                  <a:lnTo>
                    <a:pt x="80899" y="376978"/>
                  </a:lnTo>
                  <a:lnTo>
                    <a:pt x="80611" y="377264"/>
                  </a:lnTo>
                  <a:lnTo>
                    <a:pt x="78739" y="379730"/>
                  </a:lnTo>
                  <a:lnTo>
                    <a:pt x="85343" y="379730"/>
                  </a:lnTo>
                  <a:lnTo>
                    <a:pt x="87502" y="378460"/>
                  </a:lnTo>
                  <a:lnTo>
                    <a:pt x="85216" y="378460"/>
                  </a:lnTo>
                  <a:lnTo>
                    <a:pt x="86173" y="377264"/>
                  </a:lnTo>
                  <a:lnTo>
                    <a:pt x="88496" y="377264"/>
                  </a:lnTo>
                  <a:lnTo>
                    <a:pt x="88883" y="375976"/>
                  </a:lnTo>
                  <a:lnTo>
                    <a:pt x="89512" y="375976"/>
                  </a:lnTo>
                  <a:lnTo>
                    <a:pt x="90019" y="374709"/>
                  </a:lnTo>
                  <a:lnTo>
                    <a:pt x="82349" y="374709"/>
                  </a:lnTo>
                  <a:lnTo>
                    <a:pt x="81438" y="373697"/>
                  </a:lnTo>
                  <a:close/>
                </a:path>
                <a:path w="255270" h="462279">
                  <a:moveTo>
                    <a:pt x="92328" y="378460"/>
                  </a:moveTo>
                  <a:lnTo>
                    <a:pt x="92201" y="378460"/>
                  </a:lnTo>
                  <a:lnTo>
                    <a:pt x="93217" y="379730"/>
                  </a:lnTo>
                  <a:lnTo>
                    <a:pt x="90550" y="379730"/>
                  </a:lnTo>
                  <a:lnTo>
                    <a:pt x="92328" y="378460"/>
                  </a:lnTo>
                  <a:close/>
                </a:path>
                <a:path w="255270" h="462279">
                  <a:moveTo>
                    <a:pt x="78153" y="377973"/>
                  </a:moveTo>
                  <a:lnTo>
                    <a:pt x="77764" y="377973"/>
                  </a:lnTo>
                  <a:lnTo>
                    <a:pt x="78104" y="378460"/>
                  </a:lnTo>
                  <a:lnTo>
                    <a:pt x="78153" y="377973"/>
                  </a:lnTo>
                  <a:close/>
                </a:path>
                <a:path w="255270" h="462279">
                  <a:moveTo>
                    <a:pt x="78214" y="377973"/>
                  </a:moveTo>
                  <a:lnTo>
                    <a:pt x="78268" y="378152"/>
                  </a:lnTo>
                  <a:lnTo>
                    <a:pt x="78358" y="378460"/>
                  </a:lnTo>
                  <a:lnTo>
                    <a:pt x="78502" y="378152"/>
                  </a:lnTo>
                  <a:lnTo>
                    <a:pt x="78214" y="377973"/>
                  </a:lnTo>
                  <a:close/>
                </a:path>
                <a:path w="255270" h="462279">
                  <a:moveTo>
                    <a:pt x="77268" y="377264"/>
                  </a:moveTo>
                  <a:lnTo>
                    <a:pt x="77081" y="377264"/>
                  </a:lnTo>
                  <a:lnTo>
                    <a:pt x="78312" y="377973"/>
                  </a:lnTo>
                  <a:lnTo>
                    <a:pt x="78563" y="378152"/>
                  </a:lnTo>
                  <a:lnTo>
                    <a:pt x="78586" y="377973"/>
                  </a:lnTo>
                  <a:lnTo>
                    <a:pt x="77764" y="377973"/>
                  </a:lnTo>
                  <a:lnTo>
                    <a:pt x="77268" y="377264"/>
                  </a:lnTo>
                  <a:close/>
                </a:path>
                <a:path w="255270" h="462279">
                  <a:moveTo>
                    <a:pt x="88130" y="377264"/>
                  </a:moveTo>
                  <a:lnTo>
                    <a:pt x="87652" y="377264"/>
                  </a:lnTo>
                  <a:lnTo>
                    <a:pt x="87864" y="377973"/>
                  </a:lnTo>
                  <a:lnTo>
                    <a:pt x="87918" y="378152"/>
                  </a:lnTo>
                  <a:lnTo>
                    <a:pt x="88059" y="377973"/>
                  </a:lnTo>
                  <a:lnTo>
                    <a:pt x="88130" y="377264"/>
                  </a:lnTo>
                  <a:close/>
                </a:path>
                <a:path w="255270" h="462279">
                  <a:moveTo>
                    <a:pt x="77623" y="375976"/>
                  </a:moveTo>
                  <a:lnTo>
                    <a:pt x="76921" y="377264"/>
                  </a:lnTo>
                  <a:lnTo>
                    <a:pt x="77320" y="377264"/>
                  </a:lnTo>
                  <a:lnTo>
                    <a:pt x="78312" y="377973"/>
                  </a:lnTo>
                  <a:lnTo>
                    <a:pt x="78005" y="377264"/>
                  </a:lnTo>
                  <a:lnTo>
                    <a:pt x="77623" y="375976"/>
                  </a:lnTo>
                  <a:close/>
                </a:path>
                <a:path w="255270" h="462279">
                  <a:moveTo>
                    <a:pt x="78916" y="377264"/>
                  </a:moveTo>
                  <a:lnTo>
                    <a:pt x="78224" y="377264"/>
                  </a:lnTo>
                  <a:lnTo>
                    <a:pt x="78153" y="377973"/>
                  </a:lnTo>
                  <a:lnTo>
                    <a:pt x="78586" y="377973"/>
                  </a:lnTo>
                  <a:lnTo>
                    <a:pt x="78916" y="377264"/>
                  </a:lnTo>
                  <a:close/>
                </a:path>
                <a:path w="255270" h="462279">
                  <a:moveTo>
                    <a:pt x="23812" y="376978"/>
                  </a:moveTo>
                  <a:lnTo>
                    <a:pt x="24107" y="377264"/>
                  </a:lnTo>
                  <a:lnTo>
                    <a:pt x="24241" y="377264"/>
                  </a:lnTo>
                  <a:lnTo>
                    <a:pt x="23812" y="376978"/>
                  </a:lnTo>
                  <a:close/>
                </a:path>
                <a:path w="255270" h="462279">
                  <a:moveTo>
                    <a:pt x="80148" y="374709"/>
                  </a:moveTo>
                  <a:lnTo>
                    <a:pt x="79887" y="375184"/>
                  </a:lnTo>
                  <a:lnTo>
                    <a:pt x="78916" y="377264"/>
                  </a:lnTo>
                  <a:lnTo>
                    <a:pt x="80659" y="377264"/>
                  </a:lnTo>
                  <a:lnTo>
                    <a:pt x="80243" y="375184"/>
                  </a:lnTo>
                  <a:lnTo>
                    <a:pt x="80148" y="374709"/>
                  </a:lnTo>
                  <a:close/>
                </a:path>
                <a:path w="255270" h="462279">
                  <a:moveTo>
                    <a:pt x="89938" y="375976"/>
                  </a:moveTo>
                  <a:lnTo>
                    <a:pt x="88905" y="375976"/>
                  </a:lnTo>
                  <a:lnTo>
                    <a:pt x="89005" y="376978"/>
                  </a:lnTo>
                  <a:lnTo>
                    <a:pt x="89034" y="377264"/>
                  </a:lnTo>
                  <a:lnTo>
                    <a:pt x="90453" y="377264"/>
                  </a:lnTo>
                  <a:lnTo>
                    <a:pt x="89938" y="375976"/>
                  </a:lnTo>
                  <a:close/>
                </a:path>
                <a:path w="255270" h="462279">
                  <a:moveTo>
                    <a:pt x="22132" y="375184"/>
                  </a:moveTo>
                  <a:lnTo>
                    <a:pt x="21406" y="375976"/>
                  </a:lnTo>
                  <a:lnTo>
                    <a:pt x="22309" y="375976"/>
                  </a:lnTo>
                  <a:lnTo>
                    <a:pt x="23812" y="376978"/>
                  </a:lnTo>
                  <a:lnTo>
                    <a:pt x="22132" y="375184"/>
                  </a:lnTo>
                  <a:close/>
                </a:path>
                <a:path w="255270" h="462279">
                  <a:moveTo>
                    <a:pt x="77690" y="375976"/>
                  </a:moveTo>
                  <a:lnTo>
                    <a:pt x="77199" y="375976"/>
                  </a:lnTo>
                  <a:lnTo>
                    <a:pt x="76898" y="376978"/>
                  </a:lnTo>
                  <a:lnTo>
                    <a:pt x="77690" y="375976"/>
                  </a:lnTo>
                  <a:close/>
                </a:path>
                <a:path w="255270" h="462279">
                  <a:moveTo>
                    <a:pt x="21779" y="374111"/>
                  </a:moveTo>
                  <a:lnTo>
                    <a:pt x="21493" y="374709"/>
                  </a:lnTo>
                  <a:lnTo>
                    <a:pt x="20797" y="375976"/>
                  </a:lnTo>
                  <a:lnTo>
                    <a:pt x="22004" y="375184"/>
                  </a:lnTo>
                  <a:lnTo>
                    <a:pt x="22132" y="375184"/>
                  </a:lnTo>
                  <a:lnTo>
                    <a:pt x="21688" y="374709"/>
                  </a:lnTo>
                  <a:lnTo>
                    <a:pt x="21779" y="374111"/>
                  </a:lnTo>
                  <a:close/>
                </a:path>
                <a:path w="255270" h="462279">
                  <a:moveTo>
                    <a:pt x="23125" y="374709"/>
                  </a:moveTo>
                  <a:lnTo>
                    <a:pt x="22673" y="374709"/>
                  </a:lnTo>
                  <a:lnTo>
                    <a:pt x="22198" y="375184"/>
                  </a:lnTo>
                  <a:lnTo>
                    <a:pt x="22372" y="375184"/>
                  </a:lnTo>
                  <a:lnTo>
                    <a:pt x="23443" y="375976"/>
                  </a:lnTo>
                  <a:lnTo>
                    <a:pt x="23220" y="375184"/>
                  </a:lnTo>
                  <a:lnTo>
                    <a:pt x="23125" y="374709"/>
                  </a:lnTo>
                  <a:close/>
                </a:path>
                <a:path w="255270" h="462279">
                  <a:moveTo>
                    <a:pt x="79263" y="373697"/>
                  </a:moveTo>
                  <a:lnTo>
                    <a:pt x="77353" y="373697"/>
                  </a:lnTo>
                  <a:lnTo>
                    <a:pt x="76994" y="374709"/>
                  </a:lnTo>
                  <a:lnTo>
                    <a:pt x="77690" y="375976"/>
                  </a:lnTo>
                  <a:lnTo>
                    <a:pt x="79146" y="375976"/>
                  </a:lnTo>
                  <a:lnTo>
                    <a:pt x="78571" y="374709"/>
                  </a:lnTo>
                  <a:lnTo>
                    <a:pt x="78953" y="374111"/>
                  </a:lnTo>
                  <a:lnTo>
                    <a:pt x="79263" y="373697"/>
                  </a:lnTo>
                  <a:close/>
                </a:path>
                <a:path w="255270" h="462279">
                  <a:moveTo>
                    <a:pt x="90804" y="374709"/>
                  </a:moveTo>
                  <a:lnTo>
                    <a:pt x="90320" y="374709"/>
                  </a:lnTo>
                  <a:lnTo>
                    <a:pt x="90827" y="375976"/>
                  </a:lnTo>
                  <a:lnTo>
                    <a:pt x="90804" y="374709"/>
                  </a:lnTo>
                  <a:close/>
                </a:path>
                <a:path w="255270" h="462279">
                  <a:moveTo>
                    <a:pt x="22764" y="374709"/>
                  </a:moveTo>
                  <a:lnTo>
                    <a:pt x="21728" y="374709"/>
                  </a:lnTo>
                  <a:lnTo>
                    <a:pt x="22372" y="375184"/>
                  </a:lnTo>
                  <a:lnTo>
                    <a:pt x="22004" y="375184"/>
                  </a:lnTo>
                  <a:lnTo>
                    <a:pt x="22764" y="374709"/>
                  </a:lnTo>
                  <a:close/>
                </a:path>
                <a:path w="255270" h="462279">
                  <a:moveTo>
                    <a:pt x="22732" y="373697"/>
                  </a:moveTo>
                  <a:lnTo>
                    <a:pt x="22256" y="373697"/>
                  </a:lnTo>
                  <a:lnTo>
                    <a:pt x="23167" y="374709"/>
                  </a:lnTo>
                  <a:lnTo>
                    <a:pt x="22732" y="373697"/>
                  </a:lnTo>
                  <a:close/>
                </a:path>
                <a:path w="255270" h="462279">
                  <a:moveTo>
                    <a:pt x="79628" y="373697"/>
                  </a:moveTo>
                  <a:lnTo>
                    <a:pt x="79279" y="373697"/>
                  </a:lnTo>
                  <a:lnTo>
                    <a:pt x="78976" y="374709"/>
                  </a:lnTo>
                  <a:lnTo>
                    <a:pt x="78463" y="374709"/>
                  </a:lnTo>
                  <a:lnTo>
                    <a:pt x="79959" y="374111"/>
                  </a:lnTo>
                  <a:lnTo>
                    <a:pt x="79628" y="373697"/>
                  </a:lnTo>
                  <a:close/>
                </a:path>
                <a:path w="255270" h="462279">
                  <a:moveTo>
                    <a:pt x="81089" y="373697"/>
                  </a:moveTo>
                  <a:lnTo>
                    <a:pt x="79959" y="374111"/>
                  </a:lnTo>
                  <a:lnTo>
                    <a:pt x="80438" y="374709"/>
                  </a:lnTo>
                  <a:lnTo>
                    <a:pt x="80983" y="374111"/>
                  </a:lnTo>
                  <a:lnTo>
                    <a:pt x="81089" y="373697"/>
                  </a:lnTo>
                  <a:close/>
                </a:path>
                <a:path w="255270" h="462279">
                  <a:moveTo>
                    <a:pt x="82803" y="372110"/>
                  </a:moveTo>
                  <a:lnTo>
                    <a:pt x="82486" y="373697"/>
                  </a:lnTo>
                  <a:lnTo>
                    <a:pt x="82403" y="374111"/>
                  </a:lnTo>
                  <a:lnTo>
                    <a:pt x="82284" y="374709"/>
                  </a:lnTo>
                  <a:lnTo>
                    <a:pt x="85258" y="374709"/>
                  </a:lnTo>
                  <a:lnTo>
                    <a:pt x="84550" y="373697"/>
                  </a:lnTo>
                  <a:lnTo>
                    <a:pt x="84708" y="373697"/>
                  </a:lnTo>
                  <a:lnTo>
                    <a:pt x="82803" y="372110"/>
                  </a:lnTo>
                  <a:close/>
                </a:path>
                <a:path w="255270" h="462279">
                  <a:moveTo>
                    <a:pt x="90646" y="373697"/>
                  </a:moveTo>
                  <a:lnTo>
                    <a:pt x="86264" y="373697"/>
                  </a:lnTo>
                  <a:lnTo>
                    <a:pt x="85151" y="374709"/>
                  </a:lnTo>
                  <a:lnTo>
                    <a:pt x="90545" y="374709"/>
                  </a:lnTo>
                  <a:lnTo>
                    <a:pt x="90646" y="373697"/>
                  </a:lnTo>
                  <a:close/>
                </a:path>
                <a:path w="255270" h="462279">
                  <a:moveTo>
                    <a:pt x="93979" y="372110"/>
                  </a:moveTo>
                  <a:lnTo>
                    <a:pt x="91693" y="372110"/>
                  </a:lnTo>
                  <a:lnTo>
                    <a:pt x="91852" y="373697"/>
                  </a:lnTo>
                  <a:lnTo>
                    <a:pt x="91662" y="373697"/>
                  </a:lnTo>
                  <a:lnTo>
                    <a:pt x="91561" y="374709"/>
                  </a:lnTo>
                  <a:lnTo>
                    <a:pt x="92105" y="374111"/>
                  </a:lnTo>
                  <a:lnTo>
                    <a:pt x="92519" y="373697"/>
                  </a:lnTo>
                  <a:lnTo>
                    <a:pt x="93979" y="372110"/>
                  </a:lnTo>
                  <a:close/>
                </a:path>
                <a:path w="255270" h="462279">
                  <a:moveTo>
                    <a:pt x="22050" y="373697"/>
                  </a:moveTo>
                  <a:lnTo>
                    <a:pt x="21883" y="373697"/>
                  </a:lnTo>
                  <a:lnTo>
                    <a:pt x="21779" y="374111"/>
                  </a:lnTo>
                  <a:lnTo>
                    <a:pt x="22050" y="373697"/>
                  </a:lnTo>
                  <a:close/>
                </a:path>
                <a:path w="255270" h="462279">
                  <a:moveTo>
                    <a:pt x="18414" y="370840"/>
                  </a:moveTo>
                  <a:lnTo>
                    <a:pt x="18287" y="372110"/>
                  </a:lnTo>
                  <a:lnTo>
                    <a:pt x="3301" y="372110"/>
                  </a:lnTo>
                  <a:lnTo>
                    <a:pt x="2825" y="373697"/>
                  </a:lnTo>
                  <a:lnTo>
                    <a:pt x="18192" y="373697"/>
                  </a:lnTo>
                  <a:lnTo>
                    <a:pt x="19303" y="372110"/>
                  </a:lnTo>
                  <a:lnTo>
                    <a:pt x="18414" y="370840"/>
                  </a:lnTo>
                  <a:close/>
                </a:path>
                <a:path w="255270" h="462279">
                  <a:moveTo>
                    <a:pt x="83692" y="368300"/>
                  </a:moveTo>
                  <a:lnTo>
                    <a:pt x="83502" y="369570"/>
                  </a:lnTo>
                  <a:lnTo>
                    <a:pt x="83412" y="370167"/>
                  </a:lnTo>
                  <a:lnTo>
                    <a:pt x="83354" y="370557"/>
                  </a:lnTo>
                  <a:lnTo>
                    <a:pt x="83692" y="370840"/>
                  </a:lnTo>
                  <a:lnTo>
                    <a:pt x="83673" y="371030"/>
                  </a:lnTo>
                  <a:lnTo>
                    <a:pt x="85724" y="372110"/>
                  </a:lnTo>
                  <a:lnTo>
                    <a:pt x="86836" y="373697"/>
                  </a:lnTo>
                  <a:lnTo>
                    <a:pt x="87375" y="373697"/>
                  </a:lnTo>
                  <a:lnTo>
                    <a:pt x="89915" y="372110"/>
                  </a:lnTo>
                  <a:lnTo>
                    <a:pt x="90347" y="371030"/>
                  </a:lnTo>
                  <a:lnTo>
                    <a:pt x="90423" y="370840"/>
                  </a:lnTo>
                  <a:lnTo>
                    <a:pt x="93090" y="369570"/>
                  </a:lnTo>
                  <a:lnTo>
                    <a:pt x="85089" y="369570"/>
                  </a:lnTo>
                  <a:lnTo>
                    <a:pt x="83692" y="368300"/>
                  </a:lnTo>
                  <a:close/>
                </a:path>
                <a:path w="255270" h="462279">
                  <a:moveTo>
                    <a:pt x="93725" y="370840"/>
                  </a:moveTo>
                  <a:lnTo>
                    <a:pt x="92328" y="370840"/>
                  </a:lnTo>
                  <a:lnTo>
                    <a:pt x="93344" y="372110"/>
                  </a:lnTo>
                  <a:lnTo>
                    <a:pt x="93979" y="372110"/>
                  </a:lnTo>
                  <a:lnTo>
                    <a:pt x="95408" y="373697"/>
                  </a:lnTo>
                  <a:lnTo>
                    <a:pt x="95249" y="373697"/>
                  </a:lnTo>
                  <a:lnTo>
                    <a:pt x="94614" y="372110"/>
                  </a:lnTo>
                  <a:lnTo>
                    <a:pt x="93725" y="370840"/>
                  </a:lnTo>
                  <a:close/>
                </a:path>
                <a:path w="255270" h="462279">
                  <a:moveTo>
                    <a:pt x="13969" y="368300"/>
                  </a:moveTo>
                  <a:lnTo>
                    <a:pt x="1269" y="368300"/>
                  </a:lnTo>
                  <a:lnTo>
                    <a:pt x="1523" y="369570"/>
                  </a:lnTo>
                  <a:lnTo>
                    <a:pt x="3809" y="369570"/>
                  </a:lnTo>
                  <a:lnTo>
                    <a:pt x="2793" y="370840"/>
                  </a:lnTo>
                  <a:lnTo>
                    <a:pt x="3809" y="372110"/>
                  </a:lnTo>
                  <a:lnTo>
                    <a:pt x="17017" y="372110"/>
                  </a:lnTo>
                  <a:lnTo>
                    <a:pt x="17125" y="371030"/>
                  </a:lnTo>
                  <a:lnTo>
                    <a:pt x="17144" y="370840"/>
                  </a:lnTo>
                  <a:lnTo>
                    <a:pt x="14604" y="370840"/>
                  </a:lnTo>
                  <a:lnTo>
                    <a:pt x="13207" y="369570"/>
                  </a:lnTo>
                  <a:lnTo>
                    <a:pt x="13969" y="368300"/>
                  </a:lnTo>
                  <a:close/>
                </a:path>
                <a:path w="255270" h="462279">
                  <a:moveTo>
                    <a:pt x="82886" y="370167"/>
                  </a:moveTo>
                  <a:lnTo>
                    <a:pt x="83565" y="372110"/>
                  </a:lnTo>
                  <a:lnTo>
                    <a:pt x="83673" y="371030"/>
                  </a:lnTo>
                  <a:lnTo>
                    <a:pt x="83311" y="370840"/>
                  </a:lnTo>
                  <a:lnTo>
                    <a:pt x="83354" y="370557"/>
                  </a:lnTo>
                  <a:lnTo>
                    <a:pt x="82886" y="370167"/>
                  </a:lnTo>
                  <a:close/>
                </a:path>
                <a:path w="255270" h="462279">
                  <a:moveTo>
                    <a:pt x="97281" y="368300"/>
                  </a:moveTo>
                  <a:lnTo>
                    <a:pt x="96519" y="368300"/>
                  </a:lnTo>
                  <a:lnTo>
                    <a:pt x="96773" y="369570"/>
                  </a:lnTo>
                  <a:lnTo>
                    <a:pt x="95630" y="370840"/>
                  </a:lnTo>
                  <a:lnTo>
                    <a:pt x="96773" y="372110"/>
                  </a:lnTo>
                  <a:lnTo>
                    <a:pt x="97313" y="371030"/>
                  </a:lnTo>
                  <a:lnTo>
                    <a:pt x="97408" y="370840"/>
                  </a:lnTo>
                  <a:lnTo>
                    <a:pt x="97465" y="370557"/>
                  </a:lnTo>
                  <a:lnTo>
                    <a:pt x="97543" y="370167"/>
                  </a:lnTo>
                  <a:lnTo>
                    <a:pt x="97662" y="369570"/>
                  </a:lnTo>
                  <a:lnTo>
                    <a:pt x="97281" y="368300"/>
                  </a:lnTo>
                  <a:close/>
                </a:path>
                <a:path w="255270" h="462279">
                  <a:moveTo>
                    <a:pt x="19938" y="368300"/>
                  </a:moveTo>
                  <a:lnTo>
                    <a:pt x="13969" y="368300"/>
                  </a:lnTo>
                  <a:lnTo>
                    <a:pt x="15620" y="370840"/>
                  </a:lnTo>
                  <a:lnTo>
                    <a:pt x="17271" y="369570"/>
                  </a:lnTo>
                  <a:lnTo>
                    <a:pt x="19938" y="369570"/>
                  </a:lnTo>
                  <a:lnTo>
                    <a:pt x="19938" y="368300"/>
                  </a:lnTo>
                  <a:close/>
                </a:path>
                <a:path w="255270" h="462279">
                  <a:moveTo>
                    <a:pt x="82168" y="369570"/>
                  </a:moveTo>
                  <a:lnTo>
                    <a:pt x="81406" y="370840"/>
                  </a:lnTo>
                  <a:lnTo>
                    <a:pt x="82146" y="370167"/>
                  </a:lnTo>
                  <a:lnTo>
                    <a:pt x="82886" y="370167"/>
                  </a:lnTo>
                  <a:lnTo>
                    <a:pt x="82168" y="369570"/>
                  </a:lnTo>
                  <a:close/>
                </a:path>
                <a:path w="255270" h="462279">
                  <a:moveTo>
                    <a:pt x="82930" y="369570"/>
                  </a:moveTo>
                  <a:lnTo>
                    <a:pt x="82146" y="370167"/>
                  </a:lnTo>
                  <a:lnTo>
                    <a:pt x="82497" y="370167"/>
                  </a:lnTo>
                  <a:lnTo>
                    <a:pt x="82380" y="370557"/>
                  </a:lnTo>
                  <a:lnTo>
                    <a:pt x="82295" y="370840"/>
                  </a:lnTo>
                  <a:lnTo>
                    <a:pt x="82549" y="370840"/>
                  </a:lnTo>
                  <a:lnTo>
                    <a:pt x="82634" y="370557"/>
                  </a:lnTo>
                  <a:lnTo>
                    <a:pt x="82751" y="370167"/>
                  </a:lnTo>
                  <a:lnTo>
                    <a:pt x="82886" y="370167"/>
                  </a:lnTo>
                  <a:lnTo>
                    <a:pt x="82676" y="369570"/>
                  </a:lnTo>
                  <a:lnTo>
                    <a:pt x="82930" y="369570"/>
                  </a:lnTo>
                  <a:close/>
                </a:path>
                <a:path w="255270" h="462279">
                  <a:moveTo>
                    <a:pt x="92963" y="367030"/>
                  </a:moveTo>
                  <a:lnTo>
                    <a:pt x="86359" y="367030"/>
                  </a:lnTo>
                  <a:lnTo>
                    <a:pt x="85724" y="369570"/>
                  </a:lnTo>
                  <a:lnTo>
                    <a:pt x="93598" y="369570"/>
                  </a:lnTo>
                  <a:lnTo>
                    <a:pt x="93778" y="370167"/>
                  </a:lnTo>
                  <a:lnTo>
                    <a:pt x="93895" y="370557"/>
                  </a:lnTo>
                  <a:lnTo>
                    <a:pt x="93979" y="370840"/>
                  </a:lnTo>
                  <a:lnTo>
                    <a:pt x="94233" y="370840"/>
                  </a:lnTo>
                  <a:lnTo>
                    <a:pt x="94995" y="369570"/>
                  </a:lnTo>
                  <a:lnTo>
                    <a:pt x="94487" y="368300"/>
                  </a:lnTo>
                  <a:lnTo>
                    <a:pt x="92836" y="368300"/>
                  </a:lnTo>
                  <a:lnTo>
                    <a:pt x="92963" y="367030"/>
                  </a:lnTo>
                  <a:close/>
                </a:path>
                <a:path w="255270" h="462279">
                  <a:moveTo>
                    <a:pt x="17525" y="367030"/>
                  </a:moveTo>
                  <a:lnTo>
                    <a:pt x="1142" y="367030"/>
                  </a:lnTo>
                  <a:lnTo>
                    <a:pt x="1594" y="368158"/>
                  </a:lnTo>
                  <a:lnTo>
                    <a:pt x="1650" y="368300"/>
                  </a:lnTo>
                  <a:lnTo>
                    <a:pt x="18160" y="368300"/>
                  </a:lnTo>
                  <a:lnTo>
                    <a:pt x="17525" y="367030"/>
                  </a:lnTo>
                  <a:close/>
                </a:path>
                <a:path w="255270" h="462279">
                  <a:moveTo>
                    <a:pt x="81279" y="367030"/>
                  </a:moveTo>
                  <a:lnTo>
                    <a:pt x="80009" y="368300"/>
                  </a:lnTo>
                  <a:lnTo>
                    <a:pt x="81846" y="367465"/>
                  </a:lnTo>
                  <a:lnTo>
                    <a:pt x="81279" y="367030"/>
                  </a:lnTo>
                  <a:close/>
                </a:path>
                <a:path w="255270" h="462279">
                  <a:moveTo>
                    <a:pt x="82747" y="368158"/>
                  </a:moveTo>
                  <a:lnTo>
                    <a:pt x="82676" y="368300"/>
                  </a:lnTo>
                  <a:lnTo>
                    <a:pt x="82930" y="368300"/>
                  </a:lnTo>
                  <a:lnTo>
                    <a:pt x="82747" y="368158"/>
                  </a:lnTo>
                  <a:close/>
                </a:path>
                <a:path w="255270" h="462279">
                  <a:moveTo>
                    <a:pt x="84454" y="367030"/>
                  </a:moveTo>
                  <a:lnTo>
                    <a:pt x="83311" y="367030"/>
                  </a:lnTo>
                  <a:lnTo>
                    <a:pt x="82747" y="368158"/>
                  </a:lnTo>
                  <a:lnTo>
                    <a:pt x="82916" y="368158"/>
                  </a:lnTo>
                  <a:lnTo>
                    <a:pt x="82930" y="368300"/>
                  </a:lnTo>
                  <a:lnTo>
                    <a:pt x="84454" y="367030"/>
                  </a:lnTo>
                  <a:close/>
                </a:path>
                <a:path w="255270" h="462279">
                  <a:moveTo>
                    <a:pt x="82803" y="367030"/>
                  </a:moveTo>
                  <a:lnTo>
                    <a:pt x="81846" y="367465"/>
                  </a:lnTo>
                  <a:lnTo>
                    <a:pt x="82747" y="368158"/>
                  </a:lnTo>
                  <a:lnTo>
                    <a:pt x="82803" y="367030"/>
                  </a:lnTo>
                  <a:close/>
                </a:path>
                <a:path w="255270" h="462279">
                  <a:moveTo>
                    <a:pt x="14482" y="363255"/>
                  </a:moveTo>
                  <a:lnTo>
                    <a:pt x="1887" y="363255"/>
                  </a:lnTo>
                  <a:lnTo>
                    <a:pt x="634" y="365760"/>
                  </a:lnTo>
                  <a:lnTo>
                    <a:pt x="2412" y="365760"/>
                  </a:lnTo>
                  <a:lnTo>
                    <a:pt x="1850" y="366848"/>
                  </a:lnTo>
                  <a:lnTo>
                    <a:pt x="2158" y="367030"/>
                  </a:lnTo>
                  <a:lnTo>
                    <a:pt x="18033" y="367030"/>
                  </a:lnTo>
                  <a:lnTo>
                    <a:pt x="17398" y="365760"/>
                  </a:lnTo>
                  <a:lnTo>
                    <a:pt x="14802" y="364591"/>
                  </a:lnTo>
                  <a:lnTo>
                    <a:pt x="14647" y="364591"/>
                  </a:lnTo>
                  <a:lnTo>
                    <a:pt x="14482" y="363255"/>
                  </a:lnTo>
                  <a:close/>
                </a:path>
                <a:path w="255270" h="462279">
                  <a:moveTo>
                    <a:pt x="93471" y="361950"/>
                  </a:moveTo>
                  <a:lnTo>
                    <a:pt x="87756" y="361950"/>
                  </a:lnTo>
                  <a:lnTo>
                    <a:pt x="87732" y="364591"/>
                  </a:lnTo>
                  <a:lnTo>
                    <a:pt x="85978" y="365760"/>
                  </a:lnTo>
                  <a:lnTo>
                    <a:pt x="84454" y="367030"/>
                  </a:lnTo>
                  <a:lnTo>
                    <a:pt x="96138" y="367030"/>
                  </a:lnTo>
                  <a:lnTo>
                    <a:pt x="94614" y="365760"/>
                  </a:lnTo>
                  <a:lnTo>
                    <a:pt x="96368" y="364591"/>
                  </a:lnTo>
                  <a:lnTo>
                    <a:pt x="95046" y="364591"/>
                  </a:lnTo>
                  <a:lnTo>
                    <a:pt x="94378" y="363255"/>
                  </a:lnTo>
                  <a:lnTo>
                    <a:pt x="93471" y="361950"/>
                  </a:lnTo>
                  <a:close/>
                </a:path>
                <a:path w="255270" h="462279">
                  <a:moveTo>
                    <a:pt x="101091" y="360680"/>
                  </a:moveTo>
                  <a:lnTo>
                    <a:pt x="98297" y="360680"/>
                  </a:lnTo>
                  <a:lnTo>
                    <a:pt x="99440" y="361950"/>
                  </a:lnTo>
                  <a:lnTo>
                    <a:pt x="98919" y="362424"/>
                  </a:lnTo>
                  <a:lnTo>
                    <a:pt x="99122" y="362424"/>
                  </a:lnTo>
                  <a:lnTo>
                    <a:pt x="99351" y="362995"/>
                  </a:lnTo>
                  <a:lnTo>
                    <a:pt x="99412" y="363255"/>
                  </a:lnTo>
                  <a:lnTo>
                    <a:pt x="97408" y="365760"/>
                  </a:lnTo>
                  <a:lnTo>
                    <a:pt x="97844" y="366848"/>
                  </a:lnTo>
                  <a:lnTo>
                    <a:pt x="97916" y="367030"/>
                  </a:lnTo>
                  <a:lnTo>
                    <a:pt x="100234" y="364591"/>
                  </a:lnTo>
                  <a:lnTo>
                    <a:pt x="100576" y="363255"/>
                  </a:lnTo>
                  <a:lnTo>
                    <a:pt x="101091" y="360680"/>
                  </a:lnTo>
                  <a:close/>
                </a:path>
                <a:path w="255270" h="462279">
                  <a:moveTo>
                    <a:pt x="1523" y="365760"/>
                  </a:moveTo>
                  <a:lnTo>
                    <a:pt x="0" y="365760"/>
                  </a:lnTo>
                  <a:lnTo>
                    <a:pt x="1850" y="366848"/>
                  </a:lnTo>
                  <a:lnTo>
                    <a:pt x="1523" y="365760"/>
                  </a:lnTo>
                  <a:close/>
                </a:path>
                <a:path w="255270" h="462279">
                  <a:moveTo>
                    <a:pt x="82459" y="364591"/>
                  </a:moveTo>
                  <a:lnTo>
                    <a:pt x="81640" y="364591"/>
                  </a:lnTo>
                  <a:lnTo>
                    <a:pt x="81406" y="365760"/>
                  </a:lnTo>
                  <a:lnTo>
                    <a:pt x="82459" y="364591"/>
                  </a:lnTo>
                  <a:close/>
                </a:path>
                <a:path w="255270" h="462279">
                  <a:moveTo>
                    <a:pt x="83946" y="364591"/>
                  </a:moveTo>
                  <a:lnTo>
                    <a:pt x="82661" y="364591"/>
                  </a:lnTo>
                  <a:lnTo>
                    <a:pt x="83946" y="365760"/>
                  </a:lnTo>
                  <a:lnTo>
                    <a:pt x="83946" y="364591"/>
                  </a:lnTo>
                  <a:close/>
                </a:path>
                <a:path w="255270" h="462279">
                  <a:moveTo>
                    <a:pt x="15356" y="363255"/>
                  </a:moveTo>
                  <a:lnTo>
                    <a:pt x="14553" y="364591"/>
                  </a:lnTo>
                  <a:lnTo>
                    <a:pt x="14955" y="364591"/>
                  </a:lnTo>
                  <a:lnTo>
                    <a:pt x="15356" y="363255"/>
                  </a:lnTo>
                  <a:close/>
                </a:path>
                <a:path w="255270" h="462279">
                  <a:moveTo>
                    <a:pt x="85303" y="362424"/>
                  </a:moveTo>
                  <a:lnTo>
                    <a:pt x="85358" y="363255"/>
                  </a:lnTo>
                  <a:lnTo>
                    <a:pt x="85892" y="364591"/>
                  </a:lnTo>
                  <a:lnTo>
                    <a:pt x="86278" y="364591"/>
                  </a:lnTo>
                  <a:lnTo>
                    <a:pt x="85303" y="362424"/>
                  </a:lnTo>
                  <a:close/>
                </a:path>
                <a:path w="255270" h="462279">
                  <a:moveTo>
                    <a:pt x="95376" y="361950"/>
                  </a:moveTo>
                  <a:lnTo>
                    <a:pt x="94614" y="361950"/>
                  </a:lnTo>
                  <a:lnTo>
                    <a:pt x="94879" y="364591"/>
                  </a:lnTo>
                  <a:lnTo>
                    <a:pt x="95874" y="363255"/>
                  </a:lnTo>
                  <a:lnTo>
                    <a:pt x="96551" y="362424"/>
                  </a:lnTo>
                  <a:lnTo>
                    <a:pt x="96894" y="362424"/>
                  </a:lnTo>
                  <a:lnTo>
                    <a:pt x="95376" y="361950"/>
                  </a:lnTo>
                  <a:close/>
                </a:path>
                <a:path w="255270" h="462279">
                  <a:moveTo>
                    <a:pt x="95902" y="363255"/>
                  </a:moveTo>
                  <a:lnTo>
                    <a:pt x="95473" y="364591"/>
                  </a:lnTo>
                  <a:lnTo>
                    <a:pt x="96570" y="364591"/>
                  </a:lnTo>
                  <a:lnTo>
                    <a:pt x="95902" y="363255"/>
                  </a:lnTo>
                  <a:close/>
                </a:path>
                <a:path w="255270" h="462279">
                  <a:moveTo>
                    <a:pt x="96894" y="362424"/>
                  </a:moveTo>
                  <a:lnTo>
                    <a:pt x="96368" y="364591"/>
                  </a:lnTo>
                  <a:lnTo>
                    <a:pt x="96150" y="364591"/>
                  </a:lnTo>
                  <a:lnTo>
                    <a:pt x="99356" y="363255"/>
                  </a:lnTo>
                  <a:lnTo>
                    <a:pt x="98005" y="363255"/>
                  </a:lnTo>
                  <a:lnTo>
                    <a:pt x="98290" y="362995"/>
                  </a:lnTo>
                  <a:lnTo>
                    <a:pt x="98723" y="362995"/>
                  </a:lnTo>
                  <a:lnTo>
                    <a:pt x="96894" y="362424"/>
                  </a:lnTo>
                  <a:close/>
                </a:path>
                <a:path w="255270" h="462279">
                  <a:moveTo>
                    <a:pt x="14731" y="361950"/>
                  </a:moveTo>
                  <a:lnTo>
                    <a:pt x="1523" y="361950"/>
                  </a:lnTo>
                  <a:lnTo>
                    <a:pt x="1429" y="362424"/>
                  </a:lnTo>
                  <a:lnTo>
                    <a:pt x="1314" y="362995"/>
                  </a:lnTo>
                  <a:lnTo>
                    <a:pt x="1262" y="363255"/>
                  </a:lnTo>
                  <a:lnTo>
                    <a:pt x="14209" y="363255"/>
                  </a:lnTo>
                  <a:lnTo>
                    <a:pt x="14731" y="361950"/>
                  </a:lnTo>
                  <a:close/>
                </a:path>
                <a:path w="255270" h="462279">
                  <a:moveTo>
                    <a:pt x="98723" y="362995"/>
                  </a:moveTo>
                  <a:lnTo>
                    <a:pt x="98671" y="363255"/>
                  </a:lnTo>
                  <a:lnTo>
                    <a:pt x="99553" y="363255"/>
                  </a:lnTo>
                  <a:lnTo>
                    <a:pt x="98723" y="362995"/>
                  </a:lnTo>
                  <a:close/>
                </a:path>
                <a:path w="255270" h="462279">
                  <a:moveTo>
                    <a:pt x="98838" y="362424"/>
                  </a:moveTo>
                  <a:lnTo>
                    <a:pt x="98290" y="362995"/>
                  </a:lnTo>
                  <a:lnTo>
                    <a:pt x="98723" y="362995"/>
                  </a:lnTo>
                  <a:lnTo>
                    <a:pt x="98838" y="362424"/>
                  </a:lnTo>
                  <a:close/>
                </a:path>
                <a:path w="255270" h="462279">
                  <a:moveTo>
                    <a:pt x="97250" y="361632"/>
                  </a:moveTo>
                  <a:lnTo>
                    <a:pt x="96937" y="361950"/>
                  </a:lnTo>
                  <a:lnTo>
                    <a:pt x="96551" y="362424"/>
                  </a:lnTo>
                  <a:lnTo>
                    <a:pt x="96894" y="362424"/>
                  </a:lnTo>
                  <a:lnTo>
                    <a:pt x="97250" y="361632"/>
                  </a:lnTo>
                  <a:close/>
                </a:path>
                <a:path w="255270" h="462279">
                  <a:moveTo>
                    <a:pt x="98932" y="361950"/>
                  </a:moveTo>
                  <a:lnTo>
                    <a:pt x="98838" y="362424"/>
                  </a:lnTo>
                  <a:lnTo>
                    <a:pt x="99122" y="362424"/>
                  </a:lnTo>
                  <a:lnTo>
                    <a:pt x="98932" y="361950"/>
                  </a:lnTo>
                  <a:close/>
                </a:path>
                <a:path w="255270" h="462279">
                  <a:moveTo>
                    <a:pt x="12890" y="360680"/>
                  </a:moveTo>
                  <a:lnTo>
                    <a:pt x="2285" y="360680"/>
                  </a:lnTo>
                  <a:lnTo>
                    <a:pt x="3174" y="361950"/>
                  </a:lnTo>
                  <a:lnTo>
                    <a:pt x="12699" y="361950"/>
                  </a:lnTo>
                  <a:lnTo>
                    <a:pt x="12890" y="360680"/>
                  </a:lnTo>
                  <a:close/>
                </a:path>
                <a:path w="255270" h="462279">
                  <a:moveTo>
                    <a:pt x="90333" y="355690"/>
                  </a:moveTo>
                  <a:lnTo>
                    <a:pt x="88664" y="355690"/>
                  </a:lnTo>
                  <a:lnTo>
                    <a:pt x="85597" y="356870"/>
                  </a:lnTo>
                  <a:lnTo>
                    <a:pt x="88010" y="359410"/>
                  </a:lnTo>
                  <a:lnTo>
                    <a:pt x="84962" y="360680"/>
                  </a:lnTo>
                  <a:lnTo>
                    <a:pt x="85724" y="361950"/>
                  </a:lnTo>
                  <a:lnTo>
                    <a:pt x="96900" y="361950"/>
                  </a:lnTo>
                  <a:lnTo>
                    <a:pt x="98297" y="360680"/>
                  </a:lnTo>
                  <a:lnTo>
                    <a:pt x="101091" y="360680"/>
                  </a:lnTo>
                  <a:lnTo>
                    <a:pt x="104425" y="356870"/>
                  </a:lnTo>
                  <a:lnTo>
                    <a:pt x="90677" y="356870"/>
                  </a:lnTo>
                  <a:lnTo>
                    <a:pt x="90677" y="356296"/>
                  </a:lnTo>
                  <a:lnTo>
                    <a:pt x="90430" y="355934"/>
                  </a:lnTo>
                  <a:lnTo>
                    <a:pt x="90333" y="355690"/>
                  </a:lnTo>
                  <a:close/>
                </a:path>
                <a:path w="255270" h="462279">
                  <a:moveTo>
                    <a:pt x="6095" y="350520"/>
                  </a:moveTo>
                  <a:lnTo>
                    <a:pt x="2539" y="350520"/>
                  </a:lnTo>
                  <a:lnTo>
                    <a:pt x="126" y="351790"/>
                  </a:lnTo>
                  <a:lnTo>
                    <a:pt x="86" y="356296"/>
                  </a:lnTo>
                  <a:lnTo>
                    <a:pt x="0" y="356870"/>
                  </a:lnTo>
                  <a:lnTo>
                    <a:pt x="2412" y="358140"/>
                  </a:lnTo>
                  <a:lnTo>
                    <a:pt x="0" y="359410"/>
                  </a:lnTo>
                  <a:lnTo>
                    <a:pt x="1777" y="360680"/>
                  </a:lnTo>
                  <a:lnTo>
                    <a:pt x="12699" y="360680"/>
                  </a:lnTo>
                  <a:lnTo>
                    <a:pt x="12699" y="359410"/>
                  </a:lnTo>
                  <a:lnTo>
                    <a:pt x="11302" y="358140"/>
                  </a:lnTo>
                  <a:lnTo>
                    <a:pt x="8000" y="358140"/>
                  </a:lnTo>
                  <a:lnTo>
                    <a:pt x="7540" y="356296"/>
                  </a:lnTo>
                  <a:lnTo>
                    <a:pt x="7449" y="355934"/>
                  </a:lnTo>
                  <a:lnTo>
                    <a:pt x="7388" y="355690"/>
                  </a:lnTo>
                  <a:lnTo>
                    <a:pt x="7777" y="355085"/>
                  </a:lnTo>
                  <a:lnTo>
                    <a:pt x="8381" y="354330"/>
                  </a:lnTo>
                  <a:lnTo>
                    <a:pt x="6984" y="354330"/>
                  </a:lnTo>
                  <a:lnTo>
                    <a:pt x="6730" y="353060"/>
                  </a:lnTo>
                  <a:lnTo>
                    <a:pt x="9524" y="353060"/>
                  </a:lnTo>
                  <a:lnTo>
                    <a:pt x="8762" y="351790"/>
                  </a:lnTo>
                  <a:lnTo>
                    <a:pt x="5714" y="351790"/>
                  </a:lnTo>
                  <a:lnTo>
                    <a:pt x="6095" y="350520"/>
                  </a:lnTo>
                  <a:close/>
                </a:path>
                <a:path w="255270" h="462279">
                  <a:moveTo>
                    <a:pt x="13715" y="359410"/>
                  </a:moveTo>
                  <a:lnTo>
                    <a:pt x="13080" y="359410"/>
                  </a:lnTo>
                  <a:lnTo>
                    <a:pt x="12890" y="360680"/>
                  </a:lnTo>
                  <a:lnTo>
                    <a:pt x="13207" y="360680"/>
                  </a:lnTo>
                  <a:lnTo>
                    <a:pt x="13715" y="359410"/>
                  </a:lnTo>
                  <a:close/>
                </a:path>
                <a:path w="255270" h="462279">
                  <a:moveTo>
                    <a:pt x="9221" y="356296"/>
                  </a:moveTo>
                  <a:lnTo>
                    <a:pt x="8805" y="356870"/>
                  </a:lnTo>
                  <a:lnTo>
                    <a:pt x="8000" y="358140"/>
                  </a:lnTo>
                  <a:lnTo>
                    <a:pt x="11302" y="358140"/>
                  </a:lnTo>
                  <a:lnTo>
                    <a:pt x="9397" y="356870"/>
                  </a:lnTo>
                  <a:lnTo>
                    <a:pt x="9221" y="356296"/>
                  </a:lnTo>
                  <a:close/>
                </a:path>
                <a:path w="255270" h="462279">
                  <a:moveTo>
                    <a:pt x="10867" y="355085"/>
                  </a:moveTo>
                  <a:lnTo>
                    <a:pt x="9552" y="355690"/>
                  </a:lnTo>
                  <a:lnTo>
                    <a:pt x="9443" y="356870"/>
                  </a:lnTo>
                  <a:lnTo>
                    <a:pt x="11937" y="356870"/>
                  </a:lnTo>
                  <a:lnTo>
                    <a:pt x="10867" y="355085"/>
                  </a:lnTo>
                  <a:close/>
                </a:path>
                <a:path w="255270" h="462279">
                  <a:moveTo>
                    <a:pt x="104705" y="352482"/>
                  </a:moveTo>
                  <a:lnTo>
                    <a:pt x="104647" y="353060"/>
                  </a:lnTo>
                  <a:lnTo>
                    <a:pt x="92074" y="353060"/>
                  </a:lnTo>
                  <a:lnTo>
                    <a:pt x="90804" y="354330"/>
                  </a:lnTo>
                  <a:lnTo>
                    <a:pt x="90423" y="354330"/>
                  </a:lnTo>
                  <a:lnTo>
                    <a:pt x="90423" y="355690"/>
                  </a:lnTo>
                  <a:lnTo>
                    <a:pt x="90677" y="355690"/>
                  </a:lnTo>
                  <a:lnTo>
                    <a:pt x="90575" y="356296"/>
                  </a:lnTo>
                  <a:lnTo>
                    <a:pt x="90804" y="356870"/>
                  </a:lnTo>
                  <a:lnTo>
                    <a:pt x="104425" y="356870"/>
                  </a:lnTo>
                  <a:lnTo>
                    <a:pt x="105457" y="355690"/>
                  </a:lnTo>
                  <a:lnTo>
                    <a:pt x="105399" y="355085"/>
                  </a:lnTo>
                  <a:lnTo>
                    <a:pt x="104705" y="352482"/>
                  </a:lnTo>
                  <a:close/>
                </a:path>
                <a:path w="255270" h="462279">
                  <a:moveTo>
                    <a:pt x="9397" y="354330"/>
                  </a:moveTo>
                  <a:lnTo>
                    <a:pt x="8381" y="354330"/>
                  </a:lnTo>
                  <a:lnTo>
                    <a:pt x="9221" y="356296"/>
                  </a:lnTo>
                  <a:lnTo>
                    <a:pt x="9397" y="355934"/>
                  </a:lnTo>
                  <a:lnTo>
                    <a:pt x="9397" y="354330"/>
                  </a:lnTo>
                  <a:close/>
                </a:path>
                <a:path w="255270" h="462279">
                  <a:moveTo>
                    <a:pt x="10413" y="354330"/>
                  </a:moveTo>
                  <a:lnTo>
                    <a:pt x="9397" y="354330"/>
                  </a:lnTo>
                  <a:lnTo>
                    <a:pt x="9694" y="355690"/>
                  </a:lnTo>
                  <a:lnTo>
                    <a:pt x="9552" y="355690"/>
                  </a:lnTo>
                  <a:lnTo>
                    <a:pt x="10413" y="354330"/>
                  </a:lnTo>
                  <a:close/>
                </a:path>
                <a:path w="255270" h="462279">
                  <a:moveTo>
                    <a:pt x="12953" y="354330"/>
                  </a:moveTo>
                  <a:lnTo>
                    <a:pt x="10413" y="354330"/>
                  </a:lnTo>
                  <a:lnTo>
                    <a:pt x="10867" y="355085"/>
                  </a:lnTo>
                  <a:lnTo>
                    <a:pt x="12953" y="354330"/>
                  </a:lnTo>
                  <a:close/>
                </a:path>
                <a:path w="255270" h="462279">
                  <a:moveTo>
                    <a:pt x="9524" y="353060"/>
                  </a:moveTo>
                  <a:lnTo>
                    <a:pt x="8635" y="353060"/>
                  </a:lnTo>
                  <a:lnTo>
                    <a:pt x="8381" y="354330"/>
                  </a:lnTo>
                  <a:lnTo>
                    <a:pt x="9524" y="353060"/>
                  </a:lnTo>
                  <a:close/>
                </a:path>
                <a:path w="255270" h="462279">
                  <a:moveTo>
                    <a:pt x="104012" y="351790"/>
                  </a:moveTo>
                  <a:lnTo>
                    <a:pt x="91947" y="351790"/>
                  </a:lnTo>
                  <a:lnTo>
                    <a:pt x="92328" y="353060"/>
                  </a:lnTo>
                  <a:lnTo>
                    <a:pt x="103504" y="353060"/>
                  </a:lnTo>
                  <a:lnTo>
                    <a:pt x="104012" y="351790"/>
                  </a:lnTo>
                  <a:close/>
                </a:path>
                <a:path w="255270" h="462279">
                  <a:moveTo>
                    <a:pt x="104774" y="351790"/>
                  </a:moveTo>
                  <a:lnTo>
                    <a:pt x="104520" y="351790"/>
                  </a:lnTo>
                  <a:lnTo>
                    <a:pt x="104705" y="352482"/>
                  </a:lnTo>
                  <a:lnTo>
                    <a:pt x="104774" y="351790"/>
                  </a:lnTo>
                  <a:close/>
                </a:path>
                <a:path w="255270" h="462279">
                  <a:moveTo>
                    <a:pt x="7365" y="350520"/>
                  </a:moveTo>
                  <a:lnTo>
                    <a:pt x="6730" y="351790"/>
                  </a:lnTo>
                  <a:lnTo>
                    <a:pt x="8127" y="351790"/>
                  </a:lnTo>
                  <a:lnTo>
                    <a:pt x="7365" y="350520"/>
                  </a:lnTo>
                  <a:close/>
                </a:path>
                <a:path w="255270" h="462279">
                  <a:moveTo>
                    <a:pt x="104647" y="346710"/>
                  </a:moveTo>
                  <a:lnTo>
                    <a:pt x="92963" y="346710"/>
                  </a:lnTo>
                  <a:lnTo>
                    <a:pt x="94995" y="349250"/>
                  </a:lnTo>
                  <a:lnTo>
                    <a:pt x="93852" y="350520"/>
                  </a:lnTo>
                  <a:lnTo>
                    <a:pt x="91439" y="350520"/>
                  </a:lnTo>
                  <a:lnTo>
                    <a:pt x="91566" y="351790"/>
                  </a:lnTo>
                  <a:lnTo>
                    <a:pt x="104520" y="351790"/>
                  </a:lnTo>
                  <a:lnTo>
                    <a:pt x="104266" y="350520"/>
                  </a:lnTo>
                  <a:lnTo>
                    <a:pt x="103758" y="349250"/>
                  </a:lnTo>
                  <a:lnTo>
                    <a:pt x="105282" y="349250"/>
                  </a:lnTo>
                  <a:lnTo>
                    <a:pt x="106298" y="347980"/>
                  </a:lnTo>
                  <a:lnTo>
                    <a:pt x="105790" y="347980"/>
                  </a:lnTo>
                  <a:lnTo>
                    <a:pt x="104647" y="346710"/>
                  </a:lnTo>
                  <a:close/>
                </a:path>
                <a:path w="255270" h="462279">
                  <a:moveTo>
                    <a:pt x="4444" y="347980"/>
                  </a:moveTo>
                  <a:lnTo>
                    <a:pt x="3555" y="350520"/>
                  </a:lnTo>
                  <a:lnTo>
                    <a:pt x="6603" y="350520"/>
                  </a:lnTo>
                  <a:lnTo>
                    <a:pt x="6603" y="349250"/>
                  </a:lnTo>
                  <a:lnTo>
                    <a:pt x="5714" y="349250"/>
                  </a:lnTo>
                  <a:lnTo>
                    <a:pt x="4444" y="347980"/>
                  </a:lnTo>
                  <a:close/>
                </a:path>
                <a:path w="255270" h="462279">
                  <a:moveTo>
                    <a:pt x="93852" y="349250"/>
                  </a:moveTo>
                  <a:lnTo>
                    <a:pt x="93090" y="350520"/>
                  </a:lnTo>
                  <a:lnTo>
                    <a:pt x="93852" y="350520"/>
                  </a:lnTo>
                  <a:lnTo>
                    <a:pt x="93852" y="349250"/>
                  </a:lnTo>
                  <a:close/>
                </a:path>
                <a:path w="255270" h="462279">
                  <a:moveTo>
                    <a:pt x="6730" y="346710"/>
                  </a:moveTo>
                  <a:lnTo>
                    <a:pt x="5079" y="346710"/>
                  </a:lnTo>
                  <a:lnTo>
                    <a:pt x="4444" y="347980"/>
                  </a:lnTo>
                  <a:lnTo>
                    <a:pt x="5714" y="349250"/>
                  </a:lnTo>
                  <a:lnTo>
                    <a:pt x="6603" y="349250"/>
                  </a:lnTo>
                  <a:lnTo>
                    <a:pt x="6222" y="347980"/>
                  </a:lnTo>
                  <a:lnTo>
                    <a:pt x="5714" y="347980"/>
                  </a:lnTo>
                  <a:lnTo>
                    <a:pt x="6730" y="346710"/>
                  </a:lnTo>
                  <a:close/>
                </a:path>
                <a:path w="255270" h="462279">
                  <a:moveTo>
                    <a:pt x="7238" y="346710"/>
                  </a:moveTo>
                  <a:lnTo>
                    <a:pt x="5714" y="347980"/>
                  </a:lnTo>
                  <a:lnTo>
                    <a:pt x="6603" y="347980"/>
                  </a:lnTo>
                  <a:lnTo>
                    <a:pt x="7238" y="346710"/>
                  </a:lnTo>
                  <a:close/>
                </a:path>
                <a:path w="255270" h="462279">
                  <a:moveTo>
                    <a:pt x="107822" y="346710"/>
                  </a:moveTo>
                  <a:lnTo>
                    <a:pt x="106298" y="347980"/>
                  </a:lnTo>
                  <a:lnTo>
                    <a:pt x="106679" y="347980"/>
                  </a:lnTo>
                  <a:lnTo>
                    <a:pt x="107822" y="346710"/>
                  </a:lnTo>
                  <a:close/>
                </a:path>
                <a:path w="255270" h="462279">
                  <a:moveTo>
                    <a:pt x="105128" y="345474"/>
                  </a:moveTo>
                  <a:lnTo>
                    <a:pt x="96506" y="345474"/>
                  </a:lnTo>
                  <a:lnTo>
                    <a:pt x="96011" y="346710"/>
                  </a:lnTo>
                  <a:lnTo>
                    <a:pt x="104139" y="346710"/>
                  </a:lnTo>
                  <a:lnTo>
                    <a:pt x="105128" y="345474"/>
                  </a:lnTo>
                  <a:close/>
                </a:path>
                <a:path w="255270" h="462279">
                  <a:moveTo>
                    <a:pt x="106044" y="346286"/>
                  </a:moveTo>
                  <a:lnTo>
                    <a:pt x="105790" y="346286"/>
                  </a:lnTo>
                  <a:lnTo>
                    <a:pt x="105663" y="346710"/>
                  </a:lnTo>
                  <a:lnTo>
                    <a:pt x="106044" y="346286"/>
                  </a:lnTo>
                  <a:close/>
                </a:path>
                <a:path w="255270" h="462279">
                  <a:moveTo>
                    <a:pt x="106034" y="345474"/>
                  </a:moveTo>
                  <a:lnTo>
                    <a:pt x="105801" y="345474"/>
                  </a:lnTo>
                  <a:lnTo>
                    <a:pt x="106068" y="346286"/>
                  </a:lnTo>
                  <a:lnTo>
                    <a:pt x="106171" y="346710"/>
                  </a:lnTo>
                  <a:lnTo>
                    <a:pt x="106383" y="346286"/>
                  </a:lnTo>
                  <a:lnTo>
                    <a:pt x="105790" y="346286"/>
                  </a:lnTo>
                  <a:lnTo>
                    <a:pt x="106034" y="345474"/>
                  </a:lnTo>
                  <a:close/>
                </a:path>
                <a:path w="255270" h="462279">
                  <a:moveTo>
                    <a:pt x="106789" y="345474"/>
                  </a:moveTo>
                  <a:lnTo>
                    <a:pt x="106044" y="346286"/>
                  </a:lnTo>
                  <a:lnTo>
                    <a:pt x="106383" y="346286"/>
                  </a:lnTo>
                  <a:lnTo>
                    <a:pt x="106789" y="345474"/>
                  </a:lnTo>
                  <a:close/>
                </a:path>
                <a:path w="255270" h="462279">
                  <a:moveTo>
                    <a:pt x="97067" y="344267"/>
                  </a:moveTo>
                  <a:lnTo>
                    <a:pt x="96334" y="344267"/>
                  </a:lnTo>
                  <a:lnTo>
                    <a:pt x="95610" y="345474"/>
                  </a:lnTo>
                  <a:lnTo>
                    <a:pt x="97532" y="345474"/>
                  </a:lnTo>
                  <a:lnTo>
                    <a:pt x="97557" y="345228"/>
                  </a:lnTo>
                  <a:lnTo>
                    <a:pt x="97067" y="344267"/>
                  </a:lnTo>
                  <a:close/>
                </a:path>
                <a:path w="255270" h="462279">
                  <a:moveTo>
                    <a:pt x="110426" y="339090"/>
                  </a:moveTo>
                  <a:lnTo>
                    <a:pt x="99694" y="339090"/>
                  </a:lnTo>
                  <a:lnTo>
                    <a:pt x="101091" y="341630"/>
                  </a:lnTo>
                  <a:lnTo>
                    <a:pt x="97755" y="342556"/>
                  </a:lnTo>
                  <a:lnTo>
                    <a:pt x="97789" y="342900"/>
                  </a:lnTo>
                  <a:lnTo>
                    <a:pt x="97653" y="344267"/>
                  </a:lnTo>
                  <a:lnTo>
                    <a:pt x="97549" y="345474"/>
                  </a:lnTo>
                  <a:lnTo>
                    <a:pt x="105801" y="345474"/>
                  </a:lnTo>
                  <a:lnTo>
                    <a:pt x="106731" y="344267"/>
                  </a:lnTo>
                  <a:lnTo>
                    <a:pt x="107441" y="342900"/>
                  </a:lnTo>
                  <a:lnTo>
                    <a:pt x="111759" y="342900"/>
                  </a:lnTo>
                  <a:lnTo>
                    <a:pt x="110235" y="340360"/>
                  </a:lnTo>
                  <a:lnTo>
                    <a:pt x="110426" y="339090"/>
                  </a:lnTo>
                  <a:close/>
                </a:path>
                <a:path w="255270" h="462279">
                  <a:moveTo>
                    <a:pt x="107822" y="345228"/>
                  </a:moveTo>
                  <a:lnTo>
                    <a:pt x="107527" y="345474"/>
                  </a:lnTo>
                  <a:lnTo>
                    <a:pt x="107822" y="345474"/>
                  </a:lnTo>
                  <a:lnTo>
                    <a:pt x="107822" y="345228"/>
                  </a:lnTo>
                  <a:close/>
                </a:path>
                <a:path w="255270" h="462279">
                  <a:moveTo>
                    <a:pt x="109239" y="344267"/>
                  </a:moveTo>
                  <a:lnTo>
                    <a:pt x="107784" y="345474"/>
                  </a:lnTo>
                  <a:lnTo>
                    <a:pt x="109044" y="345474"/>
                  </a:lnTo>
                  <a:lnTo>
                    <a:pt x="109389" y="345228"/>
                  </a:lnTo>
                  <a:lnTo>
                    <a:pt x="109239" y="344267"/>
                  </a:lnTo>
                  <a:close/>
                </a:path>
                <a:path w="255270" h="462279">
                  <a:moveTo>
                    <a:pt x="110773" y="344267"/>
                  </a:moveTo>
                  <a:lnTo>
                    <a:pt x="109516" y="345228"/>
                  </a:lnTo>
                  <a:lnTo>
                    <a:pt x="109614" y="345474"/>
                  </a:lnTo>
                  <a:lnTo>
                    <a:pt x="109812" y="345228"/>
                  </a:lnTo>
                  <a:lnTo>
                    <a:pt x="110773" y="344267"/>
                  </a:lnTo>
                  <a:close/>
                </a:path>
                <a:path w="255270" h="462279">
                  <a:moveTo>
                    <a:pt x="108975" y="344267"/>
                  </a:moveTo>
                  <a:lnTo>
                    <a:pt x="107822" y="344267"/>
                  </a:lnTo>
                  <a:lnTo>
                    <a:pt x="107822" y="345228"/>
                  </a:lnTo>
                  <a:lnTo>
                    <a:pt x="108975" y="344267"/>
                  </a:lnTo>
                  <a:close/>
                </a:path>
                <a:path w="255270" h="462279">
                  <a:moveTo>
                    <a:pt x="110870" y="342900"/>
                  </a:moveTo>
                  <a:lnTo>
                    <a:pt x="107441" y="342900"/>
                  </a:lnTo>
                  <a:lnTo>
                    <a:pt x="108399" y="344267"/>
                  </a:lnTo>
                  <a:lnTo>
                    <a:pt x="109132" y="344267"/>
                  </a:lnTo>
                  <a:lnTo>
                    <a:pt x="109516" y="345228"/>
                  </a:lnTo>
                  <a:lnTo>
                    <a:pt x="109825" y="344267"/>
                  </a:lnTo>
                  <a:lnTo>
                    <a:pt x="110870" y="342900"/>
                  </a:lnTo>
                  <a:close/>
                </a:path>
                <a:path w="255270" h="462279">
                  <a:moveTo>
                    <a:pt x="95122" y="340360"/>
                  </a:moveTo>
                  <a:lnTo>
                    <a:pt x="94868" y="341630"/>
                  </a:lnTo>
                  <a:lnTo>
                    <a:pt x="93286" y="344267"/>
                  </a:lnTo>
                  <a:lnTo>
                    <a:pt x="95122" y="344267"/>
                  </a:lnTo>
                  <a:lnTo>
                    <a:pt x="95122" y="340360"/>
                  </a:lnTo>
                  <a:close/>
                </a:path>
                <a:path w="255270" h="462279">
                  <a:moveTo>
                    <a:pt x="99440" y="334010"/>
                  </a:moveTo>
                  <a:lnTo>
                    <a:pt x="98043" y="336550"/>
                  </a:lnTo>
                  <a:lnTo>
                    <a:pt x="96138" y="336550"/>
                  </a:lnTo>
                  <a:lnTo>
                    <a:pt x="97916" y="339090"/>
                  </a:lnTo>
                  <a:lnTo>
                    <a:pt x="96392" y="340360"/>
                  </a:lnTo>
                  <a:lnTo>
                    <a:pt x="95843" y="342556"/>
                  </a:lnTo>
                  <a:lnTo>
                    <a:pt x="95757" y="342900"/>
                  </a:lnTo>
                  <a:lnTo>
                    <a:pt x="95894" y="344267"/>
                  </a:lnTo>
                  <a:lnTo>
                    <a:pt x="96422" y="344267"/>
                  </a:lnTo>
                  <a:lnTo>
                    <a:pt x="97789" y="342900"/>
                  </a:lnTo>
                  <a:lnTo>
                    <a:pt x="96519" y="342900"/>
                  </a:lnTo>
                  <a:lnTo>
                    <a:pt x="97755" y="342556"/>
                  </a:lnTo>
                  <a:lnTo>
                    <a:pt x="97662" y="341630"/>
                  </a:lnTo>
                  <a:lnTo>
                    <a:pt x="98932" y="340360"/>
                  </a:lnTo>
                  <a:lnTo>
                    <a:pt x="98170" y="340360"/>
                  </a:lnTo>
                  <a:lnTo>
                    <a:pt x="98805" y="339090"/>
                  </a:lnTo>
                  <a:lnTo>
                    <a:pt x="110426" y="339090"/>
                  </a:lnTo>
                  <a:lnTo>
                    <a:pt x="110616" y="337820"/>
                  </a:lnTo>
                  <a:lnTo>
                    <a:pt x="113664" y="337820"/>
                  </a:lnTo>
                  <a:lnTo>
                    <a:pt x="112712" y="336550"/>
                  </a:lnTo>
                  <a:lnTo>
                    <a:pt x="98043" y="336550"/>
                  </a:lnTo>
                  <a:lnTo>
                    <a:pt x="96646" y="335280"/>
                  </a:lnTo>
                  <a:lnTo>
                    <a:pt x="99948" y="335280"/>
                  </a:lnTo>
                  <a:lnTo>
                    <a:pt x="99440" y="334010"/>
                  </a:lnTo>
                  <a:close/>
                </a:path>
                <a:path w="255270" h="462279">
                  <a:moveTo>
                    <a:pt x="111759" y="342900"/>
                  </a:moveTo>
                  <a:lnTo>
                    <a:pt x="110870" y="342900"/>
                  </a:lnTo>
                  <a:lnTo>
                    <a:pt x="110734" y="344267"/>
                  </a:lnTo>
                  <a:lnTo>
                    <a:pt x="111349" y="344267"/>
                  </a:lnTo>
                  <a:lnTo>
                    <a:pt x="111759" y="342900"/>
                  </a:lnTo>
                  <a:close/>
                </a:path>
                <a:path w="255270" h="462279">
                  <a:moveTo>
                    <a:pt x="113664" y="337820"/>
                  </a:moveTo>
                  <a:lnTo>
                    <a:pt x="110616" y="337820"/>
                  </a:lnTo>
                  <a:lnTo>
                    <a:pt x="110997" y="339090"/>
                  </a:lnTo>
                  <a:lnTo>
                    <a:pt x="112394" y="339090"/>
                  </a:lnTo>
                  <a:lnTo>
                    <a:pt x="113664" y="337820"/>
                  </a:lnTo>
                  <a:close/>
                </a:path>
                <a:path w="255270" h="462279">
                  <a:moveTo>
                    <a:pt x="118829" y="326390"/>
                  </a:moveTo>
                  <a:lnTo>
                    <a:pt x="103123" y="326390"/>
                  </a:lnTo>
                  <a:lnTo>
                    <a:pt x="102361" y="327660"/>
                  </a:lnTo>
                  <a:lnTo>
                    <a:pt x="103377" y="328930"/>
                  </a:lnTo>
                  <a:lnTo>
                    <a:pt x="102742" y="328930"/>
                  </a:lnTo>
                  <a:lnTo>
                    <a:pt x="102996" y="330200"/>
                  </a:lnTo>
                  <a:lnTo>
                    <a:pt x="103250" y="330200"/>
                  </a:lnTo>
                  <a:lnTo>
                    <a:pt x="103377" y="331470"/>
                  </a:lnTo>
                  <a:lnTo>
                    <a:pt x="104012" y="332740"/>
                  </a:lnTo>
                  <a:lnTo>
                    <a:pt x="101853" y="332740"/>
                  </a:lnTo>
                  <a:lnTo>
                    <a:pt x="100964" y="334010"/>
                  </a:lnTo>
                  <a:lnTo>
                    <a:pt x="99948" y="335280"/>
                  </a:lnTo>
                  <a:lnTo>
                    <a:pt x="111759" y="335280"/>
                  </a:lnTo>
                  <a:lnTo>
                    <a:pt x="112394" y="334010"/>
                  </a:lnTo>
                  <a:lnTo>
                    <a:pt x="113453" y="334010"/>
                  </a:lnTo>
                  <a:lnTo>
                    <a:pt x="115569" y="331470"/>
                  </a:lnTo>
                  <a:lnTo>
                    <a:pt x="117474" y="327660"/>
                  </a:lnTo>
                  <a:lnTo>
                    <a:pt x="118829" y="326390"/>
                  </a:lnTo>
                  <a:close/>
                </a:path>
                <a:path w="255270" h="462279">
                  <a:moveTo>
                    <a:pt x="113453" y="334010"/>
                  </a:moveTo>
                  <a:lnTo>
                    <a:pt x="112902" y="334010"/>
                  </a:lnTo>
                  <a:lnTo>
                    <a:pt x="112267" y="335280"/>
                  </a:lnTo>
                  <a:lnTo>
                    <a:pt x="112394" y="335280"/>
                  </a:lnTo>
                  <a:lnTo>
                    <a:pt x="113453" y="334010"/>
                  </a:lnTo>
                  <a:close/>
                </a:path>
                <a:path w="255270" h="462279">
                  <a:moveTo>
                    <a:pt x="103504" y="325120"/>
                  </a:moveTo>
                  <a:lnTo>
                    <a:pt x="103123" y="325120"/>
                  </a:lnTo>
                  <a:lnTo>
                    <a:pt x="103250" y="326390"/>
                  </a:lnTo>
                  <a:lnTo>
                    <a:pt x="103504" y="325120"/>
                  </a:lnTo>
                  <a:close/>
                </a:path>
                <a:path w="255270" h="462279">
                  <a:moveTo>
                    <a:pt x="105663" y="322580"/>
                  </a:moveTo>
                  <a:lnTo>
                    <a:pt x="104266" y="323850"/>
                  </a:lnTo>
                  <a:lnTo>
                    <a:pt x="102488" y="323850"/>
                  </a:lnTo>
                  <a:lnTo>
                    <a:pt x="104266" y="325120"/>
                  </a:lnTo>
                  <a:lnTo>
                    <a:pt x="106171" y="325120"/>
                  </a:lnTo>
                  <a:lnTo>
                    <a:pt x="105663" y="322580"/>
                  </a:lnTo>
                  <a:close/>
                </a:path>
                <a:path w="255270" h="462279">
                  <a:moveTo>
                    <a:pt x="107822" y="322368"/>
                  </a:moveTo>
                  <a:lnTo>
                    <a:pt x="106171" y="325120"/>
                  </a:lnTo>
                  <a:lnTo>
                    <a:pt x="120184" y="325120"/>
                  </a:lnTo>
                  <a:lnTo>
                    <a:pt x="121538" y="323850"/>
                  </a:lnTo>
                  <a:lnTo>
                    <a:pt x="120840" y="322580"/>
                  </a:lnTo>
                  <a:lnTo>
                    <a:pt x="107822" y="322580"/>
                  </a:lnTo>
                  <a:lnTo>
                    <a:pt x="107822" y="322368"/>
                  </a:lnTo>
                  <a:close/>
                </a:path>
                <a:path w="255270" h="462279">
                  <a:moveTo>
                    <a:pt x="107187" y="318770"/>
                  </a:moveTo>
                  <a:lnTo>
                    <a:pt x="106044" y="320040"/>
                  </a:lnTo>
                  <a:lnTo>
                    <a:pt x="105282" y="320040"/>
                  </a:lnTo>
                  <a:lnTo>
                    <a:pt x="104817" y="322368"/>
                  </a:lnTo>
                  <a:lnTo>
                    <a:pt x="104774" y="322580"/>
                  </a:lnTo>
                  <a:lnTo>
                    <a:pt x="106044" y="321310"/>
                  </a:lnTo>
                  <a:lnTo>
                    <a:pt x="107060" y="321310"/>
                  </a:lnTo>
                  <a:lnTo>
                    <a:pt x="107124" y="320040"/>
                  </a:lnTo>
                  <a:lnTo>
                    <a:pt x="107187" y="318770"/>
                  </a:lnTo>
                  <a:close/>
                </a:path>
                <a:path w="255270" h="462279">
                  <a:moveTo>
                    <a:pt x="107822" y="321310"/>
                  </a:moveTo>
                  <a:lnTo>
                    <a:pt x="107505" y="322368"/>
                  </a:lnTo>
                  <a:lnTo>
                    <a:pt x="107441" y="322580"/>
                  </a:lnTo>
                  <a:lnTo>
                    <a:pt x="107695" y="322580"/>
                  </a:lnTo>
                  <a:lnTo>
                    <a:pt x="107822" y="322368"/>
                  </a:lnTo>
                  <a:lnTo>
                    <a:pt x="107822" y="321310"/>
                  </a:lnTo>
                  <a:close/>
                </a:path>
                <a:path w="255270" h="462279">
                  <a:moveTo>
                    <a:pt x="120141" y="321310"/>
                  </a:moveTo>
                  <a:lnTo>
                    <a:pt x="108203" y="321310"/>
                  </a:lnTo>
                  <a:lnTo>
                    <a:pt x="107992" y="322368"/>
                  </a:lnTo>
                  <a:lnTo>
                    <a:pt x="107949" y="322580"/>
                  </a:lnTo>
                  <a:lnTo>
                    <a:pt x="120840" y="322580"/>
                  </a:lnTo>
                  <a:lnTo>
                    <a:pt x="120141" y="321310"/>
                  </a:lnTo>
                  <a:close/>
                </a:path>
                <a:path w="255270" h="462279">
                  <a:moveTo>
                    <a:pt x="125729" y="314960"/>
                  </a:moveTo>
                  <a:lnTo>
                    <a:pt x="109981" y="314960"/>
                  </a:lnTo>
                  <a:lnTo>
                    <a:pt x="110489" y="317500"/>
                  </a:lnTo>
                  <a:lnTo>
                    <a:pt x="111378" y="317500"/>
                  </a:lnTo>
                  <a:lnTo>
                    <a:pt x="110489" y="318770"/>
                  </a:lnTo>
                  <a:lnTo>
                    <a:pt x="107568" y="318770"/>
                  </a:lnTo>
                  <a:lnTo>
                    <a:pt x="108457" y="320040"/>
                  </a:lnTo>
                  <a:lnTo>
                    <a:pt x="109727" y="321310"/>
                  </a:lnTo>
                  <a:lnTo>
                    <a:pt x="122046" y="321310"/>
                  </a:lnTo>
                  <a:lnTo>
                    <a:pt x="125475" y="316411"/>
                  </a:lnTo>
                  <a:lnTo>
                    <a:pt x="125576" y="316268"/>
                  </a:lnTo>
                  <a:lnTo>
                    <a:pt x="125729" y="314960"/>
                  </a:lnTo>
                  <a:close/>
                </a:path>
                <a:path w="255270" h="462279">
                  <a:moveTo>
                    <a:pt x="105904" y="311430"/>
                  </a:moveTo>
                  <a:lnTo>
                    <a:pt x="104580" y="311430"/>
                  </a:lnTo>
                  <a:lnTo>
                    <a:pt x="102996" y="312420"/>
                  </a:lnTo>
                  <a:lnTo>
                    <a:pt x="103250" y="313690"/>
                  </a:lnTo>
                  <a:lnTo>
                    <a:pt x="105282" y="314960"/>
                  </a:lnTo>
                  <a:lnTo>
                    <a:pt x="104940" y="316268"/>
                  </a:lnTo>
                  <a:lnTo>
                    <a:pt x="106171" y="317500"/>
                  </a:lnTo>
                  <a:lnTo>
                    <a:pt x="104520" y="317500"/>
                  </a:lnTo>
                  <a:lnTo>
                    <a:pt x="103885" y="320040"/>
                  </a:lnTo>
                  <a:lnTo>
                    <a:pt x="106044" y="320040"/>
                  </a:lnTo>
                  <a:lnTo>
                    <a:pt x="105282" y="318770"/>
                  </a:lnTo>
                  <a:lnTo>
                    <a:pt x="109528" y="316411"/>
                  </a:lnTo>
                  <a:lnTo>
                    <a:pt x="109518" y="316268"/>
                  </a:lnTo>
                  <a:lnTo>
                    <a:pt x="109974" y="316268"/>
                  </a:lnTo>
                  <a:lnTo>
                    <a:pt x="105917" y="314960"/>
                  </a:lnTo>
                  <a:lnTo>
                    <a:pt x="106298" y="313690"/>
                  </a:lnTo>
                  <a:lnTo>
                    <a:pt x="105505" y="312557"/>
                  </a:lnTo>
                  <a:lnTo>
                    <a:pt x="105409" y="312420"/>
                  </a:lnTo>
                  <a:lnTo>
                    <a:pt x="105904" y="311430"/>
                  </a:lnTo>
                  <a:close/>
                </a:path>
                <a:path w="255270" h="462279">
                  <a:moveTo>
                    <a:pt x="104266" y="317500"/>
                  </a:moveTo>
                  <a:lnTo>
                    <a:pt x="103885" y="317500"/>
                  </a:lnTo>
                  <a:lnTo>
                    <a:pt x="103758" y="318770"/>
                  </a:lnTo>
                  <a:lnTo>
                    <a:pt x="104139" y="318770"/>
                  </a:lnTo>
                  <a:lnTo>
                    <a:pt x="104266" y="317500"/>
                  </a:lnTo>
                  <a:close/>
                </a:path>
                <a:path w="255270" h="462279">
                  <a:moveTo>
                    <a:pt x="110616" y="317500"/>
                  </a:moveTo>
                  <a:lnTo>
                    <a:pt x="109219" y="317500"/>
                  </a:lnTo>
                  <a:lnTo>
                    <a:pt x="108711" y="318770"/>
                  </a:lnTo>
                  <a:lnTo>
                    <a:pt x="110489" y="318770"/>
                  </a:lnTo>
                  <a:lnTo>
                    <a:pt x="110616" y="317500"/>
                  </a:lnTo>
                  <a:close/>
                </a:path>
                <a:path w="255270" h="462279">
                  <a:moveTo>
                    <a:pt x="109785" y="316268"/>
                  </a:moveTo>
                  <a:lnTo>
                    <a:pt x="109528" y="316411"/>
                  </a:lnTo>
                  <a:lnTo>
                    <a:pt x="109600" y="317500"/>
                  </a:lnTo>
                  <a:lnTo>
                    <a:pt x="109764" y="316411"/>
                  </a:lnTo>
                  <a:lnTo>
                    <a:pt x="109785" y="316268"/>
                  </a:lnTo>
                  <a:close/>
                </a:path>
                <a:path w="255270" h="462279">
                  <a:moveTo>
                    <a:pt x="126300" y="311430"/>
                  </a:moveTo>
                  <a:lnTo>
                    <a:pt x="110588" y="311430"/>
                  </a:lnTo>
                  <a:lnTo>
                    <a:pt x="110476" y="312557"/>
                  </a:lnTo>
                  <a:lnTo>
                    <a:pt x="110362" y="313690"/>
                  </a:lnTo>
                  <a:lnTo>
                    <a:pt x="109346" y="313690"/>
                  </a:lnTo>
                  <a:lnTo>
                    <a:pt x="109431" y="314960"/>
                  </a:lnTo>
                  <a:lnTo>
                    <a:pt x="109518" y="316268"/>
                  </a:lnTo>
                  <a:lnTo>
                    <a:pt x="109785" y="316268"/>
                  </a:lnTo>
                  <a:lnTo>
                    <a:pt x="109981" y="314960"/>
                  </a:lnTo>
                  <a:lnTo>
                    <a:pt x="125729" y="314960"/>
                  </a:lnTo>
                  <a:lnTo>
                    <a:pt x="125856" y="313690"/>
                  </a:lnTo>
                  <a:lnTo>
                    <a:pt x="125983" y="312420"/>
                  </a:lnTo>
                  <a:lnTo>
                    <a:pt x="126300" y="311430"/>
                  </a:lnTo>
                  <a:close/>
                </a:path>
                <a:path w="255270" h="462279">
                  <a:moveTo>
                    <a:pt x="109540" y="311430"/>
                  </a:moveTo>
                  <a:lnTo>
                    <a:pt x="108648" y="312420"/>
                  </a:lnTo>
                  <a:lnTo>
                    <a:pt x="108416" y="312557"/>
                  </a:lnTo>
                  <a:lnTo>
                    <a:pt x="108076" y="313690"/>
                  </a:lnTo>
                  <a:lnTo>
                    <a:pt x="109092" y="313690"/>
                  </a:lnTo>
                  <a:lnTo>
                    <a:pt x="109540" y="311430"/>
                  </a:lnTo>
                  <a:close/>
                </a:path>
                <a:path w="255270" h="462279">
                  <a:moveTo>
                    <a:pt x="107949" y="309880"/>
                  </a:moveTo>
                  <a:lnTo>
                    <a:pt x="106933" y="309880"/>
                  </a:lnTo>
                  <a:lnTo>
                    <a:pt x="106933" y="312420"/>
                  </a:lnTo>
                  <a:lnTo>
                    <a:pt x="108418" y="311430"/>
                  </a:lnTo>
                  <a:lnTo>
                    <a:pt x="110120" y="311430"/>
                  </a:lnTo>
                  <a:lnTo>
                    <a:pt x="107949" y="309880"/>
                  </a:lnTo>
                  <a:close/>
                </a:path>
                <a:path w="255270" h="462279">
                  <a:moveTo>
                    <a:pt x="109259" y="311430"/>
                  </a:moveTo>
                  <a:lnTo>
                    <a:pt x="108754" y="311430"/>
                  </a:lnTo>
                  <a:lnTo>
                    <a:pt x="108457" y="312420"/>
                  </a:lnTo>
                  <a:lnTo>
                    <a:pt x="109259" y="311430"/>
                  </a:lnTo>
                  <a:close/>
                </a:path>
                <a:path w="255270" h="462279">
                  <a:moveTo>
                    <a:pt x="128015" y="306070"/>
                  </a:moveTo>
                  <a:lnTo>
                    <a:pt x="111632" y="306070"/>
                  </a:lnTo>
                  <a:lnTo>
                    <a:pt x="110997" y="307340"/>
                  </a:lnTo>
                  <a:lnTo>
                    <a:pt x="109092" y="307340"/>
                  </a:lnTo>
                  <a:lnTo>
                    <a:pt x="108203" y="308610"/>
                  </a:lnTo>
                  <a:lnTo>
                    <a:pt x="109219" y="308610"/>
                  </a:lnTo>
                  <a:lnTo>
                    <a:pt x="109854" y="312420"/>
                  </a:lnTo>
                  <a:lnTo>
                    <a:pt x="110448" y="311430"/>
                  </a:lnTo>
                  <a:lnTo>
                    <a:pt x="126300" y="311430"/>
                  </a:lnTo>
                  <a:lnTo>
                    <a:pt x="128015" y="306070"/>
                  </a:lnTo>
                  <a:close/>
                </a:path>
                <a:path w="255270" h="462279">
                  <a:moveTo>
                    <a:pt x="106806" y="309880"/>
                  </a:moveTo>
                  <a:lnTo>
                    <a:pt x="106583" y="310844"/>
                  </a:lnTo>
                  <a:lnTo>
                    <a:pt x="106524" y="311430"/>
                  </a:lnTo>
                  <a:lnTo>
                    <a:pt x="106741" y="310844"/>
                  </a:lnTo>
                  <a:lnTo>
                    <a:pt x="106806" y="309880"/>
                  </a:lnTo>
                  <a:close/>
                </a:path>
                <a:path w="255270" h="462279">
                  <a:moveTo>
                    <a:pt x="109592" y="310844"/>
                  </a:moveTo>
                  <a:lnTo>
                    <a:pt x="109259" y="311430"/>
                  </a:lnTo>
                  <a:lnTo>
                    <a:pt x="109550" y="311430"/>
                  </a:lnTo>
                  <a:lnTo>
                    <a:pt x="109592" y="310844"/>
                  </a:lnTo>
                  <a:close/>
                </a:path>
                <a:path w="255270" h="462279">
                  <a:moveTo>
                    <a:pt x="109219" y="308610"/>
                  </a:moveTo>
                  <a:lnTo>
                    <a:pt x="107187" y="308610"/>
                  </a:lnTo>
                  <a:lnTo>
                    <a:pt x="107949" y="309880"/>
                  </a:lnTo>
                  <a:lnTo>
                    <a:pt x="109219" y="308610"/>
                  </a:lnTo>
                  <a:close/>
                </a:path>
                <a:path w="255270" h="462279">
                  <a:moveTo>
                    <a:pt x="110743" y="306070"/>
                  </a:moveTo>
                  <a:lnTo>
                    <a:pt x="109473" y="306070"/>
                  </a:lnTo>
                  <a:lnTo>
                    <a:pt x="110362" y="307340"/>
                  </a:lnTo>
                  <a:lnTo>
                    <a:pt x="110997" y="307340"/>
                  </a:lnTo>
                  <a:lnTo>
                    <a:pt x="110743" y="306070"/>
                  </a:lnTo>
                  <a:close/>
                </a:path>
                <a:path w="255270" h="462279">
                  <a:moveTo>
                    <a:pt x="114426" y="299720"/>
                  </a:moveTo>
                  <a:lnTo>
                    <a:pt x="113029" y="300990"/>
                  </a:lnTo>
                  <a:lnTo>
                    <a:pt x="113283" y="302260"/>
                  </a:lnTo>
                  <a:lnTo>
                    <a:pt x="112140" y="304800"/>
                  </a:lnTo>
                  <a:lnTo>
                    <a:pt x="113664" y="304800"/>
                  </a:lnTo>
                  <a:lnTo>
                    <a:pt x="113664" y="306070"/>
                  </a:lnTo>
                  <a:lnTo>
                    <a:pt x="128015" y="306070"/>
                  </a:lnTo>
                  <a:lnTo>
                    <a:pt x="129412" y="307340"/>
                  </a:lnTo>
                  <a:lnTo>
                    <a:pt x="130174" y="307340"/>
                  </a:lnTo>
                  <a:lnTo>
                    <a:pt x="131952" y="303530"/>
                  </a:lnTo>
                  <a:lnTo>
                    <a:pt x="129920" y="302260"/>
                  </a:lnTo>
                  <a:lnTo>
                    <a:pt x="115188" y="302260"/>
                  </a:lnTo>
                  <a:lnTo>
                    <a:pt x="115950" y="300990"/>
                  </a:lnTo>
                  <a:lnTo>
                    <a:pt x="113410" y="300990"/>
                  </a:lnTo>
                  <a:lnTo>
                    <a:pt x="114426" y="299720"/>
                  </a:lnTo>
                  <a:close/>
                </a:path>
                <a:path w="255270" h="462279">
                  <a:moveTo>
                    <a:pt x="109092" y="303530"/>
                  </a:moveTo>
                  <a:lnTo>
                    <a:pt x="108203" y="303530"/>
                  </a:lnTo>
                  <a:lnTo>
                    <a:pt x="109092" y="304800"/>
                  </a:lnTo>
                  <a:lnTo>
                    <a:pt x="108584" y="304800"/>
                  </a:lnTo>
                  <a:lnTo>
                    <a:pt x="108457" y="306070"/>
                  </a:lnTo>
                  <a:lnTo>
                    <a:pt x="109219" y="306070"/>
                  </a:lnTo>
                  <a:lnTo>
                    <a:pt x="109346" y="304800"/>
                  </a:lnTo>
                  <a:lnTo>
                    <a:pt x="109092" y="303530"/>
                  </a:lnTo>
                  <a:close/>
                </a:path>
                <a:path w="255270" h="462279">
                  <a:moveTo>
                    <a:pt x="113156" y="289560"/>
                  </a:moveTo>
                  <a:lnTo>
                    <a:pt x="113029" y="292100"/>
                  </a:lnTo>
                  <a:lnTo>
                    <a:pt x="115188" y="293370"/>
                  </a:lnTo>
                  <a:lnTo>
                    <a:pt x="115569" y="297180"/>
                  </a:lnTo>
                  <a:lnTo>
                    <a:pt x="115696" y="298450"/>
                  </a:lnTo>
                  <a:lnTo>
                    <a:pt x="116331" y="300990"/>
                  </a:lnTo>
                  <a:lnTo>
                    <a:pt x="115188" y="302260"/>
                  </a:lnTo>
                  <a:lnTo>
                    <a:pt x="129920" y="302260"/>
                  </a:lnTo>
                  <a:lnTo>
                    <a:pt x="130809" y="299720"/>
                  </a:lnTo>
                  <a:lnTo>
                    <a:pt x="132841" y="299720"/>
                  </a:lnTo>
                  <a:lnTo>
                    <a:pt x="132079" y="298450"/>
                  </a:lnTo>
                  <a:lnTo>
                    <a:pt x="134492" y="298450"/>
                  </a:lnTo>
                  <a:lnTo>
                    <a:pt x="133857" y="297180"/>
                  </a:lnTo>
                  <a:lnTo>
                    <a:pt x="135000" y="295910"/>
                  </a:lnTo>
                  <a:lnTo>
                    <a:pt x="136016" y="293370"/>
                  </a:lnTo>
                  <a:lnTo>
                    <a:pt x="135889" y="292100"/>
                  </a:lnTo>
                  <a:lnTo>
                    <a:pt x="116966" y="292100"/>
                  </a:lnTo>
                  <a:lnTo>
                    <a:pt x="113156" y="289560"/>
                  </a:lnTo>
                  <a:close/>
                </a:path>
                <a:path w="255270" h="462279">
                  <a:moveTo>
                    <a:pt x="133349" y="299720"/>
                  </a:moveTo>
                  <a:lnTo>
                    <a:pt x="131190" y="299720"/>
                  </a:lnTo>
                  <a:lnTo>
                    <a:pt x="132714" y="300990"/>
                  </a:lnTo>
                  <a:lnTo>
                    <a:pt x="133349" y="299720"/>
                  </a:lnTo>
                  <a:close/>
                </a:path>
                <a:path w="255270" h="462279">
                  <a:moveTo>
                    <a:pt x="113918" y="295910"/>
                  </a:moveTo>
                  <a:lnTo>
                    <a:pt x="113283" y="295910"/>
                  </a:lnTo>
                  <a:lnTo>
                    <a:pt x="113537" y="297180"/>
                  </a:lnTo>
                  <a:lnTo>
                    <a:pt x="114172" y="297180"/>
                  </a:lnTo>
                  <a:lnTo>
                    <a:pt x="113918" y="295910"/>
                  </a:lnTo>
                  <a:close/>
                </a:path>
                <a:path w="255270" h="462279">
                  <a:moveTo>
                    <a:pt x="117220" y="287020"/>
                  </a:moveTo>
                  <a:lnTo>
                    <a:pt x="115569" y="287020"/>
                  </a:lnTo>
                  <a:lnTo>
                    <a:pt x="116966" y="292100"/>
                  </a:lnTo>
                  <a:lnTo>
                    <a:pt x="135889" y="292100"/>
                  </a:lnTo>
                  <a:lnTo>
                    <a:pt x="135762" y="290830"/>
                  </a:lnTo>
                  <a:lnTo>
                    <a:pt x="134916" y="288290"/>
                  </a:lnTo>
                  <a:lnTo>
                    <a:pt x="117728" y="288290"/>
                  </a:lnTo>
                  <a:lnTo>
                    <a:pt x="117220" y="287020"/>
                  </a:lnTo>
                  <a:close/>
                </a:path>
                <a:path w="255270" h="462279">
                  <a:moveTo>
                    <a:pt x="137540" y="288290"/>
                  </a:moveTo>
                  <a:lnTo>
                    <a:pt x="137286" y="288290"/>
                  </a:lnTo>
                  <a:lnTo>
                    <a:pt x="135762" y="289560"/>
                  </a:lnTo>
                  <a:lnTo>
                    <a:pt x="137413" y="289560"/>
                  </a:lnTo>
                  <a:lnTo>
                    <a:pt x="137540" y="288290"/>
                  </a:lnTo>
                  <a:close/>
                </a:path>
                <a:path w="255270" h="462279">
                  <a:moveTo>
                    <a:pt x="135127" y="285750"/>
                  </a:moveTo>
                  <a:lnTo>
                    <a:pt x="118490" y="285750"/>
                  </a:lnTo>
                  <a:lnTo>
                    <a:pt x="118744" y="287020"/>
                  </a:lnTo>
                  <a:lnTo>
                    <a:pt x="117982" y="287020"/>
                  </a:lnTo>
                  <a:lnTo>
                    <a:pt x="117728" y="288290"/>
                  </a:lnTo>
                  <a:lnTo>
                    <a:pt x="134916" y="288290"/>
                  </a:lnTo>
                  <a:lnTo>
                    <a:pt x="134492" y="287020"/>
                  </a:lnTo>
                  <a:lnTo>
                    <a:pt x="135127" y="285750"/>
                  </a:lnTo>
                  <a:close/>
                </a:path>
                <a:path w="255270" h="462279">
                  <a:moveTo>
                    <a:pt x="138175" y="284480"/>
                  </a:moveTo>
                  <a:lnTo>
                    <a:pt x="135762" y="284480"/>
                  </a:lnTo>
                  <a:lnTo>
                    <a:pt x="136651" y="288290"/>
                  </a:lnTo>
                  <a:lnTo>
                    <a:pt x="139191" y="288290"/>
                  </a:lnTo>
                  <a:lnTo>
                    <a:pt x="139572" y="287020"/>
                  </a:lnTo>
                  <a:lnTo>
                    <a:pt x="139826" y="285750"/>
                  </a:lnTo>
                  <a:lnTo>
                    <a:pt x="138683" y="285750"/>
                  </a:lnTo>
                  <a:lnTo>
                    <a:pt x="138175" y="284480"/>
                  </a:lnTo>
                  <a:close/>
                </a:path>
                <a:path w="255270" h="462279">
                  <a:moveTo>
                    <a:pt x="119125" y="280670"/>
                  </a:moveTo>
                  <a:lnTo>
                    <a:pt x="118363" y="283210"/>
                  </a:lnTo>
                  <a:lnTo>
                    <a:pt x="116331" y="284480"/>
                  </a:lnTo>
                  <a:lnTo>
                    <a:pt x="116712" y="287020"/>
                  </a:lnTo>
                  <a:lnTo>
                    <a:pt x="118490" y="285750"/>
                  </a:lnTo>
                  <a:lnTo>
                    <a:pt x="135127" y="285750"/>
                  </a:lnTo>
                  <a:lnTo>
                    <a:pt x="135762" y="284480"/>
                  </a:lnTo>
                  <a:lnTo>
                    <a:pt x="138175" y="284480"/>
                  </a:lnTo>
                  <a:lnTo>
                    <a:pt x="139191" y="283210"/>
                  </a:lnTo>
                  <a:lnTo>
                    <a:pt x="121284" y="283210"/>
                  </a:lnTo>
                  <a:lnTo>
                    <a:pt x="120395" y="281940"/>
                  </a:lnTo>
                  <a:lnTo>
                    <a:pt x="119252" y="281940"/>
                  </a:lnTo>
                  <a:lnTo>
                    <a:pt x="119125" y="280670"/>
                  </a:lnTo>
                  <a:close/>
                </a:path>
                <a:path w="255270" h="462279">
                  <a:moveTo>
                    <a:pt x="159892" y="198120"/>
                  </a:moveTo>
                  <a:lnTo>
                    <a:pt x="149351" y="198120"/>
                  </a:lnTo>
                  <a:lnTo>
                    <a:pt x="142827" y="214630"/>
                  </a:lnTo>
                  <a:lnTo>
                    <a:pt x="140047" y="222250"/>
                  </a:lnTo>
                  <a:lnTo>
                    <a:pt x="138302" y="231140"/>
                  </a:lnTo>
                  <a:lnTo>
                    <a:pt x="137540" y="231140"/>
                  </a:lnTo>
                  <a:lnTo>
                    <a:pt x="132974" y="242570"/>
                  </a:lnTo>
                  <a:lnTo>
                    <a:pt x="128821" y="254012"/>
                  </a:lnTo>
                  <a:lnTo>
                    <a:pt x="124557" y="266700"/>
                  </a:lnTo>
                  <a:lnTo>
                    <a:pt x="119633" y="278130"/>
                  </a:lnTo>
                  <a:lnTo>
                    <a:pt x="119633" y="279400"/>
                  </a:lnTo>
                  <a:lnTo>
                    <a:pt x="121665" y="279400"/>
                  </a:lnTo>
                  <a:lnTo>
                    <a:pt x="121919" y="280670"/>
                  </a:lnTo>
                  <a:lnTo>
                    <a:pt x="121665" y="281940"/>
                  </a:lnTo>
                  <a:lnTo>
                    <a:pt x="121284" y="283210"/>
                  </a:lnTo>
                  <a:lnTo>
                    <a:pt x="139191" y="283210"/>
                  </a:lnTo>
                  <a:lnTo>
                    <a:pt x="139699" y="280670"/>
                  </a:lnTo>
                  <a:lnTo>
                    <a:pt x="141909" y="280670"/>
                  </a:lnTo>
                  <a:lnTo>
                    <a:pt x="143636" y="275590"/>
                  </a:lnTo>
                  <a:lnTo>
                    <a:pt x="146557" y="269240"/>
                  </a:lnTo>
                  <a:lnTo>
                    <a:pt x="148970" y="262890"/>
                  </a:lnTo>
                  <a:lnTo>
                    <a:pt x="147827" y="262890"/>
                  </a:lnTo>
                  <a:lnTo>
                    <a:pt x="147192" y="260350"/>
                  </a:lnTo>
                  <a:lnTo>
                    <a:pt x="149224" y="260350"/>
                  </a:lnTo>
                  <a:lnTo>
                    <a:pt x="150113" y="259080"/>
                  </a:lnTo>
                  <a:lnTo>
                    <a:pt x="148970" y="256540"/>
                  </a:lnTo>
                  <a:lnTo>
                    <a:pt x="148843" y="255270"/>
                  </a:lnTo>
                  <a:lnTo>
                    <a:pt x="148718" y="254012"/>
                  </a:lnTo>
                  <a:lnTo>
                    <a:pt x="148335" y="252730"/>
                  </a:lnTo>
                  <a:lnTo>
                    <a:pt x="149097" y="251460"/>
                  </a:lnTo>
                  <a:lnTo>
                    <a:pt x="151129" y="251460"/>
                  </a:lnTo>
                  <a:lnTo>
                    <a:pt x="152520" y="250196"/>
                  </a:lnTo>
                  <a:lnTo>
                    <a:pt x="155193" y="250196"/>
                  </a:lnTo>
                  <a:lnTo>
                    <a:pt x="154812" y="248920"/>
                  </a:lnTo>
                  <a:lnTo>
                    <a:pt x="153415" y="247650"/>
                  </a:lnTo>
                  <a:lnTo>
                    <a:pt x="155193" y="246380"/>
                  </a:lnTo>
                  <a:lnTo>
                    <a:pt x="153669" y="243840"/>
                  </a:lnTo>
                  <a:lnTo>
                    <a:pt x="155447" y="243840"/>
                  </a:lnTo>
                  <a:lnTo>
                    <a:pt x="154431" y="242570"/>
                  </a:lnTo>
                  <a:lnTo>
                    <a:pt x="156209" y="242570"/>
                  </a:lnTo>
                  <a:lnTo>
                    <a:pt x="156717" y="241300"/>
                  </a:lnTo>
                  <a:lnTo>
                    <a:pt x="154177" y="238760"/>
                  </a:lnTo>
                  <a:lnTo>
                    <a:pt x="155193" y="234950"/>
                  </a:lnTo>
                  <a:lnTo>
                    <a:pt x="159511" y="234950"/>
                  </a:lnTo>
                  <a:lnTo>
                    <a:pt x="154939" y="232410"/>
                  </a:lnTo>
                  <a:lnTo>
                    <a:pt x="155701" y="231140"/>
                  </a:lnTo>
                  <a:lnTo>
                    <a:pt x="156971" y="228600"/>
                  </a:lnTo>
                  <a:lnTo>
                    <a:pt x="155574" y="228600"/>
                  </a:lnTo>
                  <a:lnTo>
                    <a:pt x="156082" y="226060"/>
                  </a:lnTo>
                  <a:lnTo>
                    <a:pt x="157352" y="226060"/>
                  </a:lnTo>
                  <a:lnTo>
                    <a:pt x="157733" y="224790"/>
                  </a:lnTo>
                  <a:lnTo>
                    <a:pt x="159384" y="224790"/>
                  </a:lnTo>
                  <a:lnTo>
                    <a:pt x="160527" y="222250"/>
                  </a:lnTo>
                  <a:lnTo>
                    <a:pt x="160400" y="220980"/>
                  </a:lnTo>
                  <a:lnTo>
                    <a:pt x="160287" y="219847"/>
                  </a:lnTo>
                  <a:lnTo>
                    <a:pt x="159003" y="219847"/>
                  </a:lnTo>
                  <a:lnTo>
                    <a:pt x="159003" y="218440"/>
                  </a:lnTo>
                  <a:lnTo>
                    <a:pt x="158749" y="217170"/>
                  </a:lnTo>
                  <a:lnTo>
                    <a:pt x="159384" y="215900"/>
                  </a:lnTo>
                  <a:lnTo>
                    <a:pt x="159511" y="214630"/>
                  </a:lnTo>
                  <a:lnTo>
                    <a:pt x="159638" y="213360"/>
                  </a:lnTo>
                  <a:lnTo>
                    <a:pt x="158368" y="213360"/>
                  </a:lnTo>
                  <a:lnTo>
                    <a:pt x="157479" y="212090"/>
                  </a:lnTo>
                  <a:lnTo>
                    <a:pt x="158749" y="212090"/>
                  </a:lnTo>
                  <a:lnTo>
                    <a:pt x="155955" y="210820"/>
                  </a:lnTo>
                  <a:lnTo>
                    <a:pt x="160146" y="210820"/>
                  </a:lnTo>
                  <a:lnTo>
                    <a:pt x="157987" y="209550"/>
                  </a:lnTo>
                  <a:lnTo>
                    <a:pt x="156082" y="209550"/>
                  </a:lnTo>
                  <a:lnTo>
                    <a:pt x="157035" y="207168"/>
                  </a:lnTo>
                  <a:lnTo>
                    <a:pt x="157321" y="207168"/>
                  </a:lnTo>
                  <a:lnTo>
                    <a:pt x="158326" y="206163"/>
                  </a:lnTo>
                  <a:lnTo>
                    <a:pt x="157860" y="205740"/>
                  </a:lnTo>
                  <a:lnTo>
                    <a:pt x="158749" y="205740"/>
                  </a:lnTo>
                  <a:lnTo>
                    <a:pt x="159384" y="204470"/>
                  </a:lnTo>
                  <a:lnTo>
                    <a:pt x="160654" y="204470"/>
                  </a:lnTo>
                  <a:lnTo>
                    <a:pt x="161006" y="203671"/>
                  </a:lnTo>
                  <a:lnTo>
                    <a:pt x="161135" y="203671"/>
                  </a:lnTo>
                  <a:lnTo>
                    <a:pt x="160781" y="203200"/>
                  </a:lnTo>
                  <a:lnTo>
                    <a:pt x="161289" y="203200"/>
                  </a:lnTo>
                  <a:lnTo>
                    <a:pt x="162051" y="201930"/>
                  </a:lnTo>
                  <a:lnTo>
                    <a:pt x="158876" y="201930"/>
                  </a:lnTo>
                  <a:lnTo>
                    <a:pt x="158241" y="200660"/>
                  </a:lnTo>
                  <a:lnTo>
                    <a:pt x="158459" y="200115"/>
                  </a:lnTo>
                  <a:lnTo>
                    <a:pt x="158574" y="199829"/>
                  </a:lnTo>
                  <a:lnTo>
                    <a:pt x="158698" y="199519"/>
                  </a:lnTo>
                  <a:lnTo>
                    <a:pt x="160032" y="199519"/>
                  </a:lnTo>
                  <a:lnTo>
                    <a:pt x="159945" y="198642"/>
                  </a:lnTo>
                  <a:lnTo>
                    <a:pt x="159892" y="198120"/>
                  </a:lnTo>
                  <a:close/>
                </a:path>
                <a:path w="255270" h="462279">
                  <a:moveTo>
                    <a:pt x="120268" y="280670"/>
                  </a:moveTo>
                  <a:lnTo>
                    <a:pt x="119252" y="281940"/>
                  </a:lnTo>
                  <a:lnTo>
                    <a:pt x="120395" y="281940"/>
                  </a:lnTo>
                  <a:lnTo>
                    <a:pt x="120268" y="280670"/>
                  </a:lnTo>
                  <a:close/>
                </a:path>
                <a:path w="255270" h="462279">
                  <a:moveTo>
                    <a:pt x="141909" y="280670"/>
                  </a:moveTo>
                  <a:lnTo>
                    <a:pt x="139699" y="280670"/>
                  </a:lnTo>
                  <a:lnTo>
                    <a:pt x="141477" y="281940"/>
                  </a:lnTo>
                  <a:lnTo>
                    <a:pt x="141909" y="280670"/>
                  </a:lnTo>
                  <a:close/>
                </a:path>
                <a:path w="255270" h="462279">
                  <a:moveTo>
                    <a:pt x="148335" y="261620"/>
                  </a:moveTo>
                  <a:lnTo>
                    <a:pt x="148208" y="262890"/>
                  </a:lnTo>
                  <a:lnTo>
                    <a:pt x="148970" y="262890"/>
                  </a:lnTo>
                  <a:lnTo>
                    <a:pt x="148335" y="261620"/>
                  </a:lnTo>
                  <a:close/>
                </a:path>
                <a:path w="255270" h="462279">
                  <a:moveTo>
                    <a:pt x="148462" y="260350"/>
                  </a:moveTo>
                  <a:lnTo>
                    <a:pt x="147192" y="260350"/>
                  </a:lnTo>
                  <a:lnTo>
                    <a:pt x="148970" y="261620"/>
                  </a:lnTo>
                  <a:lnTo>
                    <a:pt x="148462" y="260350"/>
                  </a:lnTo>
                  <a:close/>
                </a:path>
                <a:path w="255270" h="462279">
                  <a:moveTo>
                    <a:pt x="150240" y="252730"/>
                  </a:moveTo>
                  <a:lnTo>
                    <a:pt x="149224" y="252730"/>
                  </a:lnTo>
                  <a:lnTo>
                    <a:pt x="149738" y="254012"/>
                  </a:lnTo>
                  <a:lnTo>
                    <a:pt x="148727" y="254012"/>
                  </a:lnTo>
                  <a:lnTo>
                    <a:pt x="149732" y="255270"/>
                  </a:lnTo>
                  <a:lnTo>
                    <a:pt x="150240" y="252730"/>
                  </a:lnTo>
                  <a:close/>
                </a:path>
                <a:path w="255270" h="462279">
                  <a:moveTo>
                    <a:pt x="155193" y="252730"/>
                  </a:moveTo>
                  <a:lnTo>
                    <a:pt x="150240" y="252730"/>
                  </a:lnTo>
                  <a:lnTo>
                    <a:pt x="150367" y="255270"/>
                  </a:lnTo>
                  <a:lnTo>
                    <a:pt x="150493" y="254012"/>
                  </a:lnTo>
                  <a:lnTo>
                    <a:pt x="155963" y="254012"/>
                  </a:lnTo>
                  <a:lnTo>
                    <a:pt x="155193" y="252730"/>
                  </a:lnTo>
                  <a:close/>
                </a:path>
                <a:path w="255270" h="462279">
                  <a:moveTo>
                    <a:pt x="150113" y="251883"/>
                  </a:moveTo>
                  <a:lnTo>
                    <a:pt x="149722" y="252535"/>
                  </a:lnTo>
                  <a:lnTo>
                    <a:pt x="149605" y="252730"/>
                  </a:lnTo>
                  <a:lnTo>
                    <a:pt x="150621" y="252730"/>
                  </a:lnTo>
                  <a:lnTo>
                    <a:pt x="150113" y="251883"/>
                  </a:lnTo>
                  <a:close/>
                </a:path>
                <a:path w="255270" h="462279">
                  <a:moveTo>
                    <a:pt x="155197" y="250196"/>
                  </a:moveTo>
                  <a:lnTo>
                    <a:pt x="154174" y="250196"/>
                  </a:lnTo>
                  <a:lnTo>
                    <a:pt x="153415" y="251460"/>
                  </a:lnTo>
                  <a:lnTo>
                    <a:pt x="153034" y="251460"/>
                  </a:lnTo>
                  <a:lnTo>
                    <a:pt x="155258" y="252730"/>
                  </a:lnTo>
                  <a:lnTo>
                    <a:pt x="155197" y="250196"/>
                  </a:lnTo>
                  <a:close/>
                </a:path>
                <a:path w="255270" h="462279">
                  <a:moveTo>
                    <a:pt x="150367" y="251460"/>
                  </a:moveTo>
                  <a:lnTo>
                    <a:pt x="149859" y="251460"/>
                  </a:lnTo>
                  <a:lnTo>
                    <a:pt x="150113" y="251883"/>
                  </a:lnTo>
                  <a:lnTo>
                    <a:pt x="150367" y="251460"/>
                  </a:lnTo>
                  <a:close/>
                </a:path>
                <a:path w="255270" h="462279">
                  <a:moveTo>
                    <a:pt x="155211" y="250196"/>
                  </a:moveTo>
                  <a:lnTo>
                    <a:pt x="155574" y="251460"/>
                  </a:lnTo>
                  <a:lnTo>
                    <a:pt x="156121" y="250963"/>
                  </a:lnTo>
                  <a:lnTo>
                    <a:pt x="155211" y="250196"/>
                  </a:lnTo>
                  <a:close/>
                </a:path>
                <a:path w="255270" h="462279">
                  <a:moveTo>
                    <a:pt x="156970" y="250196"/>
                  </a:moveTo>
                  <a:lnTo>
                    <a:pt x="156121" y="250963"/>
                  </a:lnTo>
                  <a:lnTo>
                    <a:pt x="156717" y="251460"/>
                  </a:lnTo>
                  <a:lnTo>
                    <a:pt x="156970" y="250196"/>
                  </a:lnTo>
                  <a:close/>
                </a:path>
                <a:path w="255270" h="462279">
                  <a:moveTo>
                    <a:pt x="157098" y="246380"/>
                  </a:moveTo>
                  <a:lnTo>
                    <a:pt x="156463" y="246380"/>
                  </a:lnTo>
                  <a:lnTo>
                    <a:pt x="156463" y="247650"/>
                  </a:lnTo>
                  <a:lnTo>
                    <a:pt x="157098" y="246380"/>
                  </a:lnTo>
                  <a:close/>
                </a:path>
                <a:path w="255270" h="462279">
                  <a:moveTo>
                    <a:pt x="158301" y="242121"/>
                  </a:moveTo>
                  <a:lnTo>
                    <a:pt x="157987" y="242570"/>
                  </a:lnTo>
                  <a:lnTo>
                    <a:pt x="158749" y="242570"/>
                  </a:lnTo>
                  <a:lnTo>
                    <a:pt x="158301" y="242121"/>
                  </a:lnTo>
                  <a:close/>
                </a:path>
                <a:path w="255270" h="462279">
                  <a:moveTo>
                    <a:pt x="158876" y="241300"/>
                  </a:moveTo>
                  <a:lnTo>
                    <a:pt x="157479" y="241300"/>
                  </a:lnTo>
                  <a:lnTo>
                    <a:pt x="158301" y="242121"/>
                  </a:lnTo>
                  <a:lnTo>
                    <a:pt x="158876" y="241300"/>
                  </a:lnTo>
                  <a:close/>
                </a:path>
                <a:path w="255270" h="462279">
                  <a:moveTo>
                    <a:pt x="157606" y="240030"/>
                  </a:moveTo>
                  <a:lnTo>
                    <a:pt x="156717" y="241300"/>
                  </a:lnTo>
                  <a:lnTo>
                    <a:pt x="157987" y="241300"/>
                  </a:lnTo>
                  <a:lnTo>
                    <a:pt x="157606" y="240030"/>
                  </a:lnTo>
                  <a:close/>
                </a:path>
                <a:path w="255270" h="462279">
                  <a:moveTo>
                    <a:pt x="159765" y="238760"/>
                  </a:moveTo>
                  <a:lnTo>
                    <a:pt x="159384" y="240030"/>
                  </a:lnTo>
                  <a:lnTo>
                    <a:pt x="159892" y="241300"/>
                  </a:lnTo>
                  <a:lnTo>
                    <a:pt x="159765" y="238760"/>
                  </a:lnTo>
                  <a:close/>
                </a:path>
                <a:path w="255270" h="462279">
                  <a:moveTo>
                    <a:pt x="159336" y="238076"/>
                  </a:moveTo>
                  <a:lnTo>
                    <a:pt x="158241" y="238760"/>
                  </a:lnTo>
                  <a:lnTo>
                    <a:pt x="158749" y="240030"/>
                  </a:lnTo>
                  <a:lnTo>
                    <a:pt x="159336" y="238076"/>
                  </a:lnTo>
                  <a:close/>
                </a:path>
                <a:path w="255270" h="462279">
                  <a:moveTo>
                    <a:pt x="160273" y="237490"/>
                  </a:moveTo>
                  <a:lnTo>
                    <a:pt x="159805" y="237783"/>
                  </a:lnTo>
                  <a:lnTo>
                    <a:pt x="160781" y="238760"/>
                  </a:lnTo>
                  <a:lnTo>
                    <a:pt x="160508" y="238076"/>
                  </a:lnTo>
                  <a:lnTo>
                    <a:pt x="160391" y="237783"/>
                  </a:lnTo>
                  <a:lnTo>
                    <a:pt x="160273" y="237490"/>
                  </a:lnTo>
                  <a:close/>
                </a:path>
                <a:path w="255270" h="462279">
                  <a:moveTo>
                    <a:pt x="159511" y="237490"/>
                  </a:moveTo>
                  <a:lnTo>
                    <a:pt x="159424" y="237783"/>
                  </a:lnTo>
                  <a:lnTo>
                    <a:pt x="159336" y="238076"/>
                  </a:lnTo>
                  <a:lnTo>
                    <a:pt x="159805" y="237783"/>
                  </a:lnTo>
                  <a:lnTo>
                    <a:pt x="159511" y="237490"/>
                  </a:lnTo>
                  <a:close/>
                </a:path>
                <a:path w="255270" h="462279">
                  <a:moveTo>
                    <a:pt x="159511" y="234950"/>
                  </a:moveTo>
                  <a:lnTo>
                    <a:pt x="157225" y="234950"/>
                  </a:lnTo>
                  <a:lnTo>
                    <a:pt x="156082" y="237490"/>
                  </a:lnTo>
                  <a:lnTo>
                    <a:pt x="157860" y="237490"/>
                  </a:lnTo>
                  <a:lnTo>
                    <a:pt x="159511" y="234950"/>
                  </a:lnTo>
                  <a:close/>
                </a:path>
                <a:path w="255270" h="462279">
                  <a:moveTo>
                    <a:pt x="159003" y="232410"/>
                  </a:moveTo>
                  <a:lnTo>
                    <a:pt x="156844" y="232410"/>
                  </a:lnTo>
                  <a:lnTo>
                    <a:pt x="157733" y="233680"/>
                  </a:lnTo>
                  <a:lnTo>
                    <a:pt x="158622" y="233680"/>
                  </a:lnTo>
                  <a:lnTo>
                    <a:pt x="159003" y="232410"/>
                  </a:lnTo>
                  <a:close/>
                </a:path>
                <a:path w="255270" h="462279">
                  <a:moveTo>
                    <a:pt x="161334" y="232101"/>
                  </a:moveTo>
                  <a:lnTo>
                    <a:pt x="160781" y="233680"/>
                  </a:lnTo>
                  <a:lnTo>
                    <a:pt x="161035" y="233680"/>
                  </a:lnTo>
                  <a:lnTo>
                    <a:pt x="161797" y="232410"/>
                  </a:lnTo>
                  <a:lnTo>
                    <a:pt x="161334" y="232101"/>
                  </a:lnTo>
                  <a:close/>
                </a:path>
                <a:path w="255270" h="462279">
                  <a:moveTo>
                    <a:pt x="160638" y="231636"/>
                  </a:moveTo>
                  <a:lnTo>
                    <a:pt x="160019" y="232410"/>
                  </a:lnTo>
                  <a:lnTo>
                    <a:pt x="160845" y="231775"/>
                  </a:lnTo>
                  <a:lnTo>
                    <a:pt x="160638" y="231636"/>
                  </a:lnTo>
                  <a:close/>
                </a:path>
                <a:path w="255270" h="462279">
                  <a:moveTo>
                    <a:pt x="161670" y="231140"/>
                  </a:moveTo>
                  <a:lnTo>
                    <a:pt x="160845" y="231775"/>
                  </a:lnTo>
                  <a:lnTo>
                    <a:pt x="161334" y="232101"/>
                  </a:lnTo>
                  <a:lnTo>
                    <a:pt x="161670" y="231140"/>
                  </a:lnTo>
                  <a:close/>
                </a:path>
                <a:path w="255270" h="462279">
                  <a:moveTo>
                    <a:pt x="161035" y="231140"/>
                  </a:moveTo>
                  <a:lnTo>
                    <a:pt x="159892" y="231140"/>
                  </a:lnTo>
                  <a:lnTo>
                    <a:pt x="160638" y="231636"/>
                  </a:lnTo>
                  <a:lnTo>
                    <a:pt x="161035" y="231140"/>
                  </a:lnTo>
                  <a:close/>
                </a:path>
                <a:path w="255270" h="462279">
                  <a:moveTo>
                    <a:pt x="161924" y="230028"/>
                  </a:moveTo>
                  <a:lnTo>
                    <a:pt x="161035" y="231140"/>
                  </a:lnTo>
                  <a:lnTo>
                    <a:pt x="161924" y="231140"/>
                  </a:lnTo>
                  <a:lnTo>
                    <a:pt x="161924" y="230028"/>
                  </a:lnTo>
                  <a:close/>
                </a:path>
                <a:path w="255270" h="462279">
                  <a:moveTo>
                    <a:pt x="158876" y="226060"/>
                  </a:moveTo>
                  <a:lnTo>
                    <a:pt x="156844" y="229870"/>
                  </a:lnTo>
                  <a:lnTo>
                    <a:pt x="158622" y="229870"/>
                  </a:lnTo>
                  <a:lnTo>
                    <a:pt x="158707" y="228600"/>
                  </a:lnTo>
                  <a:lnTo>
                    <a:pt x="158790" y="227364"/>
                  </a:lnTo>
                  <a:lnTo>
                    <a:pt x="158876" y="226060"/>
                  </a:lnTo>
                  <a:close/>
                </a:path>
                <a:path w="255270" h="462279">
                  <a:moveTo>
                    <a:pt x="162432" y="226060"/>
                  </a:moveTo>
                  <a:lnTo>
                    <a:pt x="161879" y="227364"/>
                  </a:lnTo>
                  <a:lnTo>
                    <a:pt x="158622" y="229870"/>
                  </a:lnTo>
                  <a:lnTo>
                    <a:pt x="161924" y="229870"/>
                  </a:lnTo>
                  <a:lnTo>
                    <a:pt x="162041" y="227364"/>
                  </a:lnTo>
                  <a:lnTo>
                    <a:pt x="163085" y="227364"/>
                  </a:lnTo>
                  <a:lnTo>
                    <a:pt x="162432" y="226060"/>
                  </a:lnTo>
                  <a:close/>
                </a:path>
                <a:path w="255270" h="462279">
                  <a:moveTo>
                    <a:pt x="157352" y="226060"/>
                  </a:moveTo>
                  <a:lnTo>
                    <a:pt x="156082" y="226060"/>
                  </a:lnTo>
                  <a:lnTo>
                    <a:pt x="156996" y="227364"/>
                  </a:lnTo>
                  <a:lnTo>
                    <a:pt x="157352" y="226060"/>
                  </a:lnTo>
                  <a:close/>
                </a:path>
                <a:path w="255270" h="462279">
                  <a:moveTo>
                    <a:pt x="160146" y="224790"/>
                  </a:moveTo>
                  <a:lnTo>
                    <a:pt x="158876" y="224790"/>
                  </a:lnTo>
                  <a:lnTo>
                    <a:pt x="159638" y="226060"/>
                  </a:lnTo>
                  <a:lnTo>
                    <a:pt x="160146" y="224790"/>
                  </a:lnTo>
                  <a:close/>
                </a:path>
                <a:path w="255270" h="462279">
                  <a:moveTo>
                    <a:pt x="164591" y="223526"/>
                  </a:moveTo>
                  <a:lnTo>
                    <a:pt x="164461" y="223526"/>
                  </a:lnTo>
                  <a:lnTo>
                    <a:pt x="163566" y="224660"/>
                  </a:lnTo>
                  <a:lnTo>
                    <a:pt x="163702" y="224790"/>
                  </a:lnTo>
                  <a:lnTo>
                    <a:pt x="163448" y="224790"/>
                  </a:lnTo>
                  <a:lnTo>
                    <a:pt x="164210" y="226060"/>
                  </a:lnTo>
                  <a:lnTo>
                    <a:pt x="163956" y="224790"/>
                  </a:lnTo>
                  <a:lnTo>
                    <a:pt x="163702" y="224790"/>
                  </a:lnTo>
                  <a:lnTo>
                    <a:pt x="163616" y="224660"/>
                  </a:lnTo>
                  <a:lnTo>
                    <a:pt x="164022" y="224660"/>
                  </a:lnTo>
                  <a:lnTo>
                    <a:pt x="164591" y="223526"/>
                  </a:lnTo>
                  <a:close/>
                </a:path>
                <a:path w="255270" h="462279">
                  <a:moveTo>
                    <a:pt x="161486" y="221465"/>
                  </a:moveTo>
                  <a:lnTo>
                    <a:pt x="161035" y="222250"/>
                  </a:lnTo>
                  <a:lnTo>
                    <a:pt x="163566" y="224660"/>
                  </a:lnTo>
                  <a:lnTo>
                    <a:pt x="162860" y="223526"/>
                  </a:lnTo>
                  <a:lnTo>
                    <a:pt x="161486" y="221465"/>
                  </a:lnTo>
                  <a:close/>
                </a:path>
                <a:path w="255270" h="462279">
                  <a:moveTo>
                    <a:pt x="164718" y="220980"/>
                  </a:moveTo>
                  <a:lnTo>
                    <a:pt x="163067" y="220980"/>
                  </a:lnTo>
                  <a:lnTo>
                    <a:pt x="163116" y="221465"/>
                  </a:lnTo>
                  <a:lnTo>
                    <a:pt x="163194" y="222250"/>
                  </a:lnTo>
                  <a:lnTo>
                    <a:pt x="164589" y="223526"/>
                  </a:lnTo>
                  <a:lnTo>
                    <a:pt x="164678" y="221465"/>
                  </a:lnTo>
                  <a:lnTo>
                    <a:pt x="164718" y="220980"/>
                  </a:lnTo>
                  <a:close/>
                </a:path>
                <a:path w="255270" h="462279">
                  <a:moveTo>
                    <a:pt x="162028" y="220265"/>
                  </a:moveTo>
                  <a:lnTo>
                    <a:pt x="161162" y="220980"/>
                  </a:lnTo>
                  <a:lnTo>
                    <a:pt x="161486" y="221465"/>
                  </a:lnTo>
                  <a:lnTo>
                    <a:pt x="161670" y="220980"/>
                  </a:lnTo>
                  <a:lnTo>
                    <a:pt x="162028" y="220265"/>
                  </a:lnTo>
                  <a:close/>
                </a:path>
                <a:path w="255270" h="462279">
                  <a:moveTo>
                    <a:pt x="162940" y="220265"/>
                  </a:moveTo>
                  <a:lnTo>
                    <a:pt x="161924" y="220980"/>
                  </a:lnTo>
                  <a:lnTo>
                    <a:pt x="162940" y="220980"/>
                  </a:lnTo>
                  <a:lnTo>
                    <a:pt x="162940" y="220265"/>
                  </a:lnTo>
                  <a:close/>
                </a:path>
                <a:path w="255270" h="462279">
                  <a:moveTo>
                    <a:pt x="163510" y="219847"/>
                  </a:moveTo>
                  <a:lnTo>
                    <a:pt x="162940" y="219847"/>
                  </a:lnTo>
                  <a:lnTo>
                    <a:pt x="162940" y="220265"/>
                  </a:lnTo>
                  <a:lnTo>
                    <a:pt x="163510" y="219847"/>
                  </a:lnTo>
                  <a:close/>
                </a:path>
                <a:path w="255270" h="462279">
                  <a:moveTo>
                    <a:pt x="164337" y="213360"/>
                  </a:moveTo>
                  <a:lnTo>
                    <a:pt x="160654" y="213360"/>
                  </a:lnTo>
                  <a:lnTo>
                    <a:pt x="160654" y="214630"/>
                  </a:lnTo>
                  <a:lnTo>
                    <a:pt x="160019" y="214630"/>
                  </a:lnTo>
                  <a:lnTo>
                    <a:pt x="160400" y="217170"/>
                  </a:lnTo>
                  <a:lnTo>
                    <a:pt x="162429" y="219847"/>
                  </a:lnTo>
                  <a:lnTo>
                    <a:pt x="163744" y="219847"/>
                  </a:lnTo>
                  <a:lnTo>
                    <a:pt x="163321" y="218440"/>
                  </a:lnTo>
                  <a:lnTo>
                    <a:pt x="165988" y="218440"/>
                  </a:lnTo>
                  <a:lnTo>
                    <a:pt x="166496" y="217170"/>
                  </a:lnTo>
                  <a:lnTo>
                    <a:pt x="165607" y="215900"/>
                  </a:lnTo>
                  <a:lnTo>
                    <a:pt x="163321" y="214630"/>
                  </a:lnTo>
                  <a:lnTo>
                    <a:pt x="164337" y="213360"/>
                  </a:lnTo>
                  <a:close/>
                </a:path>
                <a:path w="255270" h="462279">
                  <a:moveTo>
                    <a:pt x="164718" y="218440"/>
                  </a:moveTo>
                  <a:lnTo>
                    <a:pt x="164782" y="219075"/>
                  </a:lnTo>
                  <a:lnTo>
                    <a:pt x="164859" y="219847"/>
                  </a:lnTo>
                  <a:lnTo>
                    <a:pt x="165089" y="219847"/>
                  </a:lnTo>
                  <a:lnTo>
                    <a:pt x="165861" y="219075"/>
                  </a:lnTo>
                  <a:lnTo>
                    <a:pt x="164718" y="218440"/>
                  </a:lnTo>
                  <a:close/>
                </a:path>
                <a:path w="255270" h="462279">
                  <a:moveTo>
                    <a:pt x="166403" y="219375"/>
                  </a:moveTo>
                  <a:lnTo>
                    <a:pt x="166356" y="219847"/>
                  </a:lnTo>
                  <a:lnTo>
                    <a:pt x="167252" y="219847"/>
                  </a:lnTo>
                  <a:lnTo>
                    <a:pt x="166403" y="219375"/>
                  </a:lnTo>
                  <a:close/>
                </a:path>
                <a:path w="255270" h="462279">
                  <a:moveTo>
                    <a:pt x="166496" y="218440"/>
                  </a:moveTo>
                  <a:lnTo>
                    <a:pt x="165861" y="219075"/>
                  </a:lnTo>
                  <a:lnTo>
                    <a:pt x="166403" y="219375"/>
                  </a:lnTo>
                  <a:lnTo>
                    <a:pt x="166496" y="218440"/>
                  </a:lnTo>
                  <a:close/>
                </a:path>
                <a:path w="255270" h="462279">
                  <a:moveTo>
                    <a:pt x="166496" y="212090"/>
                  </a:moveTo>
                  <a:lnTo>
                    <a:pt x="160146" y="212090"/>
                  </a:lnTo>
                  <a:lnTo>
                    <a:pt x="161416" y="213360"/>
                  </a:lnTo>
                  <a:lnTo>
                    <a:pt x="164337" y="213360"/>
                  </a:lnTo>
                  <a:lnTo>
                    <a:pt x="165734" y="214630"/>
                  </a:lnTo>
                  <a:lnTo>
                    <a:pt x="166496" y="212090"/>
                  </a:lnTo>
                  <a:close/>
                </a:path>
                <a:path w="255270" h="462279">
                  <a:moveTo>
                    <a:pt x="159003" y="210820"/>
                  </a:moveTo>
                  <a:lnTo>
                    <a:pt x="158749" y="212090"/>
                  </a:lnTo>
                  <a:lnTo>
                    <a:pt x="159511" y="212090"/>
                  </a:lnTo>
                  <a:lnTo>
                    <a:pt x="159003" y="210820"/>
                  </a:lnTo>
                  <a:close/>
                </a:path>
                <a:path w="255270" h="462279">
                  <a:moveTo>
                    <a:pt x="162247" y="208475"/>
                  </a:moveTo>
                  <a:lnTo>
                    <a:pt x="160527" y="209550"/>
                  </a:lnTo>
                  <a:lnTo>
                    <a:pt x="162051" y="210820"/>
                  </a:lnTo>
                  <a:lnTo>
                    <a:pt x="160908" y="212090"/>
                  </a:lnTo>
                  <a:lnTo>
                    <a:pt x="163702" y="212090"/>
                  </a:lnTo>
                  <a:lnTo>
                    <a:pt x="164464" y="210820"/>
                  </a:lnTo>
                  <a:lnTo>
                    <a:pt x="162559" y="210820"/>
                  </a:lnTo>
                  <a:lnTo>
                    <a:pt x="161924" y="209550"/>
                  </a:lnTo>
                  <a:lnTo>
                    <a:pt x="162146" y="208810"/>
                  </a:lnTo>
                  <a:lnTo>
                    <a:pt x="162247" y="208475"/>
                  </a:lnTo>
                  <a:close/>
                </a:path>
                <a:path w="255270" h="462279">
                  <a:moveTo>
                    <a:pt x="163067" y="209550"/>
                  </a:moveTo>
                  <a:lnTo>
                    <a:pt x="162559" y="210820"/>
                  </a:lnTo>
                  <a:lnTo>
                    <a:pt x="164083" y="210820"/>
                  </a:lnTo>
                  <a:lnTo>
                    <a:pt x="163067" y="209550"/>
                  </a:lnTo>
                  <a:close/>
                </a:path>
                <a:path w="255270" h="462279">
                  <a:moveTo>
                    <a:pt x="159703" y="208810"/>
                  </a:moveTo>
                  <a:lnTo>
                    <a:pt x="159384" y="209550"/>
                  </a:lnTo>
                  <a:lnTo>
                    <a:pt x="160146" y="209550"/>
                  </a:lnTo>
                  <a:lnTo>
                    <a:pt x="159703" y="208810"/>
                  </a:lnTo>
                  <a:close/>
                </a:path>
                <a:path w="255270" h="462279">
                  <a:moveTo>
                    <a:pt x="166242" y="207168"/>
                  </a:moveTo>
                  <a:lnTo>
                    <a:pt x="165861" y="208280"/>
                  </a:lnTo>
                  <a:lnTo>
                    <a:pt x="165607" y="208280"/>
                  </a:lnTo>
                  <a:lnTo>
                    <a:pt x="165627" y="208475"/>
                  </a:lnTo>
                  <a:lnTo>
                    <a:pt x="165734" y="209550"/>
                  </a:lnTo>
                  <a:lnTo>
                    <a:pt x="166242" y="209550"/>
                  </a:lnTo>
                  <a:lnTo>
                    <a:pt x="166242" y="207168"/>
                  </a:lnTo>
                  <a:close/>
                </a:path>
                <a:path w="255270" h="462279">
                  <a:moveTo>
                    <a:pt x="159932" y="208280"/>
                  </a:moveTo>
                  <a:lnTo>
                    <a:pt x="159384" y="208280"/>
                  </a:lnTo>
                  <a:lnTo>
                    <a:pt x="159703" y="208810"/>
                  </a:lnTo>
                  <a:lnTo>
                    <a:pt x="159848" y="208475"/>
                  </a:lnTo>
                  <a:lnTo>
                    <a:pt x="159932" y="208280"/>
                  </a:lnTo>
                  <a:close/>
                </a:path>
                <a:path w="255270" h="462279">
                  <a:moveTo>
                    <a:pt x="162559" y="208280"/>
                  </a:moveTo>
                  <a:lnTo>
                    <a:pt x="162329" y="208280"/>
                  </a:lnTo>
                  <a:lnTo>
                    <a:pt x="162247" y="208475"/>
                  </a:lnTo>
                  <a:lnTo>
                    <a:pt x="162559" y="208280"/>
                  </a:lnTo>
                  <a:close/>
                </a:path>
                <a:path w="255270" h="462279">
                  <a:moveTo>
                    <a:pt x="160527" y="207168"/>
                  </a:moveTo>
                  <a:lnTo>
                    <a:pt x="159932" y="208280"/>
                  </a:lnTo>
                  <a:lnTo>
                    <a:pt x="161416" y="208280"/>
                  </a:lnTo>
                  <a:lnTo>
                    <a:pt x="160527" y="207168"/>
                  </a:lnTo>
                  <a:close/>
                </a:path>
                <a:path w="255270" h="462279">
                  <a:moveTo>
                    <a:pt x="160781" y="204470"/>
                  </a:moveTo>
                  <a:lnTo>
                    <a:pt x="160749" y="207168"/>
                  </a:lnTo>
                  <a:lnTo>
                    <a:pt x="162564" y="208280"/>
                  </a:lnTo>
                  <a:lnTo>
                    <a:pt x="162296" y="208280"/>
                  </a:lnTo>
                  <a:lnTo>
                    <a:pt x="163082" y="207168"/>
                  </a:lnTo>
                  <a:lnTo>
                    <a:pt x="160337" y="207168"/>
                  </a:lnTo>
                  <a:lnTo>
                    <a:pt x="162051" y="205740"/>
                  </a:lnTo>
                  <a:lnTo>
                    <a:pt x="160781" y="204470"/>
                  </a:lnTo>
                  <a:close/>
                </a:path>
                <a:path w="255270" h="462279">
                  <a:moveTo>
                    <a:pt x="169275" y="207168"/>
                  </a:moveTo>
                  <a:lnTo>
                    <a:pt x="168973" y="207168"/>
                  </a:lnTo>
                  <a:lnTo>
                    <a:pt x="168528" y="208280"/>
                  </a:lnTo>
                  <a:lnTo>
                    <a:pt x="169163" y="208280"/>
                  </a:lnTo>
                  <a:lnTo>
                    <a:pt x="169275" y="207168"/>
                  </a:lnTo>
                  <a:close/>
                </a:path>
                <a:path w="255270" h="462279">
                  <a:moveTo>
                    <a:pt x="159638" y="205740"/>
                  </a:moveTo>
                  <a:lnTo>
                    <a:pt x="158749" y="205740"/>
                  </a:lnTo>
                  <a:lnTo>
                    <a:pt x="158326" y="206163"/>
                  </a:lnTo>
                  <a:lnTo>
                    <a:pt x="159432" y="207168"/>
                  </a:lnTo>
                  <a:lnTo>
                    <a:pt x="159067" y="207168"/>
                  </a:lnTo>
                  <a:lnTo>
                    <a:pt x="159638" y="205740"/>
                  </a:lnTo>
                  <a:close/>
                </a:path>
                <a:path w="255270" h="462279">
                  <a:moveTo>
                    <a:pt x="162051" y="205740"/>
                  </a:moveTo>
                  <a:lnTo>
                    <a:pt x="160480" y="207168"/>
                  </a:lnTo>
                  <a:lnTo>
                    <a:pt x="162623" y="207168"/>
                  </a:lnTo>
                  <a:lnTo>
                    <a:pt x="162051" y="205740"/>
                  </a:lnTo>
                  <a:close/>
                </a:path>
                <a:path w="255270" h="462279">
                  <a:moveTo>
                    <a:pt x="163067" y="205740"/>
                  </a:moveTo>
                  <a:lnTo>
                    <a:pt x="162496" y="207168"/>
                  </a:lnTo>
                  <a:lnTo>
                    <a:pt x="163210" y="207168"/>
                  </a:lnTo>
                  <a:lnTo>
                    <a:pt x="163110" y="206163"/>
                  </a:lnTo>
                  <a:lnTo>
                    <a:pt x="163067" y="205740"/>
                  </a:lnTo>
                  <a:close/>
                </a:path>
                <a:path w="255270" h="462279">
                  <a:moveTo>
                    <a:pt x="168401" y="204470"/>
                  </a:moveTo>
                  <a:lnTo>
                    <a:pt x="167639" y="204470"/>
                  </a:lnTo>
                  <a:lnTo>
                    <a:pt x="170068" y="207168"/>
                  </a:lnTo>
                  <a:lnTo>
                    <a:pt x="169814" y="207168"/>
                  </a:lnTo>
                  <a:lnTo>
                    <a:pt x="170814" y="205740"/>
                  </a:lnTo>
                  <a:lnTo>
                    <a:pt x="168401" y="204470"/>
                  </a:lnTo>
                  <a:close/>
                </a:path>
                <a:path w="255270" h="462279">
                  <a:moveTo>
                    <a:pt x="162748" y="203200"/>
                  </a:moveTo>
                  <a:lnTo>
                    <a:pt x="161162" y="203200"/>
                  </a:lnTo>
                  <a:lnTo>
                    <a:pt x="161135" y="203671"/>
                  </a:lnTo>
                  <a:lnTo>
                    <a:pt x="162686" y="205740"/>
                  </a:lnTo>
                  <a:lnTo>
                    <a:pt x="162940" y="205740"/>
                  </a:lnTo>
                  <a:lnTo>
                    <a:pt x="162844" y="204470"/>
                  </a:lnTo>
                  <a:lnTo>
                    <a:pt x="162748" y="203200"/>
                  </a:lnTo>
                  <a:close/>
                </a:path>
                <a:path w="255270" h="462279">
                  <a:moveTo>
                    <a:pt x="166623" y="203200"/>
                  </a:moveTo>
                  <a:lnTo>
                    <a:pt x="164528" y="203200"/>
                  </a:lnTo>
                  <a:lnTo>
                    <a:pt x="165226" y="204470"/>
                  </a:lnTo>
                  <a:lnTo>
                    <a:pt x="165988" y="204470"/>
                  </a:lnTo>
                  <a:lnTo>
                    <a:pt x="166623" y="203200"/>
                  </a:lnTo>
                  <a:close/>
                </a:path>
                <a:path w="255270" h="462279">
                  <a:moveTo>
                    <a:pt x="169341" y="203671"/>
                  </a:moveTo>
                  <a:lnTo>
                    <a:pt x="168782" y="204470"/>
                  </a:lnTo>
                  <a:lnTo>
                    <a:pt x="169671" y="204470"/>
                  </a:lnTo>
                  <a:lnTo>
                    <a:pt x="169671" y="203986"/>
                  </a:lnTo>
                  <a:lnTo>
                    <a:pt x="169341" y="203671"/>
                  </a:lnTo>
                  <a:close/>
                </a:path>
                <a:path w="255270" h="462279">
                  <a:moveTo>
                    <a:pt x="171195" y="203200"/>
                  </a:moveTo>
                  <a:lnTo>
                    <a:pt x="169671" y="203200"/>
                  </a:lnTo>
                  <a:lnTo>
                    <a:pt x="169671" y="203986"/>
                  </a:lnTo>
                  <a:lnTo>
                    <a:pt x="170179" y="204470"/>
                  </a:lnTo>
                  <a:lnTo>
                    <a:pt x="171195" y="203200"/>
                  </a:lnTo>
                  <a:close/>
                </a:path>
                <a:path w="255270" h="462279">
                  <a:moveTo>
                    <a:pt x="169100" y="200660"/>
                  </a:moveTo>
                  <a:lnTo>
                    <a:pt x="167512" y="200660"/>
                  </a:lnTo>
                  <a:lnTo>
                    <a:pt x="167512" y="201930"/>
                  </a:lnTo>
                  <a:lnTo>
                    <a:pt x="169341" y="203671"/>
                  </a:lnTo>
                  <a:lnTo>
                    <a:pt x="169671" y="203200"/>
                  </a:lnTo>
                  <a:lnTo>
                    <a:pt x="171195" y="203200"/>
                  </a:lnTo>
                  <a:lnTo>
                    <a:pt x="171338" y="202485"/>
                  </a:lnTo>
                  <a:lnTo>
                    <a:pt x="171449" y="201930"/>
                  </a:lnTo>
                  <a:lnTo>
                    <a:pt x="168782" y="201930"/>
                  </a:lnTo>
                  <a:lnTo>
                    <a:pt x="169100" y="200660"/>
                  </a:lnTo>
                  <a:close/>
                </a:path>
                <a:path w="255270" h="462279">
                  <a:moveTo>
                    <a:pt x="162940" y="201930"/>
                  </a:moveTo>
                  <a:lnTo>
                    <a:pt x="162885" y="202485"/>
                  </a:lnTo>
                  <a:lnTo>
                    <a:pt x="162813" y="203200"/>
                  </a:lnTo>
                  <a:lnTo>
                    <a:pt x="163329" y="202485"/>
                  </a:lnTo>
                  <a:lnTo>
                    <a:pt x="162940" y="201930"/>
                  </a:lnTo>
                  <a:close/>
                </a:path>
                <a:path w="255270" h="462279">
                  <a:moveTo>
                    <a:pt x="163829" y="201930"/>
                  </a:moveTo>
                  <a:lnTo>
                    <a:pt x="163329" y="202485"/>
                  </a:lnTo>
                  <a:lnTo>
                    <a:pt x="163829" y="203200"/>
                  </a:lnTo>
                  <a:lnTo>
                    <a:pt x="164528" y="203200"/>
                  </a:lnTo>
                  <a:lnTo>
                    <a:pt x="163829" y="201930"/>
                  </a:lnTo>
                  <a:close/>
                </a:path>
                <a:path w="255270" h="462279">
                  <a:moveTo>
                    <a:pt x="161162" y="200660"/>
                  </a:moveTo>
                  <a:lnTo>
                    <a:pt x="160654" y="201930"/>
                  </a:lnTo>
                  <a:lnTo>
                    <a:pt x="160908" y="201930"/>
                  </a:lnTo>
                  <a:lnTo>
                    <a:pt x="161162" y="200660"/>
                  </a:lnTo>
                  <a:close/>
                </a:path>
                <a:path w="255270" h="462279">
                  <a:moveTo>
                    <a:pt x="162117" y="199829"/>
                  </a:moveTo>
                  <a:lnTo>
                    <a:pt x="161961" y="200115"/>
                  </a:lnTo>
                  <a:lnTo>
                    <a:pt x="161797" y="200660"/>
                  </a:lnTo>
                  <a:lnTo>
                    <a:pt x="161162" y="200660"/>
                  </a:lnTo>
                  <a:lnTo>
                    <a:pt x="161289" y="201930"/>
                  </a:lnTo>
                  <a:lnTo>
                    <a:pt x="162432" y="201930"/>
                  </a:lnTo>
                  <a:lnTo>
                    <a:pt x="162242" y="200660"/>
                  </a:lnTo>
                  <a:lnTo>
                    <a:pt x="162117" y="199829"/>
                  </a:lnTo>
                  <a:close/>
                </a:path>
                <a:path w="255270" h="462279">
                  <a:moveTo>
                    <a:pt x="170814" y="200660"/>
                  </a:moveTo>
                  <a:lnTo>
                    <a:pt x="170370" y="200660"/>
                  </a:lnTo>
                  <a:lnTo>
                    <a:pt x="168782" y="201930"/>
                  </a:lnTo>
                  <a:lnTo>
                    <a:pt x="171449" y="201930"/>
                  </a:lnTo>
                  <a:lnTo>
                    <a:pt x="170814" y="200660"/>
                  </a:lnTo>
                  <a:close/>
                </a:path>
                <a:path w="255270" h="462279">
                  <a:moveTo>
                    <a:pt x="171921" y="200115"/>
                  </a:moveTo>
                  <a:lnTo>
                    <a:pt x="171830" y="201930"/>
                  </a:lnTo>
                  <a:lnTo>
                    <a:pt x="172846" y="200660"/>
                  </a:lnTo>
                  <a:lnTo>
                    <a:pt x="171921" y="200115"/>
                  </a:lnTo>
                  <a:close/>
                </a:path>
                <a:path w="255270" h="462279">
                  <a:moveTo>
                    <a:pt x="160032" y="199519"/>
                  </a:moveTo>
                  <a:lnTo>
                    <a:pt x="158762" y="199519"/>
                  </a:lnTo>
                  <a:lnTo>
                    <a:pt x="158876" y="200660"/>
                  </a:lnTo>
                  <a:lnTo>
                    <a:pt x="160146" y="200660"/>
                  </a:lnTo>
                  <a:lnTo>
                    <a:pt x="160032" y="199519"/>
                  </a:lnTo>
                  <a:close/>
                </a:path>
                <a:path w="255270" h="462279">
                  <a:moveTo>
                    <a:pt x="164225" y="199829"/>
                  </a:moveTo>
                  <a:lnTo>
                    <a:pt x="162813" y="200660"/>
                  </a:lnTo>
                  <a:lnTo>
                    <a:pt x="164972" y="200660"/>
                  </a:lnTo>
                  <a:lnTo>
                    <a:pt x="164225" y="199829"/>
                  </a:lnTo>
                  <a:close/>
                </a:path>
                <a:path w="255270" h="462279">
                  <a:moveTo>
                    <a:pt x="167181" y="199519"/>
                  </a:moveTo>
                  <a:lnTo>
                    <a:pt x="164845" y="200660"/>
                  </a:lnTo>
                  <a:lnTo>
                    <a:pt x="166496" y="200660"/>
                  </a:lnTo>
                  <a:lnTo>
                    <a:pt x="167181" y="199519"/>
                  </a:lnTo>
                  <a:close/>
                </a:path>
                <a:path w="255270" h="462279">
                  <a:moveTo>
                    <a:pt x="170908" y="199519"/>
                  </a:moveTo>
                  <a:lnTo>
                    <a:pt x="169385" y="199519"/>
                  </a:lnTo>
                  <a:lnTo>
                    <a:pt x="169100" y="200660"/>
                  </a:lnTo>
                  <a:lnTo>
                    <a:pt x="170370" y="200660"/>
                  </a:lnTo>
                  <a:lnTo>
                    <a:pt x="171408" y="199829"/>
                  </a:lnTo>
                  <a:lnTo>
                    <a:pt x="170908" y="199519"/>
                  </a:lnTo>
                  <a:close/>
                </a:path>
                <a:path w="255270" h="462279">
                  <a:moveTo>
                    <a:pt x="171951" y="199519"/>
                  </a:moveTo>
                  <a:lnTo>
                    <a:pt x="171795" y="199519"/>
                  </a:lnTo>
                  <a:lnTo>
                    <a:pt x="171435" y="199829"/>
                  </a:lnTo>
                  <a:lnTo>
                    <a:pt x="171921" y="200115"/>
                  </a:lnTo>
                  <a:lnTo>
                    <a:pt x="171951" y="199519"/>
                  </a:lnTo>
                  <a:close/>
                </a:path>
                <a:path w="255270" h="462279">
                  <a:moveTo>
                    <a:pt x="164752" y="199519"/>
                  </a:moveTo>
                  <a:lnTo>
                    <a:pt x="163946" y="199519"/>
                  </a:lnTo>
                  <a:lnTo>
                    <a:pt x="164225" y="199829"/>
                  </a:lnTo>
                  <a:lnTo>
                    <a:pt x="164752" y="199519"/>
                  </a:lnTo>
                  <a:close/>
                </a:path>
                <a:path w="255270" h="462279">
                  <a:moveTo>
                    <a:pt x="164422" y="198966"/>
                  </a:moveTo>
                  <a:lnTo>
                    <a:pt x="163648" y="199519"/>
                  </a:lnTo>
                  <a:lnTo>
                    <a:pt x="165141" y="199519"/>
                  </a:lnTo>
                  <a:lnTo>
                    <a:pt x="164422" y="198966"/>
                  </a:lnTo>
                  <a:close/>
                </a:path>
                <a:path w="255270" h="462279">
                  <a:moveTo>
                    <a:pt x="166316" y="198642"/>
                  </a:moveTo>
                  <a:lnTo>
                    <a:pt x="166158" y="198966"/>
                  </a:lnTo>
                  <a:lnTo>
                    <a:pt x="165937" y="199519"/>
                  </a:lnTo>
                  <a:lnTo>
                    <a:pt x="167504" y="199519"/>
                  </a:lnTo>
                  <a:lnTo>
                    <a:pt x="166316" y="198642"/>
                  </a:lnTo>
                  <a:close/>
                </a:path>
                <a:path w="255270" h="462279">
                  <a:moveTo>
                    <a:pt x="170179" y="196850"/>
                  </a:moveTo>
                  <a:lnTo>
                    <a:pt x="167004" y="196850"/>
                  </a:lnTo>
                  <a:lnTo>
                    <a:pt x="167766" y="198120"/>
                  </a:lnTo>
                  <a:lnTo>
                    <a:pt x="167297" y="199519"/>
                  </a:lnTo>
                  <a:lnTo>
                    <a:pt x="169443" y="199519"/>
                  </a:lnTo>
                  <a:lnTo>
                    <a:pt x="169333" y="198966"/>
                  </a:lnTo>
                  <a:lnTo>
                    <a:pt x="169268" y="198642"/>
                  </a:lnTo>
                  <a:lnTo>
                    <a:pt x="169163" y="198120"/>
                  </a:lnTo>
                  <a:lnTo>
                    <a:pt x="170179" y="196850"/>
                  </a:lnTo>
                  <a:close/>
                </a:path>
                <a:path w="255270" h="462279">
                  <a:moveTo>
                    <a:pt x="172211" y="198120"/>
                  </a:moveTo>
                  <a:lnTo>
                    <a:pt x="171322" y="198120"/>
                  </a:lnTo>
                  <a:lnTo>
                    <a:pt x="169223" y="199519"/>
                  </a:lnTo>
                  <a:lnTo>
                    <a:pt x="170532" y="199519"/>
                  </a:lnTo>
                  <a:lnTo>
                    <a:pt x="172211" y="198120"/>
                  </a:lnTo>
                  <a:close/>
                </a:path>
                <a:path w="255270" h="462279">
                  <a:moveTo>
                    <a:pt x="165607" y="198120"/>
                  </a:moveTo>
                  <a:lnTo>
                    <a:pt x="163321" y="198120"/>
                  </a:lnTo>
                  <a:lnTo>
                    <a:pt x="164422" y="198966"/>
                  </a:lnTo>
                  <a:lnTo>
                    <a:pt x="165607" y="198120"/>
                  </a:lnTo>
                  <a:close/>
                </a:path>
                <a:path w="255270" h="462279">
                  <a:moveTo>
                    <a:pt x="170814" y="195580"/>
                  </a:moveTo>
                  <a:lnTo>
                    <a:pt x="153161" y="195580"/>
                  </a:lnTo>
                  <a:lnTo>
                    <a:pt x="148843" y="198120"/>
                  </a:lnTo>
                  <a:lnTo>
                    <a:pt x="165607" y="198120"/>
                  </a:lnTo>
                  <a:lnTo>
                    <a:pt x="166316" y="198642"/>
                  </a:lnTo>
                  <a:lnTo>
                    <a:pt x="166496" y="198120"/>
                  </a:lnTo>
                  <a:lnTo>
                    <a:pt x="167004" y="196850"/>
                  </a:lnTo>
                  <a:lnTo>
                    <a:pt x="170179" y="196850"/>
                  </a:lnTo>
                  <a:lnTo>
                    <a:pt x="170961" y="195873"/>
                  </a:lnTo>
                  <a:lnTo>
                    <a:pt x="170814" y="195580"/>
                  </a:lnTo>
                  <a:close/>
                </a:path>
                <a:path w="255270" h="462279">
                  <a:moveTo>
                    <a:pt x="171957" y="195580"/>
                  </a:moveTo>
                  <a:lnTo>
                    <a:pt x="171449" y="196850"/>
                  </a:lnTo>
                  <a:lnTo>
                    <a:pt x="171703" y="198120"/>
                  </a:lnTo>
                  <a:lnTo>
                    <a:pt x="172719" y="198120"/>
                  </a:lnTo>
                  <a:lnTo>
                    <a:pt x="172592" y="196850"/>
                  </a:lnTo>
                  <a:lnTo>
                    <a:pt x="171957" y="195580"/>
                  </a:lnTo>
                  <a:close/>
                </a:path>
                <a:path w="255270" h="462279">
                  <a:moveTo>
                    <a:pt x="171195" y="195580"/>
                  </a:moveTo>
                  <a:lnTo>
                    <a:pt x="170961" y="195873"/>
                  </a:lnTo>
                  <a:lnTo>
                    <a:pt x="171449" y="196850"/>
                  </a:lnTo>
                  <a:lnTo>
                    <a:pt x="171254" y="195873"/>
                  </a:lnTo>
                  <a:lnTo>
                    <a:pt x="171195" y="195580"/>
                  </a:lnTo>
                  <a:close/>
                </a:path>
                <a:path w="255270" h="462279">
                  <a:moveTo>
                    <a:pt x="173481" y="182880"/>
                  </a:moveTo>
                  <a:lnTo>
                    <a:pt x="151129" y="182880"/>
                  </a:lnTo>
                  <a:lnTo>
                    <a:pt x="152399" y="186690"/>
                  </a:lnTo>
                  <a:lnTo>
                    <a:pt x="148208" y="189230"/>
                  </a:lnTo>
                  <a:lnTo>
                    <a:pt x="150621" y="193040"/>
                  </a:lnTo>
                  <a:lnTo>
                    <a:pt x="145668" y="195580"/>
                  </a:lnTo>
                  <a:lnTo>
                    <a:pt x="171703" y="195580"/>
                  </a:lnTo>
                  <a:lnTo>
                    <a:pt x="169163" y="194310"/>
                  </a:lnTo>
                  <a:lnTo>
                    <a:pt x="168655" y="193040"/>
                  </a:lnTo>
                  <a:lnTo>
                    <a:pt x="168909" y="191770"/>
                  </a:lnTo>
                  <a:lnTo>
                    <a:pt x="169163" y="191770"/>
                  </a:lnTo>
                  <a:lnTo>
                    <a:pt x="169925" y="190500"/>
                  </a:lnTo>
                  <a:lnTo>
                    <a:pt x="168909" y="187960"/>
                  </a:lnTo>
                  <a:lnTo>
                    <a:pt x="169798" y="185420"/>
                  </a:lnTo>
                  <a:lnTo>
                    <a:pt x="169544" y="185420"/>
                  </a:lnTo>
                  <a:lnTo>
                    <a:pt x="168782" y="184150"/>
                  </a:lnTo>
                  <a:lnTo>
                    <a:pt x="172211" y="184150"/>
                  </a:lnTo>
                  <a:lnTo>
                    <a:pt x="173481" y="182880"/>
                  </a:lnTo>
                  <a:close/>
                </a:path>
                <a:path w="255270" h="462279">
                  <a:moveTo>
                    <a:pt x="170814" y="191770"/>
                  </a:moveTo>
                  <a:lnTo>
                    <a:pt x="170433" y="191770"/>
                  </a:lnTo>
                  <a:lnTo>
                    <a:pt x="170560" y="194310"/>
                  </a:lnTo>
                  <a:lnTo>
                    <a:pt x="170814" y="191770"/>
                  </a:lnTo>
                  <a:close/>
                </a:path>
                <a:path w="255270" h="462279">
                  <a:moveTo>
                    <a:pt x="171703" y="190500"/>
                  </a:moveTo>
                  <a:lnTo>
                    <a:pt x="171703" y="193040"/>
                  </a:lnTo>
                  <a:lnTo>
                    <a:pt x="172211" y="193040"/>
                  </a:lnTo>
                  <a:lnTo>
                    <a:pt x="171703" y="190500"/>
                  </a:lnTo>
                  <a:close/>
                </a:path>
                <a:path w="255270" h="462279">
                  <a:moveTo>
                    <a:pt x="173735" y="186690"/>
                  </a:moveTo>
                  <a:lnTo>
                    <a:pt x="173481" y="187960"/>
                  </a:lnTo>
                  <a:lnTo>
                    <a:pt x="173735" y="187960"/>
                  </a:lnTo>
                  <a:lnTo>
                    <a:pt x="173735" y="186690"/>
                  </a:lnTo>
                  <a:close/>
                </a:path>
                <a:path w="255270" h="462279">
                  <a:moveTo>
                    <a:pt x="169679" y="185270"/>
                  </a:moveTo>
                  <a:lnTo>
                    <a:pt x="169544" y="185420"/>
                  </a:lnTo>
                  <a:lnTo>
                    <a:pt x="169798" y="185420"/>
                  </a:lnTo>
                  <a:lnTo>
                    <a:pt x="169679" y="185270"/>
                  </a:lnTo>
                  <a:close/>
                </a:path>
                <a:path w="255270" h="462279">
                  <a:moveTo>
                    <a:pt x="172973" y="184150"/>
                  </a:moveTo>
                  <a:lnTo>
                    <a:pt x="171830" y="184150"/>
                  </a:lnTo>
                  <a:lnTo>
                    <a:pt x="171606" y="185270"/>
                  </a:lnTo>
                  <a:lnTo>
                    <a:pt x="171576" y="185420"/>
                  </a:lnTo>
                  <a:lnTo>
                    <a:pt x="174497" y="185420"/>
                  </a:lnTo>
                  <a:lnTo>
                    <a:pt x="172973" y="184150"/>
                  </a:lnTo>
                  <a:close/>
                </a:path>
                <a:path w="255270" h="462279">
                  <a:moveTo>
                    <a:pt x="170687" y="184150"/>
                  </a:moveTo>
                  <a:lnTo>
                    <a:pt x="168782" y="184150"/>
                  </a:lnTo>
                  <a:lnTo>
                    <a:pt x="169679" y="185270"/>
                  </a:lnTo>
                  <a:lnTo>
                    <a:pt x="170687" y="184150"/>
                  </a:lnTo>
                  <a:close/>
                </a:path>
                <a:path w="255270" h="462279">
                  <a:moveTo>
                    <a:pt x="175571" y="175375"/>
                  </a:moveTo>
                  <a:lnTo>
                    <a:pt x="156221" y="175375"/>
                  </a:lnTo>
                  <a:lnTo>
                    <a:pt x="155066" y="176530"/>
                  </a:lnTo>
                  <a:lnTo>
                    <a:pt x="156209" y="179070"/>
                  </a:lnTo>
                  <a:lnTo>
                    <a:pt x="150621" y="180340"/>
                  </a:lnTo>
                  <a:lnTo>
                    <a:pt x="152272" y="182880"/>
                  </a:lnTo>
                  <a:lnTo>
                    <a:pt x="171322" y="182880"/>
                  </a:lnTo>
                  <a:lnTo>
                    <a:pt x="172973" y="181610"/>
                  </a:lnTo>
                  <a:lnTo>
                    <a:pt x="173354" y="181610"/>
                  </a:lnTo>
                  <a:lnTo>
                    <a:pt x="174243" y="180340"/>
                  </a:lnTo>
                  <a:lnTo>
                    <a:pt x="174878" y="180340"/>
                  </a:lnTo>
                  <a:lnTo>
                    <a:pt x="175513" y="179070"/>
                  </a:lnTo>
                  <a:lnTo>
                    <a:pt x="175005" y="177800"/>
                  </a:lnTo>
                  <a:lnTo>
                    <a:pt x="176783" y="177800"/>
                  </a:lnTo>
                  <a:lnTo>
                    <a:pt x="175571" y="175375"/>
                  </a:lnTo>
                  <a:close/>
                </a:path>
                <a:path w="255270" h="462279">
                  <a:moveTo>
                    <a:pt x="175894" y="181610"/>
                  </a:moveTo>
                  <a:lnTo>
                    <a:pt x="173735" y="181610"/>
                  </a:lnTo>
                  <a:lnTo>
                    <a:pt x="174497" y="182880"/>
                  </a:lnTo>
                  <a:lnTo>
                    <a:pt x="175259" y="182880"/>
                  </a:lnTo>
                  <a:lnTo>
                    <a:pt x="175894" y="181610"/>
                  </a:lnTo>
                  <a:close/>
                </a:path>
                <a:path w="255270" h="462279">
                  <a:moveTo>
                    <a:pt x="177037" y="167640"/>
                  </a:moveTo>
                  <a:lnTo>
                    <a:pt x="160654" y="167640"/>
                  </a:lnTo>
                  <a:lnTo>
                    <a:pt x="160019" y="168910"/>
                  </a:lnTo>
                  <a:lnTo>
                    <a:pt x="159511" y="168910"/>
                  </a:lnTo>
                  <a:lnTo>
                    <a:pt x="158749" y="170180"/>
                  </a:lnTo>
                  <a:lnTo>
                    <a:pt x="159511" y="171450"/>
                  </a:lnTo>
                  <a:lnTo>
                    <a:pt x="159130" y="172720"/>
                  </a:lnTo>
                  <a:lnTo>
                    <a:pt x="158114" y="173990"/>
                  </a:lnTo>
                  <a:lnTo>
                    <a:pt x="157098" y="173990"/>
                  </a:lnTo>
                  <a:lnTo>
                    <a:pt x="157791" y="175375"/>
                  </a:lnTo>
                  <a:lnTo>
                    <a:pt x="175063" y="175375"/>
                  </a:lnTo>
                  <a:lnTo>
                    <a:pt x="174370" y="173990"/>
                  </a:lnTo>
                  <a:lnTo>
                    <a:pt x="175767" y="171450"/>
                  </a:lnTo>
                  <a:lnTo>
                    <a:pt x="178688" y="171450"/>
                  </a:lnTo>
                  <a:lnTo>
                    <a:pt x="179704" y="170180"/>
                  </a:lnTo>
                  <a:lnTo>
                    <a:pt x="174751" y="170180"/>
                  </a:lnTo>
                  <a:lnTo>
                    <a:pt x="177037" y="167640"/>
                  </a:lnTo>
                  <a:close/>
                </a:path>
                <a:path w="255270" h="462279">
                  <a:moveTo>
                    <a:pt x="174878" y="173990"/>
                  </a:moveTo>
                  <a:lnTo>
                    <a:pt x="175571" y="175375"/>
                  </a:lnTo>
                  <a:lnTo>
                    <a:pt x="176005" y="174652"/>
                  </a:lnTo>
                  <a:lnTo>
                    <a:pt x="174878" y="173990"/>
                  </a:lnTo>
                  <a:close/>
                </a:path>
                <a:path w="255270" h="462279">
                  <a:moveTo>
                    <a:pt x="177164" y="172720"/>
                  </a:moveTo>
                  <a:lnTo>
                    <a:pt x="176005" y="174652"/>
                  </a:lnTo>
                  <a:lnTo>
                    <a:pt x="177234" y="175375"/>
                  </a:lnTo>
                  <a:lnTo>
                    <a:pt x="177032" y="175375"/>
                  </a:lnTo>
                  <a:lnTo>
                    <a:pt x="177101" y="173990"/>
                  </a:lnTo>
                  <a:lnTo>
                    <a:pt x="177164" y="172720"/>
                  </a:lnTo>
                  <a:close/>
                </a:path>
                <a:path w="255270" h="462279">
                  <a:moveTo>
                    <a:pt x="156590" y="172720"/>
                  </a:moveTo>
                  <a:lnTo>
                    <a:pt x="155320" y="173990"/>
                  </a:lnTo>
                  <a:lnTo>
                    <a:pt x="158114" y="173990"/>
                  </a:lnTo>
                  <a:lnTo>
                    <a:pt x="156590" y="172720"/>
                  </a:lnTo>
                  <a:close/>
                </a:path>
                <a:path w="255270" h="462279">
                  <a:moveTo>
                    <a:pt x="178688" y="171450"/>
                  </a:moveTo>
                  <a:lnTo>
                    <a:pt x="176275" y="171450"/>
                  </a:lnTo>
                  <a:lnTo>
                    <a:pt x="176021" y="172720"/>
                  </a:lnTo>
                  <a:lnTo>
                    <a:pt x="177672" y="172720"/>
                  </a:lnTo>
                  <a:lnTo>
                    <a:pt x="178688" y="171450"/>
                  </a:lnTo>
                  <a:close/>
                </a:path>
                <a:path w="255270" h="462279">
                  <a:moveTo>
                    <a:pt x="157479" y="170180"/>
                  </a:moveTo>
                  <a:lnTo>
                    <a:pt x="157479" y="171450"/>
                  </a:lnTo>
                  <a:lnTo>
                    <a:pt x="159130" y="171450"/>
                  </a:lnTo>
                  <a:lnTo>
                    <a:pt x="157479" y="170180"/>
                  </a:lnTo>
                  <a:close/>
                </a:path>
                <a:path w="255270" h="462279">
                  <a:moveTo>
                    <a:pt x="157987" y="168910"/>
                  </a:moveTo>
                  <a:lnTo>
                    <a:pt x="157606" y="170180"/>
                  </a:lnTo>
                  <a:lnTo>
                    <a:pt x="158749" y="170180"/>
                  </a:lnTo>
                  <a:lnTo>
                    <a:pt x="157987" y="168910"/>
                  </a:lnTo>
                  <a:close/>
                </a:path>
                <a:path w="255270" h="462279">
                  <a:moveTo>
                    <a:pt x="178815" y="161290"/>
                  </a:moveTo>
                  <a:lnTo>
                    <a:pt x="163448" y="161290"/>
                  </a:lnTo>
                  <a:lnTo>
                    <a:pt x="164845" y="162560"/>
                  </a:lnTo>
                  <a:lnTo>
                    <a:pt x="163321" y="162560"/>
                  </a:lnTo>
                  <a:lnTo>
                    <a:pt x="162559" y="163830"/>
                  </a:lnTo>
                  <a:lnTo>
                    <a:pt x="163702" y="163830"/>
                  </a:lnTo>
                  <a:lnTo>
                    <a:pt x="163702" y="165100"/>
                  </a:lnTo>
                  <a:lnTo>
                    <a:pt x="162940" y="165100"/>
                  </a:lnTo>
                  <a:lnTo>
                    <a:pt x="163441" y="166393"/>
                  </a:lnTo>
                  <a:lnTo>
                    <a:pt x="163067" y="167640"/>
                  </a:lnTo>
                  <a:lnTo>
                    <a:pt x="177037" y="167640"/>
                  </a:lnTo>
                  <a:lnTo>
                    <a:pt x="177418" y="170180"/>
                  </a:lnTo>
                  <a:lnTo>
                    <a:pt x="178053" y="168910"/>
                  </a:lnTo>
                  <a:lnTo>
                    <a:pt x="178180" y="168910"/>
                  </a:lnTo>
                  <a:lnTo>
                    <a:pt x="178561" y="167640"/>
                  </a:lnTo>
                  <a:lnTo>
                    <a:pt x="179060" y="166393"/>
                  </a:lnTo>
                  <a:lnTo>
                    <a:pt x="179585" y="166393"/>
                  </a:lnTo>
                  <a:lnTo>
                    <a:pt x="179196" y="165100"/>
                  </a:lnTo>
                  <a:lnTo>
                    <a:pt x="179069" y="163830"/>
                  </a:lnTo>
                  <a:lnTo>
                    <a:pt x="178307" y="162560"/>
                  </a:lnTo>
                  <a:lnTo>
                    <a:pt x="178815" y="161290"/>
                  </a:lnTo>
                  <a:close/>
                </a:path>
                <a:path w="255270" h="462279">
                  <a:moveTo>
                    <a:pt x="179704" y="167640"/>
                  </a:moveTo>
                  <a:lnTo>
                    <a:pt x="178180" y="168910"/>
                  </a:lnTo>
                  <a:lnTo>
                    <a:pt x="178053" y="168910"/>
                  </a:lnTo>
                  <a:lnTo>
                    <a:pt x="178942" y="170180"/>
                  </a:lnTo>
                  <a:lnTo>
                    <a:pt x="178561" y="168910"/>
                  </a:lnTo>
                  <a:lnTo>
                    <a:pt x="179704" y="167640"/>
                  </a:lnTo>
                  <a:close/>
                </a:path>
                <a:path w="255270" h="462279">
                  <a:moveTo>
                    <a:pt x="161491" y="166393"/>
                  </a:moveTo>
                  <a:lnTo>
                    <a:pt x="162051" y="167640"/>
                  </a:lnTo>
                  <a:lnTo>
                    <a:pt x="163067" y="167640"/>
                  </a:lnTo>
                  <a:lnTo>
                    <a:pt x="161491" y="166393"/>
                  </a:lnTo>
                  <a:close/>
                </a:path>
                <a:path w="255270" h="462279">
                  <a:moveTo>
                    <a:pt x="159791" y="164846"/>
                  </a:moveTo>
                  <a:lnTo>
                    <a:pt x="159638" y="165100"/>
                  </a:lnTo>
                  <a:lnTo>
                    <a:pt x="160544" y="166393"/>
                  </a:lnTo>
                  <a:lnTo>
                    <a:pt x="159890" y="166393"/>
                  </a:lnTo>
                  <a:lnTo>
                    <a:pt x="160019" y="165100"/>
                  </a:lnTo>
                  <a:lnTo>
                    <a:pt x="159791" y="164846"/>
                  </a:lnTo>
                  <a:close/>
                </a:path>
                <a:path w="255270" h="462279">
                  <a:moveTo>
                    <a:pt x="159638" y="162560"/>
                  </a:moveTo>
                  <a:lnTo>
                    <a:pt x="158876" y="163830"/>
                  </a:lnTo>
                  <a:lnTo>
                    <a:pt x="159791" y="164846"/>
                  </a:lnTo>
                  <a:lnTo>
                    <a:pt x="160292" y="164011"/>
                  </a:lnTo>
                  <a:lnTo>
                    <a:pt x="159638" y="162560"/>
                  </a:lnTo>
                  <a:close/>
                </a:path>
                <a:path w="255270" h="462279">
                  <a:moveTo>
                    <a:pt x="160400" y="163830"/>
                  </a:moveTo>
                  <a:lnTo>
                    <a:pt x="160292" y="164011"/>
                  </a:lnTo>
                  <a:lnTo>
                    <a:pt x="160667" y="164846"/>
                  </a:lnTo>
                  <a:lnTo>
                    <a:pt x="160455" y="164011"/>
                  </a:lnTo>
                  <a:lnTo>
                    <a:pt x="160400" y="163830"/>
                  </a:lnTo>
                  <a:close/>
                </a:path>
                <a:path w="255270" h="462279">
                  <a:moveTo>
                    <a:pt x="183514" y="147320"/>
                  </a:moveTo>
                  <a:lnTo>
                    <a:pt x="165353" y="147320"/>
                  </a:lnTo>
                  <a:lnTo>
                    <a:pt x="166496" y="148590"/>
                  </a:lnTo>
                  <a:lnTo>
                    <a:pt x="165988" y="149860"/>
                  </a:lnTo>
                  <a:lnTo>
                    <a:pt x="164591" y="149860"/>
                  </a:lnTo>
                  <a:lnTo>
                    <a:pt x="164891" y="150857"/>
                  </a:lnTo>
                  <a:lnTo>
                    <a:pt x="164972" y="151130"/>
                  </a:lnTo>
                  <a:lnTo>
                    <a:pt x="162178" y="152400"/>
                  </a:lnTo>
                  <a:lnTo>
                    <a:pt x="163194" y="153670"/>
                  </a:lnTo>
                  <a:lnTo>
                    <a:pt x="161797" y="156210"/>
                  </a:lnTo>
                  <a:lnTo>
                    <a:pt x="161162" y="156210"/>
                  </a:lnTo>
                  <a:lnTo>
                    <a:pt x="161670" y="157480"/>
                  </a:lnTo>
                  <a:lnTo>
                    <a:pt x="161924" y="158750"/>
                  </a:lnTo>
                  <a:lnTo>
                    <a:pt x="161289" y="160020"/>
                  </a:lnTo>
                  <a:lnTo>
                    <a:pt x="158749" y="160020"/>
                  </a:lnTo>
                  <a:lnTo>
                    <a:pt x="162432" y="161290"/>
                  </a:lnTo>
                  <a:lnTo>
                    <a:pt x="161035" y="162560"/>
                  </a:lnTo>
                  <a:lnTo>
                    <a:pt x="162432" y="162560"/>
                  </a:lnTo>
                  <a:lnTo>
                    <a:pt x="163448" y="161290"/>
                  </a:lnTo>
                  <a:lnTo>
                    <a:pt x="178815" y="161290"/>
                  </a:lnTo>
                  <a:lnTo>
                    <a:pt x="181101" y="160020"/>
                  </a:lnTo>
                  <a:lnTo>
                    <a:pt x="161289" y="160020"/>
                  </a:lnTo>
                  <a:lnTo>
                    <a:pt x="160146" y="158750"/>
                  </a:lnTo>
                  <a:lnTo>
                    <a:pt x="181059" y="158750"/>
                  </a:lnTo>
                  <a:lnTo>
                    <a:pt x="180974" y="156210"/>
                  </a:lnTo>
                  <a:lnTo>
                    <a:pt x="183768" y="154940"/>
                  </a:lnTo>
                  <a:lnTo>
                    <a:pt x="183684" y="153670"/>
                  </a:lnTo>
                  <a:lnTo>
                    <a:pt x="183599" y="152400"/>
                  </a:lnTo>
                  <a:lnTo>
                    <a:pt x="183514" y="151130"/>
                  </a:lnTo>
                  <a:lnTo>
                    <a:pt x="180974" y="151130"/>
                  </a:lnTo>
                  <a:lnTo>
                    <a:pt x="181736" y="148590"/>
                  </a:lnTo>
                  <a:lnTo>
                    <a:pt x="183578" y="148590"/>
                  </a:lnTo>
                  <a:lnTo>
                    <a:pt x="183514" y="147320"/>
                  </a:lnTo>
                  <a:close/>
                </a:path>
                <a:path w="255270" h="462279">
                  <a:moveTo>
                    <a:pt x="183140" y="149525"/>
                  </a:moveTo>
                  <a:lnTo>
                    <a:pt x="180974" y="151130"/>
                  </a:lnTo>
                  <a:lnTo>
                    <a:pt x="183514" y="151130"/>
                  </a:lnTo>
                  <a:lnTo>
                    <a:pt x="183496" y="150857"/>
                  </a:lnTo>
                  <a:lnTo>
                    <a:pt x="183895" y="149860"/>
                  </a:lnTo>
                  <a:lnTo>
                    <a:pt x="183641" y="149860"/>
                  </a:lnTo>
                  <a:lnTo>
                    <a:pt x="183140" y="149525"/>
                  </a:lnTo>
                  <a:close/>
                </a:path>
                <a:path w="255270" h="462279">
                  <a:moveTo>
                    <a:pt x="184403" y="148590"/>
                  </a:moveTo>
                  <a:lnTo>
                    <a:pt x="183607" y="149179"/>
                  </a:lnTo>
                  <a:lnTo>
                    <a:pt x="183641" y="149860"/>
                  </a:lnTo>
                  <a:lnTo>
                    <a:pt x="183895" y="149860"/>
                  </a:lnTo>
                  <a:lnTo>
                    <a:pt x="184403" y="148590"/>
                  </a:lnTo>
                  <a:close/>
                </a:path>
                <a:path w="255270" h="462279">
                  <a:moveTo>
                    <a:pt x="183578" y="148590"/>
                  </a:moveTo>
                  <a:lnTo>
                    <a:pt x="181736" y="148590"/>
                  </a:lnTo>
                  <a:lnTo>
                    <a:pt x="183140" y="149525"/>
                  </a:lnTo>
                  <a:lnTo>
                    <a:pt x="183607" y="149179"/>
                  </a:lnTo>
                  <a:lnTo>
                    <a:pt x="183578" y="148590"/>
                  </a:lnTo>
                  <a:close/>
                </a:path>
                <a:path w="255270" h="462279">
                  <a:moveTo>
                    <a:pt x="187197" y="138430"/>
                  </a:moveTo>
                  <a:lnTo>
                    <a:pt x="168655" y="138430"/>
                  </a:lnTo>
                  <a:lnTo>
                    <a:pt x="168909" y="139700"/>
                  </a:lnTo>
                  <a:lnTo>
                    <a:pt x="166877" y="139700"/>
                  </a:lnTo>
                  <a:lnTo>
                    <a:pt x="165099" y="143510"/>
                  </a:lnTo>
                  <a:lnTo>
                    <a:pt x="167385" y="144780"/>
                  </a:lnTo>
                  <a:lnTo>
                    <a:pt x="164591" y="147320"/>
                  </a:lnTo>
                  <a:lnTo>
                    <a:pt x="184784" y="147320"/>
                  </a:lnTo>
                  <a:lnTo>
                    <a:pt x="186689" y="144780"/>
                  </a:lnTo>
                  <a:lnTo>
                    <a:pt x="185038" y="140970"/>
                  </a:lnTo>
                  <a:lnTo>
                    <a:pt x="187197" y="138430"/>
                  </a:lnTo>
                  <a:close/>
                </a:path>
                <a:path w="255270" h="462279">
                  <a:moveTo>
                    <a:pt x="167893" y="138430"/>
                  </a:moveTo>
                  <a:lnTo>
                    <a:pt x="168274" y="139700"/>
                  </a:lnTo>
                  <a:lnTo>
                    <a:pt x="168909" y="139700"/>
                  </a:lnTo>
                  <a:lnTo>
                    <a:pt x="167893" y="138430"/>
                  </a:lnTo>
                  <a:close/>
                </a:path>
                <a:path w="255270" h="462279">
                  <a:moveTo>
                    <a:pt x="191769" y="127000"/>
                  </a:moveTo>
                  <a:lnTo>
                    <a:pt x="174878" y="127000"/>
                  </a:lnTo>
                  <a:lnTo>
                    <a:pt x="175132" y="128270"/>
                  </a:lnTo>
                  <a:lnTo>
                    <a:pt x="176783" y="128270"/>
                  </a:lnTo>
                  <a:lnTo>
                    <a:pt x="175767" y="129540"/>
                  </a:lnTo>
                  <a:lnTo>
                    <a:pt x="175005" y="129540"/>
                  </a:lnTo>
                  <a:lnTo>
                    <a:pt x="175767" y="130810"/>
                  </a:lnTo>
                  <a:lnTo>
                    <a:pt x="175132" y="130810"/>
                  </a:lnTo>
                  <a:lnTo>
                    <a:pt x="174497" y="132080"/>
                  </a:lnTo>
                  <a:lnTo>
                    <a:pt x="174243" y="132080"/>
                  </a:lnTo>
                  <a:lnTo>
                    <a:pt x="172465" y="134620"/>
                  </a:lnTo>
                  <a:lnTo>
                    <a:pt x="173989" y="135890"/>
                  </a:lnTo>
                  <a:lnTo>
                    <a:pt x="172183" y="136871"/>
                  </a:lnTo>
                  <a:lnTo>
                    <a:pt x="172211" y="137160"/>
                  </a:lnTo>
                  <a:lnTo>
                    <a:pt x="171576" y="137160"/>
                  </a:lnTo>
                  <a:lnTo>
                    <a:pt x="171195" y="138430"/>
                  </a:lnTo>
                  <a:lnTo>
                    <a:pt x="187578" y="138430"/>
                  </a:lnTo>
                  <a:lnTo>
                    <a:pt x="188086" y="139700"/>
                  </a:lnTo>
                  <a:lnTo>
                    <a:pt x="189229" y="137160"/>
                  </a:lnTo>
                  <a:lnTo>
                    <a:pt x="172211" y="137160"/>
                  </a:lnTo>
                  <a:lnTo>
                    <a:pt x="172125" y="136871"/>
                  </a:lnTo>
                  <a:lnTo>
                    <a:pt x="189258" y="136871"/>
                  </a:lnTo>
                  <a:lnTo>
                    <a:pt x="189356" y="135890"/>
                  </a:lnTo>
                  <a:lnTo>
                    <a:pt x="190118" y="133350"/>
                  </a:lnTo>
                  <a:lnTo>
                    <a:pt x="192785" y="130810"/>
                  </a:lnTo>
                  <a:lnTo>
                    <a:pt x="191769" y="127000"/>
                  </a:lnTo>
                  <a:close/>
                </a:path>
                <a:path w="255270" h="462279">
                  <a:moveTo>
                    <a:pt x="171322" y="135890"/>
                  </a:moveTo>
                  <a:lnTo>
                    <a:pt x="169798" y="135890"/>
                  </a:lnTo>
                  <a:lnTo>
                    <a:pt x="168909" y="137160"/>
                  </a:lnTo>
                  <a:lnTo>
                    <a:pt x="169290" y="137160"/>
                  </a:lnTo>
                  <a:lnTo>
                    <a:pt x="169671" y="138430"/>
                  </a:lnTo>
                  <a:lnTo>
                    <a:pt x="171195" y="138430"/>
                  </a:lnTo>
                  <a:lnTo>
                    <a:pt x="169798" y="137160"/>
                  </a:lnTo>
                  <a:lnTo>
                    <a:pt x="171322" y="135890"/>
                  </a:lnTo>
                  <a:close/>
                </a:path>
                <a:path w="255270" h="462279">
                  <a:moveTo>
                    <a:pt x="171957" y="134620"/>
                  </a:moveTo>
                  <a:lnTo>
                    <a:pt x="171055" y="135622"/>
                  </a:lnTo>
                  <a:lnTo>
                    <a:pt x="171322" y="135890"/>
                  </a:lnTo>
                  <a:lnTo>
                    <a:pt x="171830" y="135890"/>
                  </a:lnTo>
                  <a:lnTo>
                    <a:pt x="172125" y="136871"/>
                  </a:lnTo>
                  <a:lnTo>
                    <a:pt x="172058" y="135622"/>
                  </a:lnTo>
                  <a:lnTo>
                    <a:pt x="171957" y="134620"/>
                  </a:lnTo>
                  <a:close/>
                </a:path>
                <a:path w="255270" h="462279">
                  <a:moveTo>
                    <a:pt x="170052" y="134620"/>
                  </a:moveTo>
                  <a:lnTo>
                    <a:pt x="168655" y="135890"/>
                  </a:lnTo>
                  <a:lnTo>
                    <a:pt x="170814" y="135890"/>
                  </a:lnTo>
                  <a:lnTo>
                    <a:pt x="171055" y="135622"/>
                  </a:lnTo>
                  <a:lnTo>
                    <a:pt x="170052" y="134620"/>
                  </a:lnTo>
                  <a:close/>
                </a:path>
                <a:path w="255270" h="462279">
                  <a:moveTo>
                    <a:pt x="171449" y="130810"/>
                  </a:moveTo>
                  <a:lnTo>
                    <a:pt x="171576" y="133350"/>
                  </a:lnTo>
                  <a:lnTo>
                    <a:pt x="170941" y="133350"/>
                  </a:lnTo>
                  <a:lnTo>
                    <a:pt x="169798" y="134620"/>
                  </a:lnTo>
                  <a:lnTo>
                    <a:pt x="171957" y="134620"/>
                  </a:lnTo>
                  <a:lnTo>
                    <a:pt x="172592" y="133350"/>
                  </a:lnTo>
                  <a:lnTo>
                    <a:pt x="172973" y="132080"/>
                  </a:lnTo>
                  <a:lnTo>
                    <a:pt x="172211" y="132080"/>
                  </a:lnTo>
                  <a:lnTo>
                    <a:pt x="171449" y="130810"/>
                  </a:lnTo>
                  <a:close/>
                </a:path>
                <a:path w="255270" h="462279">
                  <a:moveTo>
                    <a:pt x="174044" y="129902"/>
                  </a:moveTo>
                  <a:lnTo>
                    <a:pt x="173978" y="130232"/>
                  </a:lnTo>
                  <a:lnTo>
                    <a:pt x="173862" y="130810"/>
                  </a:lnTo>
                  <a:lnTo>
                    <a:pt x="174209" y="130232"/>
                  </a:lnTo>
                  <a:lnTo>
                    <a:pt x="174044" y="129902"/>
                  </a:lnTo>
                  <a:close/>
                </a:path>
                <a:path w="255270" h="462279">
                  <a:moveTo>
                    <a:pt x="174407" y="129902"/>
                  </a:moveTo>
                  <a:lnTo>
                    <a:pt x="174209" y="130232"/>
                  </a:lnTo>
                  <a:lnTo>
                    <a:pt x="174497" y="130810"/>
                  </a:lnTo>
                  <a:lnTo>
                    <a:pt x="174407" y="129902"/>
                  </a:lnTo>
                  <a:close/>
                </a:path>
                <a:path w="255270" h="462279">
                  <a:moveTo>
                    <a:pt x="174116" y="129540"/>
                  </a:moveTo>
                  <a:lnTo>
                    <a:pt x="173862" y="129540"/>
                  </a:lnTo>
                  <a:lnTo>
                    <a:pt x="174044" y="129902"/>
                  </a:lnTo>
                  <a:lnTo>
                    <a:pt x="174116" y="129540"/>
                  </a:lnTo>
                  <a:close/>
                </a:path>
                <a:path w="255270" h="462279">
                  <a:moveTo>
                    <a:pt x="174624" y="129540"/>
                  </a:moveTo>
                  <a:lnTo>
                    <a:pt x="174370" y="129540"/>
                  </a:lnTo>
                  <a:lnTo>
                    <a:pt x="174407" y="129902"/>
                  </a:lnTo>
                  <a:lnTo>
                    <a:pt x="174624" y="129540"/>
                  </a:lnTo>
                  <a:close/>
                </a:path>
                <a:path w="255270" h="462279">
                  <a:moveTo>
                    <a:pt x="183641" y="95250"/>
                  </a:moveTo>
                  <a:lnTo>
                    <a:pt x="183987" y="97551"/>
                  </a:lnTo>
                  <a:lnTo>
                    <a:pt x="184022" y="97790"/>
                  </a:lnTo>
                  <a:lnTo>
                    <a:pt x="184530" y="97790"/>
                  </a:lnTo>
                  <a:lnTo>
                    <a:pt x="184784" y="99060"/>
                  </a:lnTo>
                  <a:lnTo>
                    <a:pt x="182625" y="100330"/>
                  </a:lnTo>
                  <a:lnTo>
                    <a:pt x="181101" y="101600"/>
                  </a:lnTo>
                  <a:lnTo>
                    <a:pt x="181018" y="102920"/>
                  </a:lnTo>
                  <a:lnTo>
                    <a:pt x="180964" y="103784"/>
                  </a:lnTo>
                  <a:lnTo>
                    <a:pt x="180861" y="105410"/>
                  </a:lnTo>
                  <a:lnTo>
                    <a:pt x="180781" y="106680"/>
                  </a:lnTo>
                  <a:lnTo>
                    <a:pt x="180701" y="107950"/>
                  </a:lnTo>
                  <a:lnTo>
                    <a:pt x="180588" y="109282"/>
                  </a:lnTo>
                  <a:lnTo>
                    <a:pt x="174565" y="120650"/>
                  </a:lnTo>
                  <a:lnTo>
                    <a:pt x="172084" y="127000"/>
                  </a:lnTo>
                  <a:lnTo>
                    <a:pt x="172592" y="128270"/>
                  </a:lnTo>
                  <a:lnTo>
                    <a:pt x="173481" y="127000"/>
                  </a:lnTo>
                  <a:lnTo>
                    <a:pt x="191769" y="127000"/>
                  </a:lnTo>
                  <a:lnTo>
                    <a:pt x="192404" y="124460"/>
                  </a:lnTo>
                  <a:lnTo>
                    <a:pt x="193420" y="124460"/>
                  </a:lnTo>
                  <a:lnTo>
                    <a:pt x="194309" y="123190"/>
                  </a:lnTo>
                  <a:lnTo>
                    <a:pt x="195452" y="120650"/>
                  </a:lnTo>
                  <a:lnTo>
                    <a:pt x="194055" y="119380"/>
                  </a:lnTo>
                  <a:lnTo>
                    <a:pt x="196468" y="118110"/>
                  </a:lnTo>
                  <a:lnTo>
                    <a:pt x="193801" y="116840"/>
                  </a:lnTo>
                  <a:lnTo>
                    <a:pt x="196468" y="115570"/>
                  </a:lnTo>
                  <a:lnTo>
                    <a:pt x="196849" y="115570"/>
                  </a:lnTo>
                  <a:lnTo>
                    <a:pt x="197738" y="114300"/>
                  </a:lnTo>
                  <a:lnTo>
                    <a:pt x="198373" y="113030"/>
                  </a:lnTo>
                  <a:lnTo>
                    <a:pt x="198282" y="111760"/>
                  </a:lnTo>
                  <a:lnTo>
                    <a:pt x="198191" y="110490"/>
                  </a:lnTo>
                  <a:lnTo>
                    <a:pt x="198119" y="109497"/>
                  </a:lnTo>
                  <a:lnTo>
                    <a:pt x="197999" y="109282"/>
                  </a:lnTo>
                  <a:lnTo>
                    <a:pt x="195706" y="107950"/>
                  </a:lnTo>
                  <a:lnTo>
                    <a:pt x="197294" y="105682"/>
                  </a:lnTo>
                  <a:lnTo>
                    <a:pt x="197389" y="105546"/>
                  </a:lnTo>
                  <a:lnTo>
                    <a:pt x="197484" y="105410"/>
                  </a:lnTo>
                  <a:lnTo>
                    <a:pt x="202183" y="105410"/>
                  </a:lnTo>
                  <a:lnTo>
                    <a:pt x="200786" y="104140"/>
                  </a:lnTo>
                  <a:lnTo>
                    <a:pt x="198627" y="104140"/>
                  </a:lnTo>
                  <a:lnTo>
                    <a:pt x="197408" y="102920"/>
                  </a:lnTo>
                  <a:lnTo>
                    <a:pt x="198437" y="101600"/>
                  </a:lnTo>
                  <a:lnTo>
                    <a:pt x="199516" y="100330"/>
                  </a:lnTo>
                  <a:lnTo>
                    <a:pt x="198119" y="100330"/>
                  </a:lnTo>
                  <a:lnTo>
                    <a:pt x="197103" y="99060"/>
                  </a:lnTo>
                  <a:lnTo>
                    <a:pt x="198246" y="97790"/>
                  </a:lnTo>
                  <a:lnTo>
                    <a:pt x="195960" y="96520"/>
                  </a:lnTo>
                  <a:lnTo>
                    <a:pt x="186181" y="96520"/>
                  </a:lnTo>
                  <a:lnTo>
                    <a:pt x="183641" y="95250"/>
                  </a:lnTo>
                  <a:close/>
                </a:path>
                <a:path w="255270" h="462279">
                  <a:moveTo>
                    <a:pt x="174497" y="127000"/>
                  </a:moveTo>
                  <a:lnTo>
                    <a:pt x="173481" y="127000"/>
                  </a:lnTo>
                  <a:lnTo>
                    <a:pt x="174243" y="128270"/>
                  </a:lnTo>
                  <a:lnTo>
                    <a:pt x="174878" y="128270"/>
                  </a:lnTo>
                  <a:lnTo>
                    <a:pt x="174497" y="127000"/>
                  </a:lnTo>
                  <a:close/>
                </a:path>
                <a:path w="255270" h="462279">
                  <a:moveTo>
                    <a:pt x="248919" y="110490"/>
                  </a:moveTo>
                  <a:lnTo>
                    <a:pt x="247776" y="110490"/>
                  </a:lnTo>
                  <a:lnTo>
                    <a:pt x="247395" y="111760"/>
                  </a:lnTo>
                  <a:lnTo>
                    <a:pt x="248919" y="110490"/>
                  </a:lnTo>
                  <a:close/>
                </a:path>
                <a:path w="255270" h="462279">
                  <a:moveTo>
                    <a:pt x="251078" y="107950"/>
                  </a:moveTo>
                  <a:lnTo>
                    <a:pt x="248030" y="107950"/>
                  </a:lnTo>
                  <a:lnTo>
                    <a:pt x="248086" y="109497"/>
                  </a:lnTo>
                  <a:lnTo>
                    <a:pt x="248284" y="110490"/>
                  </a:lnTo>
                  <a:lnTo>
                    <a:pt x="248919" y="110490"/>
                  </a:lnTo>
                  <a:lnTo>
                    <a:pt x="247903" y="111760"/>
                  </a:lnTo>
                  <a:lnTo>
                    <a:pt x="249554" y="111760"/>
                  </a:lnTo>
                  <a:lnTo>
                    <a:pt x="250189" y="110490"/>
                  </a:lnTo>
                  <a:lnTo>
                    <a:pt x="248982" y="109282"/>
                  </a:lnTo>
                  <a:lnTo>
                    <a:pt x="250612" y="109282"/>
                  </a:lnTo>
                  <a:lnTo>
                    <a:pt x="251078" y="107950"/>
                  </a:lnTo>
                  <a:close/>
                </a:path>
                <a:path w="255270" h="462279">
                  <a:moveTo>
                    <a:pt x="199061" y="109282"/>
                  </a:moveTo>
                  <a:lnTo>
                    <a:pt x="198055" y="109282"/>
                  </a:lnTo>
                  <a:lnTo>
                    <a:pt x="199262" y="110490"/>
                  </a:lnTo>
                  <a:lnTo>
                    <a:pt x="199097" y="109497"/>
                  </a:lnTo>
                  <a:lnTo>
                    <a:pt x="199061" y="109282"/>
                  </a:lnTo>
                  <a:close/>
                </a:path>
                <a:path w="255270" h="462279">
                  <a:moveTo>
                    <a:pt x="250612" y="109282"/>
                  </a:moveTo>
                  <a:lnTo>
                    <a:pt x="248982" y="109282"/>
                  </a:lnTo>
                  <a:lnTo>
                    <a:pt x="250189" y="110490"/>
                  </a:lnTo>
                  <a:lnTo>
                    <a:pt x="250537" y="109497"/>
                  </a:lnTo>
                  <a:lnTo>
                    <a:pt x="250612" y="109282"/>
                  </a:lnTo>
                  <a:close/>
                </a:path>
                <a:path w="255270" h="462279">
                  <a:moveTo>
                    <a:pt x="198500" y="107950"/>
                  </a:moveTo>
                  <a:lnTo>
                    <a:pt x="197865" y="107950"/>
                  </a:lnTo>
                  <a:lnTo>
                    <a:pt x="197999" y="109282"/>
                  </a:lnTo>
                  <a:lnTo>
                    <a:pt x="198500" y="107950"/>
                  </a:lnTo>
                  <a:close/>
                </a:path>
                <a:path w="255270" h="462279">
                  <a:moveTo>
                    <a:pt x="198760" y="107477"/>
                  </a:moveTo>
                  <a:lnTo>
                    <a:pt x="199061" y="109282"/>
                  </a:lnTo>
                  <a:lnTo>
                    <a:pt x="199008" y="107632"/>
                  </a:lnTo>
                  <a:lnTo>
                    <a:pt x="198760" y="107477"/>
                  </a:lnTo>
                  <a:close/>
                </a:path>
                <a:path w="255270" h="462279">
                  <a:moveTo>
                    <a:pt x="199516" y="107950"/>
                  </a:moveTo>
                  <a:lnTo>
                    <a:pt x="199135" y="107950"/>
                  </a:lnTo>
                  <a:lnTo>
                    <a:pt x="199669" y="109282"/>
                  </a:lnTo>
                  <a:lnTo>
                    <a:pt x="199516" y="107950"/>
                  </a:lnTo>
                  <a:close/>
                </a:path>
                <a:path w="255270" h="462279">
                  <a:moveTo>
                    <a:pt x="246179" y="104507"/>
                  </a:moveTo>
                  <a:lnTo>
                    <a:pt x="245922" y="104507"/>
                  </a:lnTo>
                  <a:lnTo>
                    <a:pt x="245109" y="105410"/>
                  </a:lnTo>
                  <a:lnTo>
                    <a:pt x="245871" y="106680"/>
                  </a:lnTo>
                  <a:lnTo>
                    <a:pt x="248919" y="106680"/>
                  </a:lnTo>
                  <a:lnTo>
                    <a:pt x="248680" y="107477"/>
                  </a:lnTo>
                  <a:lnTo>
                    <a:pt x="248634" y="107632"/>
                  </a:lnTo>
                  <a:lnTo>
                    <a:pt x="248538" y="107950"/>
                  </a:lnTo>
                  <a:lnTo>
                    <a:pt x="251078" y="107950"/>
                  </a:lnTo>
                  <a:lnTo>
                    <a:pt x="252945" y="109282"/>
                  </a:lnTo>
                  <a:lnTo>
                    <a:pt x="252094" y="107950"/>
                  </a:lnTo>
                  <a:lnTo>
                    <a:pt x="254507" y="106680"/>
                  </a:lnTo>
                  <a:lnTo>
                    <a:pt x="254394" y="105546"/>
                  </a:lnTo>
                  <a:lnTo>
                    <a:pt x="254380" y="105410"/>
                  </a:lnTo>
                  <a:lnTo>
                    <a:pt x="245998" y="105410"/>
                  </a:lnTo>
                  <a:lnTo>
                    <a:pt x="246179" y="104507"/>
                  </a:lnTo>
                  <a:close/>
                </a:path>
                <a:path w="255270" h="462279">
                  <a:moveTo>
                    <a:pt x="199262" y="106680"/>
                  </a:moveTo>
                  <a:lnTo>
                    <a:pt x="198627" y="106680"/>
                  </a:lnTo>
                  <a:lnTo>
                    <a:pt x="198946" y="107477"/>
                  </a:lnTo>
                  <a:lnTo>
                    <a:pt x="199008" y="107632"/>
                  </a:lnTo>
                  <a:lnTo>
                    <a:pt x="199516" y="107950"/>
                  </a:lnTo>
                  <a:lnTo>
                    <a:pt x="199262" y="106680"/>
                  </a:lnTo>
                  <a:close/>
                </a:path>
                <a:path w="255270" h="462279">
                  <a:moveTo>
                    <a:pt x="247649" y="106680"/>
                  </a:moveTo>
                  <a:lnTo>
                    <a:pt x="246760" y="106680"/>
                  </a:lnTo>
                  <a:lnTo>
                    <a:pt x="246521" y="107477"/>
                  </a:lnTo>
                  <a:lnTo>
                    <a:pt x="246475" y="107632"/>
                  </a:lnTo>
                  <a:lnTo>
                    <a:pt x="246379" y="107950"/>
                  </a:lnTo>
                  <a:lnTo>
                    <a:pt x="247141" y="107950"/>
                  </a:lnTo>
                  <a:lnTo>
                    <a:pt x="247649" y="106680"/>
                  </a:lnTo>
                  <a:close/>
                </a:path>
                <a:path w="255270" h="462279">
                  <a:moveTo>
                    <a:pt x="199580" y="105682"/>
                  </a:moveTo>
                  <a:lnTo>
                    <a:pt x="197484" y="106680"/>
                  </a:lnTo>
                  <a:lnTo>
                    <a:pt x="198760" y="107477"/>
                  </a:lnTo>
                  <a:lnTo>
                    <a:pt x="198627" y="106680"/>
                  </a:lnTo>
                  <a:lnTo>
                    <a:pt x="198881" y="106680"/>
                  </a:lnTo>
                  <a:lnTo>
                    <a:pt x="199580" y="105682"/>
                  </a:lnTo>
                  <a:close/>
                </a:path>
                <a:path w="255270" h="462279">
                  <a:moveTo>
                    <a:pt x="200405" y="105410"/>
                  </a:moveTo>
                  <a:lnTo>
                    <a:pt x="200151" y="105410"/>
                  </a:lnTo>
                  <a:lnTo>
                    <a:pt x="199866" y="105546"/>
                  </a:lnTo>
                  <a:lnTo>
                    <a:pt x="200659" y="106680"/>
                  </a:lnTo>
                  <a:lnTo>
                    <a:pt x="200460" y="105682"/>
                  </a:lnTo>
                  <a:lnTo>
                    <a:pt x="200405" y="105410"/>
                  </a:lnTo>
                  <a:close/>
                </a:path>
                <a:path w="255270" h="462279">
                  <a:moveTo>
                    <a:pt x="202183" y="105410"/>
                  </a:moveTo>
                  <a:lnTo>
                    <a:pt x="200405" y="105410"/>
                  </a:lnTo>
                  <a:lnTo>
                    <a:pt x="201294" y="106680"/>
                  </a:lnTo>
                  <a:lnTo>
                    <a:pt x="201993" y="105682"/>
                  </a:lnTo>
                  <a:lnTo>
                    <a:pt x="202088" y="105546"/>
                  </a:lnTo>
                  <a:lnTo>
                    <a:pt x="202183" y="105410"/>
                  </a:lnTo>
                  <a:close/>
                </a:path>
                <a:path w="255270" h="462279">
                  <a:moveTo>
                    <a:pt x="199770" y="105410"/>
                  </a:moveTo>
                  <a:lnTo>
                    <a:pt x="199675" y="105546"/>
                  </a:lnTo>
                  <a:lnTo>
                    <a:pt x="199580" y="105682"/>
                  </a:lnTo>
                  <a:lnTo>
                    <a:pt x="199866" y="105546"/>
                  </a:lnTo>
                  <a:lnTo>
                    <a:pt x="199770" y="105410"/>
                  </a:lnTo>
                  <a:close/>
                </a:path>
                <a:path w="255270" h="462279">
                  <a:moveTo>
                    <a:pt x="243794" y="103784"/>
                  </a:moveTo>
                  <a:lnTo>
                    <a:pt x="241680" y="105410"/>
                  </a:lnTo>
                  <a:lnTo>
                    <a:pt x="245922" y="104507"/>
                  </a:lnTo>
                  <a:lnTo>
                    <a:pt x="246252" y="104140"/>
                  </a:lnTo>
                  <a:lnTo>
                    <a:pt x="244220" y="104140"/>
                  </a:lnTo>
                  <a:lnTo>
                    <a:pt x="243794" y="103784"/>
                  </a:lnTo>
                  <a:close/>
                </a:path>
                <a:path w="255270" h="462279">
                  <a:moveTo>
                    <a:pt x="254253" y="104140"/>
                  </a:moveTo>
                  <a:lnTo>
                    <a:pt x="247649" y="104140"/>
                  </a:lnTo>
                  <a:lnTo>
                    <a:pt x="247903" y="105410"/>
                  </a:lnTo>
                  <a:lnTo>
                    <a:pt x="254380" y="105410"/>
                  </a:lnTo>
                  <a:lnTo>
                    <a:pt x="254253" y="104140"/>
                  </a:lnTo>
                  <a:close/>
                </a:path>
                <a:path w="255270" h="462279">
                  <a:moveTo>
                    <a:pt x="252221" y="100330"/>
                  </a:moveTo>
                  <a:lnTo>
                    <a:pt x="246633" y="100330"/>
                  </a:lnTo>
                  <a:lnTo>
                    <a:pt x="247014" y="101600"/>
                  </a:lnTo>
                  <a:lnTo>
                    <a:pt x="247355" y="102920"/>
                  </a:lnTo>
                  <a:lnTo>
                    <a:pt x="246664" y="103784"/>
                  </a:lnTo>
                  <a:lnTo>
                    <a:pt x="246252" y="104140"/>
                  </a:lnTo>
                  <a:lnTo>
                    <a:pt x="246179" y="104507"/>
                  </a:lnTo>
                  <a:lnTo>
                    <a:pt x="245922" y="104507"/>
                  </a:lnTo>
                  <a:lnTo>
                    <a:pt x="247649" y="104140"/>
                  </a:lnTo>
                  <a:lnTo>
                    <a:pt x="254253" y="104140"/>
                  </a:lnTo>
                  <a:lnTo>
                    <a:pt x="254761" y="101600"/>
                  </a:lnTo>
                  <a:lnTo>
                    <a:pt x="252221" y="100330"/>
                  </a:lnTo>
                  <a:close/>
                </a:path>
                <a:path w="255270" h="462279">
                  <a:moveTo>
                    <a:pt x="199445" y="102920"/>
                  </a:moveTo>
                  <a:lnTo>
                    <a:pt x="198749" y="102920"/>
                  </a:lnTo>
                  <a:lnTo>
                    <a:pt x="198627" y="104140"/>
                  </a:lnTo>
                  <a:lnTo>
                    <a:pt x="200786" y="104140"/>
                  </a:lnTo>
                  <a:lnTo>
                    <a:pt x="199445" y="102920"/>
                  </a:lnTo>
                  <a:close/>
                </a:path>
                <a:path w="255270" h="462279">
                  <a:moveTo>
                    <a:pt x="244993" y="102920"/>
                  </a:moveTo>
                  <a:lnTo>
                    <a:pt x="244220" y="104140"/>
                  </a:lnTo>
                  <a:lnTo>
                    <a:pt x="245236" y="104140"/>
                  </a:lnTo>
                  <a:lnTo>
                    <a:pt x="244993" y="102920"/>
                  </a:lnTo>
                  <a:close/>
                </a:path>
                <a:path w="255270" h="462279">
                  <a:moveTo>
                    <a:pt x="245282" y="102920"/>
                  </a:moveTo>
                  <a:lnTo>
                    <a:pt x="245236" y="104140"/>
                  </a:lnTo>
                  <a:lnTo>
                    <a:pt x="246379" y="104140"/>
                  </a:lnTo>
                  <a:lnTo>
                    <a:pt x="245282" y="102920"/>
                  </a:lnTo>
                  <a:close/>
                </a:path>
                <a:path w="255270" h="462279">
                  <a:moveTo>
                    <a:pt x="252856" y="97790"/>
                  </a:moveTo>
                  <a:lnTo>
                    <a:pt x="242442" y="97790"/>
                  </a:lnTo>
                  <a:lnTo>
                    <a:pt x="241934" y="99060"/>
                  </a:lnTo>
                  <a:lnTo>
                    <a:pt x="240283" y="99060"/>
                  </a:lnTo>
                  <a:lnTo>
                    <a:pt x="242188" y="100330"/>
                  </a:lnTo>
                  <a:lnTo>
                    <a:pt x="243331" y="101600"/>
                  </a:lnTo>
                  <a:lnTo>
                    <a:pt x="244474" y="101600"/>
                  </a:lnTo>
                  <a:lnTo>
                    <a:pt x="244078" y="102920"/>
                  </a:lnTo>
                  <a:lnTo>
                    <a:pt x="242757" y="102920"/>
                  </a:lnTo>
                  <a:lnTo>
                    <a:pt x="243794" y="103784"/>
                  </a:lnTo>
                  <a:lnTo>
                    <a:pt x="244916" y="102920"/>
                  </a:lnTo>
                  <a:lnTo>
                    <a:pt x="245829" y="101600"/>
                  </a:lnTo>
                  <a:lnTo>
                    <a:pt x="246633" y="100330"/>
                  </a:lnTo>
                  <a:lnTo>
                    <a:pt x="252221" y="100330"/>
                  </a:lnTo>
                  <a:lnTo>
                    <a:pt x="254761" y="99060"/>
                  </a:lnTo>
                  <a:lnTo>
                    <a:pt x="252856" y="97790"/>
                  </a:lnTo>
                  <a:close/>
                </a:path>
                <a:path w="255270" h="462279">
                  <a:moveTo>
                    <a:pt x="199262" y="97790"/>
                  </a:moveTo>
                  <a:lnTo>
                    <a:pt x="199135" y="99060"/>
                  </a:lnTo>
                  <a:lnTo>
                    <a:pt x="198119" y="100330"/>
                  </a:lnTo>
                  <a:lnTo>
                    <a:pt x="199516" y="100330"/>
                  </a:lnTo>
                  <a:lnTo>
                    <a:pt x="199389" y="99060"/>
                  </a:lnTo>
                  <a:lnTo>
                    <a:pt x="199262" y="97790"/>
                  </a:lnTo>
                  <a:close/>
                </a:path>
                <a:path w="255270" h="462279">
                  <a:moveTo>
                    <a:pt x="241807" y="97790"/>
                  </a:moveTo>
                  <a:lnTo>
                    <a:pt x="241172" y="97790"/>
                  </a:lnTo>
                  <a:lnTo>
                    <a:pt x="241426" y="99060"/>
                  </a:lnTo>
                  <a:lnTo>
                    <a:pt x="241680" y="99060"/>
                  </a:lnTo>
                  <a:lnTo>
                    <a:pt x="241807" y="97790"/>
                  </a:lnTo>
                  <a:close/>
                </a:path>
                <a:path w="255270" h="462279">
                  <a:moveTo>
                    <a:pt x="251459" y="96520"/>
                  </a:moveTo>
                  <a:lnTo>
                    <a:pt x="241934" y="96520"/>
                  </a:lnTo>
                  <a:lnTo>
                    <a:pt x="241807" y="97790"/>
                  </a:lnTo>
                  <a:lnTo>
                    <a:pt x="251967" y="97790"/>
                  </a:lnTo>
                  <a:lnTo>
                    <a:pt x="251459" y="96520"/>
                  </a:lnTo>
                  <a:close/>
                </a:path>
                <a:path w="255270" h="462279">
                  <a:moveTo>
                    <a:pt x="252182" y="97551"/>
                  </a:moveTo>
                  <a:lnTo>
                    <a:pt x="251967" y="97790"/>
                  </a:lnTo>
                  <a:lnTo>
                    <a:pt x="252348" y="97790"/>
                  </a:lnTo>
                  <a:lnTo>
                    <a:pt x="252182" y="97551"/>
                  </a:lnTo>
                  <a:close/>
                </a:path>
                <a:path w="255270" h="462279">
                  <a:moveTo>
                    <a:pt x="253110" y="96520"/>
                  </a:moveTo>
                  <a:lnTo>
                    <a:pt x="251459" y="96520"/>
                  </a:lnTo>
                  <a:lnTo>
                    <a:pt x="252182" y="97551"/>
                  </a:lnTo>
                  <a:lnTo>
                    <a:pt x="253110" y="96520"/>
                  </a:lnTo>
                  <a:close/>
                </a:path>
                <a:path w="255270" h="462279">
                  <a:moveTo>
                    <a:pt x="197032" y="92760"/>
                  </a:moveTo>
                  <a:lnTo>
                    <a:pt x="183824" y="92760"/>
                  </a:lnTo>
                  <a:lnTo>
                    <a:pt x="185165" y="93980"/>
                  </a:lnTo>
                  <a:lnTo>
                    <a:pt x="186181" y="96520"/>
                  </a:lnTo>
                  <a:lnTo>
                    <a:pt x="195960" y="96520"/>
                  </a:lnTo>
                  <a:lnTo>
                    <a:pt x="195325" y="93980"/>
                  </a:lnTo>
                  <a:lnTo>
                    <a:pt x="197032" y="92760"/>
                  </a:lnTo>
                  <a:close/>
                </a:path>
                <a:path w="255270" h="462279">
                  <a:moveTo>
                    <a:pt x="185038" y="90170"/>
                  </a:moveTo>
                  <a:lnTo>
                    <a:pt x="184594" y="91440"/>
                  </a:lnTo>
                  <a:lnTo>
                    <a:pt x="184264" y="92760"/>
                  </a:lnTo>
                  <a:lnTo>
                    <a:pt x="197103" y="92760"/>
                  </a:lnTo>
                  <a:lnTo>
                    <a:pt x="197103" y="96520"/>
                  </a:lnTo>
                  <a:lnTo>
                    <a:pt x="201929" y="96520"/>
                  </a:lnTo>
                  <a:lnTo>
                    <a:pt x="202818" y="95250"/>
                  </a:lnTo>
                  <a:lnTo>
                    <a:pt x="201675" y="93980"/>
                  </a:lnTo>
                  <a:lnTo>
                    <a:pt x="201675" y="91440"/>
                  </a:lnTo>
                  <a:lnTo>
                    <a:pt x="185546" y="91440"/>
                  </a:lnTo>
                  <a:lnTo>
                    <a:pt x="185038" y="90170"/>
                  </a:lnTo>
                  <a:close/>
                </a:path>
                <a:path w="255270" h="462279">
                  <a:moveTo>
                    <a:pt x="252348" y="95250"/>
                  </a:moveTo>
                  <a:lnTo>
                    <a:pt x="240410" y="95250"/>
                  </a:lnTo>
                  <a:lnTo>
                    <a:pt x="239902" y="96520"/>
                  </a:lnTo>
                  <a:lnTo>
                    <a:pt x="252602" y="96520"/>
                  </a:lnTo>
                  <a:lnTo>
                    <a:pt x="252348" y="95250"/>
                  </a:lnTo>
                  <a:close/>
                </a:path>
                <a:path w="255270" h="462279">
                  <a:moveTo>
                    <a:pt x="253974" y="92760"/>
                  </a:moveTo>
                  <a:lnTo>
                    <a:pt x="237342" y="92760"/>
                  </a:lnTo>
                  <a:lnTo>
                    <a:pt x="239902" y="93980"/>
                  </a:lnTo>
                  <a:lnTo>
                    <a:pt x="239267" y="95250"/>
                  </a:lnTo>
                  <a:lnTo>
                    <a:pt x="252729" y="95250"/>
                  </a:lnTo>
                  <a:lnTo>
                    <a:pt x="253974" y="92760"/>
                  </a:lnTo>
                  <a:close/>
                </a:path>
                <a:path w="255270" h="462279">
                  <a:moveTo>
                    <a:pt x="252729" y="91440"/>
                  </a:moveTo>
                  <a:lnTo>
                    <a:pt x="236473" y="91440"/>
                  </a:lnTo>
                  <a:lnTo>
                    <a:pt x="237186" y="92760"/>
                  </a:lnTo>
                  <a:lnTo>
                    <a:pt x="252201" y="92760"/>
                  </a:lnTo>
                  <a:lnTo>
                    <a:pt x="252729" y="91440"/>
                  </a:lnTo>
                  <a:close/>
                </a:path>
                <a:path w="255270" h="462279">
                  <a:moveTo>
                    <a:pt x="252983" y="88900"/>
                  </a:moveTo>
                  <a:lnTo>
                    <a:pt x="241426" y="88900"/>
                  </a:lnTo>
                  <a:lnTo>
                    <a:pt x="240782" y="89974"/>
                  </a:lnTo>
                  <a:lnTo>
                    <a:pt x="240664" y="90170"/>
                  </a:lnTo>
                  <a:lnTo>
                    <a:pt x="234695" y="90170"/>
                  </a:lnTo>
                  <a:lnTo>
                    <a:pt x="234695" y="91440"/>
                  </a:lnTo>
                  <a:lnTo>
                    <a:pt x="252729" y="91440"/>
                  </a:lnTo>
                  <a:lnTo>
                    <a:pt x="252994" y="92760"/>
                  </a:lnTo>
                  <a:lnTo>
                    <a:pt x="253380" y="92760"/>
                  </a:lnTo>
                  <a:lnTo>
                    <a:pt x="252983" y="91440"/>
                  </a:lnTo>
                  <a:lnTo>
                    <a:pt x="253237" y="90170"/>
                  </a:lnTo>
                  <a:lnTo>
                    <a:pt x="252983" y="88900"/>
                  </a:lnTo>
                  <a:close/>
                </a:path>
                <a:path w="255270" h="462279">
                  <a:moveTo>
                    <a:pt x="193019" y="73860"/>
                  </a:moveTo>
                  <a:lnTo>
                    <a:pt x="192785" y="76200"/>
                  </a:lnTo>
                  <a:lnTo>
                    <a:pt x="191007" y="76200"/>
                  </a:lnTo>
                  <a:lnTo>
                    <a:pt x="191134" y="77470"/>
                  </a:lnTo>
                  <a:lnTo>
                    <a:pt x="190245" y="78740"/>
                  </a:lnTo>
                  <a:lnTo>
                    <a:pt x="187578" y="80010"/>
                  </a:lnTo>
                  <a:lnTo>
                    <a:pt x="188848" y="82550"/>
                  </a:lnTo>
                  <a:lnTo>
                    <a:pt x="187197" y="82550"/>
                  </a:lnTo>
                  <a:lnTo>
                    <a:pt x="186807" y="83526"/>
                  </a:lnTo>
                  <a:lnTo>
                    <a:pt x="186689" y="83820"/>
                  </a:lnTo>
                  <a:lnTo>
                    <a:pt x="185919" y="84783"/>
                  </a:lnTo>
                  <a:lnTo>
                    <a:pt x="185654" y="85147"/>
                  </a:lnTo>
                  <a:lnTo>
                    <a:pt x="184784" y="87630"/>
                  </a:lnTo>
                  <a:lnTo>
                    <a:pt x="186943" y="88900"/>
                  </a:lnTo>
                  <a:lnTo>
                    <a:pt x="184870" y="90170"/>
                  </a:lnTo>
                  <a:lnTo>
                    <a:pt x="185038" y="90170"/>
                  </a:lnTo>
                  <a:lnTo>
                    <a:pt x="185546" y="91440"/>
                  </a:lnTo>
                  <a:lnTo>
                    <a:pt x="202183" y="91440"/>
                  </a:lnTo>
                  <a:lnTo>
                    <a:pt x="202691" y="90170"/>
                  </a:lnTo>
                  <a:lnTo>
                    <a:pt x="201040" y="86360"/>
                  </a:lnTo>
                  <a:lnTo>
                    <a:pt x="201701" y="85852"/>
                  </a:lnTo>
                  <a:lnTo>
                    <a:pt x="201671" y="84783"/>
                  </a:lnTo>
                  <a:lnTo>
                    <a:pt x="202056" y="83820"/>
                  </a:lnTo>
                  <a:lnTo>
                    <a:pt x="202860" y="82927"/>
                  </a:lnTo>
                  <a:lnTo>
                    <a:pt x="201294" y="81280"/>
                  </a:lnTo>
                  <a:lnTo>
                    <a:pt x="202544" y="79074"/>
                  </a:lnTo>
                  <a:lnTo>
                    <a:pt x="202310" y="78740"/>
                  </a:lnTo>
                  <a:lnTo>
                    <a:pt x="202945" y="77470"/>
                  </a:lnTo>
                  <a:lnTo>
                    <a:pt x="203056" y="77249"/>
                  </a:lnTo>
                  <a:lnTo>
                    <a:pt x="201167" y="76200"/>
                  </a:lnTo>
                  <a:lnTo>
                    <a:pt x="202056" y="74930"/>
                  </a:lnTo>
                  <a:lnTo>
                    <a:pt x="194944" y="74930"/>
                  </a:lnTo>
                  <a:lnTo>
                    <a:pt x="193019" y="73860"/>
                  </a:lnTo>
                  <a:close/>
                </a:path>
                <a:path w="255270" h="462279">
                  <a:moveTo>
                    <a:pt x="239013" y="88900"/>
                  </a:moveTo>
                  <a:lnTo>
                    <a:pt x="236727" y="88900"/>
                  </a:lnTo>
                  <a:lnTo>
                    <a:pt x="235584" y="90170"/>
                  </a:lnTo>
                  <a:lnTo>
                    <a:pt x="240664" y="90170"/>
                  </a:lnTo>
                  <a:lnTo>
                    <a:pt x="239013" y="88900"/>
                  </a:lnTo>
                  <a:close/>
                </a:path>
                <a:path w="255270" h="462279">
                  <a:moveTo>
                    <a:pt x="251332" y="86360"/>
                  </a:moveTo>
                  <a:lnTo>
                    <a:pt x="236219" y="86360"/>
                  </a:lnTo>
                  <a:lnTo>
                    <a:pt x="235330" y="87630"/>
                  </a:lnTo>
                  <a:lnTo>
                    <a:pt x="236219" y="88900"/>
                  </a:lnTo>
                  <a:lnTo>
                    <a:pt x="236346" y="87630"/>
                  </a:lnTo>
                  <a:lnTo>
                    <a:pt x="251586" y="87630"/>
                  </a:lnTo>
                  <a:lnTo>
                    <a:pt x="251332" y="86360"/>
                  </a:lnTo>
                  <a:close/>
                </a:path>
                <a:path w="255270" h="462279">
                  <a:moveTo>
                    <a:pt x="251713" y="87630"/>
                  </a:moveTo>
                  <a:lnTo>
                    <a:pt x="237616" y="87630"/>
                  </a:lnTo>
                  <a:lnTo>
                    <a:pt x="237489" y="88900"/>
                  </a:lnTo>
                  <a:lnTo>
                    <a:pt x="250824" y="88900"/>
                  </a:lnTo>
                  <a:lnTo>
                    <a:pt x="251713" y="87630"/>
                  </a:lnTo>
                  <a:close/>
                </a:path>
                <a:path w="255270" h="462279">
                  <a:moveTo>
                    <a:pt x="202652" y="85147"/>
                  </a:moveTo>
                  <a:lnTo>
                    <a:pt x="201701" y="85852"/>
                  </a:lnTo>
                  <a:lnTo>
                    <a:pt x="201802" y="86360"/>
                  </a:lnTo>
                  <a:lnTo>
                    <a:pt x="202652" y="85147"/>
                  </a:lnTo>
                  <a:close/>
                </a:path>
                <a:path w="255270" h="462279">
                  <a:moveTo>
                    <a:pt x="248105" y="85147"/>
                  </a:moveTo>
                  <a:lnTo>
                    <a:pt x="230990" y="85147"/>
                  </a:lnTo>
                  <a:lnTo>
                    <a:pt x="230504" y="86360"/>
                  </a:lnTo>
                  <a:lnTo>
                    <a:pt x="249681" y="86360"/>
                  </a:lnTo>
                  <a:lnTo>
                    <a:pt x="248105" y="85147"/>
                  </a:lnTo>
                  <a:close/>
                </a:path>
                <a:path w="255270" h="462279">
                  <a:moveTo>
                    <a:pt x="231570" y="84248"/>
                  </a:moveTo>
                  <a:lnTo>
                    <a:pt x="231683" y="85147"/>
                  </a:lnTo>
                  <a:lnTo>
                    <a:pt x="232021" y="84783"/>
                  </a:lnTo>
                  <a:lnTo>
                    <a:pt x="232265" y="84783"/>
                  </a:lnTo>
                  <a:lnTo>
                    <a:pt x="231570" y="84248"/>
                  </a:lnTo>
                  <a:close/>
                </a:path>
                <a:path w="255270" h="462279">
                  <a:moveTo>
                    <a:pt x="232265" y="84783"/>
                  </a:moveTo>
                  <a:lnTo>
                    <a:pt x="231593" y="85147"/>
                  </a:lnTo>
                  <a:lnTo>
                    <a:pt x="232738" y="85147"/>
                  </a:lnTo>
                  <a:lnTo>
                    <a:pt x="232265" y="84783"/>
                  </a:lnTo>
                  <a:close/>
                </a:path>
                <a:path w="255270" h="462279">
                  <a:moveTo>
                    <a:pt x="233806" y="83820"/>
                  </a:moveTo>
                  <a:lnTo>
                    <a:pt x="232265" y="84783"/>
                  </a:lnTo>
                  <a:lnTo>
                    <a:pt x="232403" y="84783"/>
                  </a:lnTo>
                  <a:lnTo>
                    <a:pt x="232712" y="85147"/>
                  </a:lnTo>
                  <a:lnTo>
                    <a:pt x="232347" y="85147"/>
                  </a:lnTo>
                  <a:lnTo>
                    <a:pt x="233806" y="83820"/>
                  </a:lnTo>
                  <a:close/>
                </a:path>
                <a:path w="255270" h="462279">
                  <a:moveTo>
                    <a:pt x="248665" y="82550"/>
                  </a:moveTo>
                  <a:lnTo>
                    <a:pt x="234822" y="82550"/>
                  </a:lnTo>
                  <a:lnTo>
                    <a:pt x="234822" y="85147"/>
                  </a:lnTo>
                  <a:lnTo>
                    <a:pt x="250362" y="85147"/>
                  </a:lnTo>
                  <a:lnTo>
                    <a:pt x="249300" y="83820"/>
                  </a:lnTo>
                  <a:lnTo>
                    <a:pt x="248030" y="83820"/>
                  </a:lnTo>
                  <a:lnTo>
                    <a:pt x="248665" y="82550"/>
                  </a:lnTo>
                  <a:close/>
                </a:path>
                <a:path w="255270" h="462279">
                  <a:moveTo>
                    <a:pt x="230504" y="82550"/>
                  </a:moveTo>
                  <a:lnTo>
                    <a:pt x="232403" y="84783"/>
                  </a:lnTo>
                  <a:lnTo>
                    <a:pt x="232021" y="84783"/>
                  </a:lnTo>
                  <a:lnTo>
                    <a:pt x="232917" y="83820"/>
                  </a:lnTo>
                  <a:lnTo>
                    <a:pt x="232282" y="83820"/>
                  </a:lnTo>
                  <a:lnTo>
                    <a:pt x="230504" y="82550"/>
                  </a:lnTo>
                  <a:close/>
                </a:path>
                <a:path w="255270" h="462279">
                  <a:moveTo>
                    <a:pt x="231428" y="83820"/>
                  </a:moveTo>
                  <a:lnTo>
                    <a:pt x="231012" y="83820"/>
                  </a:lnTo>
                  <a:lnTo>
                    <a:pt x="231570" y="84248"/>
                  </a:lnTo>
                  <a:lnTo>
                    <a:pt x="231428" y="83820"/>
                  </a:lnTo>
                  <a:close/>
                </a:path>
                <a:path w="255270" h="462279">
                  <a:moveTo>
                    <a:pt x="203199" y="82550"/>
                  </a:moveTo>
                  <a:lnTo>
                    <a:pt x="202860" y="82927"/>
                  </a:lnTo>
                  <a:lnTo>
                    <a:pt x="203707" y="83820"/>
                  </a:lnTo>
                  <a:lnTo>
                    <a:pt x="203199" y="82550"/>
                  </a:lnTo>
                  <a:close/>
                </a:path>
                <a:path w="255270" h="462279">
                  <a:moveTo>
                    <a:pt x="231335" y="83526"/>
                  </a:moveTo>
                  <a:lnTo>
                    <a:pt x="231428" y="83820"/>
                  </a:lnTo>
                  <a:lnTo>
                    <a:pt x="231584" y="83820"/>
                  </a:lnTo>
                  <a:lnTo>
                    <a:pt x="231335" y="83526"/>
                  </a:lnTo>
                  <a:close/>
                </a:path>
                <a:path w="255270" h="462279">
                  <a:moveTo>
                    <a:pt x="244233" y="66060"/>
                  </a:moveTo>
                  <a:lnTo>
                    <a:pt x="243331" y="66060"/>
                  </a:lnTo>
                  <a:lnTo>
                    <a:pt x="243331" y="67355"/>
                  </a:lnTo>
                  <a:lnTo>
                    <a:pt x="225810" y="67355"/>
                  </a:lnTo>
                  <a:lnTo>
                    <a:pt x="225932" y="68580"/>
                  </a:lnTo>
                  <a:lnTo>
                    <a:pt x="226694" y="68580"/>
                  </a:lnTo>
                  <a:lnTo>
                    <a:pt x="227144" y="69704"/>
                  </a:lnTo>
                  <a:lnTo>
                    <a:pt x="227202" y="69850"/>
                  </a:lnTo>
                  <a:lnTo>
                    <a:pt x="226948" y="69850"/>
                  </a:lnTo>
                  <a:lnTo>
                    <a:pt x="226313" y="72390"/>
                  </a:lnTo>
                  <a:lnTo>
                    <a:pt x="228726" y="73660"/>
                  </a:lnTo>
                  <a:lnTo>
                    <a:pt x="229996" y="74930"/>
                  </a:lnTo>
                  <a:lnTo>
                    <a:pt x="228726" y="74930"/>
                  </a:lnTo>
                  <a:lnTo>
                    <a:pt x="228726" y="76200"/>
                  </a:lnTo>
                  <a:lnTo>
                    <a:pt x="229041" y="77249"/>
                  </a:lnTo>
                  <a:lnTo>
                    <a:pt x="229107" y="77470"/>
                  </a:lnTo>
                  <a:lnTo>
                    <a:pt x="231012" y="77470"/>
                  </a:lnTo>
                  <a:lnTo>
                    <a:pt x="229742" y="78740"/>
                  </a:lnTo>
                  <a:lnTo>
                    <a:pt x="231901" y="78740"/>
                  </a:lnTo>
                  <a:lnTo>
                    <a:pt x="230758" y="80010"/>
                  </a:lnTo>
                  <a:lnTo>
                    <a:pt x="230504" y="80010"/>
                  </a:lnTo>
                  <a:lnTo>
                    <a:pt x="229996" y="81280"/>
                  </a:lnTo>
                  <a:lnTo>
                    <a:pt x="230377" y="81280"/>
                  </a:lnTo>
                  <a:lnTo>
                    <a:pt x="230504" y="82550"/>
                  </a:lnTo>
                  <a:lnTo>
                    <a:pt x="232282" y="83820"/>
                  </a:lnTo>
                  <a:lnTo>
                    <a:pt x="234822" y="82550"/>
                  </a:lnTo>
                  <a:lnTo>
                    <a:pt x="248665" y="82550"/>
                  </a:lnTo>
                  <a:lnTo>
                    <a:pt x="249554" y="81280"/>
                  </a:lnTo>
                  <a:lnTo>
                    <a:pt x="243077" y="76200"/>
                  </a:lnTo>
                  <a:lnTo>
                    <a:pt x="248157" y="72390"/>
                  </a:lnTo>
                  <a:lnTo>
                    <a:pt x="244233" y="66060"/>
                  </a:lnTo>
                  <a:close/>
                </a:path>
                <a:path w="255270" h="462279">
                  <a:moveTo>
                    <a:pt x="187858" y="82169"/>
                  </a:moveTo>
                  <a:lnTo>
                    <a:pt x="187705" y="82550"/>
                  </a:lnTo>
                  <a:lnTo>
                    <a:pt x="188467" y="82550"/>
                  </a:lnTo>
                  <a:lnTo>
                    <a:pt x="187858" y="82169"/>
                  </a:lnTo>
                  <a:close/>
                </a:path>
                <a:path w="255270" h="462279">
                  <a:moveTo>
                    <a:pt x="188213" y="81280"/>
                  </a:moveTo>
                  <a:lnTo>
                    <a:pt x="186435" y="81280"/>
                  </a:lnTo>
                  <a:lnTo>
                    <a:pt x="187858" y="82169"/>
                  </a:lnTo>
                  <a:lnTo>
                    <a:pt x="188213" y="81280"/>
                  </a:lnTo>
                  <a:close/>
                </a:path>
                <a:path w="255270" h="462279">
                  <a:moveTo>
                    <a:pt x="203580" y="76200"/>
                  </a:moveTo>
                  <a:lnTo>
                    <a:pt x="203056" y="77249"/>
                  </a:lnTo>
                  <a:lnTo>
                    <a:pt x="203453" y="77470"/>
                  </a:lnTo>
                  <a:lnTo>
                    <a:pt x="202544" y="79074"/>
                  </a:lnTo>
                  <a:lnTo>
                    <a:pt x="203199" y="80010"/>
                  </a:lnTo>
                  <a:lnTo>
                    <a:pt x="203387" y="79074"/>
                  </a:lnTo>
                  <a:lnTo>
                    <a:pt x="203453" y="78740"/>
                  </a:lnTo>
                  <a:lnTo>
                    <a:pt x="204342" y="77470"/>
                  </a:lnTo>
                  <a:lnTo>
                    <a:pt x="204977" y="77470"/>
                  </a:lnTo>
                  <a:lnTo>
                    <a:pt x="203580" y="76200"/>
                  </a:lnTo>
                  <a:close/>
                </a:path>
                <a:path w="255270" h="462279">
                  <a:moveTo>
                    <a:pt x="192912" y="74930"/>
                  </a:moveTo>
                  <a:lnTo>
                    <a:pt x="191134" y="74930"/>
                  </a:lnTo>
                  <a:lnTo>
                    <a:pt x="190499" y="76200"/>
                  </a:lnTo>
                  <a:lnTo>
                    <a:pt x="192785" y="76200"/>
                  </a:lnTo>
                  <a:lnTo>
                    <a:pt x="192912" y="74930"/>
                  </a:lnTo>
                  <a:close/>
                </a:path>
                <a:path w="255270" h="462279">
                  <a:moveTo>
                    <a:pt x="203707" y="73660"/>
                  </a:moveTo>
                  <a:lnTo>
                    <a:pt x="193039" y="73660"/>
                  </a:lnTo>
                  <a:lnTo>
                    <a:pt x="194944" y="74930"/>
                  </a:lnTo>
                  <a:lnTo>
                    <a:pt x="202056" y="74930"/>
                  </a:lnTo>
                  <a:lnTo>
                    <a:pt x="203580" y="76200"/>
                  </a:lnTo>
                  <a:lnTo>
                    <a:pt x="203707" y="73660"/>
                  </a:lnTo>
                  <a:close/>
                </a:path>
                <a:path w="255270" h="462279">
                  <a:moveTo>
                    <a:pt x="207009" y="52070"/>
                  </a:moveTo>
                  <a:lnTo>
                    <a:pt x="205803" y="53513"/>
                  </a:lnTo>
                  <a:lnTo>
                    <a:pt x="204462" y="54759"/>
                  </a:lnTo>
                  <a:lnTo>
                    <a:pt x="202310" y="57150"/>
                  </a:lnTo>
                  <a:lnTo>
                    <a:pt x="201421" y="57150"/>
                  </a:lnTo>
                  <a:lnTo>
                    <a:pt x="197611" y="58420"/>
                  </a:lnTo>
                  <a:lnTo>
                    <a:pt x="196525" y="61383"/>
                  </a:lnTo>
                  <a:lnTo>
                    <a:pt x="196461" y="61557"/>
                  </a:lnTo>
                  <a:lnTo>
                    <a:pt x="196334" y="62018"/>
                  </a:lnTo>
                  <a:lnTo>
                    <a:pt x="194062" y="66060"/>
                  </a:lnTo>
                  <a:lnTo>
                    <a:pt x="195277" y="69704"/>
                  </a:lnTo>
                  <a:lnTo>
                    <a:pt x="195325" y="69850"/>
                  </a:lnTo>
                  <a:lnTo>
                    <a:pt x="192023" y="69850"/>
                  </a:lnTo>
                  <a:lnTo>
                    <a:pt x="192658" y="73660"/>
                  </a:lnTo>
                  <a:lnTo>
                    <a:pt x="193019" y="73860"/>
                  </a:lnTo>
                  <a:lnTo>
                    <a:pt x="193039" y="73660"/>
                  </a:lnTo>
                  <a:lnTo>
                    <a:pt x="203707" y="73660"/>
                  </a:lnTo>
                  <a:lnTo>
                    <a:pt x="202183" y="72390"/>
                  </a:lnTo>
                  <a:lnTo>
                    <a:pt x="200405" y="72390"/>
                  </a:lnTo>
                  <a:lnTo>
                    <a:pt x="201604" y="68794"/>
                  </a:lnTo>
                  <a:lnTo>
                    <a:pt x="201675" y="68580"/>
                  </a:lnTo>
                  <a:lnTo>
                    <a:pt x="203179" y="66574"/>
                  </a:lnTo>
                  <a:lnTo>
                    <a:pt x="204730" y="66574"/>
                  </a:lnTo>
                  <a:lnTo>
                    <a:pt x="202160" y="66060"/>
                  </a:lnTo>
                  <a:lnTo>
                    <a:pt x="202663" y="64826"/>
                  </a:lnTo>
                  <a:lnTo>
                    <a:pt x="205612" y="64826"/>
                  </a:lnTo>
                  <a:lnTo>
                    <a:pt x="205612" y="63500"/>
                  </a:lnTo>
                  <a:lnTo>
                    <a:pt x="202945" y="60960"/>
                  </a:lnTo>
                  <a:lnTo>
                    <a:pt x="204088" y="59690"/>
                  </a:lnTo>
                  <a:lnTo>
                    <a:pt x="204850" y="59690"/>
                  </a:lnTo>
                  <a:lnTo>
                    <a:pt x="204977" y="58420"/>
                  </a:lnTo>
                  <a:lnTo>
                    <a:pt x="206120" y="57150"/>
                  </a:lnTo>
                  <a:lnTo>
                    <a:pt x="202310" y="57150"/>
                  </a:lnTo>
                  <a:lnTo>
                    <a:pt x="200786" y="55880"/>
                  </a:lnTo>
                  <a:lnTo>
                    <a:pt x="205358" y="55880"/>
                  </a:lnTo>
                  <a:lnTo>
                    <a:pt x="204686" y="54759"/>
                  </a:lnTo>
                  <a:lnTo>
                    <a:pt x="205642" y="54759"/>
                  </a:lnTo>
                  <a:lnTo>
                    <a:pt x="207512" y="53513"/>
                  </a:lnTo>
                  <a:lnTo>
                    <a:pt x="207875" y="53513"/>
                  </a:lnTo>
                  <a:lnTo>
                    <a:pt x="207009" y="52070"/>
                  </a:lnTo>
                  <a:close/>
                </a:path>
                <a:path w="255270" h="462279">
                  <a:moveTo>
                    <a:pt x="116331" y="72390"/>
                  </a:moveTo>
                  <a:lnTo>
                    <a:pt x="115823" y="72390"/>
                  </a:lnTo>
                  <a:lnTo>
                    <a:pt x="116839" y="73660"/>
                  </a:lnTo>
                  <a:lnTo>
                    <a:pt x="116331" y="72390"/>
                  </a:lnTo>
                  <a:close/>
                </a:path>
                <a:path w="255270" h="462279">
                  <a:moveTo>
                    <a:pt x="118998" y="69850"/>
                  </a:moveTo>
                  <a:lnTo>
                    <a:pt x="119506" y="71120"/>
                  </a:lnTo>
                  <a:lnTo>
                    <a:pt x="117728" y="71120"/>
                  </a:lnTo>
                  <a:lnTo>
                    <a:pt x="118871" y="72390"/>
                  </a:lnTo>
                  <a:lnTo>
                    <a:pt x="120141" y="72390"/>
                  </a:lnTo>
                  <a:lnTo>
                    <a:pt x="120522" y="71120"/>
                  </a:lnTo>
                  <a:lnTo>
                    <a:pt x="118998" y="69850"/>
                  </a:lnTo>
                  <a:close/>
                </a:path>
                <a:path w="255270" h="462279">
                  <a:moveTo>
                    <a:pt x="205456" y="68204"/>
                  </a:moveTo>
                  <a:lnTo>
                    <a:pt x="204215" y="68580"/>
                  </a:lnTo>
                  <a:lnTo>
                    <a:pt x="203617" y="69245"/>
                  </a:lnTo>
                  <a:lnTo>
                    <a:pt x="203091" y="69704"/>
                  </a:lnTo>
                  <a:lnTo>
                    <a:pt x="203072" y="69850"/>
                  </a:lnTo>
                  <a:lnTo>
                    <a:pt x="202945" y="69850"/>
                  </a:lnTo>
                  <a:lnTo>
                    <a:pt x="200405" y="72390"/>
                  </a:lnTo>
                  <a:lnTo>
                    <a:pt x="202183" y="72390"/>
                  </a:lnTo>
                  <a:lnTo>
                    <a:pt x="203326" y="71120"/>
                  </a:lnTo>
                  <a:lnTo>
                    <a:pt x="205358" y="71120"/>
                  </a:lnTo>
                  <a:lnTo>
                    <a:pt x="205401" y="69850"/>
                  </a:lnTo>
                  <a:lnTo>
                    <a:pt x="203072" y="69850"/>
                  </a:lnTo>
                  <a:lnTo>
                    <a:pt x="203204" y="69704"/>
                  </a:lnTo>
                  <a:lnTo>
                    <a:pt x="205406" y="69704"/>
                  </a:lnTo>
                  <a:lnTo>
                    <a:pt x="205456" y="68204"/>
                  </a:lnTo>
                  <a:close/>
                </a:path>
                <a:path w="255270" h="462279">
                  <a:moveTo>
                    <a:pt x="116712" y="69850"/>
                  </a:moveTo>
                  <a:lnTo>
                    <a:pt x="116458" y="69850"/>
                  </a:lnTo>
                  <a:lnTo>
                    <a:pt x="116839" y="71120"/>
                  </a:lnTo>
                  <a:lnTo>
                    <a:pt x="116712" y="69850"/>
                  </a:lnTo>
                  <a:close/>
                </a:path>
                <a:path w="255270" h="462279">
                  <a:moveTo>
                    <a:pt x="117347" y="69850"/>
                  </a:moveTo>
                  <a:lnTo>
                    <a:pt x="117474" y="71120"/>
                  </a:lnTo>
                  <a:lnTo>
                    <a:pt x="118236" y="71120"/>
                  </a:lnTo>
                  <a:lnTo>
                    <a:pt x="117347" y="69850"/>
                  </a:lnTo>
                  <a:close/>
                </a:path>
                <a:path w="255270" h="462279">
                  <a:moveTo>
                    <a:pt x="120776" y="69850"/>
                  </a:moveTo>
                  <a:lnTo>
                    <a:pt x="119760" y="69850"/>
                  </a:lnTo>
                  <a:lnTo>
                    <a:pt x="120776" y="71120"/>
                  </a:lnTo>
                  <a:lnTo>
                    <a:pt x="120776" y="69850"/>
                  </a:lnTo>
                  <a:close/>
                </a:path>
                <a:path w="255270" h="462279">
                  <a:moveTo>
                    <a:pt x="119500" y="69245"/>
                  </a:moveTo>
                  <a:lnTo>
                    <a:pt x="119379" y="69850"/>
                  </a:lnTo>
                  <a:lnTo>
                    <a:pt x="120649" y="69850"/>
                  </a:lnTo>
                  <a:lnTo>
                    <a:pt x="119500" y="69245"/>
                  </a:lnTo>
                  <a:close/>
                </a:path>
                <a:path w="255270" h="462279">
                  <a:moveTo>
                    <a:pt x="120988" y="68794"/>
                  </a:moveTo>
                  <a:lnTo>
                    <a:pt x="121164" y="69245"/>
                  </a:lnTo>
                  <a:lnTo>
                    <a:pt x="121284" y="69850"/>
                  </a:lnTo>
                  <a:lnTo>
                    <a:pt x="122173" y="69850"/>
                  </a:lnTo>
                  <a:lnTo>
                    <a:pt x="120988" y="68794"/>
                  </a:lnTo>
                  <a:close/>
                </a:path>
                <a:path w="255270" h="462279">
                  <a:moveTo>
                    <a:pt x="123824" y="68580"/>
                  </a:moveTo>
                  <a:lnTo>
                    <a:pt x="121919" y="68580"/>
                  </a:lnTo>
                  <a:lnTo>
                    <a:pt x="122257" y="69704"/>
                  </a:lnTo>
                  <a:lnTo>
                    <a:pt x="122300" y="69850"/>
                  </a:lnTo>
                  <a:lnTo>
                    <a:pt x="123824" y="68580"/>
                  </a:lnTo>
                  <a:close/>
                </a:path>
                <a:path w="255270" h="462279">
                  <a:moveTo>
                    <a:pt x="204730" y="66574"/>
                  </a:moveTo>
                  <a:lnTo>
                    <a:pt x="203569" y="66574"/>
                  </a:lnTo>
                  <a:lnTo>
                    <a:pt x="203320" y="68204"/>
                  </a:lnTo>
                  <a:lnTo>
                    <a:pt x="203263" y="68580"/>
                  </a:lnTo>
                  <a:lnTo>
                    <a:pt x="203162" y="69245"/>
                  </a:lnTo>
                  <a:lnTo>
                    <a:pt x="203091" y="69704"/>
                  </a:lnTo>
                  <a:lnTo>
                    <a:pt x="205440" y="67355"/>
                  </a:lnTo>
                  <a:lnTo>
                    <a:pt x="208632" y="67355"/>
                  </a:lnTo>
                  <a:lnTo>
                    <a:pt x="204730" y="66574"/>
                  </a:lnTo>
                  <a:close/>
                </a:path>
                <a:path w="255270" h="462279">
                  <a:moveTo>
                    <a:pt x="119633" y="68580"/>
                  </a:moveTo>
                  <a:lnTo>
                    <a:pt x="118236" y="68580"/>
                  </a:lnTo>
                  <a:lnTo>
                    <a:pt x="119500" y="69245"/>
                  </a:lnTo>
                  <a:lnTo>
                    <a:pt x="119591" y="68794"/>
                  </a:lnTo>
                  <a:lnTo>
                    <a:pt x="119633" y="68580"/>
                  </a:lnTo>
                  <a:close/>
                </a:path>
                <a:path w="255270" h="462279">
                  <a:moveTo>
                    <a:pt x="120746" y="68580"/>
                  </a:moveTo>
                  <a:lnTo>
                    <a:pt x="120776" y="69245"/>
                  </a:lnTo>
                  <a:lnTo>
                    <a:pt x="120988" y="68794"/>
                  </a:lnTo>
                  <a:lnTo>
                    <a:pt x="120746" y="68580"/>
                  </a:lnTo>
                  <a:close/>
                </a:path>
                <a:path w="255270" h="462279">
                  <a:moveTo>
                    <a:pt x="122065" y="67355"/>
                  </a:moveTo>
                  <a:lnTo>
                    <a:pt x="121384" y="67355"/>
                  </a:lnTo>
                  <a:lnTo>
                    <a:pt x="120875" y="68204"/>
                  </a:lnTo>
                  <a:lnTo>
                    <a:pt x="120776" y="68580"/>
                  </a:lnTo>
                  <a:lnTo>
                    <a:pt x="122554" y="68580"/>
                  </a:lnTo>
                  <a:lnTo>
                    <a:pt x="122065" y="67355"/>
                  </a:lnTo>
                  <a:close/>
                </a:path>
                <a:path w="255270" h="462279">
                  <a:moveTo>
                    <a:pt x="208258" y="67355"/>
                  </a:moveTo>
                  <a:lnTo>
                    <a:pt x="205484" y="67355"/>
                  </a:lnTo>
                  <a:lnTo>
                    <a:pt x="205456" y="68204"/>
                  </a:lnTo>
                  <a:lnTo>
                    <a:pt x="208258" y="67355"/>
                  </a:lnTo>
                  <a:close/>
                </a:path>
                <a:path w="255270" h="462279">
                  <a:moveTo>
                    <a:pt x="119941" y="66574"/>
                  </a:moveTo>
                  <a:lnTo>
                    <a:pt x="120019" y="67355"/>
                  </a:lnTo>
                  <a:lnTo>
                    <a:pt x="121502" y="67355"/>
                  </a:lnTo>
                  <a:lnTo>
                    <a:pt x="119941" y="66574"/>
                  </a:lnTo>
                  <a:close/>
                </a:path>
                <a:path w="255270" h="462279">
                  <a:moveTo>
                    <a:pt x="121919" y="66992"/>
                  </a:moveTo>
                  <a:lnTo>
                    <a:pt x="121774" y="67355"/>
                  </a:lnTo>
                  <a:lnTo>
                    <a:pt x="122210" y="67355"/>
                  </a:lnTo>
                  <a:lnTo>
                    <a:pt x="121919" y="66992"/>
                  </a:lnTo>
                  <a:close/>
                </a:path>
                <a:path w="255270" h="462279">
                  <a:moveTo>
                    <a:pt x="122875" y="66574"/>
                  </a:moveTo>
                  <a:lnTo>
                    <a:pt x="122621" y="66574"/>
                  </a:lnTo>
                  <a:lnTo>
                    <a:pt x="123090" y="67355"/>
                  </a:lnTo>
                  <a:lnTo>
                    <a:pt x="124826" y="67355"/>
                  </a:lnTo>
                  <a:lnTo>
                    <a:pt x="122875" y="66574"/>
                  </a:lnTo>
                  <a:close/>
                </a:path>
                <a:path w="255270" h="462279">
                  <a:moveTo>
                    <a:pt x="240267" y="64826"/>
                  </a:moveTo>
                  <a:lnTo>
                    <a:pt x="227321" y="64826"/>
                  </a:lnTo>
                  <a:lnTo>
                    <a:pt x="227136" y="66060"/>
                  </a:lnTo>
                  <a:lnTo>
                    <a:pt x="227059" y="66574"/>
                  </a:lnTo>
                  <a:lnTo>
                    <a:pt x="226942" y="67355"/>
                  </a:lnTo>
                  <a:lnTo>
                    <a:pt x="240020" y="67355"/>
                  </a:lnTo>
                  <a:lnTo>
                    <a:pt x="240093" y="66992"/>
                  </a:lnTo>
                  <a:lnTo>
                    <a:pt x="240177" y="66574"/>
                  </a:lnTo>
                  <a:lnTo>
                    <a:pt x="240279" y="66060"/>
                  </a:lnTo>
                  <a:lnTo>
                    <a:pt x="239896" y="66060"/>
                  </a:lnTo>
                  <a:lnTo>
                    <a:pt x="240267" y="64826"/>
                  </a:lnTo>
                  <a:close/>
                </a:path>
                <a:path w="255270" h="462279">
                  <a:moveTo>
                    <a:pt x="240669" y="66060"/>
                  </a:moveTo>
                  <a:lnTo>
                    <a:pt x="240290" y="66060"/>
                  </a:lnTo>
                  <a:lnTo>
                    <a:pt x="240444" y="66574"/>
                  </a:lnTo>
                  <a:lnTo>
                    <a:pt x="240569" y="66992"/>
                  </a:lnTo>
                  <a:lnTo>
                    <a:pt x="240678" y="67355"/>
                  </a:lnTo>
                  <a:lnTo>
                    <a:pt x="240928" y="67355"/>
                  </a:lnTo>
                  <a:lnTo>
                    <a:pt x="240855" y="66992"/>
                  </a:lnTo>
                  <a:lnTo>
                    <a:pt x="240771" y="66574"/>
                  </a:lnTo>
                  <a:lnTo>
                    <a:pt x="240669" y="66060"/>
                  </a:lnTo>
                  <a:close/>
                </a:path>
                <a:path w="255270" h="462279">
                  <a:moveTo>
                    <a:pt x="241689" y="66060"/>
                  </a:moveTo>
                  <a:lnTo>
                    <a:pt x="241617" y="66992"/>
                  </a:lnTo>
                  <a:lnTo>
                    <a:pt x="241544" y="67355"/>
                  </a:lnTo>
                  <a:lnTo>
                    <a:pt x="242207" y="67355"/>
                  </a:lnTo>
                  <a:lnTo>
                    <a:pt x="241689" y="66060"/>
                  </a:lnTo>
                  <a:close/>
                </a:path>
                <a:path w="255270" h="462279">
                  <a:moveTo>
                    <a:pt x="121590" y="66060"/>
                  </a:moveTo>
                  <a:lnTo>
                    <a:pt x="121174" y="66060"/>
                  </a:lnTo>
                  <a:lnTo>
                    <a:pt x="121919" y="66992"/>
                  </a:lnTo>
                  <a:lnTo>
                    <a:pt x="122087" y="66574"/>
                  </a:lnTo>
                  <a:lnTo>
                    <a:pt x="122875" y="66574"/>
                  </a:lnTo>
                  <a:lnTo>
                    <a:pt x="121590" y="66060"/>
                  </a:lnTo>
                  <a:close/>
                </a:path>
                <a:path w="255270" h="462279">
                  <a:moveTo>
                    <a:pt x="124589" y="64826"/>
                  </a:moveTo>
                  <a:lnTo>
                    <a:pt x="124084" y="64826"/>
                  </a:lnTo>
                  <a:lnTo>
                    <a:pt x="124213" y="66060"/>
                  </a:lnTo>
                  <a:lnTo>
                    <a:pt x="124560" y="66992"/>
                  </a:lnTo>
                  <a:lnTo>
                    <a:pt x="124589" y="64826"/>
                  </a:lnTo>
                  <a:close/>
                </a:path>
                <a:path w="255270" h="462279">
                  <a:moveTo>
                    <a:pt x="119890" y="66060"/>
                  </a:moveTo>
                  <a:lnTo>
                    <a:pt x="118913" y="66060"/>
                  </a:lnTo>
                  <a:lnTo>
                    <a:pt x="119941" y="66574"/>
                  </a:lnTo>
                  <a:lnTo>
                    <a:pt x="119890" y="66060"/>
                  </a:lnTo>
                  <a:close/>
                </a:path>
                <a:path w="255270" h="462279">
                  <a:moveTo>
                    <a:pt x="122313" y="66060"/>
                  </a:moveTo>
                  <a:lnTo>
                    <a:pt x="122087" y="66574"/>
                  </a:lnTo>
                  <a:lnTo>
                    <a:pt x="122621" y="66574"/>
                  </a:lnTo>
                  <a:lnTo>
                    <a:pt x="122313" y="66060"/>
                  </a:lnTo>
                  <a:close/>
                </a:path>
                <a:path w="255270" h="462279">
                  <a:moveTo>
                    <a:pt x="203647" y="66060"/>
                  </a:moveTo>
                  <a:lnTo>
                    <a:pt x="203179" y="66574"/>
                  </a:lnTo>
                  <a:lnTo>
                    <a:pt x="203569" y="66574"/>
                  </a:lnTo>
                  <a:lnTo>
                    <a:pt x="203647" y="66060"/>
                  </a:lnTo>
                  <a:close/>
                </a:path>
                <a:path w="255270" h="462279">
                  <a:moveTo>
                    <a:pt x="117220" y="63500"/>
                  </a:moveTo>
                  <a:lnTo>
                    <a:pt x="116204" y="63500"/>
                  </a:lnTo>
                  <a:lnTo>
                    <a:pt x="116365" y="64826"/>
                  </a:lnTo>
                  <a:lnTo>
                    <a:pt x="117106" y="66060"/>
                  </a:lnTo>
                  <a:lnTo>
                    <a:pt x="117989" y="66060"/>
                  </a:lnTo>
                  <a:lnTo>
                    <a:pt x="117618" y="64826"/>
                  </a:lnTo>
                  <a:lnTo>
                    <a:pt x="117220" y="64826"/>
                  </a:lnTo>
                  <a:lnTo>
                    <a:pt x="117220" y="63500"/>
                  </a:lnTo>
                  <a:close/>
                </a:path>
                <a:path w="255270" h="462279">
                  <a:moveTo>
                    <a:pt x="122566" y="64826"/>
                  </a:moveTo>
                  <a:lnTo>
                    <a:pt x="118713" y="64826"/>
                  </a:lnTo>
                  <a:lnTo>
                    <a:pt x="120812" y="66060"/>
                  </a:lnTo>
                  <a:lnTo>
                    <a:pt x="122813" y="66060"/>
                  </a:lnTo>
                  <a:lnTo>
                    <a:pt x="122566" y="64826"/>
                  </a:lnTo>
                  <a:close/>
                </a:path>
                <a:path w="255270" h="462279">
                  <a:moveTo>
                    <a:pt x="126144" y="64826"/>
                  </a:moveTo>
                  <a:lnTo>
                    <a:pt x="125173" y="64826"/>
                  </a:lnTo>
                  <a:lnTo>
                    <a:pt x="126901" y="66060"/>
                  </a:lnTo>
                  <a:lnTo>
                    <a:pt x="126144" y="64826"/>
                  </a:lnTo>
                  <a:close/>
                </a:path>
                <a:path w="255270" h="462279">
                  <a:moveTo>
                    <a:pt x="205522" y="64826"/>
                  </a:moveTo>
                  <a:lnTo>
                    <a:pt x="204794" y="64826"/>
                  </a:lnTo>
                  <a:lnTo>
                    <a:pt x="203545" y="66060"/>
                  </a:lnTo>
                  <a:lnTo>
                    <a:pt x="205522" y="64826"/>
                  </a:lnTo>
                  <a:close/>
                </a:path>
                <a:path w="255270" h="462279">
                  <a:moveTo>
                    <a:pt x="239204" y="62018"/>
                  </a:moveTo>
                  <a:lnTo>
                    <a:pt x="224535" y="62018"/>
                  </a:lnTo>
                  <a:lnTo>
                    <a:pt x="224535" y="64826"/>
                  </a:lnTo>
                  <a:lnTo>
                    <a:pt x="240272" y="64826"/>
                  </a:lnTo>
                  <a:lnTo>
                    <a:pt x="240025" y="66060"/>
                  </a:lnTo>
                  <a:lnTo>
                    <a:pt x="239892" y="66060"/>
                  </a:lnTo>
                  <a:lnTo>
                    <a:pt x="240509" y="64826"/>
                  </a:lnTo>
                  <a:lnTo>
                    <a:pt x="240537" y="63500"/>
                  </a:lnTo>
                  <a:lnTo>
                    <a:pt x="238251" y="63500"/>
                  </a:lnTo>
                  <a:lnTo>
                    <a:pt x="239277" y="62474"/>
                  </a:lnTo>
                  <a:lnTo>
                    <a:pt x="239614" y="62474"/>
                  </a:lnTo>
                  <a:lnTo>
                    <a:pt x="239204" y="62018"/>
                  </a:lnTo>
                  <a:close/>
                </a:path>
                <a:path w="255270" h="462279">
                  <a:moveTo>
                    <a:pt x="121284" y="60960"/>
                  </a:moveTo>
                  <a:lnTo>
                    <a:pt x="119125" y="60960"/>
                  </a:lnTo>
                  <a:lnTo>
                    <a:pt x="121242" y="62018"/>
                  </a:lnTo>
                  <a:lnTo>
                    <a:pt x="117919" y="62018"/>
                  </a:lnTo>
                  <a:lnTo>
                    <a:pt x="120141" y="63500"/>
                  </a:lnTo>
                  <a:lnTo>
                    <a:pt x="118550" y="64826"/>
                  </a:lnTo>
                  <a:lnTo>
                    <a:pt x="123113" y="64826"/>
                  </a:lnTo>
                  <a:lnTo>
                    <a:pt x="121919" y="63500"/>
                  </a:lnTo>
                  <a:lnTo>
                    <a:pt x="120649" y="63500"/>
                  </a:lnTo>
                  <a:lnTo>
                    <a:pt x="120906" y="62474"/>
                  </a:lnTo>
                  <a:lnTo>
                    <a:pt x="121020" y="62018"/>
                  </a:lnTo>
                  <a:lnTo>
                    <a:pt x="121135" y="61557"/>
                  </a:lnTo>
                  <a:lnTo>
                    <a:pt x="121179" y="61383"/>
                  </a:lnTo>
                  <a:lnTo>
                    <a:pt x="121284" y="60960"/>
                  </a:lnTo>
                  <a:close/>
                </a:path>
                <a:path w="255270" h="462279">
                  <a:moveTo>
                    <a:pt x="121919" y="63500"/>
                  </a:moveTo>
                  <a:lnTo>
                    <a:pt x="123113" y="64826"/>
                  </a:lnTo>
                  <a:lnTo>
                    <a:pt x="126428" y="64826"/>
                  </a:lnTo>
                  <a:lnTo>
                    <a:pt x="121919" y="63500"/>
                  </a:lnTo>
                  <a:close/>
                </a:path>
                <a:path w="255270" h="462279">
                  <a:moveTo>
                    <a:pt x="123507" y="60325"/>
                  </a:moveTo>
                  <a:lnTo>
                    <a:pt x="123583" y="62474"/>
                  </a:lnTo>
                  <a:lnTo>
                    <a:pt x="126302" y="64826"/>
                  </a:lnTo>
                  <a:lnTo>
                    <a:pt x="125845" y="64826"/>
                  </a:lnTo>
                  <a:lnTo>
                    <a:pt x="126110" y="63500"/>
                  </a:lnTo>
                  <a:lnTo>
                    <a:pt x="126110" y="62018"/>
                  </a:lnTo>
                  <a:lnTo>
                    <a:pt x="126674" y="62018"/>
                  </a:lnTo>
                  <a:lnTo>
                    <a:pt x="125618" y="60960"/>
                  </a:lnTo>
                  <a:lnTo>
                    <a:pt x="123697" y="60960"/>
                  </a:lnTo>
                  <a:lnTo>
                    <a:pt x="123507" y="60325"/>
                  </a:lnTo>
                  <a:close/>
                </a:path>
                <a:path w="255270" h="462279">
                  <a:moveTo>
                    <a:pt x="134492" y="63500"/>
                  </a:moveTo>
                  <a:lnTo>
                    <a:pt x="133603" y="63500"/>
                  </a:lnTo>
                  <a:lnTo>
                    <a:pt x="135327" y="64826"/>
                  </a:lnTo>
                  <a:lnTo>
                    <a:pt x="134492" y="63500"/>
                  </a:lnTo>
                  <a:close/>
                </a:path>
                <a:path w="255270" h="462279">
                  <a:moveTo>
                    <a:pt x="241045" y="62018"/>
                  </a:moveTo>
                  <a:lnTo>
                    <a:pt x="239733" y="62018"/>
                  </a:lnTo>
                  <a:lnTo>
                    <a:pt x="239277" y="62474"/>
                  </a:lnTo>
                  <a:lnTo>
                    <a:pt x="239614" y="62474"/>
                  </a:lnTo>
                  <a:lnTo>
                    <a:pt x="240537" y="63500"/>
                  </a:lnTo>
                  <a:lnTo>
                    <a:pt x="241201" y="64826"/>
                  </a:lnTo>
                  <a:lnTo>
                    <a:pt x="242747" y="64826"/>
                  </a:lnTo>
                  <a:lnTo>
                    <a:pt x="241553" y="63500"/>
                  </a:lnTo>
                  <a:lnTo>
                    <a:pt x="241045" y="63500"/>
                  </a:lnTo>
                  <a:lnTo>
                    <a:pt x="241045" y="62018"/>
                  </a:lnTo>
                  <a:close/>
                </a:path>
                <a:path w="255270" h="462279">
                  <a:moveTo>
                    <a:pt x="122442" y="62474"/>
                  </a:moveTo>
                  <a:lnTo>
                    <a:pt x="121675" y="62474"/>
                  </a:lnTo>
                  <a:lnTo>
                    <a:pt x="120649" y="63500"/>
                  </a:lnTo>
                  <a:lnTo>
                    <a:pt x="123570" y="63500"/>
                  </a:lnTo>
                  <a:lnTo>
                    <a:pt x="122442" y="62474"/>
                  </a:lnTo>
                  <a:close/>
                </a:path>
                <a:path w="255270" h="462279">
                  <a:moveTo>
                    <a:pt x="126674" y="62018"/>
                  </a:moveTo>
                  <a:lnTo>
                    <a:pt x="126851" y="62474"/>
                  </a:lnTo>
                  <a:lnTo>
                    <a:pt x="126999" y="63500"/>
                  </a:lnTo>
                  <a:lnTo>
                    <a:pt x="127634" y="63500"/>
                  </a:lnTo>
                  <a:lnTo>
                    <a:pt x="127122" y="62474"/>
                  </a:lnTo>
                  <a:lnTo>
                    <a:pt x="126674" y="62018"/>
                  </a:lnTo>
                  <a:close/>
                </a:path>
                <a:path w="255270" h="462279">
                  <a:moveTo>
                    <a:pt x="128958" y="62474"/>
                  </a:moveTo>
                  <a:lnTo>
                    <a:pt x="127317" y="62474"/>
                  </a:lnTo>
                  <a:lnTo>
                    <a:pt x="128650" y="63500"/>
                  </a:lnTo>
                  <a:lnTo>
                    <a:pt x="128958" y="62474"/>
                  </a:lnTo>
                  <a:close/>
                </a:path>
                <a:path w="255270" h="462279">
                  <a:moveTo>
                    <a:pt x="132333" y="62018"/>
                  </a:moveTo>
                  <a:lnTo>
                    <a:pt x="125303" y="62474"/>
                  </a:lnTo>
                  <a:lnTo>
                    <a:pt x="131787" y="62474"/>
                  </a:lnTo>
                  <a:lnTo>
                    <a:pt x="133222" y="63500"/>
                  </a:lnTo>
                  <a:lnTo>
                    <a:pt x="132333" y="62018"/>
                  </a:lnTo>
                  <a:close/>
                </a:path>
                <a:path w="255270" h="462279">
                  <a:moveTo>
                    <a:pt x="242623" y="62474"/>
                  </a:moveTo>
                  <a:lnTo>
                    <a:pt x="242379" y="62474"/>
                  </a:lnTo>
                  <a:lnTo>
                    <a:pt x="241045" y="63500"/>
                  </a:lnTo>
                  <a:lnTo>
                    <a:pt x="242315" y="63500"/>
                  </a:lnTo>
                  <a:lnTo>
                    <a:pt x="242623" y="62474"/>
                  </a:lnTo>
                  <a:close/>
                </a:path>
                <a:path w="255270" h="462279">
                  <a:moveTo>
                    <a:pt x="122131" y="62018"/>
                  </a:moveTo>
                  <a:lnTo>
                    <a:pt x="121941" y="62018"/>
                  </a:lnTo>
                  <a:lnTo>
                    <a:pt x="122442" y="62474"/>
                  </a:lnTo>
                  <a:lnTo>
                    <a:pt x="121675" y="62474"/>
                  </a:lnTo>
                  <a:lnTo>
                    <a:pt x="122131" y="62018"/>
                  </a:lnTo>
                  <a:close/>
                </a:path>
                <a:path w="255270" h="462279">
                  <a:moveTo>
                    <a:pt x="126110" y="57150"/>
                  </a:moveTo>
                  <a:lnTo>
                    <a:pt x="124078" y="57150"/>
                  </a:lnTo>
                  <a:lnTo>
                    <a:pt x="124967" y="58420"/>
                  </a:lnTo>
                  <a:lnTo>
                    <a:pt x="125602" y="58420"/>
                  </a:lnTo>
                  <a:lnTo>
                    <a:pt x="125856" y="59690"/>
                  </a:lnTo>
                  <a:lnTo>
                    <a:pt x="125094" y="60960"/>
                  </a:lnTo>
                  <a:lnTo>
                    <a:pt x="125983" y="60960"/>
                  </a:lnTo>
                  <a:lnTo>
                    <a:pt x="126469" y="61557"/>
                  </a:lnTo>
                  <a:lnTo>
                    <a:pt x="126894" y="62018"/>
                  </a:lnTo>
                  <a:lnTo>
                    <a:pt x="127122" y="62474"/>
                  </a:lnTo>
                  <a:lnTo>
                    <a:pt x="128108" y="60325"/>
                  </a:lnTo>
                  <a:lnTo>
                    <a:pt x="128189" y="60151"/>
                  </a:lnTo>
                  <a:lnTo>
                    <a:pt x="127634" y="59690"/>
                  </a:lnTo>
                  <a:lnTo>
                    <a:pt x="126110" y="59690"/>
                  </a:lnTo>
                  <a:lnTo>
                    <a:pt x="126110" y="57150"/>
                  </a:lnTo>
                  <a:close/>
                </a:path>
                <a:path w="255270" h="462279">
                  <a:moveTo>
                    <a:pt x="131148" y="62018"/>
                  </a:moveTo>
                  <a:lnTo>
                    <a:pt x="129095" y="62018"/>
                  </a:lnTo>
                  <a:lnTo>
                    <a:pt x="128958" y="62474"/>
                  </a:lnTo>
                  <a:lnTo>
                    <a:pt x="131787" y="62474"/>
                  </a:lnTo>
                  <a:lnTo>
                    <a:pt x="131148" y="62018"/>
                  </a:lnTo>
                  <a:close/>
                </a:path>
                <a:path w="255270" h="462279">
                  <a:moveTo>
                    <a:pt x="242972" y="62018"/>
                  </a:moveTo>
                  <a:lnTo>
                    <a:pt x="242760" y="62018"/>
                  </a:lnTo>
                  <a:lnTo>
                    <a:pt x="242623" y="62474"/>
                  </a:lnTo>
                  <a:lnTo>
                    <a:pt x="242379" y="62474"/>
                  </a:lnTo>
                  <a:lnTo>
                    <a:pt x="242972" y="62018"/>
                  </a:lnTo>
                  <a:close/>
                </a:path>
                <a:path w="255270" h="462279">
                  <a:moveTo>
                    <a:pt x="118744" y="60960"/>
                  </a:moveTo>
                  <a:lnTo>
                    <a:pt x="118427" y="62018"/>
                  </a:lnTo>
                  <a:lnTo>
                    <a:pt x="119274" y="62018"/>
                  </a:lnTo>
                  <a:lnTo>
                    <a:pt x="118744" y="60960"/>
                  </a:lnTo>
                  <a:close/>
                </a:path>
                <a:path w="255270" h="462279">
                  <a:moveTo>
                    <a:pt x="121665" y="60960"/>
                  </a:moveTo>
                  <a:lnTo>
                    <a:pt x="122195" y="62018"/>
                  </a:lnTo>
                  <a:lnTo>
                    <a:pt x="123027" y="62018"/>
                  </a:lnTo>
                  <a:lnTo>
                    <a:pt x="121665" y="60960"/>
                  </a:lnTo>
                  <a:close/>
                </a:path>
                <a:path w="255270" h="462279">
                  <a:moveTo>
                    <a:pt x="135762" y="57150"/>
                  </a:moveTo>
                  <a:lnTo>
                    <a:pt x="127253" y="57150"/>
                  </a:lnTo>
                  <a:lnTo>
                    <a:pt x="127634" y="59690"/>
                  </a:lnTo>
                  <a:lnTo>
                    <a:pt x="128396" y="59690"/>
                  </a:lnTo>
                  <a:lnTo>
                    <a:pt x="128189" y="60151"/>
                  </a:lnTo>
                  <a:lnTo>
                    <a:pt x="129158" y="60960"/>
                  </a:lnTo>
                  <a:lnTo>
                    <a:pt x="128396" y="60960"/>
                  </a:lnTo>
                  <a:lnTo>
                    <a:pt x="130196" y="62018"/>
                  </a:lnTo>
                  <a:lnTo>
                    <a:pt x="130259" y="61383"/>
                  </a:lnTo>
                  <a:lnTo>
                    <a:pt x="129963" y="60960"/>
                  </a:lnTo>
                  <a:lnTo>
                    <a:pt x="128777" y="58420"/>
                  </a:lnTo>
                  <a:lnTo>
                    <a:pt x="135889" y="58420"/>
                  </a:lnTo>
                  <a:lnTo>
                    <a:pt x="135762" y="57150"/>
                  </a:lnTo>
                  <a:close/>
                </a:path>
                <a:path w="255270" h="462279">
                  <a:moveTo>
                    <a:pt x="130301" y="60960"/>
                  </a:moveTo>
                  <a:lnTo>
                    <a:pt x="130242" y="61557"/>
                  </a:lnTo>
                  <a:lnTo>
                    <a:pt x="130457" y="62018"/>
                  </a:lnTo>
                  <a:lnTo>
                    <a:pt x="130386" y="61383"/>
                  </a:lnTo>
                  <a:lnTo>
                    <a:pt x="130301" y="60960"/>
                  </a:lnTo>
                  <a:close/>
                </a:path>
                <a:path w="255270" h="462279">
                  <a:moveTo>
                    <a:pt x="131698" y="59690"/>
                  </a:moveTo>
                  <a:lnTo>
                    <a:pt x="129666" y="59690"/>
                  </a:lnTo>
                  <a:lnTo>
                    <a:pt x="130428" y="60960"/>
                  </a:lnTo>
                  <a:lnTo>
                    <a:pt x="130534" y="62018"/>
                  </a:lnTo>
                  <a:lnTo>
                    <a:pt x="132333" y="62018"/>
                  </a:lnTo>
                  <a:lnTo>
                    <a:pt x="131698" y="60960"/>
                  </a:lnTo>
                  <a:lnTo>
                    <a:pt x="131698" y="59690"/>
                  </a:lnTo>
                  <a:close/>
                </a:path>
                <a:path w="255270" h="462279">
                  <a:moveTo>
                    <a:pt x="136651" y="60960"/>
                  </a:moveTo>
                  <a:lnTo>
                    <a:pt x="135381" y="60960"/>
                  </a:lnTo>
                  <a:lnTo>
                    <a:pt x="137075" y="62018"/>
                  </a:lnTo>
                  <a:lnTo>
                    <a:pt x="137286" y="62018"/>
                  </a:lnTo>
                  <a:lnTo>
                    <a:pt x="136651" y="60960"/>
                  </a:lnTo>
                  <a:close/>
                </a:path>
                <a:path w="255270" h="462279">
                  <a:moveTo>
                    <a:pt x="237642" y="53513"/>
                  </a:moveTo>
                  <a:lnTo>
                    <a:pt x="221649" y="53513"/>
                  </a:lnTo>
                  <a:lnTo>
                    <a:pt x="221734" y="53935"/>
                  </a:lnTo>
                  <a:lnTo>
                    <a:pt x="221779" y="54759"/>
                  </a:lnTo>
                  <a:lnTo>
                    <a:pt x="221233" y="55668"/>
                  </a:lnTo>
                  <a:lnTo>
                    <a:pt x="221106" y="55880"/>
                  </a:lnTo>
                  <a:lnTo>
                    <a:pt x="220725" y="55880"/>
                  </a:lnTo>
                  <a:lnTo>
                    <a:pt x="222630" y="57150"/>
                  </a:lnTo>
                  <a:lnTo>
                    <a:pt x="221741" y="59690"/>
                  </a:lnTo>
                  <a:lnTo>
                    <a:pt x="223646" y="60960"/>
                  </a:lnTo>
                  <a:lnTo>
                    <a:pt x="224070" y="62018"/>
                  </a:lnTo>
                  <a:lnTo>
                    <a:pt x="224250" y="62018"/>
                  </a:lnTo>
                  <a:lnTo>
                    <a:pt x="224457" y="61557"/>
                  </a:lnTo>
                  <a:lnTo>
                    <a:pt x="224535" y="61383"/>
                  </a:lnTo>
                  <a:lnTo>
                    <a:pt x="224154" y="60960"/>
                  </a:lnTo>
                  <a:lnTo>
                    <a:pt x="224726" y="60960"/>
                  </a:lnTo>
                  <a:lnTo>
                    <a:pt x="225297" y="59690"/>
                  </a:lnTo>
                  <a:lnTo>
                    <a:pt x="240791" y="59690"/>
                  </a:lnTo>
                  <a:lnTo>
                    <a:pt x="242188" y="58420"/>
                  </a:lnTo>
                  <a:lnTo>
                    <a:pt x="241807" y="57150"/>
                  </a:lnTo>
                  <a:lnTo>
                    <a:pt x="239140" y="57150"/>
                  </a:lnTo>
                  <a:lnTo>
                    <a:pt x="239977" y="54759"/>
                  </a:lnTo>
                  <a:lnTo>
                    <a:pt x="237613" y="54759"/>
                  </a:lnTo>
                  <a:lnTo>
                    <a:pt x="237642" y="53513"/>
                  </a:lnTo>
                  <a:close/>
                </a:path>
                <a:path w="255270" h="462279">
                  <a:moveTo>
                    <a:pt x="239521" y="60960"/>
                  </a:moveTo>
                  <a:lnTo>
                    <a:pt x="224726" y="60960"/>
                  </a:lnTo>
                  <a:lnTo>
                    <a:pt x="224535" y="61383"/>
                  </a:lnTo>
                  <a:lnTo>
                    <a:pt x="225107" y="62018"/>
                  </a:lnTo>
                  <a:lnTo>
                    <a:pt x="239521" y="62018"/>
                  </a:lnTo>
                  <a:lnTo>
                    <a:pt x="239521" y="60960"/>
                  </a:lnTo>
                  <a:close/>
                </a:path>
                <a:path w="255270" h="462279">
                  <a:moveTo>
                    <a:pt x="241553" y="60960"/>
                  </a:moveTo>
                  <a:lnTo>
                    <a:pt x="241045" y="60960"/>
                  </a:lnTo>
                  <a:lnTo>
                    <a:pt x="240622" y="62018"/>
                  </a:lnTo>
                  <a:lnTo>
                    <a:pt x="241659" y="62018"/>
                  </a:lnTo>
                  <a:lnTo>
                    <a:pt x="241553" y="60960"/>
                  </a:lnTo>
                  <a:close/>
                </a:path>
                <a:path w="255270" h="462279">
                  <a:moveTo>
                    <a:pt x="242569" y="61383"/>
                  </a:moveTo>
                  <a:lnTo>
                    <a:pt x="242286" y="61557"/>
                  </a:lnTo>
                  <a:lnTo>
                    <a:pt x="241871" y="62018"/>
                  </a:lnTo>
                  <a:lnTo>
                    <a:pt x="242188" y="62018"/>
                  </a:lnTo>
                  <a:lnTo>
                    <a:pt x="242465" y="61557"/>
                  </a:lnTo>
                  <a:lnTo>
                    <a:pt x="242569" y="61383"/>
                  </a:lnTo>
                  <a:close/>
                </a:path>
                <a:path w="255270" h="462279">
                  <a:moveTo>
                    <a:pt x="124205" y="59690"/>
                  </a:moveTo>
                  <a:lnTo>
                    <a:pt x="123951" y="60960"/>
                  </a:lnTo>
                  <a:lnTo>
                    <a:pt x="125618" y="60960"/>
                  </a:lnTo>
                  <a:lnTo>
                    <a:pt x="124205" y="59690"/>
                  </a:lnTo>
                  <a:close/>
                </a:path>
                <a:path w="255270" h="462279">
                  <a:moveTo>
                    <a:pt x="205612" y="59690"/>
                  </a:moveTo>
                  <a:lnTo>
                    <a:pt x="204342" y="60960"/>
                  </a:lnTo>
                  <a:lnTo>
                    <a:pt x="205866" y="60960"/>
                  </a:lnTo>
                  <a:lnTo>
                    <a:pt x="205739" y="60325"/>
                  </a:lnTo>
                  <a:lnTo>
                    <a:pt x="205612" y="59690"/>
                  </a:lnTo>
                  <a:close/>
                </a:path>
                <a:path w="255270" h="462279">
                  <a:moveTo>
                    <a:pt x="240791" y="59690"/>
                  </a:moveTo>
                  <a:lnTo>
                    <a:pt x="225297" y="59690"/>
                  </a:lnTo>
                  <a:lnTo>
                    <a:pt x="225932" y="60960"/>
                  </a:lnTo>
                  <a:lnTo>
                    <a:pt x="240918" y="60960"/>
                  </a:lnTo>
                  <a:lnTo>
                    <a:pt x="241236" y="60325"/>
                  </a:lnTo>
                  <a:lnTo>
                    <a:pt x="240791" y="59690"/>
                  </a:lnTo>
                  <a:close/>
                </a:path>
                <a:path w="255270" h="462279">
                  <a:moveTo>
                    <a:pt x="241553" y="59690"/>
                  </a:moveTo>
                  <a:lnTo>
                    <a:pt x="241323" y="60151"/>
                  </a:lnTo>
                  <a:lnTo>
                    <a:pt x="241236" y="60325"/>
                  </a:lnTo>
                  <a:lnTo>
                    <a:pt x="241680" y="60960"/>
                  </a:lnTo>
                  <a:lnTo>
                    <a:pt x="241600" y="60151"/>
                  </a:lnTo>
                  <a:lnTo>
                    <a:pt x="241553" y="59690"/>
                  </a:lnTo>
                  <a:close/>
                </a:path>
                <a:path w="255270" h="462279">
                  <a:moveTo>
                    <a:pt x="123443" y="59690"/>
                  </a:moveTo>
                  <a:lnTo>
                    <a:pt x="123455" y="60151"/>
                  </a:lnTo>
                  <a:lnTo>
                    <a:pt x="123443" y="59690"/>
                  </a:lnTo>
                  <a:close/>
                </a:path>
                <a:path w="255270" h="462279">
                  <a:moveTo>
                    <a:pt x="131444" y="58420"/>
                  </a:moveTo>
                  <a:lnTo>
                    <a:pt x="128777" y="58420"/>
                  </a:lnTo>
                  <a:lnTo>
                    <a:pt x="131444" y="59690"/>
                  </a:lnTo>
                  <a:lnTo>
                    <a:pt x="133349" y="59690"/>
                  </a:lnTo>
                  <a:lnTo>
                    <a:pt x="131444" y="58420"/>
                  </a:lnTo>
                  <a:close/>
                </a:path>
                <a:path w="255270" h="462279">
                  <a:moveTo>
                    <a:pt x="133730" y="58420"/>
                  </a:moveTo>
                  <a:lnTo>
                    <a:pt x="132333" y="58420"/>
                  </a:lnTo>
                  <a:lnTo>
                    <a:pt x="133730" y="59690"/>
                  </a:lnTo>
                  <a:lnTo>
                    <a:pt x="133730" y="58420"/>
                  </a:lnTo>
                  <a:close/>
                </a:path>
                <a:path w="255270" h="462279">
                  <a:moveTo>
                    <a:pt x="134873" y="58420"/>
                  </a:moveTo>
                  <a:lnTo>
                    <a:pt x="134365" y="58420"/>
                  </a:lnTo>
                  <a:lnTo>
                    <a:pt x="134619" y="59690"/>
                  </a:lnTo>
                  <a:lnTo>
                    <a:pt x="135635" y="59690"/>
                  </a:lnTo>
                  <a:lnTo>
                    <a:pt x="134873" y="58420"/>
                  </a:lnTo>
                  <a:close/>
                </a:path>
                <a:path w="255270" h="462279">
                  <a:moveTo>
                    <a:pt x="122046" y="57150"/>
                  </a:moveTo>
                  <a:lnTo>
                    <a:pt x="121665" y="58420"/>
                  </a:lnTo>
                  <a:lnTo>
                    <a:pt x="122427" y="58420"/>
                  </a:lnTo>
                  <a:lnTo>
                    <a:pt x="122046" y="57150"/>
                  </a:lnTo>
                  <a:close/>
                </a:path>
                <a:path w="255270" h="462279">
                  <a:moveTo>
                    <a:pt x="136651" y="55880"/>
                  </a:moveTo>
                  <a:lnTo>
                    <a:pt x="137413" y="57150"/>
                  </a:lnTo>
                  <a:lnTo>
                    <a:pt x="136143" y="57150"/>
                  </a:lnTo>
                  <a:lnTo>
                    <a:pt x="136016" y="58420"/>
                  </a:lnTo>
                  <a:lnTo>
                    <a:pt x="138429" y="58420"/>
                  </a:lnTo>
                  <a:lnTo>
                    <a:pt x="137794" y="57150"/>
                  </a:lnTo>
                  <a:lnTo>
                    <a:pt x="136651" y="55880"/>
                  </a:lnTo>
                  <a:close/>
                </a:path>
                <a:path w="255270" h="462279">
                  <a:moveTo>
                    <a:pt x="140715" y="55880"/>
                  </a:moveTo>
                  <a:lnTo>
                    <a:pt x="140080" y="55880"/>
                  </a:lnTo>
                  <a:lnTo>
                    <a:pt x="140207" y="57150"/>
                  </a:lnTo>
                  <a:lnTo>
                    <a:pt x="139318" y="57150"/>
                  </a:lnTo>
                  <a:lnTo>
                    <a:pt x="140207" y="58420"/>
                  </a:lnTo>
                  <a:lnTo>
                    <a:pt x="140715" y="58420"/>
                  </a:lnTo>
                  <a:lnTo>
                    <a:pt x="140969" y="57150"/>
                  </a:lnTo>
                  <a:lnTo>
                    <a:pt x="140715" y="55880"/>
                  </a:lnTo>
                  <a:close/>
                </a:path>
                <a:path w="255270" h="462279">
                  <a:moveTo>
                    <a:pt x="125475" y="55880"/>
                  </a:moveTo>
                  <a:lnTo>
                    <a:pt x="124459" y="55880"/>
                  </a:lnTo>
                  <a:lnTo>
                    <a:pt x="124840" y="57150"/>
                  </a:lnTo>
                  <a:lnTo>
                    <a:pt x="125221" y="57150"/>
                  </a:lnTo>
                  <a:lnTo>
                    <a:pt x="125475" y="55880"/>
                  </a:lnTo>
                  <a:close/>
                </a:path>
                <a:path w="255270" h="462279">
                  <a:moveTo>
                    <a:pt x="135127" y="55880"/>
                  </a:moveTo>
                  <a:lnTo>
                    <a:pt x="127634" y="55880"/>
                  </a:lnTo>
                  <a:lnTo>
                    <a:pt x="126110" y="57150"/>
                  </a:lnTo>
                  <a:lnTo>
                    <a:pt x="133476" y="57150"/>
                  </a:lnTo>
                  <a:lnTo>
                    <a:pt x="135127" y="55880"/>
                  </a:lnTo>
                  <a:close/>
                </a:path>
                <a:path w="255270" h="462279">
                  <a:moveTo>
                    <a:pt x="138810" y="55880"/>
                  </a:moveTo>
                  <a:lnTo>
                    <a:pt x="138175" y="55880"/>
                  </a:lnTo>
                  <a:lnTo>
                    <a:pt x="138556" y="57150"/>
                  </a:lnTo>
                  <a:lnTo>
                    <a:pt x="139191" y="57150"/>
                  </a:lnTo>
                  <a:lnTo>
                    <a:pt x="138810" y="55880"/>
                  </a:lnTo>
                  <a:close/>
                </a:path>
                <a:path w="255270" h="462279">
                  <a:moveTo>
                    <a:pt x="144228" y="53513"/>
                  </a:moveTo>
                  <a:lnTo>
                    <a:pt x="142545" y="53513"/>
                  </a:lnTo>
                  <a:lnTo>
                    <a:pt x="142919" y="54759"/>
                  </a:lnTo>
                  <a:lnTo>
                    <a:pt x="141246" y="54759"/>
                  </a:lnTo>
                  <a:lnTo>
                    <a:pt x="141604" y="57150"/>
                  </a:lnTo>
                  <a:lnTo>
                    <a:pt x="143636" y="55880"/>
                  </a:lnTo>
                  <a:lnTo>
                    <a:pt x="144123" y="53935"/>
                  </a:lnTo>
                  <a:lnTo>
                    <a:pt x="144228" y="53513"/>
                  </a:lnTo>
                  <a:close/>
                </a:path>
                <a:path w="255270" h="462279">
                  <a:moveTo>
                    <a:pt x="125281" y="54759"/>
                  </a:moveTo>
                  <a:lnTo>
                    <a:pt x="125005" y="54759"/>
                  </a:lnTo>
                  <a:lnTo>
                    <a:pt x="126005" y="55668"/>
                  </a:lnTo>
                  <a:lnTo>
                    <a:pt x="125475" y="55668"/>
                  </a:lnTo>
                  <a:lnTo>
                    <a:pt x="125602" y="55880"/>
                  </a:lnTo>
                  <a:lnTo>
                    <a:pt x="125645" y="55668"/>
                  </a:lnTo>
                  <a:lnTo>
                    <a:pt x="125281" y="54759"/>
                  </a:lnTo>
                  <a:close/>
                </a:path>
                <a:path w="255270" h="462279">
                  <a:moveTo>
                    <a:pt x="126005" y="55668"/>
                  </a:moveTo>
                  <a:lnTo>
                    <a:pt x="125729" y="55880"/>
                  </a:lnTo>
                  <a:lnTo>
                    <a:pt x="126237" y="55880"/>
                  </a:lnTo>
                  <a:lnTo>
                    <a:pt x="126005" y="55668"/>
                  </a:lnTo>
                  <a:close/>
                </a:path>
                <a:path w="255270" h="462279">
                  <a:moveTo>
                    <a:pt x="124930" y="54759"/>
                  </a:moveTo>
                  <a:lnTo>
                    <a:pt x="124781" y="54759"/>
                  </a:lnTo>
                  <a:lnTo>
                    <a:pt x="126237" y="55880"/>
                  </a:lnTo>
                  <a:lnTo>
                    <a:pt x="127634" y="55880"/>
                  </a:lnTo>
                  <a:lnTo>
                    <a:pt x="127550" y="55668"/>
                  </a:lnTo>
                  <a:lnTo>
                    <a:pt x="125475" y="55668"/>
                  </a:lnTo>
                  <a:lnTo>
                    <a:pt x="124930" y="54759"/>
                  </a:lnTo>
                  <a:close/>
                </a:path>
                <a:path w="255270" h="462279">
                  <a:moveTo>
                    <a:pt x="130757" y="54759"/>
                  </a:moveTo>
                  <a:lnTo>
                    <a:pt x="127866" y="54759"/>
                  </a:lnTo>
                  <a:lnTo>
                    <a:pt x="128650" y="55880"/>
                  </a:lnTo>
                  <a:lnTo>
                    <a:pt x="131317" y="55880"/>
                  </a:lnTo>
                  <a:lnTo>
                    <a:pt x="130757" y="54759"/>
                  </a:lnTo>
                  <a:close/>
                </a:path>
                <a:path w="255270" h="462279">
                  <a:moveTo>
                    <a:pt x="138273" y="54759"/>
                  </a:moveTo>
                  <a:lnTo>
                    <a:pt x="131900" y="54759"/>
                  </a:lnTo>
                  <a:lnTo>
                    <a:pt x="132355" y="55668"/>
                  </a:lnTo>
                  <a:lnTo>
                    <a:pt x="132460" y="55880"/>
                  </a:lnTo>
                  <a:lnTo>
                    <a:pt x="138048" y="55880"/>
                  </a:lnTo>
                  <a:lnTo>
                    <a:pt x="138273" y="54759"/>
                  </a:lnTo>
                  <a:close/>
                </a:path>
                <a:path w="255270" h="462279">
                  <a:moveTo>
                    <a:pt x="139199" y="54759"/>
                  </a:moveTo>
                  <a:lnTo>
                    <a:pt x="138362" y="54759"/>
                  </a:lnTo>
                  <a:lnTo>
                    <a:pt x="138726" y="55668"/>
                  </a:lnTo>
                  <a:lnTo>
                    <a:pt x="138810" y="55880"/>
                  </a:lnTo>
                  <a:lnTo>
                    <a:pt x="140207" y="55880"/>
                  </a:lnTo>
                  <a:lnTo>
                    <a:pt x="139199" y="54759"/>
                  </a:lnTo>
                  <a:close/>
                </a:path>
                <a:path w="255270" h="462279">
                  <a:moveTo>
                    <a:pt x="207861" y="54759"/>
                  </a:moveTo>
                  <a:lnTo>
                    <a:pt x="204686" y="54759"/>
                  </a:lnTo>
                  <a:lnTo>
                    <a:pt x="205231" y="55668"/>
                  </a:lnTo>
                  <a:lnTo>
                    <a:pt x="205358" y="55880"/>
                  </a:lnTo>
                  <a:lnTo>
                    <a:pt x="206628" y="55880"/>
                  </a:lnTo>
                  <a:lnTo>
                    <a:pt x="207861" y="54759"/>
                  </a:lnTo>
                  <a:close/>
                </a:path>
                <a:path w="255270" h="462279">
                  <a:moveTo>
                    <a:pt x="126485" y="53935"/>
                  </a:moveTo>
                  <a:lnTo>
                    <a:pt x="126962" y="54759"/>
                  </a:lnTo>
                  <a:lnTo>
                    <a:pt x="125962" y="55668"/>
                  </a:lnTo>
                  <a:lnTo>
                    <a:pt x="127550" y="55668"/>
                  </a:lnTo>
                  <a:lnTo>
                    <a:pt x="127186" y="54759"/>
                  </a:lnTo>
                  <a:lnTo>
                    <a:pt x="128407" y="54759"/>
                  </a:lnTo>
                  <a:lnTo>
                    <a:pt x="126485" y="53935"/>
                  </a:lnTo>
                  <a:close/>
                </a:path>
                <a:path w="255270" h="462279">
                  <a:moveTo>
                    <a:pt x="124190" y="53935"/>
                  </a:moveTo>
                  <a:lnTo>
                    <a:pt x="124027" y="53935"/>
                  </a:lnTo>
                  <a:lnTo>
                    <a:pt x="123780" y="54759"/>
                  </a:lnTo>
                  <a:lnTo>
                    <a:pt x="124519" y="54759"/>
                  </a:lnTo>
                  <a:lnTo>
                    <a:pt x="124190" y="53935"/>
                  </a:lnTo>
                  <a:close/>
                </a:path>
                <a:path w="255270" h="462279">
                  <a:moveTo>
                    <a:pt x="125348" y="53513"/>
                  </a:moveTo>
                  <a:lnTo>
                    <a:pt x="124431" y="53513"/>
                  </a:lnTo>
                  <a:lnTo>
                    <a:pt x="126051" y="54759"/>
                  </a:lnTo>
                  <a:lnTo>
                    <a:pt x="125544" y="53935"/>
                  </a:lnTo>
                  <a:lnTo>
                    <a:pt x="125348" y="53513"/>
                  </a:lnTo>
                  <a:close/>
                </a:path>
                <a:path w="255270" h="462279">
                  <a:moveTo>
                    <a:pt x="138048" y="52070"/>
                  </a:moveTo>
                  <a:lnTo>
                    <a:pt x="132333" y="52070"/>
                  </a:lnTo>
                  <a:lnTo>
                    <a:pt x="131612" y="53513"/>
                  </a:lnTo>
                  <a:lnTo>
                    <a:pt x="130071" y="53513"/>
                  </a:lnTo>
                  <a:lnTo>
                    <a:pt x="132065" y="54759"/>
                  </a:lnTo>
                  <a:lnTo>
                    <a:pt x="139378" y="54759"/>
                  </a:lnTo>
                  <a:lnTo>
                    <a:pt x="138880" y="53513"/>
                  </a:lnTo>
                  <a:lnTo>
                    <a:pt x="138048" y="52070"/>
                  </a:lnTo>
                  <a:close/>
                </a:path>
                <a:path w="255270" h="462279">
                  <a:moveTo>
                    <a:pt x="140132" y="53513"/>
                  </a:moveTo>
                  <a:lnTo>
                    <a:pt x="139682" y="53513"/>
                  </a:lnTo>
                  <a:lnTo>
                    <a:pt x="139558" y="54759"/>
                  </a:lnTo>
                  <a:lnTo>
                    <a:pt x="140506" y="54759"/>
                  </a:lnTo>
                  <a:lnTo>
                    <a:pt x="140259" y="53935"/>
                  </a:lnTo>
                  <a:lnTo>
                    <a:pt x="140132" y="53513"/>
                  </a:lnTo>
                  <a:close/>
                </a:path>
                <a:path w="255270" h="462279">
                  <a:moveTo>
                    <a:pt x="141189" y="53935"/>
                  </a:moveTo>
                  <a:lnTo>
                    <a:pt x="140858" y="53935"/>
                  </a:lnTo>
                  <a:lnTo>
                    <a:pt x="140529" y="54759"/>
                  </a:lnTo>
                  <a:lnTo>
                    <a:pt x="143248" y="54759"/>
                  </a:lnTo>
                  <a:lnTo>
                    <a:pt x="141189" y="53935"/>
                  </a:lnTo>
                  <a:close/>
                </a:path>
                <a:path w="255270" h="462279">
                  <a:moveTo>
                    <a:pt x="142476" y="53513"/>
                  </a:moveTo>
                  <a:lnTo>
                    <a:pt x="141928" y="53513"/>
                  </a:lnTo>
                  <a:lnTo>
                    <a:pt x="142426" y="54759"/>
                  </a:lnTo>
                  <a:lnTo>
                    <a:pt x="142476" y="53513"/>
                  </a:lnTo>
                  <a:close/>
                </a:path>
                <a:path w="255270" h="462279">
                  <a:moveTo>
                    <a:pt x="124154" y="53513"/>
                  </a:moveTo>
                  <a:lnTo>
                    <a:pt x="124021" y="53513"/>
                  </a:lnTo>
                  <a:lnTo>
                    <a:pt x="124190" y="53935"/>
                  </a:lnTo>
                  <a:lnTo>
                    <a:pt x="124154" y="53513"/>
                  </a:lnTo>
                  <a:close/>
                </a:path>
                <a:path w="255270" h="462279">
                  <a:moveTo>
                    <a:pt x="126219" y="53513"/>
                  </a:moveTo>
                  <a:lnTo>
                    <a:pt x="125669" y="53513"/>
                  </a:lnTo>
                  <a:lnTo>
                    <a:pt x="126485" y="53935"/>
                  </a:lnTo>
                  <a:lnTo>
                    <a:pt x="126219" y="53513"/>
                  </a:lnTo>
                  <a:close/>
                </a:path>
                <a:path w="255270" h="462279">
                  <a:moveTo>
                    <a:pt x="141027" y="53513"/>
                  </a:moveTo>
                  <a:lnTo>
                    <a:pt x="140132" y="53513"/>
                  </a:lnTo>
                  <a:lnTo>
                    <a:pt x="141189" y="53935"/>
                  </a:lnTo>
                  <a:lnTo>
                    <a:pt x="140858" y="53935"/>
                  </a:lnTo>
                  <a:lnTo>
                    <a:pt x="141027" y="53513"/>
                  </a:lnTo>
                  <a:close/>
                </a:path>
                <a:path w="255270" h="462279">
                  <a:moveTo>
                    <a:pt x="126110" y="52070"/>
                  </a:moveTo>
                  <a:lnTo>
                    <a:pt x="124078" y="52070"/>
                  </a:lnTo>
                  <a:lnTo>
                    <a:pt x="124800" y="53513"/>
                  </a:lnTo>
                  <a:lnTo>
                    <a:pt x="125167" y="53513"/>
                  </a:lnTo>
                  <a:lnTo>
                    <a:pt x="126110" y="52070"/>
                  </a:lnTo>
                  <a:close/>
                </a:path>
                <a:path w="255270" h="462279">
                  <a:moveTo>
                    <a:pt x="128396" y="50800"/>
                  </a:moveTo>
                  <a:lnTo>
                    <a:pt x="127761" y="52070"/>
                  </a:lnTo>
                  <a:lnTo>
                    <a:pt x="128777" y="52070"/>
                  </a:lnTo>
                  <a:lnTo>
                    <a:pt x="129643" y="53513"/>
                  </a:lnTo>
                  <a:lnTo>
                    <a:pt x="129666" y="52070"/>
                  </a:lnTo>
                  <a:lnTo>
                    <a:pt x="128396" y="50800"/>
                  </a:lnTo>
                  <a:close/>
                </a:path>
                <a:path w="255270" h="462279">
                  <a:moveTo>
                    <a:pt x="130174" y="52070"/>
                  </a:moveTo>
                  <a:lnTo>
                    <a:pt x="129742" y="53513"/>
                  </a:lnTo>
                  <a:lnTo>
                    <a:pt x="131329" y="53513"/>
                  </a:lnTo>
                  <a:lnTo>
                    <a:pt x="130174" y="52070"/>
                  </a:lnTo>
                  <a:close/>
                </a:path>
                <a:path w="255270" h="462279">
                  <a:moveTo>
                    <a:pt x="147573" y="49530"/>
                  </a:moveTo>
                  <a:lnTo>
                    <a:pt x="147319" y="49530"/>
                  </a:lnTo>
                  <a:lnTo>
                    <a:pt x="146938" y="50800"/>
                  </a:lnTo>
                  <a:lnTo>
                    <a:pt x="130555" y="50800"/>
                  </a:lnTo>
                  <a:lnTo>
                    <a:pt x="131444" y="52070"/>
                  </a:lnTo>
                  <a:lnTo>
                    <a:pt x="139064" y="52070"/>
                  </a:lnTo>
                  <a:lnTo>
                    <a:pt x="139353" y="53513"/>
                  </a:lnTo>
                  <a:lnTo>
                    <a:pt x="147972" y="53513"/>
                  </a:lnTo>
                  <a:lnTo>
                    <a:pt x="147573" y="49530"/>
                  </a:lnTo>
                  <a:close/>
                </a:path>
                <a:path w="255270" h="462279">
                  <a:moveTo>
                    <a:pt x="237362" y="49530"/>
                  </a:moveTo>
                  <a:lnTo>
                    <a:pt x="220217" y="49530"/>
                  </a:lnTo>
                  <a:lnTo>
                    <a:pt x="219836" y="50800"/>
                  </a:lnTo>
                  <a:lnTo>
                    <a:pt x="217931" y="50800"/>
                  </a:lnTo>
                  <a:lnTo>
                    <a:pt x="218185" y="52070"/>
                  </a:lnTo>
                  <a:lnTo>
                    <a:pt x="218947" y="52070"/>
                  </a:lnTo>
                  <a:lnTo>
                    <a:pt x="218947" y="53513"/>
                  </a:lnTo>
                  <a:lnTo>
                    <a:pt x="237264" y="53513"/>
                  </a:lnTo>
                  <a:lnTo>
                    <a:pt x="239140" y="52070"/>
                  </a:lnTo>
                  <a:lnTo>
                    <a:pt x="237362" y="50800"/>
                  </a:lnTo>
                  <a:lnTo>
                    <a:pt x="237362" y="49530"/>
                  </a:lnTo>
                  <a:close/>
                </a:path>
                <a:path w="255270" h="462279">
                  <a:moveTo>
                    <a:pt x="128142" y="49530"/>
                  </a:moveTo>
                  <a:lnTo>
                    <a:pt x="126999" y="50800"/>
                  </a:lnTo>
                  <a:lnTo>
                    <a:pt x="129412" y="50800"/>
                  </a:lnTo>
                  <a:lnTo>
                    <a:pt x="128142" y="49530"/>
                  </a:lnTo>
                  <a:close/>
                </a:path>
                <a:path w="255270" h="462279">
                  <a:moveTo>
                    <a:pt x="146176" y="49530"/>
                  </a:moveTo>
                  <a:lnTo>
                    <a:pt x="133603" y="49530"/>
                  </a:lnTo>
                  <a:lnTo>
                    <a:pt x="133603" y="50800"/>
                  </a:lnTo>
                  <a:lnTo>
                    <a:pt x="146938" y="50800"/>
                  </a:lnTo>
                  <a:lnTo>
                    <a:pt x="146176" y="49530"/>
                  </a:lnTo>
                  <a:close/>
                </a:path>
                <a:path w="255270" h="462279">
                  <a:moveTo>
                    <a:pt x="216915" y="49149"/>
                  </a:moveTo>
                  <a:lnTo>
                    <a:pt x="216534" y="49530"/>
                  </a:lnTo>
                  <a:lnTo>
                    <a:pt x="216407" y="50800"/>
                  </a:lnTo>
                  <a:lnTo>
                    <a:pt x="220217" y="49530"/>
                  </a:lnTo>
                  <a:lnTo>
                    <a:pt x="217296" y="49530"/>
                  </a:lnTo>
                  <a:lnTo>
                    <a:pt x="216915" y="49149"/>
                  </a:lnTo>
                  <a:close/>
                </a:path>
                <a:path w="255270" h="462279">
                  <a:moveTo>
                    <a:pt x="128777" y="48260"/>
                  </a:moveTo>
                  <a:lnTo>
                    <a:pt x="128015" y="48260"/>
                  </a:lnTo>
                  <a:lnTo>
                    <a:pt x="127888" y="48895"/>
                  </a:lnTo>
                  <a:lnTo>
                    <a:pt x="127761" y="49530"/>
                  </a:lnTo>
                  <a:lnTo>
                    <a:pt x="128777" y="48260"/>
                  </a:lnTo>
                  <a:close/>
                </a:path>
                <a:path w="255270" h="462279">
                  <a:moveTo>
                    <a:pt x="129920" y="48260"/>
                  </a:moveTo>
                  <a:lnTo>
                    <a:pt x="128777" y="48260"/>
                  </a:lnTo>
                  <a:lnTo>
                    <a:pt x="129793" y="49530"/>
                  </a:lnTo>
                  <a:lnTo>
                    <a:pt x="129920" y="48260"/>
                  </a:lnTo>
                  <a:close/>
                </a:path>
                <a:path w="255270" h="462279">
                  <a:moveTo>
                    <a:pt x="131063" y="48260"/>
                  </a:moveTo>
                  <a:lnTo>
                    <a:pt x="131254" y="48895"/>
                  </a:lnTo>
                  <a:lnTo>
                    <a:pt x="131330" y="49149"/>
                  </a:lnTo>
                  <a:lnTo>
                    <a:pt x="131444" y="49530"/>
                  </a:lnTo>
                  <a:lnTo>
                    <a:pt x="131825" y="49530"/>
                  </a:lnTo>
                  <a:lnTo>
                    <a:pt x="131063" y="48260"/>
                  </a:lnTo>
                  <a:close/>
                </a:path>
                <a:path w="255270" h="462279">
                  <a:moveTo>
                    <a:pt x="146938" y="48260"/>
                  </a:moveTo>
                  <a:lnTo>
                    <a:pt x="132714" y="48260"/>
                  </a:lnTo>
                  <a:lnTo>
                    <a:pt x="133222" y="49530"/>
                  </a:lnTo>
                  <a:lnTo>
                    <a:pt x="147319" y="49530"/>
                  </a:lnTo>
                  <a:lnTo>
                    <a:pt x="146938" y="48260"/>
                  </a:lnTo>
                  <a:close/>
                </a:path>
                <a:path w="255270" h="462279">
                  <a:moveTo>
                    <a:pt x="217804" y="48260"/>
                  </a:moveTo>
                  <a:lnTo>
                    <a:pt x="217169" y="48895"/>
                  </a:lnTo>
                  <a:lnTo>
                    <a:pt x="217296" y="49530"/>
                  </a:lnTo>
                  <a:lnTo>
                    <a:pt x="217677" y="49530"/>
                  </a:lnTo>
                  <a:lnTo>
                    <a:pt x="217804" y="48260"/>
                  </a:lnTo>
                  <a:close/>
                </a:path>
                <a:path w="255270" h="462279">
                  <a:moveTo>
                    <a:pt x="236092" y="48260"/>
                  </a:moveTo>
                  <a:lnTo>
                    <a:pt x="218947" y="48260"/>
                  </a:lnTo>
                  <a:lnTo>
                    <a:pt x="218820" y="49530"/>
                  </a:lnTo>
                  <a:lnTo>
                    <a:pt x="236219" y="49530"/>
                  </a:lnTo>
                  <a:lnTo>
                    <a:pt x="236092" y="48260"/>
                  </a:lnTo>
                  <a:close/>
                </a:path>
                <a:path w="255270" h="462279">
                  <a:moveTo>
                    <a:pt x="217042" y="48260"/>
                  </a:moveTo>
                  <a:lnTo>
                    <a:pt x="216026" y="48260"/>
                  </a:lnTo>
                  <a:lnTo>
                    <a:pt x="216915" y="49149"/>
                  </a:lnTo>
                  <a:lnTo>
                    <a:pt x="217042" y="48260"/>
                  </a:lnTo>
                  <a:close/>
                </a:path>
                <a:path w="255270" h="462279">
                  <a:moveTo>
                    <a:pt x="134746" y="45720"/>
                  </a:moveTo>
                  <a:lnTo>
                    <a:pt x="131952" y="45720"/>
                  </a:lnTo>
                  <a:lnTo>
                    <a:pt x="133857" y="48260"/>
                  </a:lnTo>
                  <a:lnTo>
                    <a:pt x="148589" y="48260"/>
                  </a:lnTo>
                  <a:lnTo>
                    <a:pt x="147827" y="46989"/>
                  </a:lnTo>
                  <a:lnTo>
                    <a:pt x="135127" y="46989"/>
                  </a:lnTo>
                  <a:lnTo>
                    <a:pt x="134746" y="45720"/>
                  </a:lnTo>
                  <a:close/>
                </a:path>
                <a:path w="255270" h="462279">
                  <a:moveTo>
                    <a:pt x="151129" y="46989"/>
                  </a:moveTo>
                  <a:lnTo>
                    <a:pt x="149986" y="46989"/>
                  </a:lnTo>
                  <a:lnTo>
                    <a:pt x="150748" y="48260"/>
                  </a:lnTo>
                  <a:lnTo>
                    <a:pt x="151637" y="48260"/>
                  </a:lnTo>
                  <a:lnTo>
                    <a:pt x="151129" y="46989"/>
                  </a:lnTo>
                  <a:close/>
                </a:path>
                <a:path w="255270" h="462279">
                  <a:moveTo>
                    <a:pt x="152145" y="46989"/>
                  </a:moveTo>
                  <a:lnTo>
                    <a:pt x="151637" y="46989"/>
                  </a:lnTo>
                  <a:lnTo>
                    <a:pt x="151764" y="48260"/>
                  </a:lnTo>
                  <a:lnTo>
                    <a:pt x="152145" y="46989"/>
                  </a:lnTo>
                  <a:close/>
                </a:path>
                <a:path w="255270" h="462279">
                  <a:moveTo>
                    <a:pt x="136397" y="43180"/>
                  </a:moveTo>
                  <a:lnTo>
                    <a:pt x="137413" y="44450"/>
                  </a:lnTo>
                  <a:lnTo>
                    <a:pt x="137667" y="45720"/>
                  </a:lnTo>
                  <a:lnTo>
                    <a:pt x="150240" y="45720"/>
                  </a:lnTo>
                  <a:lnTo>
                    <a:pt x="151002" y="46989"/>
                  </a:lnTo>
                  <a:lnTo>
                    <a:pt x="152145" y="46989"/>
                  </a:lnTo>
                  <a:lnTo>
                    <a:pt x="153034" y="48260"/>
                  </a:lnTo>
                  <a:lnTo>
                    <a:pt x="153288" y="48260"/>
                  </a:lnTo>
                  <a:lnTo>
                    <a:pt x="153796" y="46989"/>
                  </a:lnTo>
                  <a:lnTo>
                    <a:pt x="152653" y="45720"/>
                  </a:lnTo>
                  <a:lnTo>
                    <a:pt x="153161" y="44450"/>
                  </a:lnTo>
                  <a:lnTo>
                    <a:pt x="138556" y="44450"/>
                  </a:lnTo>
                  <a:lnTo>
                    <a:pt x="136397" y="43180"/>
                  </a:lnTo>
                  <a:close/>
                </a:path>
                <a:path w="255270" h="462279">
                  <a:moveTo>
                    <a:pt x="230885" y="45720"/>
                  </a:moveTo>
                  <a:lnTo>
                    <a:pt x="216915" y="45720"/>
                  </a:lnTo>
                  <a:lnTo>
                    <a:pt x="215264" y="48260"/>
                  </a:lnTo>
                  <a:lnTo>
                    <a:pt x="233171" y="48260"/>
                  </a:lnTo>
                  <a:lnTo>
                    <a:pt x="232790" y="46989"/>
                  </a:lnTo>
                  <a:lnTo>
                    <a:pt x="231901" y="46989"/>
                  </a:lnTo>
                  <a:lnTo>
                    <a:pt x="230885" y="45720"/>
                  </a:lnTo>
                  <a:close/>
                </a:path>
                <a:path w="255270" h="462279">
                  <a:moveTo>
                    <a:pt x="234695" y="46989"/>
                  </a:moveTo>
                  <a:lnTo>
                    <a:pt x="233425" y="46989"/>
                  </a:lnTo>
                  <a:lnTo>
                    <a:pt x="233171" y="48260"/>
                  </a:lnTo>
                  <a:lnTo>
                    <a:pt x="234441" y="48260"/>
                  </a:lnTo>
                  <a:lnTo>
                    <a:pt x="234695" y="46989"/>
                  </a:lnTo>
                  <a:close/>
                </a:path>
                <a:path w="255270" h="462279">
                  <a:moveTo>
                    <a:pt x="237616" y="46989"/>
                  </a:moveTo>
                  <a:lnTo>
                    <a:pt x="234441" y="48260"/>
                  </a:lnTo>
                  <a:lnTo>
                    <a:pt x="237235" y="48260"/>
                  </a:lnTo>
                  <a:lnTo>
                    <a:pt x="237616" y="46989"/>
                  </a:lnTo>
                  <a:close/>
                </a:path>
                <a:path w="255270" h="462279">
                  <a:moveTo>
                    <a:pt x="135381" y="45720"/>
                  </a:moveTo>
                  <a:lnTo>
                    <a:pt x="135127" y="46989"/>
                  </a:lnTo>
                  <a:lnTo>
                    <a:pt x="135762" y="46989"/>
                  </a:lnTo>
                  <a:lnTo>
                    <a:pt x="135381" y="45720"/>
                  </a:lnTo>
                  <a:close/>
                </a:path>
                <a:path w="255270" h="462279">
                  <a:moveTo>
                    <a:pt x="135762" y="45720"/>
                  </a:moveTo>
                  <a:lnTo>
                    <a:pt x="135254" y="45720"/>
                  </a:lnTo>
                  <a:lnTo>
                    <a:pt x="135889" y="46989"/>
                  </a:lnTo>
                  <a:lnTo>
                    <a:pt x="135762" y="45720"/>
                  </a:lnTo>
                  <a:close/>
                </a:path>
                <a:path w="255270" h="462279">
                  <a:moveTo>
                    <a:pt x="148335" y="45720"/>
                  </a:moveTo>
                  <a:lnTo>
                    <a:pt x="136016" y="45720"/>
                  </a:lnTo>
                  <a:lnTo>
                    <a:pt x="135889" y="46989"/>
                  </a:lnTo>
                  <a:lnTo>
                    <a:pt x="147446" y="46989"/>
                  </a:lnTo>
                  <a:lnTo>
                    <a:pt x="148335" y="45720"/>
                  </a:lnTo>
                  <a:close/>
                </a:path>
                <a:path w="255270" h="462279">
                  <a:moveTo>
                    <a:pt x="148970" y="45720"/>
                  </a:moveTo>
                  <a:lnTo>
                    <a:pt x="148335" y="45720"/>
                  </a:lnTo>
                  <a:lnTo>
                    <a:pt x="148970" y="46989"/>
                  </a:lnTo>
                  <a:lnTo>
                    <a:pt x="148716" y="46989"/>
                  </a:lnTo>
                  <a:lnTo>
                    <a:pt x="148970" y="45720"/>
                  </a:lnTo>
                  <a:close/>
                </a:path>
                <a:path w="255270" h="462279">
                  <a:moveTo>
                    <a:pt x="150240" y="45720"/>
                  </a:moveTo>
                  <a:lnTo>
                    <a:pt x="148970" y="45720"/>
                  </a:lnTo>
                  <a:lnTo>
                    <a:pt x="149605" y="46989"/>
                  </a:lnTo>
                  <a:lnTo>
                    <a:pt x="150240" y="45720"/>
                  </a:lnTo>
                  <a:close/>
                </a:path>
                <a:path w="255270" h="462279">
                  <a:moveTo>
                    <a:pt x="216915" y="45720"/>
                  </a:moveTo>
                  <a:lnTo>
                    <a:pt x="215137" y="45720"/>
                  </a:lnTo>
                  <a:lnTo>
                    <a:pt x="216153" y="46989"/>
                  </a:lnTo>
                  <a:lnTo>
                    <a:pt x="216915" y="45720"/>
                  </a:lnTo>
                  <a:close/>
                </a:path>
                <a:path w="255270" h="462279">
                  <a:moveTo>
                    <a:pt x="138556" y="41910"/>
                  </a:moveTo>
                  <a:lnTo>
                    <a:pt x="140080" y="44450"/>
                  </a:lnTo>
                  <a:lnTo>
                    <a:pt x="153415" y="44450"/>
                  </a:lnTo>
                  <a:lnTo>
                    <a:pt x="154939" y="45720"/>
                  </a:lnTo>
                  <a:lnTo>
                    <a:pt x="155574" y="45720"/>
                  </a:lnTo>
                  <a:lnTo>
                    <a:pt x="154304" y="43180"/>
                  </a:lnTo>
                  <a:lnTo>
                    <a:pt x="140207" y="43180"/>
                  </a:lnTo>
                  <a:lnTo>
                    <a:pt x="138556" y="41910"/>
                  </a:lnTo>
                  <a:close/>
                </a:path>
                <a:path w="255270" h="462279">
                  <a:moveTo>
                    <a:pt x="215518" y="44450"/>
                  </a:moveTo>
                  <a:lnTo>
                    <a:pt x="213486" y="44450"/>
                  </a:lnTo>
                  <a:lnTo>
                    <a:pt x="213867" y="45720"/>
                  </a:lnTo>
                  <a:lnTo>
                    <a:pt x="215518" y="44450"/>
                  </a:lnTo>
                  <a:close/>
                </a:path>
                <a:path w="255270" h="462279">
                  <a:moveTo>
                    <a:pt x="231901" y="43180"/>
                  </a:moveTo>
                  <a:lnTo>
                    <a:pt x="216407" y="43180"/>
                  </a:lnTo>
                  <a:lnTo>
                    <a:pt x="215518" y="44450"/>
                  </a:lnTo>
                  <a:lnTo>
                    <a:pt x="215772" y="45720"/>
                  </a:lnTo>
                  <a:lnTo>
                    <a:pt x="231520" y="45720"/>
                  </a:lnTo>
                  <a:lnTo>
                    <a:pt x="232028" y="44450"/>
                  </a:lnTo>
                  <a:lnTo>
                    <a:pt x="231901" y="43180"/>
                  </a:lnTo>
                  <a:close/>
                </a:path>
                <a:path w="255270" h="462279">
                  <a:moveTo>
                    <a:pt x="233298" y="44450"/>
                  </a:moveTo>
                  <a:lnTo>
                    <a:pt x="233044" y="45720"/>
                  </a:lnTo>
                  <a:lnTo>
                    <a:pt x="233933" y="45720"/>
                  </a:lnTo>
                  <a:lnTo>
                    <a:pt x="233298" y="44450"/>
                  </a:lnTo>
                  <a:close/>
                </a:path>
                <a:path w="255270" h="462279">
                  <a:moveTo>
                    <a:pt x="216407" y="43180"/>
                  </a:moveTo>
                  <a:lnTo>
                    <a:pt x="214883" y="43180"/>
                  </a:lnTo>
                  <a:lnTo>
                    <a:pt x="214756" y="44450"/>
                  </a:lnTo>
                  <a:lnTo>
                    <a:pt x="216407" y="43180"/>
                  </a:lnTo>
                  <a:close/>
                </a:path>
                <a:path w="255270" h="462279">
                  <a:moveTo>
                    <a:pt x="162305" y="39370"/>
                  </a:moveTo>
                  <a:lnTo>
                    <a:pt x="143382" y="39370"/>
                  </a:lnTo>
                  <a:lnTo>
                    <a:pt x="144144" y="40639"/>
                  </a:lnTo>
                  <a:lnTo>
                    <a:pt x="145160" y="41910"/>
                  </a:lnTo>
                  <a:lnTo>
                    <a:pt x="140842" y="41910"/>
                  </a:lnTo>
                  <a:lnTo>
                    <a:pt x="141477" y="43180"/>
                  </a:lnTo>
                  <a:lnTo>
                    <a:pt x="154812" y="43180"/>
                  </a:lnTo>
                  <a:lnTo>
                    <a:pt x="157606" y="41910"/>
                  </a:lnTo>
                  <a:lnTo>
                    <a:pt x="159638" y="40639"/>
                  </a:lnTo>
                  <a:lnTo>
                    <a:pt x="163194" y="40639"/>
                  </a:lnTo>
                  <a:lnTo>
                    <a:pt x="162305" y="39370"/>
                  </a:lnTo>
                  <a:close/>
                </a:path>
                <a:path w="255270" h="462279">
                  <a:moveTo>
                    <a:pt x="212470" y="41910"/>
                  </a:moveTo>
                  <a:lnTo>
                    <a:pt x="212089" y="41910"/>
                  </a:lnTo>
                  <a:lnTo>
                    <a:pt x="212343" y="43180"/>
                  </a:lnTo>
                  <a:lnTo>
                    <a:pt x="211835" y="43180"/>
                  </a:lnTo>
                  <a:lnTo>
                    <a:pt x="212470" y="41910"/>
                  </a:lnTo>
                  <a:close/>
                </a:path>
                <a:path w="255270" h="462279">
                  <a:moveTo>
                    <a:pt x="214883" y="41910"/>
                  </a:moveTo>
                  <a:lnTo>
                    <a:pt x="213232" y="43180"/>
                  </a:lnTo>
                  <a:lnTo>
                    <a:pt x="215518" y="43180"/>
                  </a:lnTo>
                  <a:lnTo>
                    <a:pt x="214883" y="41910"/>
                  </a:lnTo>
                  <a:close/>
                </a:path>
                <a:path w="255270" h="462279">
                  <a:moveTo>
                    <a:pt x="231012" y="41910"/>
                  </a:moveTo>
                  <a:lnTo>
                    <a:pt x="216153" y="41910"/>
                  </a:lnTo>
                  <a:lnTo>
                    <a:pt x="215518" y="43180"/>
                  </a:lnTo>
                  <a:lnTo>
                    <a:pt x="232282" y="43180"/>
                  </a:lnTo>
                  <a:lnTo>
                    <a:pt x="231012" y="41910"/>
                  </a:lnTo>
                  <a:close/>
                </a:path>
                <a:path w="255270" h="462279">
                  <a:moveTo>
                    <a:pt x="233425" y="41910"/>
                  </a:moveTo>
                  <a:lnTo>
                    <a:pt x="232917" y="41910"/>
                  </a:lnTo>
                  <a:lnTo>
                    <a:pt x="232282" y="43180"/>
                  </a:lnTo>
                  <a:lnTo>
                    <a:pt x="233298" y="43180"/>
                  </a:lnTo>
                  <a:lnTo>
                    <a:pt x="233425" y="41910"/>
                  </a:lnTo>
                  <a:close/>
                </a:path>
                <a:path w="255270" h="462279">
                  <a:moveTo>
                    <a:pt x="141223" y="40639"/>
                  </a:moveTo>
                  <a:lnTo>
                    <a:pt x="141223" y="41910"/>
                  </a:lnTo>
                  <a:lnTo>
                    <a:pt x="142239" y="41910"/>
                  </a:lnTo>
                  <a:lnTo>
                    <a:pt x="141223" y="40639"/>
                  </a:lnTo>
                  <a:close/>
                </a:path>
                <a:path w="255270" h="462279">
                  <a:moveTo>
                    <a:pt x="142366" y="41008"/>
                  </a:moveTo>
                  <a:lnTo>
                    <a:pt x="142366" y="41910"/>
                  </a:lnTo>
                  <a:lnTo>
                    <a:pt x="145160" y="41910"/>
                  </a:lnTo>
                  <a:lnTo>
                    <a:pt x="142366" y="41008"/>
                  </a:lnTo>
                  <a:close/>
                </a:path>
                <a:path w="255270" h="462279">
                  <a:moveTo>
                    <a:pt x="231647" y="38100"/>
                  </a:moveTo>
                  <a:lnTo>
                    <a:pt x="213359" y="38100"/>
                  </a:lnTo>
                  <a:lnTo>
                    <a:pt x="213359" y="39370"/>
                  </a:lnTo>
                  <a:lnTo>
                    <a:pt x="215010" y="39370"/>
                  </a:lnTo>
                  <a:lnTo>
                    <a:pt x="215772" y="41910"/>
                  </a:lnTo>
                  <a:lnTo>
                    <a:pt x="230504" y="41910"/>
                  </a:lnTo>
                  <a:lnTo>
                    <a:pt x="230504" y="40639"/>
                  </a:lnTo>
                  <a:lnTo>
                    <a:pt x="229996" y="40639"/>
                  </a:lnTo>
                  <a:lnTo>
                    <a:pt x="231012" y="39370"/>
                  </a:lnTo>
                  <a:lnTo>
                    <a:pt x="231647" y="38100"/>
                  </a:lnTo>
                  <a:close/>
                </a:path>
                <a:path w="255270" h="462279">
                  <a:moveTo>
                    <a:pt x="142747" y="39370"/>
                  </a:moveTo>
                  <a:lnTo>
                    <a:pt x="141858" y="39370"/>
                  </a:lnTo>
                  <a:lnTo>
                    <a:pt x="141223" y="40639"/>
                  </a:lnTo>
                  <a:lnTo>
                    <a:pt x="142366" y="41008"/>
                  </a:lnTo>
                  <a:lnTo>
                    <a:pt x="142366" y="40639"/>
                  </a:lnTo>
                  <a:lnTo>
                    <a:pt x="143509" y="40639"/>
                  </a:lnTo>
                  <a:lnTo>
                    <a:pt x="142747" y="39370"/>
                  </a:lnTo>
                  <a:close/>
                </a:path>
                <a:path w="255270" h="462279">
                  <a:moveTo>
                    <a:pt x="140334" y="38100"/>
                  </a:moveTo>
                  <a:lnTo>
                    <a:pt x="140080" y="39370"/>
                  </a:lnTo>
                  <a:lnTo>
                    <a:pt x="138683" y="39370"/>
                  </a:lnTo>
                  <a:lnTo>
                    <a:pt x="139445" y="40639"/>
                  </a:lnTo>
                  <a:lnTo>
                    <a:pt x="140080" y="40639"/>
                  </a:lnTo>
                  <a:lnTo>
                    <a:pt x="140334" y="39370"/>
                  </a:lnTo>
                  <a:lnTo>
                    <a:pt x="140334" y="38100"/>
                  </a:lnTo>
                  <a:close/>
                </a:path>
                <a:path w="255270" h="462279">
                  <a:moveTo>
                    <a:pt x="210819" y="39370"/>
                  </a:moveTo>
                  <a:lnTo>
                    <a:pt x="210311" y="39370"/>
                  </a:lnTo>
                  <a:lnTo>
                    <a:pt x="211708" y="40639"/>
                  </a:lnTo>
                  <a:lnTo>
                    <a:pt x="210819" y="39370"/>
                  </a:lnTo>
                  <a:close/>
                </a:path>
                <a:path w="255270" h="462279">
                  <a:moveTo>
                    <a:pt x="232917" y="39370"/>
                  </a:moveTo>
                  <a:lnTo>
                    <a:pt x="231647" y="40639"/>
                  </a:lnTo>
                  <a:lnTo>
                    <a:pt x="232409" y="40639"/>
                  </a:lnTo>
                  <a:lnTo>
                    <a:pt x="232917" y="39370"/>
                  </a:lnTo>
                  <a:close/>
                </a:path>
                <a:path w="255270" h="462279">
                  <a:moveTo>
                    <a:pt x="169756" y="34351"/>
                  </a:moveTo>
                  <a:lnTo>
                    <a:pt x="148432" y="34351"/>
                  </a:lnTo>
                  <a:lnTo>
                    <a:pt x="147827" y="35560"/>
                  </a:lnTo>
                  <a:lnTo>
                    <a:pt x="148081" y="35560"/>
                  </a:lnTo>
                  <a:lnTo>
                    <a:pt x="148221" y="36957"/>
                  </a:lnTo>
                  <a:lnTo>
                    <a:pt x="148374" y="36957"/>
                  </a:lnTo>
                  <a:lnTo>
                    <a:pt x="148716" y="38100"/>
                  </a:lnTo>
                  <a:lnTo>
                    <a:pt x="142620" y="38100"/>
                  </a:lnTo>
                  <a:lnTo>
                    <a:pt x="143128" y="39370"/>
                  </a:lnTo>
                  <a:lnTo>
                    <a:pt x="167131" y="39370"/>
                  </a:lnTo>
                  <a:lnTo>
                    <a:pt x="167976" y="36957"/>
                  </a:lnTo>
                  <a:lnTo>
                    <a:pt x="168909" y="35560"/>
                  </a:lnTo>
                  <a:lnTo>
                    <a:pt x="169756" y="34351"/>
                  </a:lnTo>
                  <a:close/>
                </a:path>
                <a:path w="255270" h="462279">
                  <a:moveTo>
                    <a:pt x="142595" y="36957"/>
                  </a:moveTo>
                  <a:lnTo>
                    <a:pt x="142430" y="36957"/>
                  </a:lnTo>
                  <a:lnTo>
                    <a:pt x="141858" y="38100"/>
                  </a:lnTo>
                  <a:lnTo>
                    <a:pt x="143509" y="38100"/>
                  </a:lnTo>
                  <a:lnTo>
                    <a:pt x="142595" y="36957"/>
                  </a:lnTo>
                  <a:close/>
                </a:path>
                <a:path w="255270" h="462279">
                  <a:moveTo>
                    <a:pt x="144932" y="36957"/>
                  </a:moveTo>
                  <a:lnTo>
                    <a:pt x="144767" y="36957"/>
                  </a:lnTo>
                  <a:lnTo>
                    <a:pt x="143509" y="38100"/>
                  </a:lnTo>
                  <a:lnTo>
                    <a:pt x="145160" y="38100"/>
                  </a:lnTo>
                  <a:lnTo>
                    <a:pt x="144932" y="36957"/>
                  </a:lnTo>
                  <a:close/>
                </a:path>
                <a:path w="255270" h="462279">
                  <a:moveTo>
                    <a:pt x="208787" y="35560"/>
                  </a:moveTo>
                  <a:lnTo>
                    <a:pt x="208152" y="35560"/>
                  </a:lnTo>
                  <a:lnTo>
                    <a:pt x="207035" y="36957"/>
                  </a:lnTo>
                  <a:lnTo>
                    <a:pt x="207606" y="36957"/>
                  </a:lnTo>
                  <a:lnTo>
                    <a:pt x="207263" y="38100"/>
                  </a:lnTo>
                  <a:lnTo>
                    <a:pt x="209295" y="38100"/>
                  </a:lnTo>
                  <a:lnTo>
                    <a:pt x="207810" y="36957"/>
                  </a:lnTo>
                  <a:lnTo>
                    <a:pt x="208787" y="35560"/>
                  </a:lnTo>
                  <a:close/>
                </a:path>
                <a:path w="255270" h="462279">
                  <a:moveTo>
                    <a:pt x="232663" y="35560"/>
                  </a:moveTo>
                  <a:lnTo>
                    <a:pt x="208787" y="35560"/>
                  </a:lnTo>
                  <a:lnTo>
                    <a:pt x="210045" y="36957"/>
                  </a:lnTo>
                  <a:lnTo>
                    <a:pt x="209753" y="36957"/>
                  </a:lnTo>
                  <a:lnTo>
                    <a:pt x="209295" y="38100"/>
                  </a:lnTo>
                  <a:lnTo>
                    <a:pt x="229107" y="38100"/>
                  </a:lnTo>
                  <a:lnTo>
                    <a:pt x="232663" y="35560"/>
                  </a:lnTo>
                  <a:close/>
                </a:path>
                <a:path w="255270" h="462279">
                  <a:moveTo>
                    <a:pt x="173650" y="34351"/>
                  </a:moveTo>
                  <a:lnTo>
                    <a:pt x="170470" y="34351"/>
                  </a:lnTo>
                  <a:lnTo>
                    <a:pt x="171195" y="35560"/>
                  </a:lnTo>
                  <a:lnTo>
                    <a:pt x="171957" y="35560"/>
                  </a:lnTo>
                  <a:lnTo>
                    <a:pt x="173650" y="34351"/>
                  </a:lnTo>
                  <a:close/>
                </a:path>
                <a:path w="255270" h="462279">
                  <a:moveTo>
                    <a:pt x="208847" y="34351"/>
                  </a:moveTo>
                  <a:lnTo>
                    <a:pt x="205787" y="34351"/>
                  </a:lnTo>
                  <a:lnTo>
                    <a:pt x="205675" y="34797"/>
                  </a:lnTo>
                  <a:lnTo>
                    <a:pt x="205583" y="35169"/>
                  </a:lnTo>
                  <a:lnTo>
                    <a:pt x="205485" y="35560"/>
                  </a:lnTo>
                  <a:lnTo>
                    <a:pt x="207517" y="35560"/>
                  </a:lnTo>
                  <a:lnTo>
                    <a:pt x="208847" y="34351"/>
                  </a:lnTo>
                  <a:close/>
                </a:path>
                <a:path w="255270" h="462279">
                  <a:moveTo>
                    <a:pt x="211581" y="33020"/>
                  </a:moveTo>
                  <a:lnTo>
                    <a:pt x="210811" y="33612"/>
                  </a:lnTo>
                  <a:lnTo>
                    <a:pt x="209943" y="34351"/>
                  </a:lnTo>
                  <a:lnTo>
                    <a:pt x="210032" y="34797"/>
                  </a:lnTo>
                  <a:lnTo>
                    <a:pt x="210106" y="35169"/>
                  </a:lnTo>
                  <a:lnTo>
                    <a:pt x="210184" y="35560"/>
                  </a:lnTo>
                  <a:lnTo>
                    <a:pt x="210614" y="35169"/>
                  </a:lnTo>
                  <a:lnTo>
                    <a:pt x="211581" y="33020"/>
                  </a:lnTo>
                  <a:close/>
                </a:path>
                <a:path w="255270" h="462279">
                  <a:moveTo>
                    <a:pt x="211581" y="34351"/>
                  </a:moveTo>
                  <a:lnTo>
                    <a:pt x="211023" y="34797"/>
                  </a:lnTo>
                  <a:lnTo>
                    <a:pt x="210614" y="35169"/>
                  </a:lnTo>
                  <a:lnTo>
                    <a:pt x="210438" y="35560"/>
                  </a:lnTo>
                  <a:lnTo>
                    <a:pt x="211581" y="34797"/>
                  </a:lnTo>
                  <a:lnTo>
                    <a:pt x="211581" y="34351"/>
                  </a:lnTo>
                  <a:close/>
                </a:path>
                <a:path w="255270" h="462279">
                  <a:moveTo>
                    <a:pt x="230716" y="34351"/>
                  </a:moveTo>
                  <a:lnTo>
                    <a:pt x="212251" y="34351"/>
                  </a:lnTo>
                  <a:lnTo>
                    <a:pt x="211581" y="34797"/>
                  </a:lnTo>
                  <a:lnTo>
                    <a:pt x="211581" y="35560"/>
                  </a:lnTo>
                  <a:lnTo>
                    <a:pt x="229869" y="35560"/>
                  </a:lnTo>
                  <a:lnTo>
                    <a:pt x="230716" y="34351"/>
                  </a:lnTo>
                  <a:close/>
                </a:path>
                <a:path w="255270" h="462279">
                  <a:moveTo>
                    <a:pt x="148081" y="33020"/>
                  </a:moveTo>
                  <a:lnTo>
                    <a:pt x="148081" y="34351"/>
                  </a:lnTo>
                  <a:lnTo>
                    <a:pt x="148481" y="34351"/>
                  </a:lnTo>
                  <a:lnTo>
                    <a:pt x="148081" y="33020"/>
                  </a:lnTo>
                  <a:close/>
                </a:path>
                <a:path w="255270" h="462279">
                  <a:moveTo>
                    <a:pt x="151129" y="33020"/>
                  </a:moveTo>
                  <a:lnTo>
                    <a:pt x="148335" y="33020"/>
                  </a:lnTo>
                  <a:lnTo>
                    <a:pt x="149667" y="34351"/>
                  </a:lnTo>
                  <a:lnTo>
                    <a:pt x="151263" y="34351"/>
                  </a:lnTo>
                  <a:lnTo>
                    <a:pt x="151189" y="33612"/>
                  </a:lnTo>
                  <a:lnTo>
                    <a:pt x="151129" y="33020"/>
                  </a:lnTo>
                  <a:close/>
                </a:path>
                <a:path w="255270" h="462279">
                  <a:moveTo>
                    <a:pt x="178434" y="26670"/>
                  </a:moveTo>
                  <a:lnTo>
                    <a:pt x="155701" y="26670"/>
                  </a:lnTo>
                  <a:lnTo>
                    <a:pt x="155701" y="29210"/>
                  </a:lnTo>
                  <a:lnTo>
                    <a:pt x="156590" y="29210"/>
                  </a:lnTo>
                  <a:lnTo>
                    <a:pt x="155933" y="30525"/>
                  </a:lnTo>
                  <a:lnTo>
                    <a:pt x="155429" y="30525"/>
                  </a:lnTo>
                  <a:lnTo>
                    <a:pt x="155450" y="30887"/>
                  </a:lnTo>
                  <a:lnTo>
                    <a:pt x="155567" y="32870"/>
                  </a:lnTo>
                  <a:lnTo>
                    <a:pt x="155701" y="33020"/>
                  </a:lnTo>
                  <a:lnTo>
                    <a:pt x="153669" y="33020"/>
                  </a:lnTo>
                  <a:lnTo>
                    <a:pt x="154601" y="34351"/>
                  </a:lnTo>
                  <a:lnTo>
                    <a:pt x="173797" y="34351"/>
                  </a:lnTo>
                  <a:lnTo>
                    <a:pt x="172465" y="33020"/>
                  </a:lnTo>
                  <a:lnTo>
                    <a:pt x="173559" y="31805"/>
                  </a:lnTo>
                  <a:lnTo>
                    <a:pt x="177236" y="31805"/>
                  </a:lnTo>
                  <a:lnTo>
                    <a:pt x="178516" y="30525"/>
                  </a:lnTo>
                  <a:lnTo>
                    <a:pt x="178815" y="29210"/>
                  </a:lnTo>
                  <a:lnTo>
                    <a:pt x="178434" y="26670"/>
                  </a:lnTo>
                  <a:close/>
                </a:path>
                <a:path w="255270" h="462279">
                  <a:moveTo>
                    <a:pt x="206628" y="33020"/>
                  </a:moveTo>
                  <a:lnTo>
                    <a:pt x="204723" y="33020"/>
                  </a:lnTo>
                  <a:lnTo>
                    <a:pt x="204723" y="34351"/>
                  </a:lnTo>
                  <a:lnTo>
                    <a:pt x="205739" y="33612"/>
                  </a:lnTo>
                  <a:lnTo>
                    <a:pt x="206628" y="33020"/>
                  </a:lnTo>
                  <a:close/>
                </a:path>
                <a:path w="255270" h="462279">
                  <a:moveTo>
                    <a:pt x="206747" y="33612"/>
                  </a:moveTo>
                  <a:lnTo>
                    <a:pt x="205659" y="34351"/>
                  </a:lnTo>
                  <a:lnTo>
                    <a:pt x="206895" y="34351"/>
                  </a:lnTo>
                  <a:lnTo>
                    <a:pt x="206747" y="33612"/>
                  </a:lnTo>
                  <a:close/>
                </a:path>
                <a:path w="255270" h="462279">
                  <a:moveTo>
                    <a:pt x="212547" y="33612"/>
                  </a:moveTo>
                  <a:lnTo>
                    <a:pt x="211907" y="34351"/>
                  </a:lnTo>
                  <a:lnTo>
                    <a:pt x="212325" y="34351"/>
                  </a:lnTo>
                  <a:lnTo>
                    <a:pt x="212547" y="33612"/>
                  </a:lnTo>
                  <a:close/>
                </a:path>
                <a:path w="255270" h="462279">
                  <a:moveTo>
                    <a:pt x="215922" y="30525"/>
                  </a:moveTo>
                  <a:lnTo>
                    <a:pt x="215207" y="30887"/>
                  </a:lnTo>
                  <a:lnTo>
                    <a:pt x="213646" y="31805"/>
                  </a:lnTo>
                  <a:lnTo>
                    <a:pt x="213613" y="33020"/>
                  </a:lnTo>
                  <a:lnTo>
                    <a:pt x="211883" y="34351"/>
                  </a:lnTo>
                  <a:lnTo>
                    <a:pt x="227682" y="34351"/>
                  </a:lnTo>
                  <a:lnTo>
                    <a:pt x="228303" y="33020"/>
                  </a:lnTo>
                  <a:lnTo>
                    <a:pt x="213867" y="33020"/>
                  </a:lnTo>
                  <a:lnTo>
                    <a:pt x="213922" y="31805"/>
                  </a:lnTo>
                  <a:lnTo>
                    <a:pt x="216557" y="31805"/>
                  </a:lnTo>
                  <a:lnTo>
                    <a:pt x="216189" y="30887"/>
                  </a:lnTo>
                  <a:lnTo>
                    <a:pt x="215922" y="30525"/>
                  </a:lnTo>
                  <a:close/>
                </a:path>
                <a:path w="255270" h="462279">
                  <a:moveTo>
                    <a:pt x="207517" y="33020"/>
                  </a:moveTo>
                  <a:lnTo>
                    <a:pt x="206628" y="33020"/>
                  </a:lnTo>
                  <a:lnTo>
                    <a:pt x="206747" y="33612"/>
                  </a:lnTo>
                  <a:lnTo>
                    <a:pt x="207517" y="33020"/>
                  </a:lnTo>
                  <a:close/>
                </a:path>
                <a:path w="255270" h="462279">
                  <a:moveTo>
                    <a:pt x="212377" y="31805"/>
                  </a:moveTo>
                  <a:lnTo>
                    <a:pt x="210946" y="33020"/>
                  </a:lnTo>
                  <a:lnTo>
                    <a:pt x="212724" y="33020"/>
                  </a:lnTo>
                  <a:lnTo>
                    <a:pt x="212547" y="33612"/>
                  </a:lnTo>
                  <a:lnTo>
                    <a:pt x="213105" y="33020"/>
                  </a:lnTo>
                  <a:lnTo>
                    <a:pt x="212377" y="31805"/>
                  </a:lnTo>
                  <a:close/>
                </a:path>
                <a:path w="255270" h="462279">
                  <a:moveTo>
                    <a:pt x="151275" y="30525"/>
                  </a:moveTo>
                  <a:lnTo>
                    <a:pt x="150145" y="30525"/>
                  </a:lnTo>
                  <a:lnTo>
                    <a:pt x="150399" y="30887"/>
                  </a:lnTo>
                  <a:lnTo>
                    <a:pt x="150975" y="31805"/>
                  </a:lnTo>
                  <a:lnTo>
                    <a:pt x="150442" y="32870"/>
                  </a:lnTo>
                  <a:lnTo>
                    <a:pt x="150367" y="33020"/>
                  </a:lnTo>
                  <a:lnTo>
                    <a:pt x="152272" y="33020"/>
                  </a:lnTo>
                  <a:lnTo>
                    <a:pt x="152758" y="31805"/>
                  </a:lnTo>
                  <a:lnTo>
                    <a:pt x="151787" y="31805"/>
                  </a:lnTo>
                  <a:lnTo>
                    <a:pt x="151275" y="30525"/>
                  </a:lnTo>
                  <a:close/>
                </a:path>
                <a:path w="255270" h="462279">
                  <a:moveTo>
                    <a:pt x="154608" y="31805"/>
                  </a:moveTo>
                  <a:lnTo>
                    <a:pt x="153178" y="31805"/>
                  </a:lnTo>
                  <a:lnTo>
                    <a:pt x="153498" y="32870"/>
                  </a:lnTo>
                  <a:lnTo>
                    <a:pt x="153542" y="33020"/>
                  </a:lnTo>
                  <a:lnTo>
                    <a:pt x="155574" y="33020"/>
                  </a:lnTo>
                  <a:lnTo>
                    <a:pt x="155566" y="32870"/>
                  </a:lnTo>
                  <a:lnTo>
                    <a:pt x="154608" y="31805"/>
                  </a:lnTo>
                  <a:close/>
                </a:path>
                <a:path w="255270" h="462279">
                  <a:moveTo>
                    <a:pt x="174525" y="31805"/>
                  </a:moveTo>
                  <a:lnTo>
                    <a:pt x="173901" y="31805"/>
                  </a:lnTo>
                  <a:lnTo>
                    <a:pt x="174647" y="32870"/>
                  </a:lnTo>
                  <a:lnTo>
                    <a:pt x="174751" y="33020"/>
                  </a:lnTo>
                  <a:lnTo>
                    <a:pt x="175132" y="33020"/>
                  </a:lnTo>
                  <a:lnTo>
                    <a:pt x="174525" y="31805"/>
                  </a:lnTo>
                  <a:close/>
                </a:path>
                <a:path w="255270" h="462279">
                  <a:moveTo>
                    <a:pt x="176160" y="31805"/>
                  </a:moveTo>
                  <a:lnTo>
                    <a:pt x="175271" y="31805"/>
                  </a:lnTo>
                  <a:lnTo>
                    <a:pt x="175484" y="32870"/>
                  </a:lnTo>
                  <a:lnTo>
                    <a:pt x="175513" y="33020"/>
                  </a:lnTo>
                  <a:lnTo>
                    <a:pt x="176402" y="33020"/>
                  </a:lnTo>
                  <a:lnTo>
                    <a:pt x="176160" y="31805"/>
                  </a:lnTo>
                  <a:close/>
                </a:path>
                <a:path w="255270" h="462279">
                  <a:moveTo>
                    <a:pt x="204972" y="31805"/>
                  </a:moveTo>
                  <a:lnTo>
                    <a:pt x="204305" y="32870"/>
                  </a:lnTo>
                  <a:lnTo>
                    <a:pt x="204215" y="33020"/>
                  </a:lnTo>
                  <a:lnTo>
                    <a:pt x="204850" y="33020"/>
                  </a:lnTo>
                  <a:lnTo>
                    <a:pt x="204972" y="31805"/>
                  </a:lnTo>
                  <a:close/>
                </a:path>
                <a:path w="255270" h="462279">
                  <a:moveTo>
                    <a:pt x="210731" y="31805"/>
                  </a:moveTo>
                  <a:lnTo>
                    <a:pt x="209273" y="31805"/>
                  </a:lnTo>
                  <a:lnTo>
                    <a:pt x="208847" y="32870"/>
                  </a:lnTo>
                  <a:lnTo>
                    <a:pt x="208787" y="33020"/>
                  </a:lnTo>
                  <a:lnTo>
                    <a:pt x="209676" y="33020"/>
                  </a:lnTo>
                  <a:lnTo>
                    <a:pt x="210731" y="31805"/>
                  </a:lnTo>
                  <a:close/>
                </a:path>
                <a:path w="255270" h="462279">
                  <a:moveTo>
                    <a:pt x="229467" y="30525"/>
                  </a:moveTo>
                  <a:lnTo>
                    <a:pt x="216045" y="30525"/>
                  </a:lnTo>
                  <a:lnTo>
                    <a:pt x="216103" y="30887"/>
                  </a:lnTo>
                  <a:lnTo>
                    <a:pt x="216562" y="31805"/>
                  </a:lnTo>
                  <a:lnTo>
                    <a:pt x="216076" y="31805"/>
                  </a:lnTo>
                  <a:lnTo>
                    <a:pt x="214375" y="33020"/>
                  </a:lnTo>
                  <a:lnTo>
                    <a:pt x="228303" y="33020"/>
                  </a:lnTo>
                  <a:lnTo>
                    <a:pt x="229467" y="30525"/>
                  </a:lnTo>
                  <a:close/>
                </a:path>
                <a:path w="255270" h="462279">
                  <a:moveTo>
                    <a:pt x="155193" y="29210"/>
                  </a:moveTo>
                  <a:lnTo>
                    <a:pt x="155062" y="30525"/>
                  </a:lnTo>
                  <a:lnTo>
                    <a:pt x="155026" y="30887"/>
                  </a:lnTo>
                  <a:lnTo>
                    <a:pt x="154934" y="31805"/>
                  </a:lnTo>
                  <a:lnTo>
                    <a:pt x="155429" y="30525"/>
                  </a:lnTo>
                  <a:lnTo>
                    <a:pt x="155983" y="30525"/>
                  </a:lnTo>
                  <a:lnTo>
                    <a:pt x="155193" y="29210"/>
                  </a:lnTo>
                  <a:close/>
                </a:path>
                <a:path w="255270" h="462279">
                  <a:moveTo>
                    <a:pt x="206760" y="30525"/>
                  </a:moveTo>
                  <a:lnTo>
                    <a:pt x="205903" y="30525"/>
                  </a:lnTo>
                  <a:lnTo>
                    <a:pt x="206927" y="31805"/>
                  </a:lnTo>
                  <a:lnTo>
                    <a:pt x="206796" y="30887"/>
                  </a:lnTo>
                  <a:lnTo>
                    <a:pt x="206760" y="30525"/>
                  </a:lnTo>
                  <a:close/>
                </a:path>
                <a:path w="255270" h="462279">
                  <a:moveTo>
                    <a:pt x="210411" y="30525"/>
                  </a:moveTo>
                  <a:lnTo>
                    <a:pt x="210166" y="30525"/>
                  </a:lnTo>
                  <a:lnTo>
                    <a:pt x="209654" y="31805"/>
                  </a:lnTo>
                  <a:lnTo>
                    <a:pt x="210411" y="30525"/>
                  </a:lnTo>
                  <a:close/>
                </a:path>
                <a:path w="255270" h="462279">
                  <a:moveTo>
                    <a:pt x="211073" y="29210"/>
                  </a:moveTo>
                  <a:lnTo>
                    <a:pt x="210450" y="30525"/>
                  </a:lnTo>
                  <a:lnTo>
                    <a:pt x="210772" y="31805"/>
                  </a:lnTo>
                  <a:lnTo>
                    <a:pt x="211128" y="31805"/>
                  </a:lnTo>
                  <a:lnTo>
                    <a:pt x="212322" y="30887"/>
                  </a:lnTo>
                  <a:lnTo>
                    <a:pt x="212341" y="30525"/>
                  </a:lnTo>
                  <a:lnTo>
                    <a:pt x="212126" y="30525"/>
                  </a:lnTo>
                  <a:lnTo>
                    <a:pt x="211073" y="29210"/>
                  </a:lnTo>
                  <a:close/>
                </a:path>
                <a:path w="255270" h="462279">
                  <a:moveTo>
                    <a:pt x="213486" y="30525"/>
                  </a:moveTo>
                  <a:lnTo>
                    <a:pt x="212793" y="30525"/>
                  </a:lnTo>
                  <a:lnTo>
                    <a:pt x="212322" y="30887"/>
                  </a:lnTo>
                  <a:lnTo>
                    <a:pt x="212274" y="31805"/>
                  </a:lnTo>
                  <a:lnTo>
                    <a:pt x="213486" y="31805"/>
                  </a:lnTo>
                  <a:lnTo>
                    <a:pt x="213486" y="30525"/>
                  </a:lnTo>
                  <a:close/>
                </a:path>
                <a:path w="255270" h="462279">
                  <a:moveTo>
                    <a:pt x="150494" y="29210"/>
                  </a:moveTo>
                  <a:lnTo>
                    <a:pt x="149986" y="29210"/>
                  </a:lnTo>
                  <a:lnTo>
                    <a:pt x="150381" y="30525"/>
                  </a:lnTo>
                  <a:lnTo>
                    <a:pt x="150494" y="29210"/>
                  </a:lnTo>
                  <a:close/>
                </a:path>
                <a:path w="255270" h="462279">
                  <a:moveTo>
                    <a:pt x="151129" y="29210"/>
                  </a:moveTo>
                  <a:lnTo>
                    <a:pt x="150494" y="29210"/>
                  </a:lnTo>
                  <a:lnTo>
                    <a:pt x="150758" y="30525"/>
                  </a:lnTo>
                  <a:lnTo>
                    <a:pt x="152182" y="30525"/>
                  </a:lnTo>
                  <a:lnTo>
                    <a:pt x="151129" y="29210"/>
                  </a:lnTo>
                  <a:close/>
                </a:path>
                <a:path w="255270" h="462279">
                  <a:moveTo>
                    <a:pt x="152145" y="26670"/>
                  </a:moveTo>
                  <a:lnTo>
                    <a:pt x="150240" y="26670"/>
                  </a:lnTo>
                  <a:lnTo>
                    <a:pt x="151637" y="29210"/>
                  </a:lnTo>
                  <a:lnTo>
                    <a:pt x="151383" y="29210"/>
                  </a:lnTo>
                  <a:lnTo>
                    <a:pt x="151647" y="30525"/>
                  </a:lnTo>
                  <a:lnTo>
                    <a:pt x="155576" y="30525"/>
                  </a:lnTo>
                  <a:lnTo>
                    <a:pt x="152272" y="29210"/>
                  </a:lnTo>
                  <a:lnTo>
                    <a:pt x="152425" y="28702"/>
                  </a:lnTo>
                  <a:lnTo>
                    <a:pt x="152495" y="27543"/>
                  </a:lnTo>
                  <a:lnTo>
                    <a:pt x="152145" y="26670"/>
                  </a:lnTo>
                  <a:close/>
                </a:path>
                <a:path w="255270" h="462279">
                  <a:moveTo>
                    <a:pt x="183514" y="26670"/>
                  </a:moveTo>
                  <a:lnTo>
                    <a:pt x="179704" y="26670"/>
                  </a:lnTo>
                  <a:lnTo>
                    <a:pt x="179806" y="28702"/>
                  </a:lnTo>
                  <a:lnTo>
                    <a:pt x="180353" y="30525"/>
                  </a:lnTo>
                  <a:lnTo>
                    <a:pt x="180339" y="29210"/>
                  </a:lnTo>
                  <a:lnTo>
                    <a:pt x="182752" y="29210"/>
                  </a:lnTo>
                  <a:lnTo>
                    <a:pt x="182752" y="28014"/>
                  </a:lnTo>
                  <a:lnTo>
                    <a:pt x="182573" y="28014"/>
                  </a:lnTo>
                  <a:lnTo>
                    <a:pt x="183514" y="26670"/>
                  </a:lnTo>
                  <a:close/>
                </a:path>
                <a:path w="255270" h="462279">
                  <a:moveTo>
                    <a:pt x="205612" y="29210"/>
                  </a:moveTo>
                  <a:lnTo>
                    <a:pt x="203072" y="29210"/>
                  </a:lnTo>
                  <a:lnTo>
                    <a:pt x="203862" y="30525"/>
                  </a:lnTo>
                  <a:lnTo>
                    <a:pt x="205612" y="29210"/>
                  </a:lnTo>
                  <a:close/>
                </a:path>
                <a:path w="255270" h="462279">
                  <a:moveTo>
                    <a:pt x="210819" y="29210"/>
                  </a:moveTo>
                  <a:lnTo>
                    <a:pt x="209168" y="29210"/>
                  </a:lnTo>
                  <a:lnTo>
                    <a:pt x="209168" y="30525"/>
                  </a:lnTo>
                  <a:lnTo>
                    <a:pt x="210162" y="30525"/>
                  </a:lnTo>
                  <a:lnTo>
                    <a:pt x="210819" y="29210"/>
                  </a:lnTo>
                  <a:close/>
                </a:path>
                <a:path w="255270" h="462279">
                  <a:moveTo>
                    <a:pt x="222031" y="25459"/>
                  </a:moveTo>
                  <a:lnTo>
                    <a:pt x="212379" y="25459"/>
                  </a:lnTo>
                  <a:lnTo>
                    <a:pt x="213105" y="26670"/>
                  </a:lnTo>
                  <a:lnTo>
                    <a:pt x="213280" y="27543"/>
                  </a:lnTo>
                  <a:lnTo>
                    <a:pt x="213337" y="28014"/>
                  </a:lnTo>
                  <a:lnTo>
                    <a:pt x="212978" y="29210"/>
                  </a:lnTo>
                  <a:lnTo>
                    <a:pt x="213232" y="29210"/>
                  </a:lnTo>
                  <a:lnTo>
                    <a:pt x="212049" y="30525"/>
                  </a:lnTo>
                  <a:lnTo>
                    <a:pt x="222089" y="30525"/>
                  </a:lnTo>
                  <a:lnTo>
                    <a:pt x="223971" y="28014"/>
                  </a:lnTo>
                  <a:lnTo>
                    <a:pt x="223564" y="28014"/>
                  </a:lnTo>
                  <a:lnTo>
                    <a:pt x="222031" y="25459"/>
                  </a:lnTo>
                  <a:close/>
                </a:path>
                <a:path w="255270" h="462279">
                  <a:moveTo>
                    <a:pt x="227905" y="28014"/>
                  </a:moveTo>
                  <a:lnTo>
                    <a:pt x="226601" y="28532"/>
                  </a:lnTo>
                  <a:lnTo>
                    <a:pt x="222019" y="30525"/>
                  </a:lnTo>
                  <a:lnTo>
                    <a:pt x="225896" y="30525"/>
                  </a:lnTo>
                  <a:lnTo>
                    <a:pt x="227905" y="28014"/>
                  </a:lnTo>
                  <a:close/>
                </a:path>
                <a:path w="255270" h="462279">
                  <a:moveTo>
                    <a:pt x="154533" y="28702"/>
                  </a:moveTo>
                  <a:lnTo>
                    <a:pt x="153669" y="29210"/>
                  </a:lnTo>
                  <a:lnTo>
                    <a:pt x="154177" y="29210"/>
                  </a:lnTo>
                  <a:lnTo>
                    <a:pt x="154533" y="28702"/>
                  </a:lnTo>
                  <a:close/>
                </a:path>
                <a:path w="255270" h="462279">
                  <a:moveTo>
                    <a:pt x="209609" y="28014"/>
                  </a:moveTo>
                  <a:lnTo>
                    <a:pt x="204611" y="28014"/>
                  </a:lnTo>
                  <a:lnTo>
                    <a:pt x="204715" y="28532"/>
                  </a:lnTo>
                  <a:lnTo>
                    <a:pt x="204749" y="28702"/>
                  </a:lnTo>
                  <a:lnTo>
                    <a:pt x="204850" y="29210"/>
                  </a:lnTo>
                  <a:lnTo>
                    <a:pt x="208533" y="29210"/>
                  </a:lnTo>
                  <a:lnTo>
                    <a:pt x="209609" y="28014"/>
                  </a:lnTo>
                  <a:close/>
                </a:path>
                <a:path w="255270" h="462279">
                  <a:moveTo>
                    <a:pt x="210532" y="28532"/>
                  </a:moveTo>
                  <a:lnTo>
                    <a:pt x="210057" y="29210"/>
                  </a:lnTo>
                  <a:lnTo>
                    <a:pt x="211073" y="29210"/>
                  </a:lnTo>
                  <a:lnTo>
                    <a:pt x="210532" y="28532"/>
                  </a:lnTo>
                  <a:close/>
                </a:path>
                <a:path w="255270" h="462279">
                  <a:moveTo>
                    <a:pt x="213292" y="28014"/>
                  </a:moveTo>
                  <a:lnTo>
                    <a:pt x="211858" y="28014"/>
                  </a:lnTo>
                  <a:lnTo>
                    <a:pt x="212216" y="29210"/>
                  </a:lnTo>
                  <a:lnTo>
                    <a:pt x="213292" y="28014"/>
                  </a:lnTo>
                  <a:close/>
                </a:path>
                <a:path w="255270" h="462279">
                  <a:moveTo>
                    <a:pt x="155701" y="28014"/>
                  </a:moveTo>
                  <a:lnTo>
                    <a:pt x="155014" y="28014"/>
                  </a:lnTo>
                  <a:lnTo>
                    <a:pt x="154652" y="28532"/>
                  </a:lnTo>
                  <a:lnTo>
                    <a:pt x="154533" y="28702"/>
                  </a:lnTo>
                  <a:lnTo>
                    <a:pt x="155701" y="28014"/>
                  </a:lnTo>
                  <a:close/>
                </a:path>
                <a:path w="255270" h="462279">
                  <a:moveTo>
                    <a:pt x="210894" y="28014"/>
                  </a:moveTo>
                  <a:lnTo>
                    <a:pt x="210117" y="28014"/>
                  </a:lnTo>
                  <a:lnTo>
                    <a:pt x="210532" y="28532"/>
                  </a:lnTo>
                  <a:lnTo>
                    <a:pt x="210894" y="28014"/>
                  </a:lnTo>
                  <a:close/>
                </a:path>
                <a:path w="255270" h="462279">
                  <a:moveTo>
                    <a:pt x="154558" y="26670"/>
                  </a:moveTo>
                  <a:lnTo>
                    <a:pt x="153542" y="26670"/>
                  </a:lnTo>
                  <a:lnTo>
                    <a:pt x="153455" y="27543"/>
                  </a:lnTo>
                  <a:lnTo>
                    <a:pt x="153408" y="28014"/>
                  </a:lnTo>
                  <a:lnTo>
                    <a:pt x="155903" y="28014"/>
                  </a:lnTo>
                  <a:lnTo>
                    <a:pt x="154558" y="26670"/>
                  </a:lnTo>
                  <a:close/>
                </a:path>
                <a:path w="255270" h="462279">
                  <a:moveTo>
                    <a:pt x="161924" y="17780"/>
                  </a:moveTo>
                  <a:lnTo>
                    <a:pt x="161416" y="18796"/>
                  </a:lnTo>
                  <a:lnTo>
                    <a:pt x="161289" y="19050"/>
                  </a:lnTo>
                  <a:lnTo>
                    <a:pt x="162590" y="21414"/>
                  </a:lnTo>
                  <a:lnTo>
                    <a:pt x="162496" y="22860"/>
                  </a:lnTo>
                  <a:lnTo>
                    <a:pt x="162438" y="25459"/>
                  </a:lnTo>
                  <a:lnTo>
                    <a:pt x="159287" y="25459"/>
                  </a:lnTo>
                  <a:lnTo>
                    <a:pt x="159892" y="26670"/>
                  </a:lnTo>
                  <a:lnTo>
                    <a:pt x="183514" y="26670"/>
                  </a:lnTo>
                  <a:lnTo>
                    <a:pt x="184859" y="28014"/>
                  </a:lnTo>
                  <a:lnTo>
                    <a:pt x="184706" y="28014"/>
                  </a:lnTo>
                  <a:lnTo>
                    <a:pt x="187389" y="25459"/>
                  </a:lnTo>
                  <a:lnTo>
                    <a:pt x="189229" y="24765"/>
                  </a:lnTo>
                  <a:lnTo>
                    <a:pt x="191007" y="24130"/>
                  </a:lnTo>
                  <a:lnTo>
                    <a:pt x="194135" y="21628"/>
                  </a:lnTo>
                  <a:lnTo>
                    <a:pt x="193528" y="21628"/>
                  </a:lnTo>
                  <a:lnTo>
                    <a:pt x="193484" y="20320"/>
                  </a:lnTo>
                  <a:lnTo>
                    <a:pt x="164464" y="20320"/>
                  </a:lnTo>
                  <a:lnTo>
                    <a:pt x="161924" y="17780"/>
                  </a:lnTo>
                  <a:close/>
                </a:path>
                <a:path w="255270" h="462279">
                  <a:moveTo>
                    <a:pt x="199770" y="26670"/>
                  </a:moveTo>
                  <a:lnTo>
                    <a:pt x="199770" y="28014"/>
                  </a:lnTo>
                  <a:lnTo>
                    <a:pt x="199629" y="28014"/>
                  </a:lnTo>
                  <a:lnTo>
                    <a:pt x="200273" y="27675"/>
                  </a:lnTo>
                  <a:lnTo>
                    <a:pt x="199770" y="26670"/>
                  </a:lnTo>
                  <a:close/>
                </a:path>
                <a:path w="255270" h="462279">
                  <a:moveTo>
                    <a:pt x="200525" y="27543"/>
                  </a:moveTo>
                  <a:lnTo>
                    <a:pt x="200273" y="27675"/>
                  </a:lnTo>
                  <a:lnTo>
                    <a:pt x="200443" y="28014"/>
                  </a:lnTo>
                  <a:lnTo>
                    <a:pt x="200525" y="27543"/>
                  </a:lnTo>
                  <a:close/>
                </a:path>
                <a:path w="255270" h="462279">
                  <a:moveTo>
                    <a:pt x="205188" y="25459"/>
                  </a:moveTo>
                  <a:lnTo>
                    <a:pt x="201590" y="25459"/>
                  </a:lnTo>
                  <a:lnTo>
                    <a:pt x="202818" y="26670"/>
                  </a:lnTo>
                  <a:lnTo>
                    <a:pt x="201070" y="28014"/>
                  </a:lnTo>
                  <a:lnTo>
                    <a:pt x="207122" y="28014"/>
                  </a:lnTo>
                  <a:lnTo>
                    <a:pt x="207390" y="26670"/>
                  </a:lnTo>
                  <a:lnTo>
                    <a:pt x="206882" y="26670"/>
                  </a:lnTo>
                  <a:lnTo>
                    <a:pt x="205188" y="25459"/>
                  </a:lnTo>
                  <a:close/>
                </a:path>
                <a:path w="255270" h="462279">
                  <a:moveTo>
                    <a:pt x="209168" y="26670"/>
                  </a:moveTo>
                  <a:lnTo>
                    <a:pt x="208279" y="26670"/>
                  </a:lnTo>
                  <a:lnTo>
                    <a:pt x="207069" y="28014"/>
                  </a:lnTo>
                  <a:lnTo>
                    <a:pt x="207824" y="28014"/>
                  </a:lnTo>
                  <a:lnTo>
                    <a:pt x="209168" y="26670"/>
                  </a:lnTo>
                  <a:close/>
                </a:path>
                <a:path w="255270" h="462279">
                  <a:moveTo>
                    <a:pt x="212284" y="25459"/>
                  </a:moveTo>
                  <a:lnTo>
                    <a:pt x="211903" y="25459"/>
                  </a:lnTo>
                  <a:lnTo>
                    <a:pt x="209348" y="28014"/>
                  </a:lnTo>
                  <a:lnTo>
                    <a:pt x="209846" y="27675"/>
                  </a:lnTo>
                  <a:lnTo>
                    <a:pt x="211454" y="26670"/>
                  </a:lnTo>
                  <a:lnTo>
                    <a:pt x="211073" y="26670"/>
                  </a:lnTo>
                  <a:lnTo>
                    <a:pt x="212284" y="25459"/>
                  </a:lnTo>
                  <a:close/>
                </a:path>
                <a:path w="255270" h="462279">
                  <a:moveTo>
                    <a:pt x="202183" y="26670"/>
                  </a:moveTo>
                  <a:lnTo>
                    <a:pt x="200786" y="26670"/>
                  </a:lnTo>
                  <a:lnTo>
                    <a:pt x="200525" y="27543"/>
                  </a:lnTo>
                  <a:lnTo>
                    <a:pt x="202183" y="26670"/>
                  </a:lnTo>
                  <a:close/>
                </a:path>
                <a:path w="255270" h="462279">
                  <a:moveTo>
                    <a:pt x="154207" y="25459"/>
                  </a:moveTo>
                  <a:lnTo>
                    <a:pt x="154431" y="26670"/>
                  </a:lnTo>
                  <a:lnTo>
                    <a:pt x="154812" y="26670"/>
                  </a:lnTo>
                  <a:lnTo>
                    <a:pt x="154207" y="25459"/>
                  </a:lnTo>
                  <a:close/>
                </a:path>
                <a:path w="255270" h="462279">
                  <a:moveTo>
                    <a:pt x="155870" y="25459"/>
                  </a:moveTo>
                  <a:lnTo>
                    <a:pt x="154812" y="26670"/>
                  </a:lnTo>
                  <a:lnTo>
                    <a:pt x="156717" y="26670"/>
                  </a:lnTo>
                  <a:lnTo>
                    <a:pt x="155870" y="25459"/>
                  </a:lnTo>
                  <a:close/>
                </a:path>
                <a:path w="255270" h="462279">
                  <a:moveTo>
                    <a:pt x="157352" y="25459"/>
                  </a:moveTo>
                  <a:lnTo>
                    <a:pt x="156360" y="25459"/>
                  </a:lnTo>
                  <a:lnTo>
                    <a:pt x="156844" y="26670"/>
                  </a:lnTo>
                  <a:lnTo>
                    <a:pt x="157352" y="26670"/>
                  </a:lnTo>
                  <a:lnTo>
                    <a:pt x="157352" y="25459"/>
                  </a:lnTo>
                  <a:close/>
                </a:path>
                <a:path w="255270" h="462279">
                  <a:moveTo>
                    <a:pt x="218947" y="19050"/>
                  </a:moveTo>
                  <a:lnTo>
                    <a:pt x="202564" y="19050"/>
                  </a:lnTo>
                  <a:lnTo>
                    <a:pt x="203120" y="20161"/>
                  </a:lnTo>
                  <a:lnTo>
                    <a:pt x="203199" y="20320"/>
                  </a:lnTo>
                  <a:lnTo>
                    <a:pt x="201929" y="20320"/>
                  </a:lnTo>
                  <a:lnTo>
                    <a:pt x="202714" y="21628"/>
                  </a:lnTo>
                  <a:lnTo>
                    <a:pt x="201564" y="21628"/>
                  </a:lnTo>
                  <a:lnTo>
                    <a:pt x="202564" y="24130"/>
                  </a:lnTo>
                  <a:lnTo>
                    <a:pt x="206628" y="24130"/>
                  </a:lnTo>
                  <a:lnTo>
                    <a:pt x="206692" y="24765"/>
                  </a:lnTo>
                  <a:lnTo>
                    <a:pt x="206803" y="25459"/>
                  </a:lnTo>
                  <a:lnTo>
                    <a:pt x="207771" y="26670"/>
                  </a:lnTo>
                  <a:lnTo>
                    <a:pt x="208498" y="25459"/>
                  </a:lnTo>
                  <a:lnTo>
                    <a:pt x="222017" y="25459"/>
                  </a:lnTo>
                  <a:lnTo>
                    <a:pt x="220612" y="21628"/>
                  </a:lnTo>
                  <a:lnTo>
                    <a:pt x="218947" y="19050"/>
                  </a:lnTo>
                  <a:close/>
                </a:path>
                <a:path w="255270" h="462279">
                  <a:moveTo>
                    <a:pt x="211849" y="25459"/>
                  </a:moveTo>
                  <a:lnTo>
                    <a:pt x="210155" y="25459"/>
                  </a:lnTo>
                  <a:lnTo>
                    <a:pt x="209549" y="26670"/>
                  </a:lnTo>
                  <a:lnTo>
                    <a:pt x="211849" y="25459"/>
                  </a:lnTo>
                  <a:close/>
                </a:path>
                <a:path w="255270" h="462279">
                  <a:moveTo>
                    <a:pt x="155955" y="22860"/>
                  </a:moveTo>
                  <a:lnTo>
                    <a:pt x="155193" y="22860"/>
                  </a:lnTo>
                  <a:lnTo>
                    <a:pt x="155701" y="24130"/>
                  </a:lnTo>
                  <a:lnTo>
                    <a:pt x="155066" y="24130"/>
                  </a:lnTo>
                  <a:lnTo>
                    <a:pt x="155465" y="25459"/>
                  </a:lnTo>
                  <a:lnTo>
                    <a:pt x="155701" y="24765"/>
                  </a:lnTo>
                  <a:lnTo>
                    <a:pt x="155955" y="24130"/>
                  </a:lnTo>
                  <a:lnTo>
                    <a:pt x="155955" y="22860"/>
                  </a:lnTo>
                  <a:close/>
                </a:path>
                <a:path w="255270" h="462279">
                  <a:moveTo>
                    <a:pt x="160019" y="24130"/>
                  </a:moveTo>
                  <a:lnTo>
                    <a:pt x="159765" y="24130"/>
                  </a:lnTo>
                  <a:lnTo>
                    <a:pt x="159765" y="25459"/>
                  </a:lnTo>
                  <a:lnTo>
                    <a:pt x="162280" y="25459"/>
                  </a:lnTo>
                  <a:lnTo>
                    <a:pt x="160019" y="24130"/>
                  </a:lnTo>
                  <a:close/>
                </a:path>
                <a:path w="255270" h="462279">
                  <a:moveTo>
                    <a:pt x="200659" y="24130"/>
                  </a:moveTo>
                  <a:lnTo>
                    <a:pt x="199197" y="25459"/>
                  </a:lnTo>
                  <a:lnTo>
                    <a:pt x="199923" y="25459"/>
                  </a:lnTo>
                  <a:lnTo>
                    <a:pt x="201104" y="24765"/>
                  </a:lnTo>
                  <a:lnTo>
                    <a:pt x="200659" y="24130"/>
                  </a:lnTo>
                  <a:close/>
                </a:path>
                <a:path w="255270" h="462279">
                  <a:moveTo>
                    <a:pt x="202183" y="24130"/>
                  </a:moveTo>
                  <a:lnTo>
                    <a:pt x="201142" y="24765"/>
                  </a:lnTo>
                  <a:lnTo>
                    <a:pt x="201670" y="25459"/>
                  </a:lnTo>
                  <a:lnTo>
                    <a:pt x="201900" y="24765"/>
                  </a:lnTo>
                  <a:lnTo>
                    <a:pt x="202183" y="24130"/>
                  </a:lnTo>
                  <a:close/>
                </a:path>
                <a:path w="255270" h="462279">
                  <a:moveTo>
                    <a:pt x="202818" y="24130"/>
                  </a:moveTo>
                  <a:lnTo>
                    <a:pt x="202056" y="24130"/>
                  </a:lnTo>
                  <a:lnTo>
                    <a:pt x="202322" y="25459"/>
                  </a:lnTo>
                  <a:lnTo>
                    <a:pt x="202564" y="24765"/>
                  </a:lnTo>
                  <a:lnTo>
                    <a:pt x="202818" y="24130"/>
                  </a:lnTo>
                  <a:close/>
                </a:path>
                <a:path w="255270" h="462279">
                  <a:moveTo>
                    <a:pt x="201241" y="22127"/>
                  </a:moveTo>
                  <a:lnTo>
                    <a:pt x="201065" y="22127"/>
                  </a:lnTo>
                  <a:lnTo>
                    <a:pt x="200526" y="22726"/>
                  </a:lnTo>
                  <a:lnTo>
                    <a:pt x="200405" y="22860"/>
                  </a:lnTo>
                  <a:lnTo>
                    <a:pt x="201167" y="22860"/>
                  </a:lnTo>
                  <a:lnTo>
                    <a:pt x="201241" y="22127"/>
                  </a:lnTo>
                  <a:close/>
                </a:path>
                <a:path w="255270" h="462279">
                  <a:moveTo>
                    <a:pt x="198481" y="21628"/>
                  </a:moveTo>
                  <a:lnTo>
                    <a:pt x="197604" y="21628"/>
                  </a:lnTo>
                  <a:lnTo>
                    <a:pt x="197504" y="22127"/>
                  </a:lnTo>
                  <a:lnTo>
                    <a:pt x="197350" y="22398"/>
                  </a:lnTo>
                  <a:lnTo>
                    <a:pt x="197536" y="22726"/>
                  </a:lnTo>
                  <a:lnTo>
                    <a:pt x="197190" y="22726"/>
                  </a:lnTo>
                  <a:lnTo>
                    <a:pt x="198149" y="22127"/>
                  </a:lnTo>
                  <a:lnTo>
                    <a:pt x="198481" y="21628"/>
                  </a:lnTo>
                  <a:close/>
                </a:path>
                <a:path w="255270" h="462279">
                  <a:moveTo>
                    <a:pt x="198974" y="21628"/>
                  </a:moveTo>
                  <a:lnTo>
                    <a:pt x="198232" y="22127"/>
                  </a:lnTo>
                  <a:lnTo>
                    <a:pt x="197932" y="22726"/>
                  </a:lnTo>
                  <a:lnTo>
                    <a:pt x="198281" y="22398"/>
                  </a:lnTo>
                  <a:lnTo>
                    <a:pt x="198974" y="21628"/>
                  </a:lnTo>
                  <a:close/>
                </a:path>
                <a:path w="255270" h="462279">
                  <a:moveTo>
                    <a:pt x="196842" y="21628"/>
                  </a:moveTo>
                  <a:lnTo>
                    <a:pt x="196476" y="21628"/>
                  </a:lnTo>
                  <a:lnTo>
                    <a:pt x="196576" y="22127"/>
                  </a:lnTo>
                  <a:lnTo>
                    <a:pt x="196630" y="22398"/>
                  </a:lnTo>
                  <a:lnTo>
                    <a:pt x="196742" y="22127"/>
                  </a:lnTo>
                  <a:lnTo>
                    <a:pt x="196842" y="21628"/>
                  </a:lnTo>
                  <a:close/>
                </a:path>
                <a:path w="255270" h="462279">
                  <a:moveTo>
                    <a:pt x="196735" y="21628"/>
                  </a:moveTo>
                  <a:lnTo>
                    <a:pt x="196769" y="22398"/>
                  </a:lnTo>
                  <a:lnTo>
                    <a:pt x="196962" y="22127"/>
                  </a:lnTo>
                  <a:lnTo>
                    <a:pt x="196735" y="21628"/>
                  </a:lnTo>
                  <a:close/>
                </a:path>
                <a:path w="255270" h="462279">
                  <a:moveTo>
                    <a:pt x="197196" y="22127"/>
                  </a:moveTo>
                  <a:lnTo>
                    <a:pt x="196991" y="22127"/>
                  </a:lnTo>
                  <a:lnTo>
                    <a:pt x="197127" y="22398"/>
                  </a:lnTo>
                  <a:lnTo>
                    <a:pt x="197196" y="22127"/>
                  </a:lnTo>
                  <a:close/>
                </a:path>
                <a:path w="255270" h="462279">
                  <a:moveTo>
                    <a:pt x="197211" y="21628"/>
                  </a:moveTo>
                  <a:lnTo>
                    <a:pt x="196913" y="21628"/>
                  </a:lnTo>
                  <a:lnTo>
                    <a:pt x="197196" y="22127"/>
                  </a:lnTo>
                  <a:lnTo>
                    <a:pt x="196962" y="22127"/>
                  </a:lnTo>
                  <a:lnTo>
                    <a:pt x="197211" y="21628"/>
                  </a:lnTo>
                  <a:close/>
                </a:path>
                <a:path w="255270" h="462279">
                  <a:moveTo>
                    <a:pt x="197503" y="20864"/>
                  </a:moveTo>
                  <a:lnTo>
                    <a:pt x="197248" y="21414"/>
                  </a:lnTo>
                  <a:lnTo>
                    <a:pt x="197115" y="21628"/>
                  </a:lnTo>
                  <a:lnTo>
                    <a:pt x="197265" y="22127"/>
                  </a:lnTo>
                  <a:lnTo>
                    <a:pt x="197346" y="21628"/>
                  </a:lnTo>
                  <a:lnTo>
                    <a:pt x="197430" y="20864"/>
                  </a:lnTo>
                  <a:close/>
                </a:path>
                <a:path w="255270" h="462279">
                  <a:moveTo>
                    <a:pt x="201514" y="21628"/>
                  </a:moveTo>
                  <a:lnTo>
                    <a:pt x="201291" y="21628"/>
                  </a:lnTo>
                  <a:lnTo>
                    <a:pt x="201241" y="22127"/>
                  </a:lnTo>
                  <a:lnTo>
                    <a:pt x="201065" y="22127"/>
                  </a:lnTo>
                  <a:lnTo>
                    <a:pt x="201514" y="21628"/>
                  </a:lnTo>
                  <a:close/>
                </a:path>
                <a:path w="255270" h="462279">
                  <a:moveTo>
                    <a:pt x="160273" y="20320"/>
                  </a:moveTo>
                  <a:lnTo>
                    <a:pt x="160328" y="20864"/>
                  </a:lnTo>
                  <a:lnTo>
                    <a:pt x="160404" y="21628"/>
                  </a:lnTo>
                  <a:lnTo>
                    <a:pt x="160797" y="21628"/>
                  </a:lnTo>
                  <a:lnTo>
                    <a:pt x="160273" y="20320"/>
                  </a:lnTo>
                  <a:close/>
                </a:path>
                <a:path w="255270" h="462279">
                  <a:moveTo>
                    <a:pt x="194182" y="20320"/>
                  </a:moveTo>
                  <a:lnTo>
                    <a:pt x="193910" y="20864"/>
                  </a:lnTo>
                  <a:lnTo>
                    <a:pt x="193539" y="21414"/>
                  </a:lnTo>
                  <a:lnTo>
                    <a:pt x="193549" y="21628"/>
                  </a:lnTo>
                  <a:lnTo>
                    <a:pt x="194182" y="21628"/>
                  </a:lnTo>
                  <a:lnTo>
                    <a:pt x="194182" y="20320"/>
                  </a:lnTo>
                  <a:close/>
                </a:path>
                <a:path w="255270" h="462279">
                  <a:moveTo>
                    <a:pt x="196481" y="20864"/>
                  </a:moveTo>
                  <a:lnTo>
                    <a:pt x="196664" y="21414"/>
                  </a:lnTo>
                  <a:lnTo>
                    <a:pt x="196735" y="21628"/>
                  </a:lnTo>
                  <a:lnTo>
                    <a:pt x="196793" y="21414"/>
                  </a:lnTo>
                  <a:lnTo>
                    <a:pt x="196481" y="20864"/>
                  </a:lnTo>
                  <a:close/>
                </a:path>
                <a:path w="255270" h="462279">
                  <a:moveTo>
                    <a:pt x="198627" y="19050"/>
                  </a:moveTo>
                  <a:lnTo>
                    <a:pt x="197611" y="19050"/>
                  </a:lnTo>
                  <a:lnTo>
                    <a:pt x="197703" y="21414"/>
                  </a:lnTo>
                  <a:lnTo>
                    <a:pt x="197746" y="21628"/>
                  </a:lnTo>
                  <a:lnTo>
                    <a:pt x="197992" y="21628"/>
                  </a:lnTo>
                  <a:lnTo>
                    <a:pt x="198072" y="20161"/>
                  </a:lnTo>
                  <a:lnTo>
                    <a:pt x="198627" y="19050"/>
                  </a:lnTo>
                  <a:close/>
                </a:path>
                <a:path w="255270" h="462279">
                  <a:moveTo>
                    <a:pt x="198194" y="21414"/>
                  </a:moveTo>
                  <a:lnTo>
                    <a:pt x="197961" y="21628"/>
                  </a:lnTo>
                  <a:lnTo>
                    <a:pt x="198258" y="21628"/>
                  </a:lnTo>
                  <a:lnTo>
                    <a:pt x="198194" y="21414"/>
                  </a:lnTo>
                  <a:close/>
                </a:path>
                <a:path w="255270" h="462279">
                  <a:moveTo>
                    <a:pt x="201294" y="19050"/>
                  </a:moveTo>
                  <a:lnTo>
                    <a:pt x="198974" y="21628"/>
                  </a:lnTo>
                  <a:lnTo>
                    <a:pt x="200013" y="21628"/>
                  </a:lnTo>
                  <a:lnTo>
                    <a:pt x="200405" y="20320"/>
                  </a:lnTo>
                  <a:lnTo>
                    <a:pt x="201231" y="20320"/>
                  </a:lnTo>
                  <a:lnTo>
                    <a:pt x="201294" y="19050"/>
                  </a:lnTo>
                  <a:close/>
                </a:path>
                <a:path w="255270" h="462279">
                  <a:moveTo>
                    <a:pt x="198754" y="17780"/>
                  </a:moveTo>
                  <a:lnTo>
                    <a:pt x="196087" y="17780"/>
                  </a:lnTo>
                  <a:lnTo>
                    <a:pt x="196494" y="18796"/>
                  </a:lnTo>
                  <a:lnTo>
                    <a:pt x="196595" y="19050"/>
                  </a:lnTo>
                  <a:lnTo>
                    <a:pt x="196752" y="19831"/>
                  </a:lnTo>
                  <a:lnTo>
                    <a:pt x="196849" y="20320"/>
                  </a:lnTo>
                  <a:lnTo>
                    <a:pt x="196595" y="20320"/>
                  </a:lnTo>
                  <a:lnTo>
                    <a:pt x="196869" y="21414"/>
                  </a:lnTo>
                  <a:lnTo>
                    <a:pt x="197013" y="20864"/>
                  </a:lnTo>
                  <a:lnTo>
                    <a:pt x="197103" y="19050"/>
                  </a:lnTo>
                  <a:lnTo>
                    <a:pt x="198627" y="19050"/>
                  </a:lnTo>
                  <a:lnTo>
                    <a:pt x="198754" y="17780"/>
                  </a:lnTo>
                  <a:close/>
                </a:path>
                <a:path w="255270" h="462279">
                  <a:moveTo>
                    <a:pt x="197357" y="20320"/>
                  </a:moveTo>
                  <a:lnTo>
                    <a:pt x="197103" y="20864"/>
                  </a:lnTo>
                  <a:lnTo>
                    <a:pt x="197103" y="21414"/>
                  </a:lnTo>
                  <a:lnTo>
                    <a:pt x="197394" y="20864"/>
                  </a:lnTo>
                  <a:lnTo>
                    <a:pt x="197357" y="20320"/>
                  </a:lnTo>
                  <a:close/>
                </a:path>
                <a:path w="255270" h="462279">
                  <a:moveTo>
                    <a:pt x="198754" y="19050"/>
                  </a:moveTo>
                  <a:lnTo>
                    <a:pt x="198754" y="20320"/>
                  </a:lnTo>
                  <a:lnTo>
                    <a:pt x="197865" y="20320"/>
                  </a:lnTo>
                  <a:lnTo>
                    <a:pt x="198194" y="21414"/>
                  </a:lnTo>
                  <a:lnTo>
                    <a:pt x="198597" y="20864"/>
                  </a:lnTo>
                  <a:lnTo>
                    <a:pt x="199183" y="20161"/>
                  </a:lnTo>
                  <a:lnTo>
                    <a:pt x="198754" y="19050"/>
                  </a:lnTo>
                  <a:close/>
                </a:path>
                <a:path w="255270" h="462279">
                  <a:moveTo>
                    <a:pt x="201231" y="20320"/>
                  </a:moveTo>
                  <a:lnTo>
                    <a:pt x="200405" y="20320"/>
                  </a:lnTo>
                  <a:lnTo>
                    <a:pt x="201062" y="21414"/>
                  </a:lnTo>
                  <a:lnTo>
                    <a:pt x="201204" y="20864"/>
                  </a:lnTo>
                  <a:lnTo>
                    <a:pt x="201231" y="20320"/>
                  </a:lnTo>
                  <a:close/>
                </a:path>
                <a:path w="255270" h="462279">
                  <a:moveTo>
                    <a:pt x="164225" y="17921"/>
                  </a:moveTo>
                  <a:lnTo>
                    <a:pt x="164337" y="19050"/>
                  </a:lnTo>
                  <a:lnTo>
                    <a:pt x="164464" y="20320"/>
                  </a:lnTo>
                  <a:lnTo>
                    <a:pt x="193484" y="20320"/>
                  </a:lnTo>
                  <a:lnTo>
                    <a:pt x="193420" y="19050"/>
                  </a:lnTo>
                  <a:lnTo>
                    <a:pt x="165353" y="19050"/>
                  </a:lnTo>
                  <a:lnTo>
                    <a:pt x="164225" y="17921"/>
                  </a:lnTo>
                  <a:close/>
                </a:path>
                <a:path w="255270" h="462279">
                  <a:moveTo>
                    <a:pt x="192023" y="0"/>
                  </a:moveTo>
                  <a:lnTo>
                    <a:pt x="191515" y="0"/>
                  </a:lnTo>
                  <a:lnTo>
                    <a:pt x="191261" y="1270"/>
                  </a:lnTo>
                  <a:lnTo>
                    <a:pt x="189737" y="1270"/>
                  </a:lnTo>
                  <a:lnTo>
                    <a:pt x="181355" y="6350"/>
                  </a:lnTo>
                  <a:lnTo>
                    <a:pt x="177418" y="8889"/>
                  </a:lnTo>
                  <a:lnTo>
                    <a:pt x="173481" y="12700"/>
                  </a:lnTo>
                  <a:lnTo>
                    <a:pt x="169163" y="13970"/>
                  </a:lnTo>
                  <a:lnTo>
                    <a:pt x="168782" y="15239"/>
                  </a:lnTo>
                  <a:lnTo>
                    <a:pt x="170433" y="16510"/>
                  </a:lnTo>
                  <a:lnTo>
                    <a:pt x="170306" y="17780"/>
                  </a:lnTo>
                  <a:lnTo>
                    <a:pt x="166750" y="17780"/>
                  </a:lnTo>
                  <a:lnTo>
                    <a:pt x="166750" y="19050"/>
                  </a:lnTo>
                  <a:lnTo>
                    <a:pt x="193420" y="19050"/>
                  </a:lnTo>
                  <a:lnTo>
                    <a:pt x="194563" y="20320"/>
                  </a:lnTo>
                  <a:lnTo>
                    <a:pt x="195452" y="20320"/>
                  </a:lnTo>
                  <a:lnTo>
                    <a:pt x="194563" y="19050"/>
                  </a:lnTo>
                  <a:lnTo>
                    <a:pt x="194690" y="16510"/>
                  </a:lnTo>
                  <a:lnTo>
                    <a:pt x="217677" y="16510"/>
                  </a:lnTo>
                  <a:lnTo>
                    <a:pt x="217169" y="15239"/>
                  </a:lnTo>
                  <a:lnTo>
                    <a:pt x="216788" y="15239"/>
                  </a:lnTo>
                  <a:lnTo>
                    <a:pt x="215645" y="13970"/>
                  </a:lnTo>
                  <a:lnTo>
                    <a:pt x="214756" y="12700"/>
                  </a:lnTo>
                  <a:lnTo>
                    <a:pt x="212724" y="10160"/>
                  </a:lnTo>
                  <a:lnTo>
                    <a:pt x="212216" y="8889"/>
                  </a:lnTo>
                  <a:lnTo>
                    <a:pt x="211835" y="8889"/>
                  </a:lnTo>
                  <a:lnTo>
                    <a:pt x="211200" y="7620"/>
                  </a:lnTo>
                  <a:lnTo>
                    <a:pt x="208787" y="7620"/>
                  </a:lnTo>
                  <a:lnTo>
                    <a:pt x="209168" y="6350"/>
                  </a:lnTo>
                  <a:lnTo>
                    <a:pt x="207263" y="6350"/>
                  </a:lnTo>
                  <a:lnTo>
                    <a:pt x="204342" y="5080"/>
                  </a:lnTo>
                  <a:lnTo>
                    <a:pt x="202564" y="3810"/>
                  </a:lnTo>
                  <a:lnTo>
                    <a:pt x="201421" y="3810"/>
                  </a:lnTo>
                  <a:lnTo>
                    <a:pt x="192023" y="0"/>
                  </a:lnTo>
                  <a:close/>
                </a:path>
                <a:path w="255270" h="462279">
                  <a:moveTo>
                    <a:pt x="195500" y="17921"/>
                  </a:moveTo>
                  <a:lnTo>
                    <a:pt x="195452" y="19050"/>
                  </a:lnTo>
                  <a:lnTo>
                    <a:pt x="196082" y="20161"/>
                  </a:lnTo>
                  <a:lnTo>
                    <a:pt x="196172" y="20320"/>
                  </a:lnTo>
                  <a:lnTo>
                    <a:pt x="196136" y="19831"/>
                  </a:lnTo>
                  <a:lnTo>
                    <a:pt x="195500" y="17921"/>
                  </a:lnTo>
                  <a:close/>
                </a:path>
                <a:path w="255270" h="462279">
                  <a:moveTo>
                    <a:pt x="199458" y="19831"/>
                  </a:moveTo>
                  <a:lnTo>
                    <a:pt x="199199" y="20161"/>
                  </a:lnTo>
                  <a:lnTo>
                    <a:pt x="199262" y="20320"/>
                  </a:lnTo>
                  <a:lnTo>
                    <a:pt x="199458" y="19831"/>
                  </a:lnTo>
                  <a:close/>
                </a:path>
                <a:path w="255270" h="462279">
                  <a:moveTo>
                    <a:pt x="217677" y="16510"/>
                  </a:moveTo>
                  <a:lnTo>
                    <a:pt x="195071" y="16510"/>
                  </a:lnTo>
                  <a:lnTo>
                    <a:pt x="195452" y="17780"/>
                  </a:lnTo>
                  <a:lnTo>
                    <a:pt x="201167" y="17780"/>
                  </a:lnTo>
                  <a:lnTo>
                    <a:pt x="201472" y="18796"/>
                  </a:lnTo>
                  <a:lnTo>
                    <a:pt x="201421" y="20320"/>
                  </a:lnTo>
                  <a:lnTo>
                    <a:pt x="202564" y="19050"/>
                  </a:lnTo>
                  <a:lnTo>
                    <a:pt x="218947" y="19050"/>
                  </a:lnTo>
                  <a:lnTo>
                    <a:pt x="217677" y="16510"/>
                  </a:lnTo>
                  <a:close/>
                </a:path>
                <a:path w="255270" h="462279">
                  <a:moveTo>
                    <a:pt x="197484" y="19050"/>
                  </a:moveTo>
                  <a:lnTo>
                    <a:pt x="197103" y="19050"/>
                  </a:lnTo>
                  <a:lnTo>
                    <a:pt x="197260" y="19831"/>
                  </a:lnTo>
                  <a:lnTo>
                    <a:pt x="197484" y="19050"/>
                  </a:lnTo>
                  <a:close/>
                </a:path>
                <a:path w="255270" h="462279">
                  <a:moveTo>
                    <a:pt x="201167" y="17780"/>
                  </a:moveTo>
                  <a:lnTo>
                    <a:pt x="199516" y="17780"/>
                  </a:lnTo>
                  <a:lnTo>
                    <a:pt x="199720" y="18796"/>
                  </a:lnTo>
                  <a:lnTo>
                    <a:pt x="199770" y="19050"/>
                  </a:lnTo>
                  <a:lnTo>
                    <a:pt x="199458" y="19831"/>
                  </a:lnTo>
                  <a:lnTo>
                    <a:pt x="201050" y="17921"/>
                  </a:lnTo>
                  <a:lnTo>
                    <a:pt x="201167" y="17780"/>
                  </a:lnTo>
                  <a:close/>
                </a:path>
                <a:path w="255270" h="462279">
                  <a:moveTo>
                    <a:pt x="195452" y="17780"/>
                  </a:moveTo>
                  <a:lnTo>
                    <a:pt x="194690" y="17780"/>
                  </a:lnTo>
                  <a:lnTo>
                    <a:pt x="194995" y="18796"/>
                  </a:lnTo>
                  <a:lnTo>
                    <a:pt x="195071" y="19050"/>
                  </a:lnTo>
                  <a:lnTo>
                    <a:pt x="195410" y="17921"/>
                  </a:lnTo>
                  <a:lnTo>
                    <a:pt x="195452" y="17780"/>
                  </a:lnTo>
                  <a:close/>
                </a:path>
                <a:path w="255270" h="462279">
                  <a:moveTo>
                    <a:pt x="164210" y="17780"/>
                  </a:moveTo>
                  <a:lnTo>
                    <a:pt x="164225" y="17921"/>
                  </a:lnTo>
                  <a:lnTo>
                    <a:pt x="164210" y="17780"/>
                  </a:lnTo>
                  <a:close/>
                </a:path>
                <a:path w="255270" h="462279">
                  <a:moveTo>
                    <a:pt x="169036" y="16510"/>
                  </a:moveTo>
                  <a:lnTo>
                    <a:pt x="165226" y="16510"/>
                  </a:lnTo>
                  <a:lnTo>
                    <a:pt x="165226" y="17780"/>
                  </a:lnTo>
                  <a:lnTo>
                    <a:pt x="168782" y="17780"/>
                  </a:lnTo>
                  <a:lnTo>
                    <a:pt x="169036" y="1651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2" name="object 24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532376" y="2253868"/>
              <a:ext cx="1852549" cy="172847"/>
            </a:xfrm>
            <a:prstGeom prst="rect">
              <a:avLst/>
            </a:prstGeom>
          </p:spPr>
        </p:pic>
        <p:sp>
          <p:nvSpPr>
            <p:cNvPr id="243" name="object 243"/>
            <p:cNvSpPr/>
            <p:nvPr/>
          </p:nvSpPr>
          <p:spPr>
            <a:xfrm>
              <a:off x="1847215" y="2729102"/>
              <a:ext cx="3108960" cy="1905000"/>
            </a:xfrm>
            <a:custGeom>
              <a:avLst/>
              <a:gdLst/>
              <a:ahLst/>
              <a:cxnLst/>
              <a:rect l="l" t="t" r="r" b="b"/>
              <a:pathLst>
                <a:path w="3108960" h="1905000">
                  <a:moveTo>
                    <a:pt x="11049" y="65786"/>
                  </a:moveTo>
                  <a:lnTo>
                    <a:pt x="4826" y="62865"/>
                  </a:lnTo>
                  <a:lnTo>
                    <a:pt x="0" y="63119"/>
                  </a:lnTo>
                  <a:lnTo>
                    <a:pt x="5969" y="64008"/>
                  </a:lnTo>
                  <a:lnTo>
                    <a:pt x="11049" y="65786"/>
                  </a:lnTo>
                  <a:close/>
                </a:path>
                <a:path w="3108960" h="1905000">
                  <a:moveTo>
                    <a:pt x="15367" y="67818"/>
                  </a:moveTo>
                  <a:lnTo>
                    <a:pt x="14351" y="67056"/>
                  </a:lnTo>
                  <a:lnTo>
                    <a:pt x="11049" y="65786"/>
                  </a:lnTo>
                  <a:lnTo>
                    <a:pt x="15367" y="67818"/>
                  </a:lnTo>
                  <a:close/>
                </a:path>
                <a:path w="3108960" h="1905000">
                  <a:moveTo>
                    <a:pt x="45847" y="78486"/>
                  </a:moveTo>
                  <a:lnTo>
                    <a:pt x="38354" y="76327"/>
                  </a:lnTo>
                  <a:lnTo>
                    <a:pt x="36576" y="77089"/>
                  </a:lnTo>
                  <a:lnTo>
                    <a:pt x="45847" y="78486"/>
                  </a:lnTo>
                  <a:close/>
                </a:path>
                <a:path w="3108960" h="1905000">
                  <a:moveTo>
                    <a:pt x="47498" y="77724"/>
                  </a:moveTo>
                  <a:lnTo>
                    <a:pt x="32766" y="72898"/>
                  </a:lnTo>
                  <a:lnTo>
                    <a:pt x="33782" y="73787"/>
                  </a:lnTo>
                  <a:lnTo>
                    <a:pt x="47498" y="77724"/>
                  </a:lnTo>
                  <a:close/>
                </a:path>
                <a:path w="3108960" h="1905000">
                  <a:moveTo>
                    <a:pt x="52197" y="83566"/>
                  </a:moveTo>
                  <a:lnTo>
                    <a:pt x="44488" y="81216"/>
                  </a:lnTo>
                  <a:lnTo>
                    <a:pt x="37058" y="78270"/>
                  </a:lnTo>
                  <a:lnTo>
                    <a:pt x="30276" y="75755"/>
                  </a:lnTo>
                  <a:lnTo>
                    <a:pt x="24511" y="74676"/>
                  </a:lnTo>
                  <a:lnTo>
                    <a:pt x="32143" y="78486"/>
                  </a:lnTo>
                  <a:lnTo>
                    <a:pt x="40347" y="81648"/>
                  </a:lnTo>
                  <a:lnTo>
                    <a:pt x="47637" y="83566"/>
                  </a:lnTo>
                  <a:lnTo>
                    <a:pt x="52197" y="83566"/>
                  </a:lnTo>
                  <a:close/>
                </a:path>
                <a:path w="3108960" h="1905000">
                  <a:moveTo>
                    <a:pt x="84201" y="97332"/>
                  </a:moveTo>
                  <a:lnTo>
                    <a:pt x="74295" y="93726"/>
                  </a:lnTo>
                  <a:lnTo>
                    <a:pt x="71932" y="91605"/>
                  </a:lnTo>
                  <a:lnTo>
                    <a:pt x="76669" y="91605"/>
                  </a:lnTo>
                  <a:lnTo>
                    <a:pt x="75692" y="90297"/>
                  </a:lnTo>
                  <a:lnTo>
                    <a:pt x="70116" y="88684"/>
                  </a:lnTo>
                  <a:lnTo>
                    <a:pt x="69545" y="88519"/>
                  </a:lnTo>
                  <a:lnTo>
                    <a:pt x="66560" y="88684"/>
                  </a:lnTo>
                  <a:lnTo>
                    <a:pt x="63017" y="88519"/>
                  </a:lnTo>
                  <a:lnTo>
                    <a:pt x="55245" y="85725"/>
                  </a:lnTo>
                  <a:lnTo>
                    <a:pt x="59207" y="88150"/>
                  </a:lnTo>
                  <a:lnTo>
                    <a:pt x="67259" y="91605"/>
                  </a:lnTo>
                  <a:lnTo>
                    <a:pt x="74129" y="94767"/>
                  </a:lnTo>
                  <a:lnTo>
                    <a:pt x="75819" y="96901"/>
                  </a:lnTo>
                  <a:lnTo>
                    <a:pt x="81318" y="99148"/>
                  </a:lnTo>
                  <a:lnTo>
                    <a:pt x="81940" y="98615"/>
                  </a:lnTo>
                  <a:lnTo>
                    <a:pt x="81559" y="97332"/>
                  </a:lnTo>
                  <a:lnTo>
                    <a:pt x="84201" y="97332"/>
                  </a:lnTo>
                  <a:close/>
                </a:path>
                <a:path w="3108960" h="1905000">
                  <a:moveTo>
                    <a:pt x="105283" y="109474"/>
                  </a:moveTo>
                  <a:lnTo>
                    <a:pt x="103505" y="106934"/>
                  </a:lnTo>
                  <a:lnTo>
                    <a:pt x="101396" y="105778"/>
                  </a:lnTo>
                  <a:lnTo>
                    <a:pt x="101130" y="105778"/>
                  </a:lnTo>
                  <a:lnTo>
                    <a:pt x="102120" y="104521"/>
                  </a:lnTo>
                  <a:lnTo>
                    <a:pt x="102476" y="104521"/>
                  </a:lnTo>
                  <a:lnTo>
                    <a:pt x="102323" y="104419"/>
                  </a:lnTo>
                  <a:lnTo>
                    <a:pt x="101346" y="104101"/>
                  </a:lnTo>
                  <a:lnTo>
                    <a:pt x="102222" y="104343"/>
                  </a:lnTo>
                  <a:lnTo>
                    <a:pt x="101879" y="104101"/>
                  </a:lnTo>
                  <a:lnTo>
                    <a:pt x="98615" y="101854"/>
                  </a:lnTo>
                  <a:lnTo>
                    <a:pt x="96774" y="100584"/>
                  </a:lnTo>
                  <a:lnTo>
                    <a:pt x="96647" y="101854"/>
                  </a:lnTo>
                  <a:lnTo>
                    <a:pt x="91033" y="99339"/>
                  </a:lnTo>
                  <a:lnTo>
                    <a:pt x="89408" y="100584"/>
                  </a:lnTo>
                  <a:lnTo>
                    <a:pt x="85471" y="100584"/>
                  </a:lnTo>
                  <a:lnTo>
                    <a:pt x="91821" y="103124"/>
                  </a:lnTo>
                  <a:lnTo>
                    <a:pt x="105283" y="109474"/>
                  </a:lnTo>
                  <a:close/>
                </a:path>
                <a:path w="3108960" h="1905000">
                  <a:moveTo>
                    <a:pt x="105918" y="100584"/>
                  </a:moveTo>
                  <a:lnTo>
                    <a:pt x="96520" y="96774"/>
                  </a:lnTo>
                  <a:lnTo>
                    <a:pt x="96570" y="99314"/>
                  </a:lnTo>
                  <a:lnTo>
                    <a:pt x="91313" y="98044"/>
                  </a:lnTo>
                  <a:lnTo>
                    <a:pt x="96596" y="100507"/>
                  </a:lnTo>
                  <a:lnTo>
                    <a:pt x="96583" y="99339"/>
                  </a:lnTo>
                  <a:lnTo>
                    <a:pt x="96710" y="99339"/>
                  </a:lnTo>
                  <a:lnTo>
                    <a:pt x="101981" y="100584"/>
                  </a:lnTo>
                  <a:lnTo>
                    <a:pt x="105918" y="100584"/>
                  </a:lnTo>
                  <a:close/>
                </a:path>
                <a:path w="3108960" h="1905000">
                  <a:moveTo>
                    <a:pt x="110998" y="113030"/>
                  </a:moveTo>
                  <a:lnTo>
                    <a:pt x="109982" y="112014"/>
                  </a:lnTo>
                  <a:lnTo>
                    <a:pt x="108966" y="112014"/>
                  </a:lnTo>
                  <a:lnTo>
                    <a:pt x="110998" y="113030"/>
                  </a:lnTo>
                  <a:close/>
                </a:path>
                <a:path w="3108960" h="1905000">
                  <a:moveTo>
                    <a:pt x="116586" y="115824"/>
                  </a:moveTo>
                  <a:lnTo>
                    <a:pt x="110998" y="113030"/>
                  </a:lnTo>
                  <a:lnTo>
                    <a:pt x="112522" y="114554"/>
                  </a:lnTo>
                  <a:lnTo>
                    <a:pt x="114300" y="115824"/>
                  </a:lnTo>
                  <a:lnTo>
                    <a:pt x="116586" y="115824"/>
                  </a:lnTo>
                  <a:close/>
                </a:path>
                <a:path w="3108960" h="1905000">
                  <a:moveTo>
                    <a:pt x="119405" y="104521"/>
                  </a:moveTo>
                  <a:lnTo>
                    <a:pt x="118605" y="104101"/>
                  </a:lnTo>
                  <a:lnTo>
                    <a:pt x="107950" y="98044"/>
                  </a:lnTo>
                  <a:lnTo>
                    <a:pt x="111633" y="98044"/>
                  </a:lnTo>
                  <a:lnTo>
                    <a:pt x="104902" y="94234"/>
                  </a:lnTo>
                  <a:lnTo>
                    <a:pt x="92329" y="91694"/>
                  </a:lnTo>
                  <a:lnTo>
                    <a:pt x="91059" y="92964"/>
                  </a:lnTo>
                  <a:lnTo>
                    <a:pt x="87376" y="92964"/>
                  </a:lnTo>
                  <a:lnTo>
                    <a:pt x="95186" y="95504"/>
                  </a:lnTo>
                  <a:lnTo>
                    <a:pt x="102298" y="98044"/>
                  </a:lnTo>
                  <a:lnTo>
                    <a:pt x="109867" y="100584"/>
                  </a:lnTo>
                  <a:lnTo>
                    <a:pt x="119405" y="104521"/>
                  </a:lnTo>
                  <a:close/>
                </a:path>
                <a:path w="3108960" h="1905000">
                  <a:moveTo>
                    <a:pt x="123939" y="1642884"/>
                  </a:moveTo>
                  <a:lnTo>
                    <a:pt x="121907" y="1642884"/>
                  </a:lnTo>
                  <a:lnTo>
                    <a:pt x="121818" y="1643519"/>
                  </a:lnTo>
                  <a:lnTo>
                    <a:pt x="121704" y="1644281"/>
                  </a:lnTo>
                  <a:lnTo>
                    <a:pt x="121285" y="1650136"/>
                  </a:lnTo>
                  <a:lnTo>
                    <a:pt x="121196" y="1651342"/>
                  </a:lnTo>
                  <a:lnTo>
                    <a:pt x="121094" y="1652816"/>
                  </a:lnTo>
                  <a:lnTo>
                    <a:pt x="121005" y="1653984"/>
                  </a:lnTo>
                  <a:lnTo>
                    <a:pt x="120904" y="1655572"/>
                  </a:lnTo>
                  <a:lnTo>
                    <a:pt x="123939" y="1642884"/>
                  </a:lnTo>
                  <a:close/>
                </a:path>
                <a:path w="3108960" h="1905000">
                  <a:moveTo>
                    <a:pt x="126365" y="1607312"/>
                  </a:moveTo>
                  <a:lnTo>
                    <a:pt x="126314" y="1605927"/>
                  </a:lnTo>
                  <a:lnTo>
                    <a:pt x="126238" y="1604772"/>
                  </a:lnTo>
                  <a:lnTo>
                    <a:pt x="126111" y="1604772"/>
                  </a:lnTo>
                  <a:lnTo>
                    <a:pt x="124828" y="1617510"/>
                  </a:lnTo>
                  <a:lnTo>
                    <a:pt x="126365" y="1607312"/>
                  </a:lnTo>
                  <a:close/>
                </a:path>
                <a:path w="3108960" h="1905000">
                  <a:moveTo>
                    <a:pt x="126746" y="1604772"/>
                  </a:moveTo>
                  <a:lnTo>
                    <a:pt x="126365" y="1604772"/>
                  </a:lnTo>
                  <a:lnTo>
                    <a:pt x="126377" y="1606931"/>
                  </a:lnTo>
                  <a:lnTo>
                    <a:pt x="126492" y="1606423"/>
                  </a:lnTo>
                  <a:lnTo>
                    <a:pt x="126746" y="1604772"/>
                  </a:lnTo>
                  <a:close/>
                </a:path>
                <a:path w="3108960" h="1905000">
                  <a:moveTo>
                    <a:pt x="127241" y="1642884"/>
                  </a:moveTo>
                  <a:lnTo>
                    <a:pt x="126301" y="1642884"/>
                  </a:lnTo>
                  <a:lnTo>
                    <a:pt x="126263" y="1643519"/>
                  </a:lnTo>
                  <a:lnTo>
                    <a:pt x="126161" y="1650492"/>
                  </a:lnTo>
                  <a:lnTo>
                    <a:pt x="126301" y="1650136"/>
                  </a:lnTo>
                  <a:lnTo>
                    <a:pt x="127038" y="1644459"/>
                  </a:lnTo>
                  <a:lnTo>
                    <a:pt x="127165" y="1643519"/>
                  </a:lnTo>
                  <a:lnTo>
                    <a:pt x="127241" y="1642884"/>
                  </a:lnTo>
                  <a:close/>
                </a:path>
                <a:path w="3108960" h="1905000">
                  <a:moveTo>
                    <a:pt x="127762" y="1601609"/>
                  </a:moveTo>
                  <a:lnTo>
                    <a:pt x="127596" y="1602828"/>
                  </a:lnTo>
                  <a:lnTo>
                    <a:pt x="127508" y="1604772"/>
                  </a:lnTo>
                  <a:lnTo>
                    <a:pt x="127762" y="1604772"/>
                  </a:lnTo>
                  <a:lnTo>
                    <a:pt x="127762" y="1601609"/>
                  </a:lnTo>
                  <a:close/>
                </a:path>
                <a:path w="3108960" h="1905000">
                  <a:moveTo>
                    <a:pt x="127990" y="1651762"/>
                  </a:moveTo>
                  <a:lnTo>
                    <a:pt x="127825" y="1652117"/>
                  </a:lnTo>
                  <a:lnTo>
                    <a:pt x="127584" y="1653984"/>
                  </a:lnTo>
                  <a:lnTo>
                    <a:pt x="127927" y="1652816"/>
                  </a:lnTo>
                  <a:lnTo>
                    <a:pt x="127990" y="1651762"/>
                  </a:lnTo>
                  <a:close/>
                </a:path>
                <a:path w="3108960" h="1905000">
                  <a:moveTo>
                    <a:pt x="128409" y="1646339"/>
                  </a:moveTo>
                  <a:lnTo>
                    <a:pt x="128219" y="1647964"/>
                  </a:lnTo>
                  <a:lnTo>
                    <a:pt x="128079" y="1650136"/>
                  </a:lnTo>
                  <a:lnTo>
                    <a:pt x="128371" y="1647964"/>
                  </a:lnTo>
                  <a:lnTo>
                    <a:pt x="128409" y="1646339"/>
                  </a:lnTo>
                  <a:close/>
                </a:path>
                <a:path w="3108960" h="1905000">
                  <a:moveTo>
                    <a:pt x="128917" y="1644459"/>
                  </a:moveTo>
                  <a:lnTo>
                    <a:pt x="128574" y="1646339"/>
                  </a:lnTo>
                  <a:lnTo>
                    <a:pt x="128371" y="1647964"/>
                  </a:lnTo>
                  <a:lnTo>
                    <a:pt x="128270" y="1651342"/>
                  </a:lnTo>
                  <a:lnTo>
                    <a:pt x="128460" y="1650961"/>
                  </a:lnTo>
                  <a:lnTo>
                    <a:pt x="128917" y="1644459"/>
                  </a:lnTo>
                  <a:close/>
                </a:path>
                <a:path w="3108960" h="1905000">
                  <a:moveTo>
                    <a:pt x="130416" y="1642884"/>
                  </a:moveTo>
                  <a:lnTo>
                    <a:pt x="129273" y="1642884"/>
                  </a:lnTo>
                  <a:lnTo>
                    <a:pt x="128625" y="1650136"/>
                  </a:lnTo>
                  <a:lnTo>
                    <a:pt x="129324" y="1647964"/>
                  </a:lnTo>
                  <a:lnTo>
                    <a:pt x="129794" y="1646339"/>
                  </a:lnTo>
                  <a:lnTo>
                    <a:pt x="130302" y="1643519"/>
                  </a:lnTo>
                  <a:lnTo>
                    <a:pt x="130416" y="1642884"/>
                  </a:lnTo>
                  <a:close/>
                </a:path>
                <a:path w="3108960" h="1905000">
                  <a:moveTo>
                    <a:pt x="133477" y="1617510"/>
                  </a:moveTo>
                  <a:lnTo>
                    <a:pt x="133096" y="1617510"/>
                  </a:lnTo>
                  <a:lnTo>
                    <a:pt x="131572" y="1604772"/>
                  </a:lnTo>
                  <a:lnTo>
                    <a:pt x="130670" y="1617510"/>
                  </a:lnTo>
                  <a:lnTo>
                    <a:pt x="129654" y="1617510"/>
                  </a:lnTo>
                  <a:lnTo>
                    <a:pt x="130175" y="1607312"/>
                  </a:lnTo>
                  <a:lnTo>
                    <a:pt x="130187" y="1606931"/>
                  </a:lnTo>
                  <a:lnTo>
                    <a:pt x="129959" y="1607312"/>
                  </a:lnTo>
                  <a:lnTo>
                    <a:pt x="127114" y="1617510"/>
                  </a:lnTo>
                  <a:lnTo>
                    <a:pt x="127012" y="1617853"/>
                  </a:lnTo>
                  <a:lnTo>
                    <a:pt x="126403" y="1607312"/>
                  </a:lnTo>
                  <a:lnTo>
                    <a:pt x="126479" y="1617510"/>
                  </a:lnTo>
                  <a:lnTo>
                    <a:pt x="126593" y="1625092"/>
                  </a:lnTo>
                  <a:lnTo>
                    <a:pt x="126746" y="1630184"/>
                  </a:lnTo>
                  <a:lnTo>
                    <a:pt x="131686" y="1630184"/>
                  </a:lnTo>
                  <a:lnTo>
                    <a:pt x="133477" y="1625092"/>
                  </a:lnTo>
                  <a:lnTo>
                    <a:pt x="133477" y="1617853"/>
                  </a:lnTo>
                  <a:lnTo>
                    <a:pt x="133477" y="1617510"/>
                  </a:lnTo>
                  <a:close/>
                </a:path>
                <a:path w="3108960" h="1905000">
                  <a:moveTo>
                    <a:pt x="133985" y="106934"/>
                  </a:moveTo>
                  <a:lnTo>
                    <a:pt x="133858" y="105778"/>
                  </a:lnTo>
                  <a:lnTo>
                    <a:pt x="133477" y="106934"/>
                  </a:lnTo>
                  <a:lnTo>
                    <a:pt x="133985" y="106934"/>
                  </a:lnTo>
                  <a:close/>
                </a:path>
                <a:path w="3108960" h="1905000">
                  <a:moveTo>
                    <a:pt x="136131" y="1617510"/>
                  </a:moveTo>
                  <a:lnTo>
                    <a:pt x="133477" y="1617510"/>
                  </a:lnTo>
                  <a:lnTo>
                    <a:pt x="134696" y="1621586"/>
                  </a:lnTo>
                  <a:lnTo>
                    <a:pt x="136004" y="1617853"/>
                  </a:lnTo>
                  <a:lnTo>
                    <a:pt x="136131" y="1617510"/>
                  </a:lnTo>
                  <a:close/>
                </a:path>
                <a:path w="3108960" h="1905000">
                  <a:moveTo>
                    <a:pt x="137287" y="1630184"/>
                  </a:moveTo>
                  <a:lnTo>
                    <a:pt x="134696" y="1621586"/>
                  </a:lnTo>
                  <a:lnTo>
                    <a:pt x="133477" y="1625092"/>
                  </a:lnTo>
                  <a:lnTo>
                    <a:pt x="133477" y="1630184"/>
                  </a:lnTo>
                  <a:lnTo>
                    <a:pt x="137287" y="1630184"/>
                  </a:lnTo>
                  <a:close/>
                </a:path>
                <a:path w="3108960" h="1905000">
                  <a:moveTo>
                    <a:pt x="139153" y="108254"/>
                  </a:moveTo>
                  <a:lnTo>
                    <a:pt x="136017" y="106934"/>
                  </a:lnTo>
                  <a:lnTo>
                    <a:pt x="133985" y="106934"/>
                  </a:lnTo>
                  <a:lnTo>
                    <a:pt x="139153" y="108254"/>
                  </a:lnTo>
                  <a:close/>
                </a:path>
                <a:path w="3108960" h="1905000">
                  <a:moveTo>
                    <a:pt x="145808" y="1500936"/>
                  </a:moveTo>
                  <a:lnTo>
                    <a:pt x="145300" y="1490903"/>
                  </a:lnTo>
                  <a:lnTo>
                    <a:pt x="145491" y="1500936"/>
                  </a:lnTo>
                  <a:lnTo>
                    <a:pt x="145529" y="1502575"/>
                  </a:lnTo>
                  <a:lnTo>
                    <a:pt x="145808" y="1500936"/>
                  </a:lnTo>
                  <a:close/>
                </a:path>
                <a:path w="3108960" h="1905000">
                  <a:moveTo>
                    <a:pt x="150368" y="1579372"/>
                  </a:moveTo>
                  <a:lnTo>
                    <a:pt x="150291" y="1572120"/>
                  </a:lnTo>
                  <a:lnTo>
                    <a:pt x="149860" y="1579372"/>
                  </a:lnTo>
                  <a:lnTo>
                    <a:pt x="150368" y="1579372"/>
                  </a:lnTo>
                  <a:close/>
                </a:path>
                <a:path w="3108960" h="1905000">
                  <a:moveTo>
                    <a:pt x="154736" y="1484757"/>
                  </a:moveTo>
                  <a:lnTo>
                    <a:pt x="154482" y="1481683"/>
                  </a:lnTo>
                  <a:lnTo>
                    <a:pt x="154279" y="1484757"/>
                  </a:lnTo>
                  <a:lnTo>
                    <a:pt x="154051" y="1490472"/>
                  </a:lnTo>
                  <a:lnTo>
                    <a:pt x="154736" y="1484757"/>
                  </a:lnTo>
                  <a:close/>
                </a:path>
                <a:path w="3108960" h="1905000">
                  <a:moveTo>
                    <a:pt x="155194" y="1490472"/>
                  </a:moveTo>
                  <a:lnTo>
                    <a:pt x="155105" y="1481683"/>
                  </a:lnTo>
                  <a:lnTo>
                    <a:pt x="154736" y="1484757"/>
                  </a:lnTo>
                  <a:lnTo>
                    <a:pt x="155194" y="1490472"/>
                  </a:lnTo>
                  <a:close/>
                </a:path>
                <a:path w="3108960" h="1905000">
                  <a:moveTo>
                    <a:pt x="168046" y="124206"/>
                  </a:moveTo>
                  <a:lnTo>
                    <a:pt x="166878" y="123444"/>
                  </a:lnTo>
                  <a:lnTo>
                    <a:pt x="165100" y="123444"/>
                  </a:lnTo>
                  <a:lnTo>
                    <a:pt x="167386" y="124714"/>
                  </a:lnTo>
                  <a:lnTo>
                    <a:pt x="168046" y="124206"/>
                  </a:lnTo>
                  <a:close/>
                </a:path>
                <a:path w="3108960" h="1905000">
                  <a:moveTo>
                    <a:pt x="169799" y="122174"/>
                  </a:moveTo>
                  <a:lnTo>
                    <a:pt x="161417" y="118364"/>
                  </a:lnTo>
                  <a:lnTo>
                    <a:pt x="156108" y="117094"/>
                  </a:lnTo>
                  <a:lnTo>
                    <a:pt x="151041" y="115824"/>
                  </a:lnTo>
                  <a:lnTo>
                    <a:pt x="143383" y="112014"/>
                  </a:lnTo>
                  <a:lnTo>
                    <a:pt x="148717" y="112014"/>
                  </a:lnTo>
                  <a:lnTo>
                    <a:pt x="144018" y="109474"/>
                  </a:lnTo>
                  <a:lnTo>
                    <a:pt x="139153" y="108254"/>
                  </a:lnTo>
                  <a:lnTo>
                    <a:pt x="133819" y="108254"/>
                  </a:lnTo>
                  <a:lnTo>
                    <a:pt x="125869" y="106934"/>
                  </a:lnTo>
                  <a:lnTo>
                    <a:pt x="119595" y="105778"/>
                  </a:lnTo>
                  <a:lnTo>
                    <a:pt x="118808" y="105778"/>
                  </a:lnTo>
                  <a:lnTo>
                    <a:pt x="116205" y="106934"/>
                  </a:lnTo>
                  <a:lnTo>
                    <a:pt x="122682" y="109474"/>
                  </a:lnTo>
                  <a:lnTo>
                    <a:pt x="115252" y="106934"/>
                  </a:lnTo>
                  <a:lnTo>
                    <a:pt x="109080" y="105778"/>
                  </a:lnTo>
                  <a:lnTo>
                    <a:pt x="109220" y="105778"/>
                  </a:lnTo>
                  <a:lnTo>
                    <a:pt x="102717" y="104521"/>
                  </a:lnTo>
                  <a:lnTo>
                    <a:pt x="102577" y="104521"/>
                  </a:lnTo>
                  <a:lnTo>
                    <a:pt x="106349" y="105778"/>
                  </a:lnTo>
                  <a:lnTo>
                    <a:pt x="108191" y="105778"/>
                  </a:lnTo>
                  <a:lnTo>
                    <a:pt x="116967" y="109474"/>
                  </a:lnTo>
                  <a:lnTo>
                    <a:pt x="111506" y="109474"/>
                  </a:lnTo>
                  <a:lnTo>
                    <a:pt x="113030" y="110744"/>
                  </a:lnTo>
                  <a:lnTo>
                    <a:pt x="119811" y="113284"/>
                  </a:lnTo>
                  <a:lnTo>
                    <a:pt x="121551" y="112014"/>
                  </a:lnTo>
                  <a:lnTo>
                    <a:pt x="123113" y="112014"/>
                  </a:lnTo>
                  <a:lnTo>
                    <a:pt x="129413" y="113284"/>
                  </a:lnTo>
                  <a:lnTo>
                    <a:pt x="130937" y="114554"/>
                  </a:lnTo>
                  <a:lnTo>
                    <a:pt x="137922" y="115824"/>
                  </a:lnTo>
                  <a:lnTo>
                    <a:pt x="148209" y="119634"/>
                  </a:lnTo>
                  <a:lnTo>
                    <a:pt x="150876" y="118364"/>
                  </a:lnTo>
                  <a:lnTo>
                    <a:pt x="155562" y="123177"/>
                  </a:lnTo>
                  <a:lnTo>
                    <a:pt x="156298" y="123444"/>
                  </a:lnTo>
                  <a:lnTo>
                    <a:pt x="165100" y="123444"/>
                  </a:lnTo>
                  <a:lnTo>
                    <a:pt x="160528" y="120904"/>
                  </a:lnTo>
                  <a:lnTo>
                    <a:pt x="158242" y="119634"/>
                  </a:lnTo>
                  <a:lnTo>
                    <a:pt x="157607" y="120904"/>
                  </a:lnTo>
                  <a:lnTo>
                    <a:pt x="154432" y="118364"/>
                  </a:lnTo>
                  <a:lnTo>
                    <a:pt x="158750" y="119634"/>
                  </a:lnTo>
                  <a:lnTo>
                    <a:pt x="165531" y="120904"/>
                  </a:lnTo>
                  <a:lnTo>
                    <a:pt x="169799" y="122174"/>
                  </a:lnTo>
                  <a:close/>
                </a:path>
                <a:path w="3108960" h="1905000">
                  <a:moveTo>
                    <a:pt x="197104" y="1452372"/>
                  </a:moveTo>
                  <a:lnTo>
                    <a:pt x="197065" y="1451254"/>
                  </a:lnTo>
                  <a:lnTo>
                    <a:pt x="196951" y="1447609"/>
                  </a:lnTo>
                  <a:lnTo>
                    <a:pt x="196773" y="1451254"/>
                  </a:lnTo>
                  <a:lnTo>
                    <a:pt x="197104" y="1452372"/>
                  </a:lnTo>
                  <a:close/>
                </a:path>
                <a:path w="3108960" h="1905000">
                  <a:moveTo>
                    <a:pt x="197345" y="1439735"/>
                  </a:moveTo>
                  <a:lnTo>
                    <a:pt x="196723" y="1439735"/>
                  </a:lnTo>
                  <a:lnTo>
                    <a:pt x="196951" y="1447609"/>
                  </a:lnTo>
                  <a:lnTo>
                    <a:pt x="197332" y="1440103"/>
                  </a:lnTo>
                  <a:lnTo>
                    <a:pt x="197345" y="1439735"/>
                  </a:lnTo>
                  <a:close/>
                </a:path>
                <a:path w="3108960" h="1905000">
                  <a:moveTo>
                    <a:pt x="198882" y="1452372"/>
                  </a:moveTo>
                  <a:lnTo>
                    <a:pt x="198132" y="1440103"/>
                  </a:lnTo>
                  <a:lnTo>
                    <a:pt x="198120" y="1439735"/>
                  </a:lnTo>
                  <a:lnTo>
                    <a:pt x="197853" y="1439735"/>
                  </a:lnTo>
                  <a:lnTo>
                    <a:pt x="197167" y="1451254"/>
                  </a:lnTo>
                  <a:lnTo>
                    <a:pt x="197104" y="1452372"/>
                  </a:lnTo>
                  <a:lnTo>
                    <a:pt x="198882" y="1452372"/>
                  </a:lnTo>
                  <a:close/>
                </a:path>
                <a:path w="3108960" h="1905000">
                  <a:moveTo>
                    <a:pt x="207010" y="1401572"/>
                  </a:moveTo>
                  <a:lnTo>
                    <a:pt x="205701" y="1407502"/>
                  </a:lnTo>
                  <a:lnTo>
                    <a:pt x="205232" y="1414272"/>
                  </a:lnTo>
                  <a:lnTo>
                    <a:pt x="205486" y="1414272"/>
                  </a:lnTo>
                  <a:lnTo>
                    <a:pt x="207010" y="1401572"/>
                  </a:lnTo>
                  <a:close/>
                </a:path>
                <a:path w="3108960" h="1905000">
                  <a:moveTo>
                    <a:pt x="210667" y="1539811"/>
                  </a:moveTo>
                  <a:lnTo>
                    <a:pt x="209677" y="1541272"/>
                  </a:lnTo>
                  <a:lnTo>
                    <a:pt x="210515" y="1541272"/>
                  </a:lnTo>
                  <a:lnTo>
                    <a:pt x="210667" y="1539811"/>
                  </a:lnTo>
                  <a:close/>
                </a:path>
                <a:path w="3108960" h="1905000">
                  <a:moveTo>
                    <a:pt x="211074" y="1376172"/>
                  </a:moveTo>
                  <a:lnTo>
                    <a:pt x="210185" y="1376172"/>
                  </a:lnTo>
                  <a:lnTo>
                    <a:pt x="209753" y="1380490"/>
                  </a:lnTo>
                  <a:lnTo>
                    <a:pt x="209651" y="1381467"/>
                  </a:lnTo>
                  <a:lnTo>
                    <a:pt x="210337" y="1380490"/>
                  </a:lnTo>
                  <a:lnTo>
                    <a:pt x="211074" y="1376172"/>
                  </a:lnTo>
                  <a:close/>
                </a:path>
                <a:path w="3108960" h="1905000">
                  <a:moveTo>
                    <a:pt x="211709" y="1401572"/>
                  </a:moveTo>
                  <a:lnTo>
                    <a:pt x="209550" y="1388872"/>
                  </a:lnTo>
                  <a:lnTo>
                    <a:pt x="208495" y="1399298"/>
                  </a:lnTo>
                  <a:lnTo>
                    <a:pt x="209169" y="1401572"/>
                  </a:lnTo>
                  <a:lnTo>
                    <a:pt x="211709" y="1401572"/>
                  </a:lnTo>
                  <a:close/>
                </a:path>
                <a:path w="3108960" h="1905000">
                  <a:moveTo>
                    <a:pt x="213360" y="1376172"/>
                  </a:moveTo>
                  <a:lnTo>
                    <a:pt x="210337" y="1380490"/>
                  </a:lnTo>
                  <a:lnTo>
                    <a:pt x="208915" y="1388872"/>
                  </a:lnTo>
                  <a:lnTo>
                    <a:pt x="209550" y="1388872"/>
                  </a:lnTo>
                  <a:lnTo>
                    <a:pt x="212852" y="1388872"/>
                  </a:lnTo>
                  <a:lnTo>
                    <a:pt x="213360" y="1376172"/>
                  </a:lnTo>
                  <a:close/>
                </a:path>
                <a:path w="3108960" h="1905000">
                  <a:moveTo>
                    <a:pt x="213614" y="1642884"/>
                  </a:moveTo>
                  <a:lnTo>
                    <a:pt x="212979" y="1630184"/>
                  </a:lnTo>
                  <a:lnTo>
                    <a:pt x="212102" y="1641068"/>
                  </a:lnTo>
                  <a:lnTo>
                    <a:pt x="212064" y="1641462"/>
                  </a:lnTo>
                  <a:lnTo>
                    <a:pt x="211950" y="1642884"/>
                  </a:lnTo>
                  <a:lnTo>
                    <a:pt x="213614" y="1642884"/>
                  </a:lnTo>
                  <a:close/>
                </a:path>
                <a:path w="3108960" h="1905000">
                  <a:moveTo>
                    <a:pt x="213614" y="138684"/>
                  </a:moveTo>
                  <a:lnTo>
                    <a:pt x="206121" y="136144"/>
                  </a:lnTo>
                  <a:lnTo>
                    <a:pt x="212090" y="136144"/>
                  </a:lnTo>
                  <a:lnTo>
                    <a:pt x="206121" y="134874"/>
                  </a:lnTo>
                  <a:lnTo>
                    <a:pt x="199644" y="133604"/>
                  </a:lnTo>
                  <a:lnTo>
                    <a:pt x="204597" y="136144"/>
                  </a:lnTo>
                  <a:lnTo>
                    <a:pt x="211836" y="138684"/>
                  </a:lnTo>
                  <a:lnTo>
                    <a:pt x="213614" y="138684"/>
                  </a:lnTo>
                  <a:close/>
                </a:path>
                <a:path w="3108960" h="1905000">
                  <a:moveTo>
                    <a:pt x="214249" y="1376172"/>
                  </a:moveTo>
                  <a:lnTo>
                    <a:pt x="213995" y="1363472"/>
                  </a:lnTo>
                  <a:lnTo>
                    <a:pt x="211709" y="1376172"/>
                  </a:lnTo>
                  <a:lnTo>
                    <a:pt x="213360" y="1376172"/>
                  </a:lnTo>
                  <a:lnTo>
                    <a:pt x="214249" y="1376172"/>
                  </a:lnTo>
                  <a:close/>
                </a:path>
                <a:path w="3108960" h="1905000">
                  <a:moveTo>
                    <a:pt x="215811" y="1361363"/>
                  </a:moveTo>
                  <a:lnTo>
                    <a:pt x="215265" y="1363472"/>
                  </a:lnTo>
                  <a:lnTo>
                    <a:pt x="215519" y="1363472"/>
                  </a:lnTo>
                  <a:lnTo>
                    <a:pt x="215811" y="1361363"/>
                  </a:lnTo>
                  <a:close/>
                </a:path>
                <a:path w="3108960" h="1905000">
                  <a:moveTo>
                    <a:pt x="218313" y="1528572"/>
                  </a:moveTo>
                  <a:lnTo>
                    <a:pt x="211810" y="1528572"/>
                  </a:lnTo>
                  <a:lnTo>
                    <a:pt x="210667" y="1539811"/>
                  </a:lnTo>
                  <a:lnTo>
                    <a:pt x="218313" y="1528572"/>
                  </a:lnTo>
                  <a:close/>
                </a:path>
                <a:path w="3108960" h="1905000">
                  <a:moveTo>
                    <a:pt x="218567" y="1350772"/>
                  </a:moveTo>
                  <a:lnTo>
                    <a:pt x="217297" y="1350772"/>
                  </a:lnTo>
                  <a:lnTo>
                    <a:pt x="215811" y="1361363"/>
                  </a:lnTo>
                  <a:lnTo>
                    <a:pt x="218567" y="1350772"/>
                  </a:lnTo>
                  <a:close/>
                </a:path>
                <a:path w="3108960" h="1905000">
                  <a:moveTo>
                    <a:pt x="223520" y="1630184"/>
                  </a:moveTo>
                  <a:lnTo>
                    <a:pt x="222770" y="1617853"/>
                  </a:lnTo>
                  <a:lnTo>
                    <a:pt x="221894" y="1621586"/>
                  </a:lnTo>
                  <a:lnTo>
                    <a:pt x="220078" y="1630184"/>
                  </a:lnTo>
                  <a:lnTo>
                    <a:pt x="223520" y="1630184"/>
                  </a:lnTo>
                  <a:close/>
                </a:path>
                <a:path w="3108960" h="1905000">
                  <a:moveTo>
                    <a:pt x="236601" y="161544"/>
                  </a:moveTo>
                  <a:lnTo>
                    <a:pt x="235077" y="160274"/>
                  </a:lnTo>
                  <a:lnTo>
                    <a:pt x="232918" y="159004"/>
                  </a:lnTo>
                  <a:lnTo>
                    <a:pt x="229616" y="159004"/>
                  </a:lnTo>
                  <a:lnTo>
                    <a:pt x="232156" y="160274"/>
                  </a:lnTo>
                  <a:lnTo>
                    <a:pt x="234569" y="160274"/>
                  </a:lnTo>
                  <a:lnTo>
                    <a:pt x="236601" y="161544"/>
                  </a:lnTo>
                  <a:close/>
                </a:path>
                <a:path w="3108960" h="1905000">
                  <a:moveTo>
                    <a:pt x="242189" y="1503172"/>
                  </a:moveTo>
                  <a:lnTo>
                    <a:pt x="238633" y="1503172"/>
                  </a:lnTo>
                  <a:lnTo>
                    <a:pt x="237274" y="1507274"/>
                  </a:lnTo>
                  <a:lnTo>
                    <a:pt x="237197" y="1511363"/>
                  </a:lnTo>
                  <a:lnTo>
                    <a:pt x="242189" y="1503172"/>
                  </a:lnTo>
                  <a:close/>
                </a:path>
                <a:path w="3108960" h="1905000">
                  <a:moveTo>
                    <a:pt x="248920" y="172974"/>
                  </a:moveTo>
                  <a:lnTo>
                    <a:pt x="237998" y="166624"/>
                  </a:lnTo>
                  <a:lnTo>
                    <a:pt x="233934" y="166624"/>
                  </a:lnTo>
                  <a:lnTo>
                    <a:pt x="246380" y="172974"/>
                  </a:lnTo>
                  <a:lnTo>
                    <a:pt x="248920" y="172974"/>
                  </a:lnTo>
                  <a:close/>
                </a:path>
                <a:path w="3108960" h="1905000">
                  <a:moveTo>
                    <a:pt x="260985" y="170434"/>
                  </a:moveTo>
                  <a:lnTo>
                    <a:pt x="260832" y="169697"/>
                  </a:lnTo>
                  <a:lnTo>
                    <a:pt x="259334" y="169164"/>
                  </a:lnTo>
                  <a:lnTo>
                    <a:pt x="254889" y="166624"/>
                  </a:lnTo>
                  <a:lnTo>
                    <a:pt x="252666" y="165354"/>
                  </a:lnTo>
                  <a:lnTo>
                    <a:pt x="250444" y="164084"/>
                  </a:lnTo>
                  <a:lnTo>
                    <a:pt x="247357" y="162814"/>
                  </a:lnTo>
                  <a:lnTo>
                    <a:pt x="245021" y="161848"/>
                  </a:lnTo>
                  <a:lnTo>
                    <a:pt x="241935" y="162814"/>
                  </a:lnTo>
                  <a:lnTo>
                    <a:pt x="236601" y="161544"/>
                  </a:lnTo>
                  <a:lnTo>
                    <a:pt x="240919" y="164084"/>
                  </a:lnTo>
                  <a:lnTo>
                    <a:pt x="240919" y="167894"/>
                  </a:lnTo>
                  <a:lnTo>
                    <a:pt x="248539" y="166624"/>
                  </a:lnTo>
                  <a:lnTo>
                    <a:pt x="247523" y="165354"/>
                  </a:lnTo>
                  <a:lnTo>
                    <a:pt x="250825" y="167894"/>
                  </a:lnTo>
                  <a:lnTo>
                    <a:pt x="256794" y="169164"/>
                  </a:lnTo>
                  <a:lnTo>
                    <a:pt x="260985" y="170434"/>
                  </a:lnTo>
                  <a:close/>
                </a:path>
                <a:path w="3108960" h="1905000">
                  <a:moveTo>
                    <a:pt x="261620" y="157594"/>
                  </a:moveTo>
                  <a:lnTo>
                    <a:pt x="260350" y="155194"/>
                  </a:lnTo>
                  <a:lnTo>
                    <a:pt x="255397" y="155194"/>
                  </a:lnTo>
                  <a:lnTo>
                    <a:pt x="261620" y="157594"/>
                  </a:lnTo>
                  <a:close/>
                </a:path>
                <a:path w="3108960" h="1905000">
                  <a:moveTo>
                    <a:pt x="263321" y="158254"/>
                  </a:moveTo>
                  <a:lnTo>
                    <a:pt x="261620" y="157594"/>
                  </a:lnTo>
                  <a:lnTo>
                    <a:pt x="262382" y="159004"/>
                  </a:lnTo>
                  <a:lnTo>
                    <a:pt x="263321" y="158254"/>
                  </a:lnTo>
                  <a:close/>
                </a:path>
                <a:path w="3108960" h="1905000">
                  <a:moveTo>
                    <a:pt x="263944" y="1590929"/>
                  </a:moveTo>
                  <a:lnTo>
                    <a:pt x="263766" y="1587246"/>
                  </a:lnTo>
                  <a:lnTo>
                    <a:pt x="263144" y="1579372"/>
                  </a:lnTo>
                  <a:lnTo>
                    <a:pt x="262382" y="1579372"/>
                  </a:lnTo>
                  <a:lnTo>
                    <a:pt x="262178" y="1581073"/>
                  </a:lnTo>
                  <a:lnTo>
                    <a:pt x="263944" y="1590929"/>
                  </a:lnTo>
                  <a:close/>
                </a:path>
                <a:path w="3108960" h="1905000">
                  <a:moveTo>
                    <a:pt x="270903" y="157861"/>
                  </a:moveTo>
                  <a:lnTo>
                    <a:pt x="269240" y="156464"/>
                  </a:lnTo>
                  <a:lnTo>
                    <a:pt x="263271" y="155194"/>
                  </a:lnTo>
                  <a:lnTo>
                    <a:pt x="270586" y="157861"/>
                  </a:lnTo>
                  <a:lnTo>
                    <a:pt x="270903" y="157861"/>
                  </a:lnTo>
                  <a:close/>
                </a:path>
                <a:path w="3108960" h="1905000">
                  <a:moveTo>
                    <a:pt x="271272" y="159004"/>
                  </a:moveTo>
                  <a:lnTo>
                    <a:pt x="265557" y="156464"/>
                  </a:lnTo>
                  <a:lnTo>
                    <a:pt x="263321" y="158254"/>
                  </a:lnTo>
                  <a:lnTo>
                    <a:pt x="265303" y="159004"/>
                  </a:lnTo>
                  <a:lnTo>
                    <a:pt x="268097" y="160274"/>
                  </a:lnTo>
                  <a:lnTo>
                    <a:pt x="271272" y="159004"/>
                  </a:lnTo>
                  <a:close/>
                </a:path>
                <a:path w="3108960" h="1905000">
                  <a:moveTo>
                    <a:pt x="279781" y="161544"/>
                  </a:moveTo>
                  <a:lnTo>
                    <a:pt x="276987" y="159004"/>
                  </a:lnTo>
                  <a:lnTo>
                    <a:pt x="270903" y="157861"/>
                  </a:lnTo>
                  <a:lnTo>
                    <a:pt x="276860" y="162814"/>
                  </a:lnTo>
                  <a:lnTo>
                    <a:pt x="279781" y="161544"/>
                  </a:lnTo>
                  <a:close/>
                </a:path>
                <a:path w="3108960" h="1905000">
                  <a:moveTo>
                    <a:pt x="283171" y="184404"/>
                  </a:moveTo>
                  <a:lnTo>
                    <a:pt x="280797" y="183134"/>
                  </a:lnTo>
                  <a:lnTo>
                    <a:pt x="279400" y="184404"/>
                  </a:lnTo>
                  <a:lnTo>
                    <a:pt x="283171" y="184404"/>
                  </a:lnTo>
                  <a:close/>
                </a:path>
                <a:path w="3108960" h="1905000">
                  <a:moveTo>
                    <a:pt x="284670" y="185204"/>
                  </a:moveTo>
                  <a:lnTo>
                    <a:pt x="283845" y="184404"/>
                  </a:lnTo>
                  <a:lnTo>
                    <a:pt x="283171" y="184404"/>
                  </a:lnTo>
                  <a:lnTo>
                    <a:pt x="284670" y="185204"/>
                  </a:lnTo>
                  <a:close/>
                </a:path>
                <a:path w="3108960" h="1905000">
                  <a:moveTo>
                    <a:pt x="292341" y="166624"/>
                  </a:moveTo>
                  <a:lnTo>
                    <a:pt x="288671" y="167894"/>
                  </a:lnTo>
                  <a:lnTo>
                    <a:pt x="291490" y="169164"/>
                  </a:lnTo>
                  <a:lnTo>
                    <a:pt x="291592" y="167894"/>
                  </a:lnTo>
                  <a:lnTo>
                    <a:pt x="292341" y="166624"/>
                  </a:lnTo>
                  <a:close/>
                </a:path>
                <a:path w="3108960" h="1905000">
                  <a:moveTo>
                    <a:pt x="293624" y="189484"/>
                  </a:moveTo>
                  <a:lnTo>
                    <a:pt x="290322" y="188214"/>
                  </a:lnTo>
                  <a:lnTo>
                    <a:pt x="284670" y="185204"/>
                  </a:lnTo>
                  <a:lnTo>
                    <a:pt x="290449" y="190754"/>
                  </a:lnTo>
                  <a:lnTo>
                    <a:pt x="293624" y="189484"/>
                  </a:lnTo>
                  <a:close/>
                </a:path>
                <a:path w="3108960" h="1905000">
                  <a:moveTo>
                    <a:pt x="297180" y="169164"/>
                  </a:moveTo>
                  <a:lnTo>
                    <a:pt x="291465" y="165354"/>
                  </a:lnTo>
                  <a:lnTo>
                    <a:pt x="288417" y="162814"/>
                  </a:lnTo>
                  <a:lnTo>
                    <a:pt x="281178" y="160274"/>
                  </a:lnTo>
                  <a:lnTo>
                    <a:pt x="281940" y="161544"/>
                  </a:lnTo>
                  <a:lnTo>
                    <a:pt x="283845" y="164084"/>
                  </a:lnTo>
                  <a:lnTo>
                    <a:pt x="292341" y="166624"/>
                  </a:lnTo>
                  <a:lnTo>
                    <a:pt x="297180" y="169164"/>
                  </a:lnTo>
                  <a:close/>
                </a:path>
                <a:path w="3108960" h="1905000">
                  <a:moveTo>
                    <a:pt x="316357" y="1566672"/>
                  </a:moveTo>
                  <a:lnTo>
                    <a:pt x="312547" y="1566672"/>
                  </a:lnTo>
                  <a:lnTo>
                    <a:pt x="313817" y="1579372"/>
                  </a:lnTo>
                  <a:lnTo>
                    <a:pt x="311404" y="1579372"/>
                  </a:lnTo>
                  <a:lnTo>
                    <a:pt x="312547" y="1566672"/>
                  </a:lnTo>
                  <a:lnTo>
                    <a:pt x="311150" y="1566672"/>
                  </a:lnTo>
                  <a:lnTo>
                    <a:pt x="309880" y="1579372"/>
                  </a:lnTo>
                  <a:lnTo>
                    <a:pt x="308229" y="1566672"/>
                  </a:lnTo>
                  <a:lnTo>
                    <a:pt x="306451" y="1579372"/>
                  </a:lnTo>
                  <a:lnTo>
                    <a:pt x="300101" y="1579372"/>
                  </a:lnTo>
                  <a:lnTo>
                    <a:pt x="302895" y="1566672"/>
                  </a:lnTo>
                  <a:lnTo>
                    <a:pt x="296926" y="1566672"/>
                  </a:lnTo>
                  <a:lnTo>
                    <a:pt x="289814" y="1579372"/>
                  </a:lnTo>
                  <a:lnTo>
                    <a:pt x="274574" y="1579372"/>
                  </a:lnTo>
                  <a:lnTo>
                    <a:pt x="273532" y="1590929"/>
                  </a:lnTo>
                  <a:lnTo>
                    <a:pt x="273418" y="1592033"/>
                  </a:lnTo>
                  <a:lnTo>
                    <a:pt x="271907" y="1579372"/>
                  </a:lnTo>
                  <a:lnTo>
                    <a:pt x="268478" y="1579372"/>
                  </a:lnTo>
                  <a:lnTo>
                    <a:pt x="268503" y="1581073"/>
                  </a:lnTo>
                  <a:lnTo>
                    <a:pt x="268617" y="1586699"/>
                  </a:lnTo>
                  <a:lnTo>
                    <a:pt x="268732" y="1592084"/>
                  </a:lnTo>
                  <a:lnTo>
                    <a:pt x="260845" y="1592084"/>
                  </a:lnTo>
                  <a:lnTo>
                    <a:pt x="262178" y="1581073"/>
                  </a:lnTo>
                  <a:lnTo>
                    <a:pt x="261874" y="1579372"/>
                  </a:lnTo>
                  <a:lnTo>
                    <a:pt x="256794" y="1579372"/>
                  </a:lnTo>
                  <a:lnTo>
                    <a:pt x="255384" y="1592084"/>
                  </a:lnTo>
                  <a:lnTo>
                    <a:pt x="221475" y="1592084"/>
                  </a:lnTo>
                  <a:lnTo>
                    <a:pt x="221221" y="1600873"/>
                  </a:lnTo>
                  <a:lnTo>
                    <a:pt x="221107" y="1604772"/>
                  </a:lnTo>
                  <a:lnTo>
                    <a:pt x="200507" y="1604772"/>
                  </a:lnTo>
                  <a:lnTo>
                    <a:pt x="195300" y="1617510"/>
                  </a:lnTo>
                  <a:lnTo>
                    <a:pt x="186550" y="1617510"/>
                  </a:lnTo>
                  <a:lnTo>
                    <a:pt x="182245" y="1630159"/>
                  </a:lnTo>
                  <a:lnTo>
                    <a:pt x="182245" y="1617510"/>
                  </a:lnTo>
                  <a:lnTo>
                    <a:pt x="177025" y="1617510"/>
                  </a:lnTo>
                  <a:lnTo>
                    <a:pt x="176517" y="1630184"/>
                  </a:lnTo>
                  <a:lnTo>
                    <a:pt x="166738" y="1630184"/>
                  </a:lnTo>
                  <a:lnTo>
                    <a:pt x="165658" y="1641068"/>
                  </a:lnTo>
                  <a:lnTo>
                    <a:pt x="165595" y="1641729"/>
                  </a:lnTo>
                  <a:lnTo>
                    <a:pt x="165468" y="1642884"/>
                  </a:lnTo>
                  <a:lnTo>
                    <a:pt x="161531" y="1642884"/>
                  </a:lnTo>
                  <a:lnTo>
                    <a:pt x="163817" y="1630184"/>
                  </a:lnTo>
                  <a:lnTo>
                    <a:pt x="157975" y="1630184"/>
                  </a:lnTo>
                  <a:lnTo>
                    <a:pt x="157213" y="1641068"/>
                  </a:lnTo>
                  <a:lnTo>
                    <a:pt x="157187" y="1641462"/>
                  </a:lnTo>
                  <a:lnTo>
                    <a:pt x="157086" y="1642884"/>
                  </a:lnTo>
                  <a:lnTo>
                    <a:pt x="146926" y="1642884"/>
                  </a:lnTo>
                  <a:lnTo>
                    <a:pt x="138049" y="1655572"/>
                  </a:lnTo>
                  <a:lnTo>
                    <a:pt x="131318" y="1655572"/>
                  </a:lnTo>
                  <a:lnTo>
                    <a:pt x="131419" y="1652816"/>
                  </a:lnTo>
                  <a:lnTo>
                    <a:pt x="131533" y="1650136"/>
                  </a:lnTo>
                  <a:lnTo>
                    <a:pt x="131622" y="1647964"/>
                  </a:lnTo>
                  <a:lnTo>
                    <a:pt x="131686" y="1646339"/>
                  </a:lnTo>
                  <a:lnTo>
                    <a:pt x="131787" y="1643519"/>
                  </a:lnTo>
                  <a:lnTo>
                    <a:pt x="131813" y="1642884"/>
                  </a:lnTo>
                  <a:lnTo>
                    <a:pt x="130797" y="1642884"/>
                  </a:lnTo>
                  <a:lnTo>
                    <a:pt x="129794" y="1646339"/>
                  </a:lnTo>
                  <a:lnTo>
                    <a:pt x="128422" y="1653984"/>
                  </a:lnTo>
                  <a:lnTo>
                    <a:pt x="128206" y="1654556"/>
                  </a:lnTo>
                  <a:lnTo>
                    <a:pt x="128143" y="1655572"/>
                  </a:lnTo>
                  <a:lnTo>
                    <a:pt x="128244" y="1652117"/>
                  </a:lnTo>
                  <a:lnTo>
                    <a:pt x="127927" y="1652816"/>
                  </a:lnTo>
                  <a:lnTo>
                    <a:pt x="127850" y="1653984"/>
                  </a:lnTo>
                  <a:lnTo>
                    <a:pt x="127762" y="1655572"/>
                  </a:lnTo>
                  <a:lnTo>
                    <a:pt x="127127" y="1655572"/>
                  </a:lnTo>
                  <a:lnTo>
                    <a:pt x="127419" y="1654556"/>
                  </a:lnTo>
                  <a:lnTo>
                    <a:pt x="127533" y="1651762"/>
                  </a:lnTo>
                  <a:lnTo>
                    <a:pt x="127596" y="1650136"/>
                  </a:lnTo>
                  <a:lnTo>
                    <a:pt x="127685" y="1647964"/>
                  </a:lnTo>
                  <a:lnTo>
                    <a:pt x="127749" y="1646339"/>
                  </a:lnTo>
                  <a:lnTo>
                    <a:pt x="127850" y="1643519"/>
                  </a:lnTo>
                  <a:lnTo>
                    <a:pt x="127876" y="1642884"/>
                  </a:lnTo>
                  <a:lnTo>
                    <a:pt x="127241" y="1642884"/>
                  </a:lnTo>
                  <a:lnTo>
                    <a:pt x="126746" y="1650136"/>
                  </a:lnTo>
                  <a:lnTo>
                    <a:pt x="126657" y="1651342"/>
                  </a:lnTo>
                  <a:lnTo>
                    <a:pt x="126555" y="1652816"/>
                  </a:lnTo>
                  <a:lnTo>
                    <a:pt x="126466" y="1653984"/>
                  </a:lnTo>
                  <a:lnTo>
                    <a:pt x="126365" y="1655572"/>
                  </a:lnTo>
                  <a:lnTo>
                    <a:pt x="126111" y="1655572"/>
                  </a:lnTo>
                  <a:lnTo>
                    <a:pt x="126136" y="1652816"/>
                  </a:lnTo>
                  <a:lnTo>
                    <a:pt x="125920" y="1653984"/>
                  </a:lnTo>
                  <a:lnTo>
                    <a:pt x="125844" y="1654556"/>
                  </a:lnTo>
                  <a:lnTo>
                    <a:pt x="125730" y="1655572"/>
                  </a:lnTo>
                  <a:lnTo>
                    <a:pt x="125095" y="1655572"/>
                  </a:lnTo>
                  <a:lnTo>
                    <a:pt x="125780" y="1647964"/>
                  </a:lnTo>
                  <a:lnTo>
                    <a:pt x="125437" y="1650136"/>
                  </a:lnTo>
                  <a:lnTo>
                    <a:pt x="125006" y="1653984"/>
                  </a:lnTo>
                  <a:lnTo>
                    <a:pt x="124942" y="1654556"/>
                  </a:lnTo>
                  <a:lnTo>
                    <a:pt x="124841" y="1655572"/>
                  </a:lnTo>
                  <a:lnTo>
                    <a:pt x="120904" y="1655572"/>
                  </a:lnTo>
                  <a:lnTo>
                    <a:pt x="118491" y="1655572"/>
                  </a:lnTo>
                  <a:lnTo>
                    <a:pt x="121742" y="1643519"/>
                  </a:lnTo>
                  <a:lnTo>
                    <a:pt x="121996" y="1642186"/>
                  </a:lnTo>
                  <a:lnTo>
                    <a:pt x="122123" y="1641462"/>
                  </a:lnTo>
                  <a:lnTo>
                    <a:pt x="123812" y="1630184"/>
                  </a:lnTo>
                  <a:lnTo>
                    <a:pt x="124904" y="1641068"/>
                  </a:lnTo>
                  <a:lnTo>
                    <a:pt x="125018" y="1642186"/>
                  </a:lnTo>
                  <a:lnTo>
                    <a:pt x="125171" y="1641729"/>
                  </a:lnTo>
                  <a:lnTo>
                    <a:pt x="125971" y="1630184"/>
                  </a:lnTo>
                  <a:lnTo>
                    <a:pt x="124206" y="1630184"/>
                  </a:lnTo>
                  <a:lnTo>
                    <a:pt x="124053" y="1625092"/>
                  </a:lnTo>
                  <a:lnTo>
                    <a:pt x="123939" y="1621586"/>
                  </a:lnTo>
                  <a:lnTo>
                    <a:pt x="123825" y="1617510"/>
                  </a:lnTo>
                  <a:lnTo>
                    <a:pt x="119621" y="1617510"/>
                  </a:lnTo>
                  <a:lnTo>
                    <a:pt x="121412" y="1604772"/>
                  </a:lnTo>
                  <a:lnTo>
                    <a:pt x="123190" y="1604772"/>
                  </a:lnTo>
                  <a:lnTo>
                    <a:pt x="124447" y="1592084"/>
                  </a:lnTo>
                  <a:lnTo>
                    <a:pt x="127000" y="1592084"/>
                  </a:lnTo>
                  <a:lnTo>
                    <a:pt x="127698" y="1600873"/>
                  </a:lnTo>
                  <a:lnTo>
                    <a:pt x="128130" y="1592084"/>
                  </a:lnTo>
                  <a:lnTo>
                    <a:pt x="128397" y="1592084"/>
                  </a:lnTo>
                  <a:lnTo>
                    <a:pt x="129908" y="1592084"/>
                  </a:lnTo>
                  <a:lnTo>
                    <a:pt x="128574" y="1600200"/>
                  </a:lnTo>
                  <a:lnTo>
                    <a:pt x="128397" y="1592084"/>
                  </a:lnTo>
                  <a:lnTo>
                    <a:pt x="127952" y="1600873"/>
                  </a:lnTo>
                  <a:lnTo>
                    <a:pt x="127977" y="1604365"/>
                  </a:lnTo>
                  <a:lnTo>
                    <a:pt x="128308" y="1602828"/>
                  </a:lnTo>
                  <a:lnTo>
                    <a:pt x="128473" y="1601635"/>
                  </a:lnTo>
                  <a:lnTo>
                    <a:pt x="128524" y="1604772"/>
                  </a:lnTo>
                  <a:lnTo>
                    <a:pt x="130302" y="1604772"/>
                  </a:lnTo>
                  <a:lnTo>
                    <a:pt x="130238" y="1605927"/>
                  </a:lnTo>
                  <a:lnTo>
                    <a:pt x="130568" y="1604772"/>
                  </a:lnTo>
                  <a:lnTo>
                    <a:pt x="130517" y="1600873"/>
                  </a:lnTo>
                  <a:lnTo>
                    <a:pt x="130175" y="1592084"/>
                  </a:lnTo>
                  <a:lnTo>
                    <a:pt x="139065" y="1592084"/>
                  </a:lnTo>
                  <a:lnTo>
                    <a:pt x="143383" y="1604772"/>
                  </a:lnTo>
                  <a:lnTo>
                    <a:pt x="145161" y="1604772"/>
                  </a:lnTo>
                  <a:lnTo>
                    <a:pt x="145656" y="1592084"/>
                  </a:lnTo>
                  <a:lnTo>
                    <a:pt x="146812" y="1592084"/>
                  </a:lnTo>
                  <a:lnTo>
                    <a:pt x="142367" y="1579372"/>
                  </a:lnTo>
                  <a:lnTo>
                    <a:pt x="144018" y="1566672"/>
                  </a:lnTo>
                  <a:lnTo>
                    <a:pt x="150241" y="1566672"/>
                  </a:lnTo>
                  <a:lnTo>
                    <a:pt x="150279" y="1571066"/>
                  </a:lnTo>
                  <a:lnTo>
                    <a:pt x="150406" y="1570202"/>
                  </a:lnTo>
                  <a:lnTo>
                    <a:pt x="150622" y="1566672"/>
                  </a:lnTo>
                  <a:lnTo>
                    <a:pt x="154051" y="1566672"/>
                  </a:lnTo>
                  <a:lnTo>
                    <a:pt x="153289" y="1553972"/>
                  </a:lnTo>
                  <a:lnTo>
                    <a:pt x="158115" y="1553972"/>
                  </a:lnTo>
                  <a:lnTo>
                    <a:pt x="161544" y="1541272"/>
                  </a:lnTo>
                  <a:lnTo>
                    <a:pt x="161036" y="1541272"/>
                  </a:lnTo>
                  <a:lnTo>
                    <a:pt x="159639" y="1528572"/>
                  </a:lnTo>
                  <a:lnTo>
                    <a:pt x="164846" y="1528572"/>
                  </a:lnTo>
                  <a:lnTo>
                    <a:pt x="169672" y="1515872"/>
                  </a:lnTo>
                  <a:lnTo>
                    <a:pt x="171958" y="1503172"/>
                  </a:lnTo>
                  <a:lnTo>
                    <a:pt x="172720" y="1503172"/>
                  </a:lnTo>
                  <a:lnTo>
                    <a:pt x="176657" y="1490472"/>
                  </a:lnTo>
                  <a:lnTo>
                    <a:pt x="182118" y="1490472"/>
                  </a:lnTo>
                  <a:lnTo>
                    <a:pt x="186550" y="1477784"/>
                  </a:lnTo>
                  <a:lnTo>
                    <a:pt x="185153" y="1477784"/>
                  </a:lnTo>
                  <a:lnTo>
                    <a:pt x="186309" y="1465072"/>
                  </a:lnTo>
                  <a:lnTo>
                    <a:pt x="187833" y="1465072"/>
                  </a:lnTo>
                  <a:lnTo>
                    <a:pt x="188087" y="1477784"/>
                  </a:lnTo>
                  <a:lnTo>
                    <a:pt x="189738" y="1465072"/>
                  </a:lnTo>
                  <a:lnTo>
                    <a:pt x="189484" y="1465072"/>
                  </a:lnTo>
                  <a:lnTo>
                    <a:pt x="193929" y="1452372"/>
                  </a:lnTo>
                  <a:lnTo>
                    <a:pt x="196723" y="1452372"/>
                  </a:lnTo>
                  <a:lnTo>
                    <a:pt x="196773" y="1451254"/>
                  </a:lnTo>
                  <a:lnTo>
                    <a:pt x="193535" y="1440103"/>
                  </a:lnTo>
                  <a:lnTo>
                    <a:pt x="193433" y="1439735"/>
                  </a:lnTo>
                  <a:lnTo>
                    <a:pt x="196443" y="1439735"/>
                  </a:lnTo>
                  <a:lnTo>
                    <a:pt x="200279" y="1426972"/>
                  </a:lnTo>
                  <a:lnTo>
                    <a:pt x="204597" y="1426972"/>
                  </a:lnTo>
                  <a:lnTo>
                    <a:pt x="204851" y="1414272"/>
                  </a:lnTo>
                  <a:lnTo>
                    <a:pt x="204216" y="1414272"/>
                  </a:lnTo>
                  <a:lnTo>
                    <a:pt x="205701" y="1407502"/>
                  </a:lnTo>
                  <a:lnTo>
                    <a:pt x="206121" y="1401572"/>
                  </a:lnTo>
                  <a:lnTo>
                    <a:pt x="207010" y="1401572"/>
                  </a:lnTo>
                  <a:lnTo>
                    <a:pt x="208280" y="1401572"/>
                  </a:lnTo>
                  <a:lnTo>
                    <a:pt x="208495" y="1399298"/>
                  </a:lnTo>
                  <a:lnTo>
                    <a:pt x="205486" y="1388872"/>
                  </a:lnTo>
                  <a:lnTo>
                    <a:pt x="208915" y="1388872"/>
                  </a:lnTo>
                  <a:lnTo>
                    <a:pt x="209651" y="1381467"/>
                  </a:lnTo>
                  <a:lnTo>
                    <a:pt x="204470" y="1388872"/>
                  </a:lnTo>
                  <a:lnTo>
                    <a:pt x="206756" y="1376172"/>
                  </a:lnTo>
                  <a:lnTo>
                    <a:pt x="209550" y="1376172"/>
                  </a:lnTo>
                  <a:lnTo>
                    <a:pt x="211709" y="1363472"/>
                  </a:lnTo>
                  <a:lnTo>
                    <a:pt x="200660" y="1363472"/>
                  </a:lnTo>
                  <a:lnTo>
                    <a:pt x="197866" y="1376172"/>
                  </a:lnTo>
                  <a:lnTo>
                    <a:pt x="196977" y="1376172"/>
                  </a:lnTo>
                  <a:lnTo>
                    <a:pt x="196977" y="1414272"/>
                  </a:lnTo>
                  <a:lnTo>
                    <a:pt x="196596" y="1426972"/>
                  </a:lnTo>
                  <a:lnTo>
                    <a:pt x="193802" y="1426972"/>
                  </a:lnTo>
                  <a:lnTo>
                    <a:pt x="196977" y="1414272"/>
                  </a:lnTo>
                  <a:lnTo>
                    <a:pt x="196977" y="1376172"/>
                  </a:lnTo>
                  <a:lnTo>
                    <a:pt x="193802" y="1376172"/>
                  </a:lnTo>
                  <a:lnTo>
                    <a:pt x="195707" y="1388872"/>
                  </a:lnTo>
                  <a:lnTo>
                    <a:pt x="191389" y="1388872"/>
                  </a:lnTo>
                  <a:lnTo>
                    <a:pt x="190969" y="1399298"/>
                  </a:lnTo>
                  <a:lnTo>
                    <a:pt x="190881" y="1401572"/>
                  </a:lnTo>
                  <a:lnTo>
                    <a:pt x="190893" y="1399298"/>
                  </a:lnTo>
                  <a:lnTo>
                    <a:pt x="191008" y="1388872"/>
                  </a:lnTo>
                  <a:lnTo>
                    <a:pt x="187960" y="1401572"/>
                  </a:lnTo>
                  <a:lnTo>
                    <a:pt x="183642" y="1401572"/>
                  </a:lnTo>
                  <a:lnTo>
                    <a:pt x="181483" y="1414272"/>
                  </a:lnTo>
                  <a:lnTo>
                    <a:pt x="182499" y="1401572"/>
                  </a:lnTo>
                  <a:lnTo>
                    <a:pt x="180594" y="1401572"/>
                  </a:lnTo>
                  <a:lnTo>
                    <a:pt x="179578" y="1414272"/>
                  </a:lnTo>
                  <a:lnTo>
                    <a:pt x="176403" y="1414272"/>
                  </a:lnTo>
                  <a:lnTo>
                    <a:pt x="177165" y="1426972"/>
                  </a:lnTo>
                  <a:lnTo>
                    <a:pt x="176149" y="1414272"/>
                  </a:lnTo>
                  <a:lnTo>
                    <a:pt x="175006" y="1426972"/>
                  </a:lnTo>
                  <a:lnTo>
                    <a:pt x="175260" y="1426972"/>
                  </a:lnTo>
                  <a:lnTo>
                    <a:pt x="171297" y="1439735"/>
                  </a:lnTo>
                  <a:lnTo>
                    <a:pt x="168643" y="1439735"/>
                  </a:lnTo>
                  <a:lnTo>
                    <a:pt x="167360" y="1451254"/>
                  </a:lnTo>
                  <a:lnTo>
                    <a:pt x="167233" y="1452372"/>
                  </a:lnTo>
                  <a:lnTo>
                    <a:pt x="162204" y="1465072"/>
                  </a:lnTo>
                  <a:lnTo>
                    <a:pt x="156083" y="1465072"/>
                  </a:lnTo>
                  <a:lnTo>
                    <a:pt x="151371" y="1477784"/>
                  </a:lnTo>
                  <a:lnTo>
                    <a:pt x="154178" y="1477784"/>
                  </a:lnTo>
                  <a:lnTo>
                    <a:pt x="154381" y="1480375"/>
                  </a:lnTo>
                  <a:lnTo>
                    <a:pt x="154546" y="1477784"/>
                  </a:lnTo>
                  <a:lnTo>
                    <a:pt x="155067" y="1477784"/>
                  </a:lnTo>
                  <a:lnTo>
                    <a:pt x="155092" y="1480947"/>
                  </a:lnTo>
                  <a:lnTo>
                    <a:pt x="155257" y="1480375"/>
                  </a:lnTo>
                  <a:lnTo>
                    <a:pt x="155562" y="1477784"/>
                  </a:lnTo>
                  <a:lnTo>
                    <a:pt x="156210" y="1477784"/>
                  </a:lnTo>
                  <a:lnTo>
                    <a:pt x="157480" y="1490472"/>
                  </a:lnTo>
                  <a:lnTo>
                    <a:pt x="155194" y="1490472"/>
                  </a:lnTo>
                  <a:lnTo>
                    <a:pt x="154051" y="1490472"/>
                  </a:lnTo>
                  <a:lnTo>
                    <a:pt x="149860" y="1490472"/>
                  </a:lnTo>
                  <a:lnTo>
                    <a:pt x="149326" y="1500936"/>
                  </a:lnTo>
                  <a:lnTo>
                    <a:pt x="149225" y="1503172"/>
                  </a:lnTo>
                  <a:lnTo>
                    <a:pt x="147015" y="1490903"/>
                  </a:lnTo>
                  <a:lnTo>
                    <a:pt x="145808" y="1500936"/>
                  </a:lnTo>
                  <a:lnTo>
                    <a:pt x="145923" y="1503172"/>
                  </a:lnTo>
                  <a:lnTo>
                    <a:pt x="142240" y="1503172"/>
                  </a:lnTo>
                  <a:lnTo>
                    <a:pt x="137160" y="1515872"/>
                  </a:lnTo>
                  <a:lnTo>
                    <a:pt x="132969" y="1515872"/>
                  </a:lnTo>
                  <a:lnTo>
                    <a:pt x="134620" y="1528572"/>
                  </a:lnTo>
                  <a:lnTo>
                    <a:pt x="129032" y="1528572"/>
                  </a:lnTo>
                  <a:lnTo>
                    <a:pt x="126619" y="1541272"/>
                  </a:lnTo>
                  <a:lnTo>
                    <a:pt x="129159" y="1541272"/>
                  </a:lnTo>
                  <a:lnTo>
                    <a:pt x="128016" y="1553972"/>
                  </a:lnTo>
                  <a:lnTo>
                    <a:pt x="121539" y="1553972"/>
                  </a:lnTo>
                  <a:lnTo>
                    <a:pt x="119557" y="1565617"/>
                  </a:lnTo>
                  <a:lnTo>
                    <a:pt x="119443" y="1566265"/>
                  </a:lnTo>
                  <a:lnTo>
                    <a:pt x="119380" y="1566672"/>
                  </a:lnTo>
                  <a:lnTo>
                    <a:pt x="111506" y="1566672"/>
                  </a:lnTo>
                  <a:lnTo>
                    <a:pt x="115316" y="1579372"/>
                  </a:lnTo>
                  <a:lnTo>
                    <a:pt x="108077" y="1579372"/>
                  </a:lnTo>
                  <a:lnTo>
                    <a:pt x="112014" y="1592084"/>
                  </a:lnTo>
                  <a:lnTo>
                    <a:pt x="109588" y="1592084"/>
                  </a:lnTo>
                  <a:lnTo>
                    <a:pt x="106819" y="1604365"/>
                  </a:lnTo>
                  <a:lnTo>
                    <a:pt x="106730" y="1604772"/>
                  </a:lnTo>
                  <a:lnTo>
                    <a:pt x="100711" y="1617510"/>
                  </a:lnTo>
                  <a:lnTo>
                    <a:pt x="95872" y="1630184"/>
                  </a:lnTo>
                  <a:lnTo>
                    <a:pt x="94221" y="1630184"/>
                  </a:lnTo>
                  <a:lnTo>
                    <a:pt x="92925" y="1641068"/>
                  </a:lnTo>
                  <a:lnTo>
                    <a:pt x="92875" y="1641462"/>
                  </a:lnTo>
                  <a:lnTo>
                    <a:pt x="92786" y="1642186"/>
                  </a:lnTo>
                  <a:lnTo>
                    <a:pt x="92697" y="1642884"/>
                  </a:lnTo>
                  <a:lnTo>
                    <a:pt x="89903" y="1642884"/>
                  </a:lnTo>
                  <a:lnTo>
                    <a:pt x="87630" y="1655572"/>
                  </a:lnTo>
                  <a:lnTo>
                    <a:pt x="85217" y="1655572"/>
                  </a:lnTo>
                  <a:lnTo>
                    <a:pt x="81661" y="1668272"/>
                  </a:lnTo>
                  <a:lnTo>
                    <a:pt x="79883" y="1668272"/>
                  </a:lnTo>
                  <a:lnTo>
                    <a:pt x="84709" y="1680972"/>
                  </a:lnTo>
                  <a:lnTo>
                    <a:pt x="107188" y="1680972"/>
                  </a:lnTo>
                  <a:lnTo>
                    <a:pt x="134239" y="1693672"/>
                  </a:lnTo>
                  <a:lnTo>
                    <a:pt x="148971" y="1680972"/>
                  </a:lnTo>
                  <a:lnTo>
                    <a:pt x="160782" y="1680972"/>
                  </a:lnTo>
                  <a:lnTo>
                    <a:pt x="165862" y="1668272"/>
                  </a:lnTo>
                  <a:lnTo>
                    <a:pt x="176149" y="1668272"/>
                  </a:lnTo>
                  <a:lnTo>
                    <a:pt x="177546" y="1655572"/>
                  </a:lnTo>
                  <a:lnTo>
                    <a:pt x="189611" y="1655572"/>
                  </a:lnTo>
                  <a:lnTo>
                    <a:pt x="191897" y="1643519"/>
                  </a:lnTo>
                  <a:lnTo>
                    <a:pt x="192011" y="1642884"/>
                  </a:lnTo>
                  <a:lnTo>
                    <a:pt x="194437" y="1655572"/>
                  </a:lnTo>
                  <a:lnTo>
                    <a:pt x="197472" y="1642884"/>
                  </a:lnTo>
                  <a:lnTo>
                    <a:pt x="199885" y="1642884"/>
                  </a:lnTo>
                  <a:lnTo>
                    <a:pt x="202044" y="1630184"/>
                  </a:lnTo>
                  <a:lnTo>
                    <a:pt x="212979" y="1630184"/>
                  </a:lnTo>
                  <a:lnTo>
                    <a:pt x="217919" y="1630184"/>
                  </a:lnTo>
                  <a:lnTo>
                    <a:pt x="219379" y="1625092"/>
                  </a:lnTo>
                  <a:lnTo>
                    <a:pt x="221259" y="1617853"/>
                  </a:lnTo>
                  <a:lnTo>
                    <a:pt x="221348" y="1617510"/>
                  </a:lnTo>
                  <a:lnTo>
                    <a:pt x="224155" y="1617510"/>
                  </a:lnTo>
                  <a:lnTo>
                    <a:pt x="226695" y="1630184"/>
                  </a:lnTo>
                  <a:lnTo>
                    <a:pt x="229616" y="1630184"/>
                  </a:lnTo>
                  <a:lnTo>
                    <a:pt x="229463" y="1625092"/>
                  </a:lnTo>
                  <a:lnTo>
                    <a:pt x="229349" y="1621586"/>
                  </a:lnTo>
                  <a:lnTo>
                    <a:pt x="229235" y="1617510"/>
                  </a:lnTo>
                  <a:lnTo>
                    <a:pt x="230124" y="1617510"/>
                  </a:lnTo>
                  <a:lnTo>
                    <a:pt x="231648" y="1630184"/>
                  </a:lnTo>
                  <a:lnTo>
                    <a:pt x="232752" y="1617853"/>
                  </a:lnTo>
                  <a:lnTo>
                    <a:pt x="232778" y="1617510"/>
                  </a:lnTo>
                  <a:lnTo>
                    <a:pt x="245478" y="1617510"/>
                  </a:lnTo>
                  <a:lnTo>
                    <a:pt x="245694" y="1607312"/>
                  </a:lnTo>
                  <a:lnTo>
                    <a:pt x="245745" y="1604772"/>
                  </a:lnTo>
                  <a:lnTo>
                    <a:pt x="245999" y="1617510"/>
                  </a:lnTo>
                  <a:lnTo>
                    <a:pt x="247650" y="1604772"/>
                  </a:lnTo>
                  <a:lnTo>
                    <a:pt x="259588" y="1604772"/>
                  </a:lnTo>
                  <a:lnTo>
                    <a:pt x="259575" y="1605927"/>
                  </a:lnTo>
                  <a:lnTo>
                    <a:pt x="259448" y="1617510"/>
                  </a:lnTo>
                  <a:lnTo>
                    <a:pt x="262509" y="1604772"/>
                  </a:lnTo>
                  <a:lnTo>
                    <a:pt x="275336" y="1604772"/>
                  </a:lnTo>
                  <a:lnTo>
                    <a:pt x="275450" y="1592084"/>
                  </a:lnTo>
                  <a:lnTo>
                    <a:pt x="275717" y="1592084"/>
                  </a:lnTo>
                  <a:lnTo>
                    <a:pt x="275717" y="1604772"/>
                  </a:lnTo>
                  <a:lnTo>
                    <a:pt x="278892" y="1604772"/>
                  </a:lnTo>
                  <a:lnTo>
                    <a:pt x="279514" y="1592084"/>
                  </a:lnTo>
                  <a:lnTo>
                    <a:pt x="282321" y="1592084"/>
                  </a:lnTo>
                  <a:lnTo>
                    <a:pt x="284276" y="1604365"/>
                  </a:lnTo>
                  <a:lnTo>
                    <a:pt x="284353" y="1604772"/>
                  </a:lnTo>
                  <a:lnTo>
                    <a:pt x="285369" y="1604772"/>
                  </a:lnTo>
                  <a:lnTo>
                    <a:pt x="285737" y="1592084"/>
                  </a:lnTo>
                  <a:lnTo>
                    <a:pt x="293624" y="1592084"/>
                  </a:lnTo>
                  <a:lnTo>
                    <a:pt x="297688" y="1604772"/>
                  </a:lnTo>
                  <a:lnTo>
                    <a:pt x="299453" y="1592084"/>
                  </a:lnTo>
                  <a:lnTo>
                    <a:pt x="311518" y="1592084"/>
                  </a:lnTo>
                  <a:lnTo>
                    <a:pt x="314579" y="1579372"/>
                  </a:lnTo>
                  <a:lnTo>
                    <a:pt x="314833" y="1579372"/>
                  </a:lnTo>
                  <a:lnTo>
                    <a:pt x="316357" y="1566672"/>
                  </a:lnTo>
                  <a:close/>
                </a:path>
                <a:path w="3108960" h="1905000">
                  <a:moveTo>
                    <a:pt x="318262" y="1592084"/>
                  </a:moveTo>
                  <a:lnTo>
                    <a:pt x="317919" y="1587246"/>
                  </a:lnTo>
                  <a:lnTo>
                    <a:pt x="317487" y="1581073"/>
                  </a:lnTo>
                  <a:lnTo>
                    <a:pt x="317373" y="1579372"/>
                  </a:lnTo>
                  <a:lnTo>
                    <a:pt x="315595" y="1579372"/>
                  </a:lnTo>
                  <a:lnTo>
                    <a:pt x="315125" y="1590929"/>
                  </a:lnTo>
                  <a:lnTo>
                    <a:pt x="315074" y="1592084"/>
                  </a:lnTo>
                  <a:lnTo>
                    <a:pt x="317233" y="1592084"/>
                  </a:lnTo>
                  <a:lnTo>
                    <a:pt x="318262" y="1592084"/>
                  </a:lnTo>
                  <a:close/>
                </a:path>
                <a:path w="3108960" h="1905000">
                  <a:moveTo>
                    <a:pt x="319151" y="1566672"/>
                  </a:moveTo>
                  <a:lnTo>
                    <a:pt x="317881" y="1566672"/>
                  </a:lnTo>
                  <a:lnTo>
                    <a:pt x="317754" y="1579372"/>
                  </a:lnTo>
                  <a:lnTo>
                    <a:pt x="318262" y="1579372"/>
                  </a:lnTo>
                  <a:lnTo>
                    <a:pt x="319151" y="1566672"/>
                  </a:lnTo>
                  <a:close/>
                </a:path>
                <a:path w="3108960" h="1905000">
                  <a:moveTo>
                    <a:pt x="321398" y="1894890"/>
                  </a:moveTo>
                  <a:lnTo>
                    <a:pt x="320192" y="1894890"/>
                  </a:lnTo>
                  <a:lnTo>
                    <a:pt x="319024" y="1893570"/>
                  </a:lnTo>
                  <a:lnTo>
                    <a:pt x="312280" y="1896122"/>
                  </a:lnTo>
                  <a:lnTo>
                    <a:pt x="321398" y="1894890"/>
                  </a:lnTo>
                  <a:close/>
                </a:path>
                <a:path w="3108960" h="1905000">
                  <a:moveTo>
                    <a:pt x="321640" y="1894890"/>
                  </a:moveTo>
                  <a:lnTo>
                    <a:pt x="321398" y="1894890"/>
                  </a:lnTo>
                  <a:lnTo>
                    <a:pt x="320217" y="1896186"/>
                  </a:lnTo>
                  <a:lnTo>
                    <a:pt x="321640" y="1894890"/>
                  </a:lnTo>
                  <a:close/>
                </a:path>
                <a:path w="3108960" h="1905000">
                  <a:moveTo>
                    <a:pt x="322453" y="194564"/>
                  </a:moveTo>
                  <a:lnTo>
                    <a:pt x="321818" y="194564"/>
                  </a:lnTo>
                  <a:lnTo>
                    <a:pt x="322072" y="195834"/>
                  </a:lnTo>
                  <a:lnTo>
                    <a:pt x="322326" y="195834"/>
                  </a:lnTo>
                  <a:lnTo>
                    <a:pt x="322453" y="194564"/>
                  </a:lnTo>
                  <a:close/>
                </a:path>
                <a:path w="3108960" h="1905000">
                  <a:moveTo>
                    <a:pt x="325755" y="1579372"/>
                  </a:moveTo>
                  <a:lnTo>
                    <a:pt x="325501" y="1579372"/>
                  </a:lnTo>
                  <a:lnTo>
                    <a:pt x="324866" y="1566672"/>
                  </a:lnTo>
                  <a:lnTo>
                    <a:pt x="319405" y="1566672"/>
                  </a:lnTo>
                  <a:lnTo>
                    <a:pt x="318262" y="1579372"/>
                  </a:lnTo>
                  <a:lnTo>
                    <a:pt x="323850" y="1579372"/>
                  </a:lnTo>
                  <a:lnTo>
                    <a:pt x="325386" y="1586699"/>
                  </a:lnTo>
                  <a:lnTo>
                    <a:pt x="325551" y="1583347"/>
                  </a:lnTo>
                  <a:lnTo>
                    <a:pt x="325666" y="1581073"/>
                  </a:lnTo>
                  <a:lnTo>
                    <a:pt x="325755" y="1579372"/>
                  </a:lnTo>
                  <a:close/>
                </a:path>
                <a:path w="3108960" h="1905000">
                  <a:moveTo>
                    <a:pt x="326517" y="1592084"/>
                  </a:moveTo>
                  <a:lnTo>
                    <a:pt x="325501" y="1587246"/>
                  </a:lnTo>
                  <a:lnTo>
                    <a:pt x="325386" y="1586699"/>
                  </a:lnTo>
                  <a:lnTo>
                    <a:pt x="325170" y="1590929"/>
                  </a:lnTo>
                  <a:lnTo>
                    <a:pt x="325107" y="1592084"/>
                  </a:lnTo>
                  <a:lnTo>
                    <a:pt x="326517" y="1592084"/>
                  </a:lnTo>
                  <a:close/>
                </a:path>
                <a:path w="3108960" h="1905000">
                  <a:moveTo>
                    <a:pt x="327291" y="181864"/>
                  </a:moveTo>
                  <a:lnTo>
                    <a:pt x="324485" y="181864"/>
                  </a:lnTo>
                  <a:lnTo>
                    <a:pt x="322199" y="180594"/>
                  </a:lnTo>
                  <a:lnTo>
                    <a:pt x="318897" y="179374"/>
                  </a:lnTo>
                  <a:lnTo>
                    <a:pt x="320903" y="180594"/>
                  </a:lnTo>
                  <a:lnTo>
                    <a:pt x="321322" y="181864"/>
                  </a:lnTo>
                  <a:lnTo>
                    <a:pt x="321576" y="181864"/>
                  </a:lnTo>
                  <a:lnTo>
                    <a:pt x="325247" y="183134"/>
                  </a:lnTo>
                  <a:lnTo>
                    <a:pt x="327291" y="181864"/>
                  </a:lnTo>
                  <a:close/>
                </a:path>
                <a:path w="3108960" h="1905000">
                  <a:moveTo>
                    <a:pt x="330276" y="1590929"/>
                  </a:moveTo>
                  <a:lnTo>
                    <a:pt x="328549" y="1579372"/>
                  </a:lnTo>
                  <a:lnTo>
                    <a:pt x="327964" y="1590929"/>
                  </a:lnTo>
                  <a:lnTo>
                    <a:pt x="327901" y="1592084"/>
                  </a:lnTo>
                  <a:lnTo>
                    <a:pt x="330060" y="1592084"/>
                  </a:lnTo>
                  <a:lnTo>
                    <a:pt x="330276" y="1590929"/>
                  </a:lnTo>
                  <a:close/>
                </a:path>
                <a:path w="3108960" h="1905000">
                  <a:moveTo>
                    <a:pt x="331635" y="1583347"/>
                  </a:moveTo>
                  <a:lnTo>
                    <a:pt x="330276" y="1590929"/>
                  </a:lnTo>
                  <a:lnTo>
                    <a:pt x="330454" y="1592084"/>
                  </a:lnTo>
                  <a:lnTo>
                    <a:pt x="331457" y="1592084"/>
                  </a:lnTo>
                  <a:lnTo>
                    <a:pt x="331571" y="1586699"/>
                  </a:lnTo>
                  <a:lnTo>
                    <a:pt x="331635" y="1583347"/>
                  </a:lnTo>
                  <a:close/>
                </a:path>
                <a:path w="3108960" h="1905000">
                  <a:moveTo>
                    <a:pt x="333248" y="1579372"/>
                  </a:moveTo>
                  <a:lnTo>
                    <a:pt x="330962" y="1566672"/>
                  </a:lnTo>
                  <a:lnTo>
                    <a:pt x="326390" y="1566672"/>
                  </a:lnTo>
                  <a:lnTo>
                    <a:pt x="327152" y="1579372"/>
                  </a:lnTo>
                  <a:lnTo>
                    <a:pt x="328549" y="1579372"/>
                  </a:lnTo>
                  <a:lnTo>
                    <a:pt x="331724" y="1579372"/>
                  </a:lnTo>
                  <a:lnTo>
                    <a:pt x="331635" y="1583347"/>
                  </a:lnTo>
                  <a:lnTo>
                    <a:pt x="332359" y="1579372"/>
                  </a:lnTo>
                  <a:lnTo>
                    <a:pt x="333248" y="1579372"/>
                  </a:lnTo>
                  <a:close/>
                </a:path>
                <a:path w="3108960" h="1905000">
                  <a:moveTo>
                    <a:pt x="337451" y="1575777"/>
                  </a:moveTo>
                  <a:lnTo>
                    <a:pt x="337083" y="1572120"/>
                  </a:lnTo>
                  <a:lnTo>
                    <a:pt x="336981" y="1571066"/>
                  </a:lnTo>
                  <a:lnTo>
                    <a:pt x="333248" y="1579372"/>
                  </a:lnTo>
                  <a:lnTo>
                    <a:pt x="335407" y="1579372"/>
                  </a:lnTo>
                  <a:lnTo>
                    <a:pt x="337451" y="1575777"/>
                  </a:lnTo>
                  <a:close/>
                </a:path>
                <a:path w="3108960" h="1905000">
                  <a:moveTo>
                    <a:pt x="337693" y="200914"/>
                  </a:moveTo>
                  <a:lnTo>
                    <a:pt x="335280" y="199644"/>
                  </a:lnTo>
                  <a:lnTo>
                    <a:pt x="332994" y="199644"/>
                  </a:lnTo>
                  <a:lnTo>
                    <a:pt x="337693" y="200914"/>
                  </a:lnTo>
                  <a:close/>
                </a:path>
                <a:path w="3108960" h="1905000">
                  <a:moveTo>
                    <a:pt x="338963" y="1566672"/>
                  </a:moveTo>
                  <a:lnTo>
                    <a:pt x="336550" y="1566672"/>
                  </a:lnTo>
                  <a:lnTo>
                    <a:pt x="336842" y="1569669"/>
                  </a:lnTo>
                  <a:lnTo>
                    <a:pt x="336892" y="1570202"/>
                  </a:lnTo>
                  <a:lnTo>
                    <a:pt x="336981" y="1571066"/>
                  </a:lnTo>
                  <a:lnTo>
                    <a:pt x="338963" y="1566672"/>
                  </a:lnTo>
                  <a:close/>
                </a:path>
                <a:path w="3108960" h="1905000">
                  <a:moveTo>
                    <a:pt x="339877" y="186690"/>
                  </a:moveTo>
                  <a:lnTo>
                    <a:pt x="337820" y="185674"/>
                  </a:lnTo>
                  <a:lnTo>
                    <a:pt x="339471" y="186944"/>
                  </a:lnTo>
                  <a:lnTo>
                    <a:pt x="339877" y="186690"/>
                  </a:lnTo>
                  <a:close/>
                </a:path>
                <a:path w="3108960" h="1905000">
                  <a:moveTo>
                    <a:pt x="343789" y="1566672"/>
                  </a:moveTo>
                  <a:lnTo>
                    <a:pt x="342646" y="1566672"/>
                  </a:lnTo>
                  <a:lnTo>
                    <a:pt x="337451" y="1575777"/>
                  </a:lnTo>
                  <a:lnTo>
                    <a:pt x="337820" y="1579372"/>
                  </a:lnTo>
                  <a:lnTo>
                    <a:pt x="341884" y="1579372"/>
                  </a:lnTo>
                  <a:lnTo>
                    <a:pt x="343789" y="1566672"/>
                  </a:lnTo>
                  <a:close/>
                </a:path>
                <a:path w="3108960" h="1905000">
                  <a:moveTo>
                    <a:pt x="348869" y="207264"/>
                  </a:moveTo>
                  <a:lnTo>
                    <a:pt x="344881" y="204724"/>
                  </a:lnTo>
                  <a:lnTo>
                    <a:pt x="342900" y="203454"/>
                  </a:lnTo>
                  <a:lnTo>
                    <a:pt x="341757" y="204724"/>
                  </a:lnTo>
                  <a:lnTo>
                    <a:pt x="336931" y="202184"/>
                  </a:lnTo>
                  <a:lnTo>
                    <a:pt x="331724" y="199644"/>
                  </a:lnTo>
                  <a:lnTo>
                    <a:pt x="332994" y="199644"/>
                  </a:lnTo>
                  <a:lnTo>
                    <a:pt x="328295" y="198374"/>
                  </a:lnTo>
                  <a:lnTo>
                    <a:pt x="327787" y="197104"/>
                  </a:lnTo>
                  <a:lnTo>
                    <a:pt x="320294" y="195834"/>
                  </a:lnTo>
                  <a:lnTo>
                    <a:pt x="327025" y="199644"/>
                  </a:lnTo>
                  <a:lnTo>
                    <a:pt x="337566" y="204724"/>
                  </a:lnTo>
                  <a:lnTo>
                    <a:pt x="335534" y="205994"/>
                  </a:lnTo>
                  <a:lnTo>
                    <a:pt x="341503" y="205994"/>
                  </a:lnTo>
                  <a:lnTo>
                    <a:pt x="348869" y="207264"/>
                  </a:lnTo>
                  <a:close/>
                </a:path>
                <a:path w="3108960" h="1905000">
                  <a:moveTo>
                    <a:pt x="351409" y="1579372"/>
                  </a:moveTo>
                  <a:lnTo>
                    <a:pt x="351116" y="1572120"/>
                  </a:lnTo>
                  <a:lnTo>
                    <a:pt x="351015" y="1569669"/>
                  </a:lnTo>
                  <a:lnTo>
                    <a:pt x="350901" y="1566672"/>
                  </a:lnTo>
                  <a:lnTo>
                    <a:pt x="343789" y="1566672"/>
                  </a:lnTo>
                  <a:lnTo>
                    <a:pt x="345186" y="1579372"/>
                  </a:lnTo>
                  <a:lnTo>
                    <a:pt x="351409" y="1579372"/>
                  </a:lnTo>
                  <a:close/>
                </a:path>
                <a:path w="3108960" h="1905000">
                  <a:moveTo>
                    <a:pt x="356489" y="1579372"/>
                  </a:moveTo>
                  <a:lnTo>
                    <a:pt x="354965" y="1566672"/>
                  </a:lnTo>
                  <a:lnTo>
                    <a:pt x="353060" y="1579372"/>
                  </a:lnTo>
                  <a:lnTo>
                    <a:pt x="356489" y="1579372"/>
                  </a:lnTo>
                  <a:close/>
                </a:path>
                <a:path w="3108960" h="1905000">
                  <a:moveTo>
                    <a:pt x="365125" y="194564"/>
                  </a:moveTo>
                  <a:lnTo>
                    <a:pt x="357759" y="188214"/>
                  </a:lnTo>
                  <a:lnTo>
                    <a:pt x="352120" y="186944"/>
                  </a:lnTo>
                  <a:lnTo>
                    <a:pt x="352044" y="188214"/>
                  </a:lnTo>
                  <a:lnTo>
                    <a:pt x="353860" y="189484"/>
                  </a:lnTo>
                  <a:lnTo>
                    <a:pt x="353949" y="192024"/>
                  </a:lnTo>
                  <a:lnTo>
                    <a:pt x="365125" y="194564"/>
                  </a:lnTo>
                  <a:close/>
                </a:path>
                <a:path w="3108960" h="1905000">
                  <a:moveTo>
                    <a:pt x="370205" y="1566672"/>
                  </a:moveTo>
                  <a:lnTo>
                    <a:pt x="364477" y="1566672"/>
                  </a:lnTo>
                  <a:lnTo>
                    <a:pt x="364566" y="1569656"/>
                  </a:lnTo>
                  <a:lnTo>
                    <a:pt x="363855" y="1566672"/>
                  </a:lnTo>
                  <a:lnTo>
                    <a:pt x="364363" y="1566672"/>
                  </a:lnTo>
                  <a:lnTo>
                    <a:pt x="363728" y="1553972"/>
                  </a:lnTo>
                  <a:lnTo>
                    <a:pt x="363220" y="1553972"/>
                  </a:lnTo>
                  <a:lnTo>
                    <a:pt x="362864" y="1565617"/>
                  </a:lnTo>
                  <a:lnTo>
                    <a:pt x="362839" y="1566672"/>
                  </a:lnTo>
                  <a:lnTo>
                    <a:pt x="356870" y="1566672"/>
                  </a:lnTo>
                  <a:lnTo>
                    <a:pt x="356768" y="1569669"/>
                  </a:lnTo>
                  <a:lnTo>
                    <a:pt x="356704" y="1572120"/>
                  </a:lnTo>
                  <a:lnTo>
                    <a:pt x="356590" y="1575777"/>
                  </a:lnTo>
                  <a:lnTo>
                    <a:pt x="356489" y="1579372"/>
                  </a:lnTo>
                  <a:lnTo>
                    <a:pt x="364871" y="1579372"/>
                  </a:lnTo>
                  <a:lnTo>
                    <a:pt x="364756" y="1575777"/>
                  </a:lnTo>
                  <a:lnTo>
                    <a:pt x="364642" y="1572120"/>
                  </a:lnTo>
                  <a:lnTo>
                    <a:pt x="364591" y="1570215"/>
                  </a:lnTo>
                  <a:lnTo>
                    <a:pt x="366522" y="1579372"/>
                  </a:lnTo>
                  <a:lnTo>
                    <a:pt x="370078" y="1579372"/>
                  </a:lnTo>
                  <a:lnTo>
                    <a:pt x="370166" y="1569669"/>
                  </a:lnTo>
                  <a:lnTo>
                    <a:pt x="370205" y="1566672"/>
                  </a:lnTo>
                  <a:close/>
                </a:path>
                <a:path w="3108960" h="1905000">
                  <a:moveTo>
                    <a:pt x="372148" y="1566265"/>
                  </a:moveTo>
                  <a:lnTo>
                    <a:pt x="372008" y="1565617"/>
                  </a:lnTo>
                  <a:lnTo>
                    <a:pt x="371983" y="1566672"/>
                  </a:lnTo>
                  <a:lnTo>
                    <a:pt x="372148" y="1566265"/>
                  </a:lnTo>
                  <a:close/>
                </a:path>
                <a:path w="3108960" h="1905000">
                  <a:moveTo>
                    <a:pt x="372364" y="1553972"/>
                  </a:moveTo>
                  <a:lnTo>
                    <a:pt x="369570" y="1553972"/>
                  </a:lnTo>
                  <a:lnTo>
                    <a:pt x="372008" y="1565617"/>
                  </a:lnTo>
                  <a:lnTo>
                    <a:pt x="372364" y="1553972"/>
                  </a:lnTo>
                  <a:close/>
                </a:path>
                <a:path w="3108960" h="1905000">
                  <a:moveTo>
                    <a:pt x="374269" y="219964"/>
                  </a:moveTo>
                  <a:lnTo>
                    <a:pt x="370967" y="217424"/>
                  </a:lnTo>
                  <a:lnTo>
                    <a:pt x="364032" y="216154"/>
                  </a:lnTo>
                  <a:lnTo>
                    <a:pt x="357149" y="213614"/>
                  </a:lnTo>
                  <a:lnTo>
                    <a:pt x="350888" y="212344"/>
                  </a:lnTo>
                  <a:lnTo>
                    <a:pt x="345821" y="211074"/>
                  </a:lnTo>
                  <a:lnTo>
                    <a:pt x="361899" y="216154"/>
                  </a:lnTo>
                  <a:lnTo>
                    <a:pt x="369049" y="218694"/>
                  </a:lnTo>
                  <a:lnTo>
                    <a:pt x="374269" y="219964"/>
                  </a:lnTo>
                  <a:close/>
                </a:path>
                <a:path w="3108960" h="1905000">
                  <a:moveTo>
                    <a:pt x="377444" y="1566672"/>
                  </a:moveTo>
                  <a:lnTo>
                    <a:pt x="377063" y="1553972"/>
                  </a:lnTo>
                  <a:lnTo>
                    <a:pt x="372148" y="1566265"/>
                  </a:lnTo>
                  <a:lnTo>
                    <a:pt x="372237" y="1566672"/>
                  </a:lnTo>
                  <a:lnTo>
                    <a:pt x="377444" y="1566672"/>
                  </a:lnTo>
                  <a:close/>
                </a:path>
                <a:path w="3108960" h="1905000">
                  <a:moveTo>
                    <a:pt x="383870" y="207264"/>
                  </a:moveTo>
                  <a:lnTo>
                    <a:pt x="376428" y="204724"/>
                  </a:lnTo>
                  <a:lnTo>
                    <a:pt x="370713" y="203454"/>
                  </a:lnTo>
                  <a:lnTo>
                    <a:pt x="356412" y="194564"/>
                  </a:lnTo>
                  <a:lnTo>
                    <a:pt x="352323" y="192024"/>
                  </a:lnTo>
                  <a:lnTo>
                    <a:pt x="344525" y="186944"/>
                  </a:lnTo>
                  <a:lnTo>
                    <a:pt x="343662" y="184404"/>
                  </a:lnTo>
                  <a:lnTo>
                    <a:pt x="337629" y="183134"/>
                  </a:lnTo>
                  <a:lnTo>
                    <a:pt x="338848" y="184404"/>
                  </a:lnTo>
                  <a:lnTo>
                    <a:pt x="341426" y="185674"/>
                  </a:lnTo>
                  <a:lnTo>
                    <a:pt x="339877" y="186690"/>
                  </a:lnTo>
                  <a:lnTo>
                    <a:pt x="343027" y="188214"/>
                  </a:lnTo>
                  <a:lnTo>
                    <a:pt x="346710" y="190754"/>
                  </a:lnTo>
                  <a:lnTo>
                    <a:pt x="349250" y="193294"/>
                  </a:lnTo>
                  <a:lnTo>
                    <a:pt x="349758" y="194564"/>
                  </a:lnTo>
                  <a:lnTo>
                    <a:pt x="335788" y="190754"/>
                  </a:lnTo>
                  <a:lnTo>
                    <a:pt x="331851" y="188214"/>
                  </a:lnTo>
                  <a:lnTo>
                    <a:pt x="335788" y="186944"/>
                  </a:lnTo>
                  <a:lnTo>
                    <a:pt x="331558" y="185674"/>
                  </a:lnTo>
                  <a:lnTo>
                    <a:pt x="327342" y="184404"/>
                  </a:lnTo>
                  <a:lnTo>
                    <a:pt x="322414" y="184404"/>
                  </a:lnTo>
                  <a:lnTo>
                    <a:pt x="318389" y="185674"/>
                  </a:lnTo>
                  <a:lnTo>
                    <a:pt x="312674" y="185674"/>
                  </a:lnTo>
                  <a:lnTo>
                    <a:pt x="301625" y="180594"/>
                  </a:lnTo>
                  <a:lnTo>
                    <a:pt x="309118" y="180594"/>
                  </a:lnTo>
                  <a:lnTo>
                    <a:pt x="307594" y="178054"/>
                  </a:lnTo>
                  <a:lnTo>
                    <a:pt x="295275" y="172974"/>
                  </a:lnTo>
                  <a:lnTo>
                    <a:pt x="296037" y="171704"/>
                  </a:lnTo>
                  <a:lnTo>
                    <a:pt x="288163" y="169164"/>
                  </a:lnTo>
                  <a:lnTo>
                    <a:pt x="285623" y="170434"/>
                  </a:lnTo>
                  <a:lnTo>
                    <a:pt x="275082" y="165354"/>
                  </a:lnTo>
                  <a:lnTo>
                    <a:pt x="276428" y="164084"/>
                  </a:lnTo>
                  <a:lnTo>
                    <a:pt x="271983" y="161544"/>
                  </a:lnTo>
                  <a:lnTo>
                    <a:pt x="268122" y="160274"/>
                  </a:lnTo>
                  <a:lnTo>
                    <a:pt x="266369" y="161544"/>
                  </a:lnTo>
                  <a:lnTo>
                    <a:pt x="260769" y="159004"/>
                  </a:lnTo>
                  <a:lnTo>
                    <a:pt x="257505" y="157861"/>
                  </a:lnTo>
                  <a:lnTo>
                    <a:pt x="253530" y="156464"/>
                  </a:lnTo>
                  <a:lnTo>
                    <a:pt x="246888" y="153924"/>
                  </a:lnTo>
                  <a:lnTo>
                    <a:pt x="246888" y="152654"/>
                  </a:lnTo>
                  <a:lnTo>
                    <a:pt x="252349" y="153924"/>
                  </a:lnTo>
                  <a:lnTo>
                    <a:pt x="249682" y="152654"/>
                  </a:lnTo>
                  <a:lnTo>
                    <a:pt x="244348" y="150114"/>
                  </a:lnTo>
                  <a:lnTo>
                    <a:pt x="242062" y="150114"/>
                  </a:lnTo>
                  <a:lnTo>
                    <a:pt x="236347" y="148844"/>
                  </a:lnTo>
                  <a:lnTo>
                    <a:pt x="234251" y="147574"/>
                  </a:lnTo>
                  <a:lnTo>
                    <a:pt x="232156" y="146304"/>
                  </a:lnTo>
                  <a:lnTo>
                    <a:pt x="231394" y="147574"/>
                  </a:lnTo>
                  <a:lnTo>
                    <a:pt x="222377" y="142494"/>
                  </a:lnTo>
                  <a:lnTo>
                    <a:pt x="217551" y="141224"/>
                  </a:lnTo>
                  <a:lnTo>
                    <a:pt x="222885" y="143764"/>
                  </a:lnTo>
                  <a:lnTo>
                    <a:pt x="230124" y="147574"/>
                  </a:lnTo>
                  <a:lnTo>
                    <a:pt x="225933" y="147574"/>
                  </a:lnTo>
                  <a:lnTo>
                    <a:pt x="221488" y="146304"/>
                  </a:lnTo>
                  <a:lnTo>
                    <a:pt x="217678" y="145034"/>
                  </a:lnTo>
                  <a:lnTo>
                    <a:pt x="208280" y="141224"/>
                  </a:lnTo>
                  <a:lnTo>
                    <a:pt x="214503" y="145034"/>
                  </a:lnTo>
                  <a:lnTo>
                    <a:pt x="208254" y="143764"/>
                  </a:lnTo>
                  <a:lnTo>
                    <a:pt x="202920" y="141224"/>
                  </a:lnTo>
                  <a:lnTo>
                    <a:pt x="197192" y="137414"/>
                  </a:lnTo>
                  <a:lnTo>
                    <a:pt x="189738" y="133604"/>
                  </a:lnTo>
                  <a:lnTo>
                    <a:pt x="194945" y="134874"/>
                  </a:lnTo>
                  <a:lnTo>
                    <a:pt x="197993" y="136144"/>
                  </a:lnTo>
                  <a:lnTo>
                    <a:pt x="202692" y="136144"/>
                  </a:lnTo>
                  <a:lnTo>
                    <a:pt x="197561" y="134874"/>
                  </a:lnTo>
                  <a:lnTo>
                    <a:pt x="191211" y="133604"/>
                  </a:lnTo>
                  <a:lnTo>
                    <a:pt x="184302" y="132334"/>
                  </a:lnTo>
                  <a:lnTo>
                    <a:pt x="180924" y="131064"/>
                  </a:lnTo>
                  <a:lnTo>
                    <a:pt x="177546" y="129794"/>
                  </a:lnTo>
                  <a:lnTo>
                    <a:pt x="175844" y="128524"/>
                  </a:lnTo>
                  <a:lnTo>
                    <a:pt x="169037" y="123444"/>
                  </a:lnTo>
                  <a:lnTo>
                    <a:pt x="168046" y="124206"/>
                  </a:lnTo>
                  <a:lnTo>
                    <a:pt x="172847" y="127254"/>
                  </a:lnTo>
                  <a:lnTo>
                    <a:pt x="168694" y="128524"/>
                  </a:lnTo>
                  <a:lnTo>
                    <a:pt x="159778" y="124714"/>
                  </a:lnTo>
                  <a:lnTo>
                    <a:pt x="156298" y="123444"/>
                  </a:lnTo>
                  <a:lnTo>
                    <a:pt x="155829" y="123444"/>
                  </a:lnTo>
                  <a:lnTo>
                    <a:pt x="155562" y="123177"/>
                  </a:lnTo>
                  <a:lnTo>
                    <a:pt x="152831" y="122174"/>
                  </a:lnTo>
                  <a:lnTo>
                    <a:pt x="149352" y="120904"/>
                  </a:lnTo>
                  <a:lnTo>
                    <a:pt x="140716" y="118364"/>
                  </a:lnTo>
                  <a:lnTo>
                    <a:pt x="147447" y="122174"/>
                  </a:lnTo>
                  <a:lnTo>
                    <a:pt x="135509" y="118364"/>
                  </a:lnTo>
                  <a:lnTo>
                    <a:pt x="131953" y="118364"/>
                  </a:lnTo>
                  <a:lnTo>
                    <a:pt x="155702" y="125984"/>
                  </a:lnTo>
                  <a:lnTo>
                    <a:pt x="162687" y="132334"/>
                  </a:lnTo>
                  <a:lnTo>
                    <a:pt x="167640" y="132334"/>
                  </a:lnTo>
                  <a:lnTo>
                    <a:pt x="165862" y="131064"/>
                  </a:lnTo>
                  <a:lnTo>
                    <a:pt x="175133" y="133604"/>
                  </a:lnTo>
                  <a:lnTo>
                    <a:pt x="173609" y="131064"/>
                  </a:lnTo>
                  <a:lnTo>
                    <a:pt x="181102" y="134874"/>
                  </a:lnTo>
                  <a:lnTo>
                    <a:pt x="182118" y="136144"/>
                  </a:lnTo>
                  <a:lnTo>
                    <a:pt x="178562" y="136144"/>
                  </a:lnTo>
                  <a:lnTo>
                    <a:pt x="185674" y="138684"/>
                  </a:lnTo>
                  <a:lnTo>
                    <a:pt x="185039" y="136144"/>
                  </a:lnTo>
                  <a:lnTo>
                    <a:pt x="190119" y="138684"/>
                  </a:lnTo>
                  <a:lnTo>
                    <a:pt x="192455" y="139954"/>
                  </a:lnTo>
                  <a:lnTo>
                    <a:pt x="189750" y="139954"/>
                  </a:lnTo>
                  <a:lnTo>
                    <a:pt x="191389" y="141224"/>
                  </a:lnTo>
                  <a:lnTo>
                    <a:pt x="200660" y="142494"/>
                  </a:lnTo>
                  <a:lnTo>
                    <a:pt x="204343" y="147574"/>
                  </a:lnTo>
                  <a:lnTo>
                    <a:pt x="211709" y="150114"/>
                  </a:lnTo>
                  <a:lnTo>
                    <a:pt x="215392" y="150114"/>
                  </a:lnTo>
                  <a:lnTo>
                    <a:pt x="224294" y="151384"/>
                  </a:lnTo>
                  <a:lnTo>
                    <a:pt x="230835" y="152654"/>
                  </a:lnTo>
                  <a:lnTo>
                    <a:pt x="227457" y="148844"/>
                  </a:lnTo>
                  <a:lnTo>
                    <a:pt x="245618" y="153924"/>
                  </a:lnTo>
                  <a:lnTo>
                    <a:pt x="245579" y="155194"/>
                  </a:lnTo>
                  <a:lnTo>
                    <a:pt x="236372" y="155194"/>
                  </a:lnTo>
                  <a:lnTo>
                    <a:pt x="235737" y="157594"/>
                  </a:lnTo>
                  <a:lnTo>
                    <a:pt x="235699" y="157734"/>
                  </a:lnTo>
                  <a:lnTo>
                    <a:pt x="221996" y="151384"/>
                  </a:lnTo>
                  <a:lnTo>
                    <a:pt x="227088" y="155194"/>
                  </a:lnTo>
                  <a:lnTo>
                    <a:pt x="238137" y="159004"/>
                  </a:lnTo>
                  <a:lnTo>
                    <a:pt x="245021" y="161848"/>
                  </a:lnTo>
                  <a:lnTo>
                    <a:pt x="245999" y="161544"/>
                  </a:lnTo>
                  <a:lnTo>
                    <a:pt x="250825" y="164084"/>
                  </a:lnTo>
                  <a:lnTo>
                    <a:pt x="254889" y="166624"/>
                  </a:lnTo>
                  <a:lnTo>
                    <a:pt x="257683" y="167894"/>
                  </a:lnTo>
                  <a:lnTo>
                    <a:pt x="259842" y="169164"/>
                  </a:lnTo>
                  <a:lnTo>
                    <a:pt x="260731" y="169164"/>
                  </a:lnTo>
                  <a:lnTo>
                    <a:pt x="260832" y="169697"/>
                  </a:lnTo>
                  <a:lnTo>
                    <a:pt x="266573" y="171704"/>
                  </a:lnTo>
                  <a:lnTo>
                    <a:pt x="265049" y="170434"/>
                  </a:lnTo>
                  <a:lnTo>
                    <a:pt x="278257" y="178054"/>
                  </a:lnTo>
                  <a:lnTo>
                    <a:pt x="277241" y="172974"/>
                  </a:lnTo>
                  <a:lnTo>
                    <a:pt x="284099" y="176784"/>
                  </a:lnTo>
                  <a:lnTo>
                    <a:pt x="285750" y="179374"/>
                  </a:lnTo>
                  <a:lnTo>
                    <a:pt x="285877" y="180594"/>
                  </a:lnTo>
                  <a:lnTo>
                    <a:pt x="290195" y="181864"/>
                  </a:lnTo>
                  <a:lnTo>
                    <a:pt x="294005" y="183134"/>
                  </a:lnTo>
                  <a:lnTo>
                    <a:pt x="297942" y="185674"/>
                  </a:lnTo>
                  <a:lnTo>
                    <a:pt x="295021" y="185674"/>
                  </a:lnTo>
                  <a:lnTo>
                    <a:pt x="292354" y="184404"/>
                  </a:lnTo>
                  <a:lnTo>
                    <a:pt x="297053" y="188214"/>
                  </a:lnTo>
                  <a:lnTo>
                    <a:pt x="304546" y="188214"/>
                  </a:lnTo>
                  <a:lnTo>
                    <a:pt x="313436" y="192024"/>
                  </a:lnTo>
                  <a:lnTo>
                    <a:pt x="311785" y="192024"/>
                  </a:lnTo>
                  <a:lnTo>
                    <a:pt x="315214" y="193294"/>
                  </a:lnTo>
                  <a:lnTo>
                    <a:pt x="317754" y="193294"/>
                  </a:lnTo>
                  <a:lnTo>
                    <a:pt x="319532" y="194564"/>
                  </a:lnTo>
                  <a:lnTo>
                    <a:pt x="321310" y="194564"/>
                  </a:lnTo>
                  <a:lnTo>
                    <a:pt x="320421" y="193294"/>
                  </a:lnTo>
                  <a:lnTo>
                    <a:pt x="318135" y="190754"/>
                  </a:lnTo>
                  <a:lnTo>
                    <a:pt x="312039" y="186944"/>
                  </a:lnTo>
                  <a:lnTo>
                    <a:pt x="323735" y="193294"/>
                  </a:lnTo>
                  <a:lnTo>
                    <a:pt x="334645" y="197104"/>
                  </a:lnTo>
                  <a:lnTo>
                    <a:pt x="344970" y="202184"/>
                  </a:lnTo>
                  <a:lnTo>
                    <a:pt x="352958" y="207264"/>
                  </a:lnTo>
                  <a:lnTo>
                    <a:pt x="383870" y="207264"/>
                  </a:lnTo>
                  <a:close/>
                </a:path>
                <a:path w="3108960" h="1905000">
                  <a:moveTo>
                    <a:pt x="384429" y="1553972"/>
                  </a:moveTo>
                  <a:lnTo>
                    <a:pt x="378714" y="1553972"/>
                  </a:lnTo>
                  <a:lnTo>
                    <a:pt x="378244" y="1565617"/>
                  </a:lnTo>
                  <a:lnTo>
                    <a:pt x="378206" y="1566672"/>
                  </a:lnTo>
                  <a:lnTo>
                    <a:pt x="383032" y="1566672"/>
                  </a:lnTo>
                  <a:lnTo>
                    <a:pt x="384429" y="1553972"/>
                  </a:lnTo>
                  <a:close/>
                </a:path>
                <a:path w="3108960" h="1905000">
                  <a:moveTo>
                    <a:pt x="384937" y="202184"/>
                  </a:moveTo>
                  <a:lnTo>
                    <a:pt x="374904" y="199644"/>
                  </a:lnTo>
                  <a:lnTo>
                    <a:pt x="374269" y="199644"/>
                  </a:lnTo>
                  <a:lnTo>
                    <a:pt x="366395" y="198374"/>
                  </a:lnTo>
                  <a:lnTo>
                    <a:pt x="367411" y="199644"/>
                  </a:lnTo>
                  <a:lnTo>
                    <a:pt x="384937" y="202184"/>
                  </a:lnTo>
                  <a:close/>
                </a:path>
                <a:path w="3108960" h="1905000">
                  <a:moveTo>
                    <a:pt x="390144" y="1553972"/>
                  </a:moveTo>
                  <a:lnTo>
                    <a:pt x="388975" y="1565617"/>
                  </a:lnTo>
                  <a:lnTo>
                    <a:pt x="388874" y="1566672"/>
                  </a:lnTo>
                  <a:lnTo>
                    <a:pt x="389255" y="1566672"/>
                  </a:lnTo>
                  <a:lnTo>
                    <a:pt x="390144" y="1553972"/>
                  </a:lnTo>
                  <a:close/>
                </a:path>
                <a:path w="3108960" h="1905000">
                  <a:moveTo>
                    <a:pt x="396798" y="207264"/>
                  </a:moveTo>
                  <a:lnTo>
                    <a:pt x="387604" y="203454"/>
                  </a:lnTo>
                  <a:lnTo>
                    <a:pt x="383413" y="203454"/>
                  </a:lnTo>
                  <a:lnTo>
                    <a:pt x="390906" y="207264"/>
                  </a:lnTo>
                  <a:lnTo>
                    <a:pt x="396798" y="207264"/>
                  </a:lnTo>
                  <a:close/>
                </a:path>
                <a:path w="3108960" h="1905000">
                  <a:moveTo>
                    <a:pt x="420497" y="1299972"/>
                  </a:moveTo>
                  <a:lnTo>
                    <a:pt x="420116" y="1299972"/>
                  </a:lnTo>
                  <a:lnTo>
                    <a:pt x="417576" y="1312672"/>
                  </a:lnTo>
                  <a:lnTo>
                    <a:pt x="419633" y="1307084"/>
                  </a:lnTo>
                  <a:lnTo>
                    <a:pt x="420497" y="1299972"/>
                  </a:lnTo>
                  <a:close/>
                </a:path>
                <a:path w="3108960" h="1905000">
                  <a:moveTo>
                    <a:pt x="425450" y="1299972"/>
                  </a:moveTo>
                  <a:lnTo>
                    <a:pt x="422275" y="1299972"/>
                  </a:lnTo>
                  <a:lnTo>
                    <a:pt x="419633" y="1307084"/>
                  </a:lnTo>
                  <a:lnTo>
                    <a:pt x="418973" y="1312672"/>
                  </a:lnTo>
                  <a:lnTo>
                    <a:pt x="425450" y="1299972"/>
                  </a:lnTo>
                  <a:close/>
                </a:path>
                <a:path w="3108960" h="1905000">
                  <a:moveTo>
                    <a:pt x="459143" y="1887969"/>
                  </a:moveTo>
                  <a:lnTo>
                    <a:pt x="454914" y="1888490"/>
                  </a:lnTo>
                  <a:lnTo>
                    <a:pt x="452996" y="1889861"/>
                  </a:lnTo>
                  <a:lnTo>
                    <a:pt x="453351" y="1889861"/>
                  </a:lnTo>
                  <a:lnTo>
                    <a:pt x="456184" y="1891030"/>
                  </a:lnTo>
                  <a:lnTo>
                    <a:pt x="459143" y="1887969"/>
                  </a:lnTo>
                  <a:close/>
                </a:path>
                <a:path w="3108960" h="1905000">
                  <a:moveTo>
                    <a:pt x="460908" y="1887740"/>
                  </a:moveTo>
                  <a:lnTo>
                    <a:pt x="459867" y="1887220"/>
                  </a:lnTo>
                  <a:lnTo>
                    <a:pt x="459143" y="1887969"/>
                  </a:lnTo>
                  <a:lnTo>
                    <a:pt x="460908" y="1887740"/>
                  </a:lnTo>
                  <a:close/>
                </a:path>
                <a:path w="3108960" h="1905000">
                  <a:moveTo>
                    <a:pt x="465975" y="235940"/>
                  </a:moveTo>
                  <a:lnTo>
                    <a:pt x="465328" y="235204"/>
                  </a:lnTo>
                  <a:lnTo>
                    <a:pt x="463804" y="235204"/>
                  </a:lnTo>
                  <a:lnTo>
                    <a:pt x="465975" y="235940"/>
                  </a:lnTo>
                  <a:close/>
                </a:path>
                <a:path w="3108960" h="1905000">
                  <a:moveTo>
                    <a:pt x="494030" y="1884680"/>
                  </a:moveTo>
                  <a:lnTo>
                    <a:pt x="383540" y="1884680"/>
                  </a:lnTo>
                  <a:lnTo>
                    <a:pt x="374015" y="1884680"/>
                  </a:lnTo>
                  <a:lnTo>
                    <a:pt x="368300" y="1884680"/>
                  </a:lnTo>
                  <a:lnTo>
                    <a:pt x="369887" y="1885950"/>
                  </a:lnTo>
                  <a:lnTo>
                    <a:pt x="370992" y="1888490"/>
                  </a:lnTo>
                  <a:lnTo>
                    <a:pt x="361696" y="1891030"/>
                  </a:lnTo>
                  <a:lnTo>
                    <a:pt x="359003" y="1889861"/>
                  </a:lnTo>
                  <a:lnTo>
                    <a:pt x="358597" y="1889861"/>
                  </a:lnTo>
                  <a:lnTo>
                    <a:pt x="361454" y="1888490"/>
                  </a:lnTo>
                  <a:lnTo>
                    <a:pt x="363283" y="1887220"/>
                  </a:lnTo>
                  <a:lnTo>
                    <a:pt x="360807" y="1887220"/>
                  </a:lnTo>
                  <a:lnTo>
                    <a:pt x="355219" y="1885950"/>
                  </a:lnTo>
                  <a:lnTo>
                    <a:pt x="351536" y="1888490"/>
                  </a:lnTo>
                  <a:lnTo>
                    <a:pt x="347370" y="1891030"/>
                  </a:lnTo>
                  <a:lnTo>
                    <a:pt x="340360" y="1893570"/>
                  </a:lnTo>
                  <a:lnTo>
                    <a:pt x="339471" y="1891030"/>
                  </a:lnTo>
                  <a:lnTo>
                    <a:pt x="348589" y="1889861"/>
                  </a:lnTo>
                  <a:lnTo>
                    <a:pt x="340817" y="1889861"/>
                  </a:lnTo>
                  <a:lnTo>
                    <a:pt x="333679" y="1891030"/>
                  </a:lnTo>
                  <a:lnTo>
                    <a:pt x="320459" y="1896186"/>
                  </a:lnTo>
                  <a:lnTo>
                    <a:pt x="320217" y="1896186"/>
                  </a:lnTo>
                  <a:lnTo>
                    <a:pt x="313309" y="1897380"/>
                  </a:lnTo>
                  <a:lnTo>
                    <a:pt x="315226" y="1896186"/>
                  </a:lnTo>
                  <a:lnTo>
                    <a:pt x="314972" y="1896186"/>
                  </a:lnTo>
                  <a:lnTo>
                    <a:pt x="308965" y="1897380"/>
                  </a:lnTo>
                  <a:lnTo>
                    <a:pt x="301345" y="1898650"/>
                  </a:lnTo>
                  <a:lnTo>
                    <a:pt x="293712" y="1898650"/>
                  </a:lnTo>
                  <a:lnTo>
                    <a:pt x="288264" y="1899729"/>
                  </a:lnTo>
                  <a:lnTo>
                    <a:pt x="288036" y="1899920"/>
                  </a:lnTo>
                  <a:lnTo>
                    <a:pt x="287274" y="1899920"/>
                  </a:lnTo>
                  <a:lnTo>
                    <a:pt x="288264" y="1899729"/>
                  </a:lnTo>
                  <a:lnTo>
                    <a:pt x="289560" y="1898650"/>
                  </a:lnTo>
                  <a:lnTo>
                    <a:pt x="283032" y="1899920"/>
                  </a:lnTo>
                  <a:lnTo>
                    <a:pt x="280441" y="1901190"/>
                  </a:lnTo>
                  <a:lnTo>
                    <a:pt x="273431" y="1901190"/>
                  </a:lnTo>
                  <a:lnTo>
                    <a:pt x="270129" y="1902460"/>
                  </a:lnTo>
                  <a:lnTo>
                    <a:pt x="275082" y="1903730"/>
                  </a:lnTo>
                  <a:lnTo>
                    <a:pt x="285242" y="1903730"/>
                  </a:lnTo>
                  <a:lnTo>
                    <a:pt x="292608" y="1899920"/>
                  </a:lnTo>
                  <a:lnTo>
                    <a:pt x="290982" y="1902460"/>
                  </a:lnTo>
                  <a:lnTo>
                    <a:pt x="294284" y="1902460"/>
                  </a:lnTo>
                  <a:lnTo>
                    <a:pt x="298208" y="1903730"/>
                  </a:lnTo>
                  <a:lnTo>
                    <a:pt x="298450" y="1905000"/>
                  </a:lnTo>
                  <a:lnTo>
                    <a:pt x="313829" y="1905000"/>
                  </a:lnTo>
                  <a:lnTo>
                    <a:pt x="362712" y="1901190"/>
                  </a:lnTo>
                  <a:lnTo>
                    <a:pt x="373138" y="1898650"/>
                  </a:lnTo>
                  <a:lnTo>
                    <a:pt x="382625" y="1897380"/>
                  </a:lnTo>
                  <a:lnTo>
                    <a:pt x="391566" y="1896186"/>
                  </a:lnTo>
                  <a:lnTo>
                    <a:pt x="391795" y="1896186"/>
                  </a:lnTo>
                  <a:lnTo>
                    <a:pt x="402971" y="1893570"/>
                  </a:lnTo>
                  <a:lnTo>
                    <a:pt x="404914" y="1891030"/>
                  </a:lnTo>
                  <a:lnTo>
                    <a:pt x="405815" y="1889861"/>
                  </a:lnTo>
                  <a:lnTo>
                    <a:pt x="406019" y="1893570"/>
                  </a:lnTo>
                  <a:lnTo>
                    <a:pt x="419023" y="1889861"/>
                  </a:lnTo>
                  <a:lnTo>
                    <a:pt x="412242" y="1892300"/>
                  </a:lnTo>
                  <a:lnTo>
                    <a:pt x="422656" y="1892300"/>
                  </a:lnTo>
                  <a:lnTo>
                    <a:pt x="425323" y="1891030"/>
                  </a:lnTo>
                  <a:lnTo>
                    <a:pt x="428498" y="1891030"/>
                  </a:lnTo>
                  <a:lnTo>
                    <a:pt x="431558" y="1889861"/>
                  </a:lnTo>
                  <a:lnTo>
                    <a:pt x="450570" y="1889861"/>
                  </a:lnTo>
                  <a:lnTo>
                    <a:pt x="457073" y="1887220"/>
                  </a:lnTo>
                  <a:lnTo>
                    <a:pt x="459867" y="1887220"/>
                  </a:lnTo>
                  <a:lnTo>
                    <a:pt x="465074" y="1887220"/>
                  </a:lnTo>
                  <a:lnTo>
                    <a:pt x="460908" y="1887740"/>
                  </a:lnTo>
                  <a:lnTo>
                    <a:pt x="462165" y="1888375"/>
                  </a:lnTo>
                  <a:lnTo>
                    <a:pt x="469912" y="1887220"/>
                  </a:lnTo>
                  <a:lnTo>
                    <a:pt x="477520" y="1885950"/>
                  </a:lnTo>
                  <a:lnTo>
                    <a:pt x="485203" y="1885950"/>
                  </a:lnTo>
                  <a:lnTo>
                    <a:pt x="494030" y="1884680"/>
                  </a:lnTo>
                  <a:close/>
                </a:path>
                <a:path w="3108960" h="1905000">
                  <a:moveTo>
                    <a:pt x="503047" y="268224"/>
                  </a:moveTo>
                  <a:lnTo>
                    <a:pt x="502437" y="268058"/>
                  </a:lnTo>
                  <a:lnTo>
                    <a:pt x="502412" y="268224"/>
                  </a:lnTo>
                  <a:lnTo>
                    <a:pt x="503047" y="268224"/>
                  </a:lnTo>
                  <a:close/>
                </a:path>
                <a:path w="3108960" h="1905000">
                  <a:moveTo>
                    <a:pt x="535940" y="282194"/>
                  </a:moveTo>
                  <a:lnTo>
                    <a:pt x="530352" y="279209"/>
                  </a:lnTo>
                  <a:lnTo>
                    <a:pt x="530352" y="279654"/>
                  </a:lnTo>
                  <a:lnTo>
                    <a:pt x="535940" y="282194"/>
                  </a:lnTo>
                  <a:close/>
                </a:path>
                <a:path w="3108960" h="1905000">
                  <a:moveTo>
                    <a:pt x="541782" y="280924"/>
                  </a:moveTo>
                  <a:lnTo>
                    <a:pt x="536321" y="278384"/>
                  </a:lnTo>
                  <a:lnTo>
                    <a:pt x="540461" y="280924"/>
                  </a:lnTo>
                  <a:lnTo>
                    <a:pt x="541782" y="280924"/>
                  </a:lnTo>
                  <a:close/>
                </a:path>
                <a:path w="3108960" h="1905000">
                  <a:moveTo>
                    <a:pt x="542544" y="282194"/>
                  </a:moveTo>
                  <a:lnTo>
                    <a:pt x="540461" y="280924"/>
                  </a:lnTo>
                  <a:lnTo>
                    <a:pt x="539369" y="280924"/>
                  </a:lnTo>
                  <a:lnTo>
                    <a:pt x="542544" y="282194"/>
                  </a:lnTo>
                  <a:close/>
                </a:path>
                <a:path w="3108960" h="1905000">
                  <a:moveTo>
                    <a:pt x="551510" y="287274"/>
                  </a:moveTo>
                  <a:lnTo>
                    <a:pt x="548513" y="286004"/>
                  </a:lnTo>
                  <a:lnTo>
                    <a:pt x="551307" y="287274"/>
                  </a:lnTo>
                  <a:lnTo>
                    <a:pt x="551510" y="287274"/>
                  </a:lnTo>
                  <a:close/>
                </a:path>
                <a:path w="3108960" h="1905000">
                  <a:moveTo>
                    <a:pt x="551561" y="265684"/>
                  </a:moveTo>
                  <a:lnTo>
                    <a:pt x="543941" y="261874"/>
                  </a:lnTo>
                  <a:lnTo>
                    <a:pt x="535025" y="259334"/>
                  </a:lnTo>
                  <a:lnTo>
                    <a:pt x="527710" y="256794"/>
                  </a:lnTo>
                  <a:lnTo>
                    <a:pt x="524891" y="256794"/>
                  </a:lnTo>
                  <a:lnTo>
                    <a:pt x="529856" y="258064"/>
                  </a:lnTo>
                  <a:lnTo>
                    <a:pt x="537222" y="260604"/>
                  </a:lnTo>
                  <a:lnTo>
                    <a:pt x="545084" y="263144"/>
                  </a:lnTo>
                  <a:lnTo>
                    <a:pt x="551561" y="265684"/>
                  </a:lnTo>
                  <a:close/>
                </a:path>
                <a:path w="3108960" h="1905000">
                  <a:moveTo>
                    <a:pt x="556399" y="289344"/>
                  </a:moveTo>
                  <a:lnTo>
                    <a:pt x="555371" y="288544"/>
                  </a:lnTo>
                  <a:lnTo>
                    <a:pt x="553847" y="287274"/>
                  </a:lnTo>
                  <a:lnTo>
                    <a:pt x="551510" y="287274"/>
                  </a:lnTo>
                  <a:lnTo>
                    <a:pt x="556399" y="289344"/>
                  </a:lnTo>
                  <a:close/>
                </a:path>
                <a:path w="3108960" h="1905000">
                  <a:moveTo>
                    <a:pt x="562610" y="275209"/>
                  </a:moveTo>
                  <a:lnTo>
                    <a:pt x="561721" y="274574"/>
                  </a:lnTo>
                  <a:lnTo>
                    <a:pt x="560705" y="274574"/>
                  </a:lnTo>
                  <a:lnTo>
                    <a:pt x="562610" y="275209"/>
                  </a:lnTo>
                  <a:close/>
                </a:path>
                <a:path w="3108960" h="1905000">
                  <a:moveTo>
                    <a:pt x="565023" y="274574"/>
                  </a:moveTo>
                  <a:lnTo>
                    <a:pt x="562991" y="273304"/>
                  </a:lnTo>
                  <a:lnTo>
                    <a:pt x="561962" y="273011"/>
                  </a:lnTo>
                  <a:lnTo>
                    <a:pt x="564642" y="274574"/>
                  </a:lnTo>
                  <a:lnTo>
                    <a:pt x="565023" y="274574"/>
                  </a:lnTo>
                  <a:close/>
                </a:path>
                <a:path w="3108960" h="1905000">
                  <a:moveTo>
                    <a:pt x="570738" y="1844040"/>
                  </a:moveTo>
                  <a:lnTo>
                    <a:pt x="568706" y="1844890"/>
                  </a:lnTo>
                  <a:lnTo>
                    <a:pt x="568337" y="1845322"/>
                  </a:lnTo>
                  <a:lnTo>
                    <a:pt x="570738" y="1844040"/>
                  </a:lnTo>
                  <a:close/>
                </a:path>
                <a:path w="3108960" h="1905000">
                  <a:moveTo>
                    <a:pt x="580136" y="1842770"/>
                  </a:moveTo>
                  <a:lnTo>
                    <a:pt x="576326" y="1844040"/>
                  </a:lnTo>
                  <a:lnTo>
                    <a:pt x="572516" y="1845462"/>
                  </a:lnTo>
                  <a:lnTo>
                    <a:pt x="568210" y="1845462"/>
                  </a:lnTo>
                  <a:lnTo>
                    <a:pt x="579628" y="1846580"/>
                  </a:lnTo>
                  <a:lnTo>
                    <a:pt x="579767" y="1845462"/>
                  </a:lnTo>
                  <a:lnTo>
                    <a:pt x="579843" y="1844890"/>
                  </a:lnTo>
                  <a:lnTo>
                    <a:pt x="579958" y="1844040"/>
                  </a:lnTo>
                  <a:lnTo>
                    <a:pt x="580047" y="1843366"/>
                  </a:lnTo>
                  <a:lnTo>
                    <a:pt x="580136" y="1842770"/>
                  </a:lnTo>
                  <a:close/>
                </a:path>
                <a:path w="3108960" h="1905000">
                  <a:moveTo>
                    <a:pt x="583018" y="1843684"/>
                  </a:moveTo>
                  <a:lnTo>
                    <a:pt x="582091" y="1843366"/>
                  </a:lnTo>
                  <a:lnTo>
                    <a:pt x="580390" y="1844040"/>
                  </a:lnTo>
                  <a:lnTo>
                    <a:pt x="583018" y="1843684"/>
                  </a:lnTo>
                  <a:close/>
                </a:path>
                <a:path w="3108960" h="1905000">
                  <a:moveTo>
                    <a:pt x="587375" y="1841500"/>
                  </a:moveTo>
                  <a:lnTo>
                    <a:pt x="584581" y="1841500"/>
                  </a:lnTo>
                  <a:lnTo>
                    <a:pt x="582422" y="1842770"/>
                  </a:lnTo>
                  <a:lnTo>
                    <a:pt x="580390" y="1842770"/>
                  </a:lnTo>
                  <a:lnTo>
                    <a:pt x="582091" y="1843366"/>
                  </a:lnTo>
                  <a:lnTo>
                    <a:pt x="583565" y="1842770"/>
                  </a:lnTo>
                  <a:lnTo>
                    <a:pt x="584974" y="1842770"/>
                  </a:lnTo>
                  <a:lnTo>
                    <a:pt x="587375" y="1841500"/>
                  </a:lnTo>
                  <a:close/>
                </a:path>
                <a:path w="3108960" h="1905000">
                  <a:moveTo>
                    <a:pt x="589661" y="1842770"/>
                  </a:moveTo>
                  <a:lnTo>
                    <a:pt x="583018" y="1843684"/>
                  </a:lnTo>
                  <a:lnTo>
                    <a:pt x="584073" y="1844040"/>
                  </a:lnTo>
                  <a:lnTo>
                    <a:pt x="589661" y="1842770"/>
                  </a:lnTo>
                  <a:close/>
                </a:path>
                <a:path w="3108960" h="1905000">
                  <a:moveTo>
                    <a:pt x="591870" y="1841500"/>
                  </a:moveTo>
                  <a:lnTo>
                    <a:pt x="588162" y="1841500"/>
                  </a:lnTo>
                  <a:lnTo>
                    <a:pt x="584974" y="1842770"/>
                  </a:lnTo>
                  <a:lnTo>
                    <a:pt x="589661" y="1842770"/>
                  </a:lnTo>
                  <a:lnTo>
                    <a:pt x="591058" y="1842770"/>
                  </a:lnTo>
                  <a:lnTo>
                    <a:pt x="591870" y="1841500"/>
                  </a:lnTo>
                  <a:close/>
                </a:path>
                <a:path w="3108960" h="1905000">
                  <a:moveTo>
                    <a:pt x="599579" y="307670"/>
                  </a:moveTo>
                  <a:lnTo>
                    <a:pt x="599401" y="307670"/>
                  </a:lnTo>
                  <a:lnTo>
                    <a:pt x="598932" y="308864"/>
                  </a:lnTo>
                  <a:lnTo>
                    <a:pt x="599579" y="307670"/>
                  </a:lnTo>
                  <a:close/>
                </a:path>
                <a:path w="3108960" h="1905000">
                  <a:moveTo>
                    <a:pt x="621792" y="297434"/>
                  </a:moveTo>
                  <a:lnTo>
                    <a:pt x="620268" y="296164"/>
                  </a:lnTo>
                  <a:lnTo>
                    <a:pt x="618744" y="296164"/>
                  </a:lnTo>
                  <a:lnTo>
                    <a:pt x="621792" y="297434"/>
                  </a:lnTo>
                  <a:close/>
                </a:path>
                <a:path w="3108960" h="1905000">
                  <a:moveTo>
                    <a:pt x="623633" y="297967"/>
                  </a:moveTo>
                  <a:lnTo>
                    <a:pt x="623062" y="297434"/>
                  </a:lnTo>
                  <a:lnTo>
                    <a:pt x="621792" y="297434"/>
                  </a:lnTo>
                  <a:lnTo>
                    <a:pt x="623633" y="297967"/>
                  </a:lnTo>
                  <a:close/>
                </a:path>
                <a:path w="3108960" h="1905000">
                  <a:moveTo>
                    <a:pt x="626237" y="298704"/>
                  </a:moveTo>
                  <a:lnTo>
                    <a:pt x="623633" y="297967"/>
                  </a:lnTo>
                  <a:lnTo>
                    <a:pt x="624459" y="298704"/>
                  </a:lnTo>
                  <a:lnTo>
                    <a:pt x="626237" y="298704"/>
                  </a:lnTo>
                  <a:close/>
                </a:path>
                <a:path w="3108960" h="1905000">
                  <a:moveTo>
                    <a:pt x="631405" y="317779"/>
                  </a:moveTo>
                  <a:lnTo>
                    <a:pt x="629158" y="316484"/>
                  </a:lnTo>
                  <a:lnTo>
                    <a:pt x="625348" y="315214"/>
                  </a:lnTo>
                  <a:lnTo>
                    <a:pt x="631405" y="317779"/>
                  </a:lnTo>
                  <a:close/>
                </a:path>
                <a:path w="3108960" h="1905000">
                  <a:moveTo>
                    <a:pt x="633907" y="318833"/>
                  </a:moveTo>
                  <a:lnTo>
                    <a:pt x="631405" y="317779"/>
                  </a:lnTo>
                  <a:lnTo>
                    <a:pt x="633603" y="319024"/>
                  </a:lnTo>
                  <a:lnTo>
                    <a:pt x="633907" y="318833"/>
                  </a:lnTo>
                  <a:close/>
                </a:path>
                <a:path w="3108960" h="1905000">
                  <a:moveTo>
                    <a:pt x="667004" y="311404"/>
                  </a:moveTo>
                  <a:lnTo>
                    <a:pt x="662686" y="310134"/>
                  </a:lnTo>
                  <a:lnTo>
                    <a:pt x="666623" y="311404"/>
                  </a:lnTo>
                  <a:lnTo>
                    <a:pt x="667004" y="311404"/>
                  </a:lnTo>
                  <a:close/>
                </a:path>
                <a:path w="3108960" h="1905000">
                  <a:moveTo>
                    <a:pt x="669036" y="312674"/>
                  </a:moveTo>
                  <a:lnTo>
                    <a:pt x="668655" y="311404"/>
                  </a:lnTo>
                  <a:lnTo>
                    <a:pt x="668147" y="311404"/>
                  </a:lnTo>
                  <a:lnTo>
                    <a:pt x="669036" y="312674"/>
                  </a:lnTo>
                  <a:close/>
                </a:path>
                <a:path w="3108960" h="1905000">
                  <a:moveTo>
                    <a:pt x="679450" y="1045972"/>
                  </a:moveTo>
                  <a:lnTo>
                    <a:pt x="672465" y="1058672"/>
                  </a:lnTo>
                  <a:lnTo>
                    <a:pt x="676986" y="1052791"/>
                  </a:lnTo>
                  <a:lnTo>
                    <a:pt x="679450" y="1045972"/>
                  </a:lnTo>
                  <a:close/>
                </a:path>
                <a:path w="3108960" h="1905000">
                  <a:moveTo>
                    <a:pt x="710438" y="1050213"/>
                  </a:moveTo>
                  <a:lnTo>
                    <a:pt x="708406" y="1058672"/>
                  </a:lnTo>
                  <a:lnTo>
                    <a:pt x="705739" y="1058672"/>
                  </a:lnTo>
                  <a:lnTo>
                    <a:pt x="701421" y="1071372"/>
                  </a:lnTo>
                  <a:lnTo>
                    <a:pt x="708787" y="1058672"/>
                  </a:lnTo>
                  <a:lnTo>
                    <a:pt x="709422" y="1058672"/>
                  </a:lnTo>
                  <a:lnTo>
                    <a:pt x="710438" y="1050213"/>
                  </a:lnTo>
                  <a:close/>
                </a:path>
                <a:path w="3108960" h="1905000">
                  <a:moveTo>
                    <a:pt x="735749" y="1841017"/>
                  </a:moveTo>
                  <a:lnTo>
                    <a:pt x="733298" y="1841500"/>
                  </a:lnTo>
                  <a:lnTo>
                    <a:pt x="735457" y="1841500"/>
                  </a:lnTo>
                  <a:lnTo>
                    <a:pt x="735749" y="1841017"/>
                  </a:lnTo>
                  <a:close/>
                </a:path>
                <a:path w="3108960" h="1905000">
                  <a:moveTo>
                    <a:pt x="741934" y="1841500"/>
                  </a:moveTo>
                  <a:lnTo>
                    <a:pt x="739648" y="1841500"/>
                  </a:lnTo>
                  <a:lnTo>
                    <a:pt x="739216" y="1841893"/>
                  </a:lnTo>
                  <a:lnTo>
                    <a:pt x="741934" y="1841500"/>
                  </a:lnTo>
                  <a:close/>
                </a:path>
                <a:path w="3108960" h="1905000">
                  <a:moveTo>
                    <a:pt x="747115" y="345821"/>
                  </a:moveTo>
                  <a:lnTo>
                    <a:pt x="741934" y="344424"/>
                  </a:lnTo>
                  <a:lnTo>
                    <a:pt x="746569" y="345821"/>
                  </a:lnTo>
                  <a:lnTo>
                    <a:pt x="747115" y="345821"/>
                  </a:lnTo>
                  <a:close/>
                </a:path>
                <a:path w="3108960" h="1905000">
                  <a:moveTo>
                    <a:pt x="769747" y="1814830"/>
                  </a:moveTo>
                  <a:lnTo>
                    <a:pt x="766445" y="1814830"/>
                  </a:lnTo>
                  <a:lnTo>
                    <a:pt x="765987" y="1815338"/>
                  </a:lnTo>
                  <a:lnTo>
                    <a:pt x="769747" y="1814830"/>
                  </a:lnTo>
                  <a:close/>
                </a:path>
                <a:path w="3108960" h="1905000">
                  <a:moveTo>
                    <a:pt x="776732" y="944372"/>
                  </a:moveTo>
                  <a:lnTo>
                    <a:pt x="771144" y="957072"/>
                  </a:lnTo>
                  <a:lnTo>
                    <a:pt x="772287" y="957072"/>
                  </a:lnTo>
                  <a:lnTo>
                    <a:pt x="776732" y="944372"/>
                  </a:lnTo>
                  <a:close/>
                </a:path>
                <a:path w="3108960" h="1905000">
                  <a:moveTo>
                    <a:pt x="780923" y="944372"/>
                  </a:moveTo>
                  <a:lnTo>
                    <a:pt x="780034" y="944372"/>
                  </a:lnTo>
                  <a:lnTo>
                    <a:pt x="774700" y="957072"/>
                  </a:lnTo>
                  <a:lnTo>
                    <a:pt x="780923" y="944372"/>
                  </a:lnTo>
                  <a:close/>
                </a:path>
                <a:path w="3108960" h="1905000">
                  <a:moveTo>
                    <a:pt x="781177" y="1835150"/>
                  </a:moveTo>
                  <a:lnTo>
                    <a:pt x="774573" y="1836420"/>
                  </a:lnTo>
                  <a:lnTo>
                    <a:pt x="774738" y="1836420"/>
                  </a:lnTo>
                  <a:lnTo>
                    <a:pt x="781177" y="1835150"/>
                  </a:lnTo>
                  <a:close/>
                </a:path>
                <a:path w="3108960" h="1905000">
                  <a:moveTo>
                    <a:pt x="782320" y="350774"/>
                  </a:moveTo>
                  <a:lnTo>
                    <a:pt x="780669" y="349504"/>
                  </a:lnTo>
                  <a:lnTo>
                    <a:pt x="778764" y="348234"/>
                  </a:lnTo>
                  <a:lnTo>
                    <a:pt x="778510" y="348234"/>
                  </a:lnTo>
                  <a:lnTo>
                    <a:pt x="782320" y="350774"/>
                  </a:lnTo>
                  <a:close/>
                </a:path>
                <a:path w="3108960" h="1905000">
                  <a:moveTo>
                    <a:pt x="787019" y="944372"/>
                  </a:moveTo>
                  <a:lnTo>
                    <a:pt x="781812" y="944372"/>
                  </a:lnTo>
                  <a:lnTo>
                    <a:pt x="779018" y="957072"/>
                  </a:lnTo>
                  <a:lnTo>
                    <a:pt x="787019" y="944372"/>
                  </a:lnTo>
                  <a:close/>
                </a:path>
                <a:path w="3108960" h="1905000">
                  <a:moveTo>
                    <a:pt x="824484" y="893572"/>
                  </a:moveTo>
                  <a:lnTo>
                    <a:pt x="819111" y="906043"/>
                  </a:lnTo>
                  <a:lnTo>
                    <a:pt x="818997" y="906335"/>
                  </a:lnTo>
                  <a:lnTo>
                    <a:pt x="818121" y="906335"/>
                  </a:lnTo>
                  <a:lnTo>
                    <a:pt x="817435" y="914996"/>
                  </a:lnTo>
                  <a:lnTo>
                    <a:pt x="817359" y="915936"/>
                  </a:lnTo>
                  <a:lnTo>
                    <a:pt x="822540" y="906335"/>
                  </a:lnTo>
                  <a:lnTo>
                    <a:pt x="822604" y="908812"/>
                  </a:lnTo>
                  <a:lnTo>
                    <a:pt x="823937" y="906335"/>
                  </a:lnTo>
                  <a:lnTo>
                    <a:pt x="823976" y="906043"/>
                  </a:lnTo>
                  <a:lnTo>
                    <a:pt x="824407" y="895273"/>
                  </a:lnTo>
                  <a:lnTo>
                    <a:pt x="824484" y="893572"/>
                  </a:lnTo>
                  <a:close/>
                </a:path>
                <a:path w="3108960" h="1905000">
                  <a:moveTo>
                    <a:pt x="833247" y="374904"/>
                  </a:moveTo>
                  <a:lnTo>
                    <a:pt x="832739" y="373634"/>
                  </a:lnTo>
                  <a:lnTo>
                    <a:pt x="831977" y="373634"/>
                  </a:lnTo>
                  <a:lnTo>
                    <a:pt x="830961" y="372364"/>
                  </a:lnTo>
                  <a:lnTo>
                    <a:pt x="827024" y="371094"/>
                  </a:lnTo>
                  <a:lnTo>
                    <a:pt x="829056" y="372364"/>
                  </a:lnTo>
                  <a:lnTo>
                    <a:pt x="831215" y="373634"/>
                  </a:lnTo>
                  <a:lnTo>
                    <a:pt x="833247" y="374904"/>
                  </a:lnTo>
                  <a:close/>
                </a:path>
                <a:path w="3108960" h="1905000">
                  <a:moveTo>
                    <a:pt x="833882" y="368554"/>
                  </a:moveTo>
                  <a:lnTo>
                    <a:pt x="830707" y="367284"/>
                  </a:lnTo>
                  <a:lnTo>
                    <a:pt x="827278" y="366014"/>
                  </a:lnTo>
                  <a:lnTo>
                    <a:pt x="826897" y="367284"/>
                  </a:lnTo>
                  <a:lnTo>
                    <a:pt x="822579" y="364744"/>
                  </a:lnTo>
                  <a:lnTo>
                    <a:pt x="813435" y="362204"/>
                  </a:lnTo>
                  <a:lnTo>
                    <a:pt x="811530" y="362204"/>
                  </a:lnTo>
                  <a:lnTo>
                    <a:pt x="818769" y="364744"/>
                  </a:lnTo>
                  <a:lnTo>
                    <a:pt x="825119" y="367284"/>
                  </a:lnTo>
                  <a:lnTo>
                    <a:pt x="833882" y="368554"/>
                  </a:lnTo>
                  <a:close/>
                </a:path>
                <a:path w="3108960" h="1905000">
                  <a:moveTo>
                    <a:pt x="835329" y="914996"/>
                  </a:moveTo>
                  <a:lnTo>
                    <a:pt x="834847" y="912012"/>
                  </a:lnTo>
                  <a:lnTo>
                    <a:pt x="834174" y="916863"/>
                  </a:lnTo>
                  <a:lnTo>
                    <a:pt x="835329" y="914996"/>
                  </a:lnTo>
                  <a:close/>
                </a:path>
                <a:path w="3108960" h="1905000">
                  <a:moveTo>
                    <a:pt x="835647" y="906335"/>
                  </a:moveTo>
                  <a:lnTo>
                    <a:pt x="835456" y="906729"/>
                  </a:lnTo>
                  <a:lnTo>
                    <a:pt x="834377" y="909193"/>
                  </a:lnTo>
                  <a:lnTo>
                    <a:pt x="834847" y="912012"/>
                  </a:lnTo>
                  <a:lnTo>
                    <a:pt x="835596" y="906729"/>
                  </a:lnTo>
                  <a:lnTo>
                    <a:pt x="835647" y="906335"/>
                  </a:lnTo>
                  <a:close/>
                </a:path>
                <a:path w="3108960" h="1905000">
                  <a:moveTo>
                    <a:pt x="835914" y="369824"/>
                  </a:moveTo>
                  <a:lnTo>
                    <a:pt x="835152" y="368554"/>
                  </a:lnTo>
                  <a:lnTo>
                    <a:pt x="834517" y="368554"/>
                  </a:lnTo>
                  <a:lnTo>
                    <a:pt x="835279" y="369824"/>
                  </a:lnTo>
                  <a:lnTo>
                    <a:pt x="835914" y="369824"/>
                  </a:lnTo>
                  <a:close/>
                </a:path>
                <a:path w="3108960" h="1905000">
                  <a:moveTo>
                    <a:pt x="838200" y="880872"/>
                  </a:moveTo>
                  <a:lnTo>
                    <a:pt x="837184" y="880872"/>
                  </a:lnTo>
                  <a:lnTo>
                    <a:pt x="837184" y="893572"/>
                  </a:lnTo>
                  <a:lnTo>
                    <a:pt x="838098" y="882002"/>
                  </a:lnTo>
                  <a:lnTo>
                    <a:pt x="838200" y="880872"/>
                  </a:lnTo>
                  <a:close/>
                </a:path>
                <a:path w="3108960" h="1905000">
                  <a:moveTo>
                    <a:pt x="845820" y="893572"/>
                  </a:moveTo>
                  <a:lnTo>
                    <a:pt x="840105" y="893572"/>
                  </a:lnTo>
                  <a:lnTo>
                    <a:pt x="842581" y="903528"/>
                  </a:lnTo>
                  <a:lnTo>
                    <a:pt x="845477" y="895273"/>
                  </a:lnTo>
                  <a:lnTo>
                    <a:pt x="845820" y="893572"/>
                  </a:lnTo>
                  <a:close/>
                </a:path>
                <a:path w="3108960" h="1905000">
                  <a:moveTo>
                    <a:pt x="854837" y="880872"/>
                  </a:moveTo>
                  <a:lnTo>
                    <a:pt x="850138" y="880872"/>
                  </a:lnTo>
                  <a:lnTo>
                    <a:pt x="849312" y="891095"/>
                  </a:lnTo>
                  <a:lnTo>
                    <a:pt x="854837" y="880872"/>
                  </a:lnTo>
                  <a:close/>
                </a:path>
                <a:path w="3108960" h="1905000">
                  <a:moveTo>
                    <a:pt x="861314" y="880872"/>
                  </a:moveTo>
                  <a:lnTo>
                    <a:pt x="856399" y="891095"/>
                  </a:lnTo>
                  <a:lnTo>
                    <a:pt x="861123" y="882002"/>
                  </a:lnTo>
                  <a:lnTo>
                    <a:pt x="861314" y="880872"/>
                  </a:lnTo>
                  <a:close/>
                </a:path>
                <a:path w="3108960" h="1905000">
                  <a:moveTo>
                    <a:pt x="864870" y="868172"/>
                  </a:moveTo>
                  <a:lnTo>
                    <a:pt x="863473" y="868172"/>
                  </a:lnTo>
                  <a:lnTo>
                    <a:pt x="859307" y="878586"/>
                  </a:lnTo>
                  <a:lnTo>
                    <a:pt x="859815" y="878078"/>
                  </a:lnTo>
                  <a:lnTo>
                    <a:pt x="864743" y="868413"/>
                  </a:lnTo>
                  <a:lnTo>
                    <a:pt x="864870" y="868172"/>
                  </a:lnTo>
                  <a:close/>
                </a:path>
                <a:path w="3108960" h="1905000">
                  <a:moveTo>
                    <a:pt x="875792" y="868172"/>
                  </a:moveTo>
                  <a:lnTo>
                    <a:pt x="875411" y="855472"/>
                  </a:lnTo>
                  <a:lnTo>
                    <a:pt x="866838" y="855472"/>
                  </a:lnTo>
                  <a:lnTo>
                    <a:pt x="865530" y="868172"/>
                  </a:lnTo>
                  <a:lnTo>
                    <a:pt x="864870" y="868172"/>
                  </a:lnTo>
                  <a:lnTo>
                    <a:pt x="863866" y="874077"/>
                  </a:lnTo>
                  <a:lnTo>
                    <a:pt x="866952" y="871016"/>
                  </a:lnTo>
                  <a:lnTo>
                    <a:pt x="867295" y="868832"/>
                  </a:lnTo>
                  <a:lnTo>
                    <a:pt x="867410" y="868172"/>
                  </a:lnTo>
                  <a:lnTo>
                    <a:pt x="869569" y="868172"/>
                  </a:lnTo>
                  <a:lnTo>
                    <a:pt x="869581" y="868413"/>
                  </a:lnTo>
                  <a:lnTo>
                    <a:pt x="869823" y="868172"/>
                  </a:lnTo>
                  <a:lnTo>
                    <a:pt x="869607" y="868832"/>
                  </a:lnTo>
                  <a:lnTo>
                    <a:pt x="870089" y="876973"/>
                  </a:lnTo>
                  <a:lnTo>
                    <a:pt x="872070" y="874636"/>
                  </a:lnTo>
                  <a:lnTo>
                    <a:pt x="873696" y="868832"/>
                  </a:lnTo>
                  <a:lnTo>
                    <a:pt x="873810" y="868413"/>
                  </a:lnTo>
                  <a:lnTo>
                    <a:pt x="873887" y="868172"/>
                  </a:lnTo>
                  <a:lnTo>
                    <a:pt x="875792" y="868172"/>
                  </a:lnTo>
                  <a:close/>
                </a:path>
                <a:path w="3108960" h="1905000">
                  <a:moveTo>
                    <a:pt x="889749" y="842822"/>
                  </a:moveTo>
                  <a:lnTo>
                    <a:pt x="885926" y="842822"/>
                  </a:lnTo>
                  <a:lnTo>
                    <a:pt x="885253" y="844448"/>
                  </a:lnTo>
                  <a:lnTo>
                    <a:pt x="885698" y="843127"/>
                  </a:lnTo>
                  <a:lnTo>
                    <a:pt x="885799" y="842822"/>
                  </a:lnTo>
                  <a:lnTo>
                    <a:pt x="879335" y="842822"/>
                  </a:lnTo>
                  <a:lnTo>
                    <a:pt x="876808" y="855472"/>
                  </a:lnTo>
                  <a:lnTo>
                    <a:pt x="883285" y="855472"/>
                  </a:lnTo>
                  <a:lnTo>
                    <a:pt x="888974" y="845997"/>
                  </a:lnTo>
                  <a:lnTo>
                    <a:pt x="889609" y="844931"/>
                  </a:lnTo>
                  <a:lnTo>
                    <a:pt x="889736" y="843127"/>
                  </a:lnTo>
                  <a:lnTo>
                    <a:pt x="889749" y="842822"/>
                  </a:lnTo>
                  <a:close/>
                </a:path>
                <a:path w="3108960" h="1905000">
                  <a:moveTo>
                    <a:pt x="890270" y="830072"/>
                  </a:moveTo>
                  <a:lnTo>
                    <a:pt x="886206" y="830072"/>
                  </a:lnTo>
                  <a:lnTo>
                    <a:pt x="885888" y="840638"/>
                  </a:lnTo>
                  <a:lnTo>
                    <a:pt x="885812" y="842822"/>
                  </a:lnTo>
                  <a:lnTo>
                    <a:pt x="890270" y="830072"/>
                  </a:lnTo>
                  <a:close/>
                </a:path>
                <a:path w="3108960" h="1905000">
                  <a:moveTo>
                    <a:pt x="892302" y="393954"/>
                  </a:moveTo>
                  <a:lnTo>
                    <a:pt x="890397" y="392684"/>
                  </a:lnTo>
                  <a:lnTo>
                    <a:pt x="886841" y="391414"/>
                  </a:lnTo>
                  <a:lnTo>
                    <a:pt x="882396" y="388874"/>
                  </a:lnTo>
                  <a:lnTo>
                    <a:pt x="883158" y="391414"/>
                  </a:lnTo>
                  <a:lnTo>
                    <a:pt x="884809" y="391414"/>
                  </a:lnTo>
                  <a:lnTo>
                    <a:pt x="892302" y="393954"/>
                  </a:lnTo>
                  <a:close/>
                </a:path>
                <a:path w="3108960" h="1905000">
                  <a:moveTo>
                    <a:pt x="892810" y="830072"/>
                  </a:moveTo>
                  <a:lnTo>
                    <a:pt x="890905" y="830072"/>
                  </a:lnTo>
                  <a:lnTo>
                    <a:pt x="886675" y="840638"/>
                  </a:lnTo>
                  <a:lnTo>
                    <a:pt x="886167" y="842111"/>
                  </a:lnTo>
                  <a:lnTo>
                    <a:pt x="887006" y="840638"/>
                  </a:lnTo>
                  <a:lnTo>
                    <a:pt x="892810" y="830072"/>
                  </a:lnTo>
                  <a:close/>
                </a:path>
                <a:path w="3108960" h="1905000">
                  <a:moveTo>
                    <a:pt x="897229" y="830072"/>
                  </a:moveTo>
                  <a:lnTo>
                    <a:pt x="894842" y="830072"/>
                  </a:lnTo>
                  <a:lnTo>
                    <a:pt x="890117" y="842822"/>
                  </a:lnTo>
                  <a:lnTo>
                    <a:pt x="890879" y="842822"/>
                  </a:lnTo>
                  <a:lnTo>
                    <a:pt x="889609" y="844931"/>
                  </a:lnTo>
                  <a:lnTo>
                    <a:pt x="889533" y="845997"/>
                  </a:lnTo>
                  <a:lnTo>
                    <a:pt x="889444" y="847242"/>
                  </a:lnTo>
                  <a:lnTo>
                    <a:pt x="891590" y="842822"/>
                  </a:lnTo>
                  <a:lnTo>
                    <a:pt x="897229" y="830072"/>
                  </a:lnTo>
                  <a:close/>
                </a:path>
                <a:path w="3108960" h="1905000">
                  <a:moveTo>
                    <a:pt x="905764" y="817372"/>
                  </a:moveTo>
                  <a:lnTo>
                    <a:pt x="905002" y="817372"/>
                  </a:lnTo>
                  <a:lnTo>
                    <a:pt x="899287" y="830072"/>
                  </a:lnTo>
                  <a:lnTo>
                    <a:pt x="900303" y="830072"/>
                  </a:lnTo>
                  <a:lnTo>
                    <a:pt x="905700" y="817511"/>
                  </a:lnTo>
                  <a:lnTo>
                    <a:pt x="905764" y="817372"/>
                  </a:lnTo>
                  <a:close/>
                </a:path>
                <a:path w="3108960" h="1905000">
                  <a:moveTo>
                    <a:pt x="937653" y="791972"/>
                  </a:moveTo>
                  <a:lnTo>
                    <a:pt x="936002" y="791972"/>
                  </a:lnTo>
                  <a:lnTo>
                    <a:pt x="930656" y="804672"/>
                  </a:lnTo>
                  <a:lnTo>
                    <a:pt x="937653" y="791972"/>
                  </a:lnTo>
                  <a:close/>
                </a:path>
                <a:path w="3108960" h="1905000">
                  <a:moveTo>
                    <a:pt x="944308" y="786498"/>
                  </a:moveTo>
                  <a:lnTo>
                    <a:pt x="942682" y="788530"/>
                  </a:lnTo>
                  <a:lnTo>
                    <a:pt x="941006" y="791972"/>
                  </a:lnTo>
                  <a:lnTo>
                    <a:pt x="942721" y="791972"/>
                  </a:lnTo>
                  <a:lnTo>
                    <a:pt x="944308" y="786498"/>
                  </a:lnTo>
                  <a:close/>
                </a:path>
                <a:path w="3108960" h="1905000">
                  <a:moveTo>
                    <a:pt x="945603" y="782002"/>
                  </a:moveTo>
                  <a:lnTo>
                    <a:pt x="939927" y="791972"/>
                  </a:lnTo>
                  <a:lnTo>
                    <a:pt x="942682" y="788530"/>
                  </a:lnTo>
                  <a:lnTo>
                    <a:pt x="945261" y="783196"/>
                  </a:lnTo>
                  <a:lnTo>
                    <a:pt x="945603" y="782002"/>
                  </a:lnTo>
                  <a:close/>
                </a:path>
                <a:path w="3108960" h="1905000">
                  <a:moveTo>
                    <a:pt x="947166" y="779272"/>
                  </a:moveTo>
                  <a:lnTo>
                    <a:pt x="946404" y="779272"/>
                  </a:lnTo>
                  <a:lnTo>
                    <a:pt x="945603" y="782002"/>
                  </a:lnTo>
                  <a:lnTo>
                    <a:pt x="947166" y="779272"/>
                  </a:lnTo>
                  <a:close/>
                </a:path>
                <a:path w="3108960" h="1905000">
                  <a:moveTo>
                    <a:pt x="950087" y="779272"/>
                  </a:moveTo>
                  <a:lnTo>
                    <a:pt x="947166" y="779272"/>
                  </a:lnTo>
                  <a:lnTo>
                    <a:pt x="945261" y="783196"/>
                  </a:lnTo>
                  <a:lnTo>
                    <a:pt x="944308" y="786498"/>
                  </a:lnTo>
                  <a:lnTo>
                    <a:pt x="950087" y="779272"/>
                  </a:lnTo>
                  <a:close/>
                </a:path>
                <a:path w="3108960" h="1905000">
                  <a:moveTo>
                    <a:pt x="954786" y="1809750"/>
                  </a:moveTo>
                  <a:lnTo>
                    <a:pt x="954659" y="1809750"/>
                  </a:lnTo>
                  <a:lnTo>
                    <a:pt x="949960" y="1809750"/>
                  </a:lnTo>
                  <a:lnTo>
                    <a:pt x="951865" y="1808480"/>
                  </a:lnTo>
                  <a:lnTo>
                    <a:pt x="943483" y="1812290"/>
                  </a:lnTo>
                  <a:lnTo>
                    <a:pt x="953643" y="1811020"/>
                  </a:lnTo>
                  <a:lnTo>
                    <a:pt x="954786" y="1809750"/>
                  </a:lnTo>
                  <a:close/>
                </a:path>
                <a:path w="3108960" h="1905000">
                  <a:moveTo>
                    <a:pt x="955929" y="415544"/>
                  </a:moveTo>
                  <a:lnTo>
                    <a:pt x="952119" y="414274"/>
                  </a:lnTo>
                  <a:lnTo>
                    <a:pt x="952538" y="414680"/>
                  </a:lnTo>
                  <a:lnTo>
                    <a:pt x="955929" y="415544"/>
                  </a:lnTo>
                  <a:close/>
                </a:path>
                <a:path w="3108960" h="1905000">
                  <a:moveTo>
                    <a:pt x="963549" y="1807210"/>
                  </a:moveTo>
                  <a:lnTo>
                    <a:pt x="959612" y="1807210"/>
                  </a:lnTo>
                  <a:lnTo>
                    <a:pt x="954659" y="1809750"/>
                  </a:lnTo>
                  <a:lnTo>
                    <a:pt x="963549" y="1807210"/>
                  </a:lnTo>
                  <a:close/>
                </a:path>
                <a:path w="3108960" h="1905000">
                  <a:moveTo>
                    <a:pt x="968629" y="1808480"/>
                  </a:moveTo>
                  <a:lnTo>
                    <a:pt x="967232" y="1808480"/>
                  </a:lnTo>
                  <a:lnTo>
                    <a:pt x="965962" y="1807210"/>
                  </a:lnTo>
                  <a:lnTo>
                    <a:pt x="962914" y="1809750"/>
                  </a:lnTo>
                  <a:lnTo>
                    <a:pt x="966724" y="1809750"/>
                  </a:lnTo>
                  <a:lnTo>
                    <a:pt x="968629" y="1808480"/>
                  </a:lnTo>
                  <a:close/>
                </a:path>
                <a:path w="3108960" h="1905000">
                  <a:moveTo>
                    <a:pt x="978154" y="1781619"/>
                  </a:moveTo>
                  <a:lnTo>
                    <a:pt x="977874" y="1781175"/>
                  </a:lnTo>
                  <a:lnTo>
                    <a:pt x="977773" y="1781810"/>
                  </a:lnTo>
                  <a:lnTo>
                    <a:pt x="978154" y="1781619"/>
                  </a:lnTo>
                  <a:close/>
                </a:path>
                <a:path w="3108960" h="1905000">
                  <a:moveTo>
                    <a:pt x="978408" y="1778000"/>
                  </a:moveTo>
                  <a:lnTo>
                    <a:pt x="973061" y="1780540"/>
                  </a:lnTo>
                  <a:lnTo>
                    <a:pt x="977468" y="1780540"/>
                  </a:lnTo>
                  <a:lnTo>
                    <a:pt x="977874" y="1781175"/>
                  </a:lnTo>
                  <a:lnTo>
                    <a:pt x="978408" y="1778000"/>
                  </a:lnTo>
                  <a:close/>
                </a:path>
                <a:path w="3108960" h="1905000">
                  <a:moveTo>
                    <a:pt x="981456" y="459994"/>
                  </a:moveTo>
                  <a:lnTo>
                    <a:pt x="979551" y="458724"/>
                  </a:lnTo>
                  <a:lnTo>
                    <a:pt x="978027" y="458724"/>
                  </a:lnTo>
                  <a:lnTo>
                    <a:pt x="980821" y="459994"/>
                  </a:lnTo>
                  <a:lnTo>
                    <a:pt x="981456" y="459994"/>
                  </a:lnTo>
                  <a:close/>
                </a:path>
                <a:path w="3108960" h="1905000">
                  <a:moveTo>
                    <a:pt x="989228" y="1804466"/>
                  </a:moveTo>
                  <a:lnTo>
                    <a:pt x="984885" y="1803400"/>
                  </a:lnTo>
                  <a:lnTo>
                    <a:pt x="980440" y="1805940"/>
                  </a:lnTo>
                  <a:lnTo>
                    <a:pt x="984758" y="1805940"/>
                  </a:lnTo>
                  <a:lnTo>
                    <a:pt x="988695" y="1804670"/>
                  </a:lnTo>
                  <a:lnTo>
                    <a:pt x="989228" y="1804466"/>
                  </a:lnTo>
                  <a:close/>
                </a:path>
                <a:path w="3108960" h="1905000">
                  <a:moveTo>
                    <a:pt x="991006" y="1803781"/>
                  </a:moveTo>
                  <a:lnTo>
                    <a:pt x="989228" y="1804466"/>
                  </a:lnTo>
                  <a:lnTo>
                    <a:pt x="990092" y="1804670"/>
                  </a:lnTo>
                  <a:lnTo>
                    <a:pt x="991006" y="1803781"/>
                  </a:lnTo>
                  <a:close/>
                </a:path>
                <a:path w="3108960" h="1905000">
                  <a:moveTo>
                    <a:pt x="994029" y="1800860"/>
                  </a:moveTo>
                  <a:lnTo>
                    <a:pt x="991006" y="1803781"/>
                  </a:lnTo>
                  <a:lnTo>
                    <a:pt x="991997" y="1803400"/>
                  </a:lnTo>
                  <a:lnTo>
                    <a:pt x="994029" y="1800860"/>
                  </a:lnTo>
                  <a:close/>
                </a:path>
                <a:path w="3108960" h="1905000">
                  <a:moveTo>
                    <a:pt x="1013333" y="438404"/>
                  </a:moveTo>
                  <a:lnTo>
                    <a:pt x="1009269" y="437134"/>
                  </a:lnTo>
                  <a:lnTo>
                    <a:pt x="1007110" y="435864"/>
                  </a:lnTo>
                  <a:lnTo>
                    <a:pt x="1006094" y="435864"/>
                  </a:lnTo>
                  <a:lnTo>
                    <a:pt x="1011174" y="438404"/>
                  </a:lnTo>
                  <a:lnTo>
                    <a:pt x="1013333" y="438404"/>
                  </a:lnTo>
                  <a:close/>
                </a:path>
                <a:path w="3108960" h="1905000">
                  <a:moveTo>
                    <a:pt x="1023112" y="703072"/>
                  </a:moveTo>
                  <a:lnTo>
                    <a:pt x="1017625" y="715822"/>
                  </a:lnTo>
                  <a:lnTo>
                    <a:pt x="1020749" y="709803"/>
                  </a:lnTo>
                  <a:lnTo>
                    <a:pt x="1023112" y="703072"/>
                  </a:lnTo>
                  <a:close/>
                </a:path>
                <a:path w="3108960" h="1905000">
                  <a:moveTo>
                    <a:pt x="1043990" y="1766531"/>
                  </a:moveTo>
                  <a:lnTo>
                    <a:pt x="1041781" y="1765300"/>
                  </a:lnTo>
                  <a:lnTo>
                    <a:pt x="1043813" y="1766570"/>
                  </a:lnTo>
                  <a:lnTo>
                    <a:pt x="1043990" y="1766531"/>
                  </a:lnTo>
                  <a:close/>
                </a:path>
                <a:path w="3108960" h="1905000">
                  <a:moveTo>
                    <a:pt x="1049909" y="1765300"/>
                  </a:moveTo>
                  <a:lnTo>
                    <a:pt x="1046988" y="1765300"/>
                  </a:lnTo>
                  <a:lnTo>
                    <a:pt x="1044295" y="1766468"/>
                  </a:lnTo>
                  <a:lnTo>
                    <a:pt x="1049909" y="1765300"/>
                  </a:lnTo>
                  <a:close/>
                </a:path>
                <a:path w="3108960" h="1905000">
                  <a:moveTo>
                    <a:pt x="1053084" y="1765300"/>
                  </a:moveTo>
                  <a:lnTo>
                    <a:pt x="1052195" y="1764030"/>
                  </a:lnTo>
                  <a:lnTo>
                    <a:pt x="1049909" y="1765300"/>
                  </a:lnTo>
                  <a:lnTo>
                    <a:pt x="1053084" y="1765300"/>
                  </a:lnTo>
                  <a:close/>
                </a:path>
                <a:path w="3108960" h="1905000">
                  <a:moveTo>
                    <a:pt x="1074166" y="1758950"/>
                  </a:moveTo>
                  <a:lnTo>
                    <a:pt x="1066165" y="1761490"/>
                  </a:lnTo>
                  <a:lnTo>
                    <a:pt x="1067689" y="1761490"/>
                  </a:lnTo>
                  <a:lnTo>
                    <a:pt x="1074166" y="1758950"/>
                  </a:lnTo>
                  <a:close/>
                </a:path>
                <a:path w="3108960" h="1905000">
                  <a:moveTo>
                    <a:pt x="1078611" y="1760220"/>
                  </a:moveTo>
                  <a:lnTo>
                    <a:pt x="1078103" y="1758950"/>
                  </a:lnTo>
                  <a:lnTo>
                    <a:pt x="1069568" y="1762785"/>
                  </a:lnTo>
                  <a:lnTo>
                    <a:pt x="1078611" y="1760220"/>
                  </a:lnTo>
                  <a:close/>
                </a:path>
                <a:path w="3108960" h="1905000">
                  <a:moveTo>
                    <a:pt x="1086358" y="1760220"/>
                  </a:moveTo>
                  <a:lnTo>
                    <a:pt x="1078738" y="1761490"/>
                  </a:lnTo>
                  <a:lnTo>
                    <a:pt x="1074902" y="1762785"/>
                  </a:lnTo>
                  <a:lnTo>
                    <a:pt x="1086358" y="1760220"/>
                  </a:lnTo>
                  <a:close/>
                </a:path>
                <a:path w="3108960" h="1905000">
                  <a:moveTo>
                    <a:pt x="1109472" y="1752600"/>
                  </a:moveTo>
                  <a:lnTo>
                    <a:pt x="1103630" y="1752600"/>
                  </a:lnTo>
                  <a:lnTo>
                    <a:pt x="1095044" y="1755203"/>
                  </a:lnTo>
                  <a:lnTo>
                    <a:pt x="1099832" y="1755203"/>
                  </a:lnTo>
                  <a:lnTo>
                    <a:pt x="1097813" y="1756333"/>
                  </a:lnTo>
                  <a:lnTo>
                    <a:pt x="1109472" y="1752600"/>
                  </a:lnTo>
                  <a:close/>
                </a:path>
                <a:path w="3108960" h="1905000">
                  <a:moveTo>
                    <a:pt x="1116965" y="1753870"/>
                  </a:moveTo>
                  <a:lnTo>
                    <a:pt x="1115999" y="1753704"/>
                  </a:lnTo>
                  <a:lnTo>
                    <a:pt x="1115187" y="1753870"/>
                  </a:lnTo>
                  <a:lnTo>
                    <a:pt x="1116965" y="1753870"/>
                  </a:lnTo>
                  <a:close/>
                </a:path>
                <a:path w="3108960" h="1905000">
                  <a:moveTo>
                    <a:pt x="1121067" y="1752600"/>
                  </a:moveTo>
                  <a:lnTo>
                    <a:pt x="1116076" y="1752600"/>
                  </a:lnTo>
                  <a:lnTo>
                    <a:pt x="1110107" y="1752600"/>
                  </a:lnTo>
                  <a:lnTo>
                    <a:pt x="1115999" y="1753704"/>
                  </a:lnTo>
                  <a:lnTo>
                    <a:pt x="1121067" y="1752600"/>
                  </a:lnTo>
                  <a:close/>
                </a:path>
                <a:path w="3108960" h="1905000">
                  <a:moveTo>
                    <a:pt x="1122553" y="1748955"/>
                  </a:moveTo>
                  <a:lnTo>
                    <a:pt x="1117168" y="1748955"/>
                  </a:lnTo>
                  <a:lnTo>
                    <a:pt x="1116444" y="1751330"/>
                  </a:lnTo>
                  <a:lnTo>
                    <a:pt x="1120406" y="1751330"/>
                  </a:lnTo>
                  <a:lnTo>
                    <a:pt x="1119085" y="1750060"/>
                  </a:lnTo>
                  <a:lnTo>
                    <a:pt x="1122553" y="1748955"/>
                  </a:lnTo>
                  <a:close/>
                </a:path>
                <a:path w="3108960" h="1905000">
                  <a:moveTo>
                    <a:pt x="1131252" y="1758289"/>
                  </a:moveTo>
                  <a:lnTo>
                    <a:pt x="1127125" y="1757680"/>
                  </a:lnTo>
                  <a:lnTo>
                    <a:pt x="1126299" y="1758950"/>
                  </a:lnTo>
                  <a:lnTo>
                    <a:pt x="1130046" y="1758950"/>
                  </a:lnTo>
                  <a:lnTo>
                    <a:pt x="1131252" y="1758289"/>
                  </a:lnTo>
                  <a:close/>
                </a:path>
                <a:path w="3108960" h="1905000">
                  <a:moveTo>
                    <a:pt x="1133094" y="1753870"/>
                  </a:moveTo>
                  <a:lnTo>
                    <a:pt x="1123505" y="1755203"/>
                  </a:lnTo>
                  <a:lnTo>
                    <a:pt x="1123899" y="1755203"/>
                  </a:lnTo>
                  <a:lnTo>
                    <a:pt x="1123772" y="1755368"/>
                  </a:lnTo>
                  <a:lnTo>
                    <a:pt x="1131430" y="1756422"/>
                  </a:lnTo>
                  <a:lnTo>
                    <a:pt x="1133094" y="1753870"/>
                  </a:lnTo>
                  <a:close/>
                </a:path>
                <a:path w="3108960" h="1905000">
                  <a:moveTo>
                    <a:pt x="1141615" y="1756537"/>
                  </a:moveTo>
                  <a:lnTo>
                    <a:pt x="1137107" y="1755203"/>
                  </a:lnTo>
                  <a:lnTo>
                    <a:pt x="1136789" y="1755203"/>
                  </a:lnTo>
                  <a:lnTo>
                    <a:pt x="1131252" y="1758289"/>
                  </a:lnTo>
                  <a:lnTo>
                    <a:pt x="1135888" y="1758950"/>
                  </a:lnTo>
                  <a:lnTo>
                    <a:pt x="1140968" y="1756537"/>
                  </a:lnTo>
                  <a:lnTo>
                    <a:pt x="1141615" y="1756537"/>
                  </a:lnTo>
                  <a:close/>
                </a:path>
                <a:path w="3108960" h="1905000">
                  <a:moveTo>
                    <a:pt x="1146530" y="1754911"/>
                  </a:moveTo>
                  <a:lnTo>
                    <a:pt x="1142301" y="1756537"/>
                  </a:lnTo>
                  <a:lnTo>
                    <a:pt x="1144054" y="1756537"/>
                  </a:lnTo>
                  <a:lnTo>
                    <a:pt x="1146530" y="1754911"/>
                  </a:lnTo>
                  <a:close/>
                </a:path>
                <a:path w="3108960" h="1905000">
                  <a:moveTo>
                    <a:pt x="1149223" y="1753870"/>
                  </a:moveTo>
                  <a:lnTo>
                    <a:pt x="1146556" y="1753400"/>
                  </a:lnTo>
                  <a:lnTo>
                    <a:pt x="1144841" y="1755203"/>
                  </a:lnTo>
                  <a:lnTo>
                    <a:pt x="1145755" y="1755203"/>
                  </a:lnTo>
                  <a:lnTo>
                    <a:pt x="1146530" y="1754911"/>
                  </a:lnTo>
                  <a:lnTo>
                    <a:pt x="1149223" y="1753870"/>
                  </a:lnTo>
                  <a:close/>
                </a:path>
                <a:path w="3108960" h="1905000">
                  <a:moveTo>
                    <a:pt x="1149311" y="1746034"/>
                  </a:moveTo>
                  <a:lnTo>
                    <a:pt x="1142898" y="1747405"/>
                  </a:lnTo>
                  <a:lnTo>
                    <a:pt x="1141425" y="1746783"/>
                  </a:lnTo>
                  <a:lnTo>
                    <a:pt x="1141082" y="1746783"/>
                  </a:lnTo>
                  <a:lnTo>
                    <a:pt x="1139278" y="1747443"/>
                  </a:lnTo>
                  <a:lnTo>
                    <a:pt x="1139977" y="1746542"/>
                  </a:lnTo>
                  <a:lnTo>
                    <a:pt x="1140879" y="1746542"/>
                  </a:lnTo>
                  <a:lnTo>
                    <a:pt x="1141260" y="1746719"/>
                  </a:lnTo>
                  <a:lnTo>
                    <a:pt x="1143076" y="1746034"/>
                  </a:lnTo>
                  <a:lnTo>
                    <a:pt x="1140371" y="1746034"/>
                  </a:lnTo>
                  <a:lnTo>
                    <a:pt x="1140193" y="1746262"/>
                  </a:lnTo>
                  <a:lnTo>
                    <a:pt x="1139685" y="1746034"/>
                  </a:lnTo>
                  <a:lnTo>
                    <a:pt x="1134618" y="1746034"/>
                  </a:lnTo>
                  <a:lnTo>
                    <a:pt x="1126744" y="1747520"/>
                  </a:lnTo>
                  <a:lnTo>
                    <a:pt x="1123442" y="1750060"/>
                  </a:lnTo>
                  <a:lnTo>
                    <a:pt x="1125474" y="1750060"/>
                  </a:lnTo>
                  <a:lnTo>
                    <a:pt x="1128522" y="1752600"/>
                  </a:lnTo>
                  <a:lnTo>
                    <a:pt x="1126109" y="1753870"/>
                  </a:lnTo>
                  <a:lnTo>
                    <a:pt x="1136269" y="1751330"/>
                  </a:lnTo>
                  <a:lnTo>
                    <a:pt x="1139215" y="1747520"/>
                  </a:lnTo>
                  <a:lnTo>
                    <a:pt x="1142365" y="1747520"/>
                  </a:lnTo>
                  <a:lnTo>
                    <a:pt x="1143190" y="1747520"/>
                  </a:lnTo>
                  <a:lnTo>
                    <a:pt x="1146162" y="1748802"/>
                  </a:lnTo>
                  <a:lnTo>
                    <a:pt x="1149311" y="1746034"/>
                  </a:lnTo>
                  <a:close/>
                </a:path>
                <a:path w="3108960" h="1905000">
                  <a:moveTo>
                    <a:pt x="1151382" y="1751330"/>
                  </a:moveTo>
                  <a:lnTo>
                    <a:pt x="1150112" y="1750060"/>
                  </a:lnTo>
                  <a:lnTo>
                    <a:pt x="1145794" y="1750060"/>
                  </a:lnTo>
                  <a:lnTo>
                    <a:pt x="1142111" y="1752600"/>
                  </a:lnTo>
                  <a:lnTo>
                    <a:pt x="1146556" y="1753400"/>
                  </a:lnTo>
                  <a:lnTo>
                    <a:pt x="1147318" y="1752600"/>
                  </a:lnTo>
                  <a:lnTo>
                    <a:pt x="1150112" y="1751330"/>
                  </a:lnTo>
                  <a:lnTo>
                    <a:pt x="1151382" y="1751330"/>
                  </a:lnTo>
                  <a:close/>
                </a:path>
                <a:path w="3108960" h="1905000">
                  <a:moveTo>
                    <a:pt x="1153414" y="1742440"/>
                  </a:moveTo>
                  <a:lnTo>
                    <a:pt x="1145286" y="1743710"/>
                  </a:lnTo>
                  <a:lnTo>
                    <a:pt x="1147953" y="1746034"/>
                  </a:lnTo>
                  <a:lnTo>
                    <a:pt x="1149311" y="1746034"/>
                  </a:lnTo>
                  <a:lnTo>
                    <a:pt x="1153414" y="1742440"/>
                  </a:lnTo>
                  <a:close/>
                </a:path>
                <a:path w="3108960" h="1905000">
                  <a:moveTo>
                    <a:pt x="1165225" y="1742440"/>
                  </a:moveTo>
                  <a:lnTo>
                    <a:pt x="1163701" y="1741170"/>
                  </a:lnTo>
                  <a:lnTo>
                    <a:pt x="1157478" y="1742440"/>
                  </a:lnTo>
                  <a:lnTo>
                    <a:pt x="1156589" y="1743710"/>
                  </a:lnTo>
                  <a:lnTo>
                    <a:pt x="1158748" y="1742440"/>
                  </a:lnTo>
                  <a:lnTo>
                    <a:pt x="1165225" y="1742440"/>
                  </a:lnTo>
                  <a:close/>
                </a:path>
                <a:path w="3108960" h="1905000">
                  <a:moveTo>
                    <a:pt x="1165352" y="1750060"/>
                  </a:moveTo>
                  <a:lnTo>
                    <a:pt x="1159510" y="1750060"/>
                  </a:lnTo>
                  <a:lnTo>
                    <a:pt x="1161034" y="1751330"/>
                  </a:lnTo>
                  <a:lnTo>
                    <a:pt x="1156843" y="1752600"/>
                  </a:lnTo>
                  <a:lnTo>
                    <a:pt x="1154176" y="1753870"/>
                  </a:lnTo>
                  <a:lnTo>
                    <a:pt x="1156004" y="1756029"/>
                  </a:lnTo>
                  <a:lnTo>
                    <a:pt x="1157033" y="1755825"/>
                  </a:lnTo>
                  <a:lnTo>
                    <a:pt x="1162304" y="1751330"/>
                  </a:lnTo>
                  <a:lnTo>
                    <a:pt x="1165352" y="1750060"/>
                  </a:lnTo>
                  <a:close/>
                </a:path>
                <a:path w="3108960" h="1905000">
                  <a:moveTo>
                    <a:pt x="1175131" y="1743710"/>
                  </a:moveTo>
                  <a:lnTo>
                    <a:pt x="1174369" y="1742440"/>
                  </a:lnTo>
                  <a:lnTo>
                    <a:pt x="1165479" y="1744980"/>
                  </a:lnTo>
                  <a:lnTo>
                    <a:pt x="1171448" y="1744980"/>
                  </a:lnTo>
                  <a:lnTo>
                    <a:pt x="1175131" y="1743710"/>
                  </a:lnTo>
                  <a:close/>
                </a:path>
                <a:path w="3108960" h="1905000">
                  <a:moveTo>
                    <a:pt x="1177518" y="1751012"/>
                  </a:moveTo>
                  <a:lnTo>
                    <a:pt x="1176540" y="1751228"/>
                  </a:lnTo>
                  <a:lnTo>
                    <a:pt x="1177277" y="1751330"/>
                  </a:lnTo>
                  <a:lnTo>
                    <a:pt x="1177518" y="1751012"/>
                  </a:lnTo>
                  <a:close/>
                </a:path>
                <a:path w="3108960" h="1905000">
                  <a:moveTo>
                    <a:pt x="1179690" y="1747901"/>
                  </a:moveTo>
                  <a:lnTo>
                    <a:pt x="1175791" y="1748955"/>
                  </a:lnTo>
                  <a:lnTo>
                    <a:pt x="1168819" y="1748955"/>
                  </a:lnTo>
                  <a:lnTo>
                    <a:pt x="1167384" y="1750060"/>
                  </a:lnTo>
                  <a:lnTo>
                    <a:pt x="1168908" y="1750060"/>
                  </a:lnTo>
                  <a:lnTo>
                    <a:pt x="1176147" y="1751164"/>
                  </a:lnTo>
                  <a:lnTo>
                    <a:pt x="1177798" y="1748955"/>
                  </a:lnTo>
                  <a:lnTo>
                    <a:pt x="1178966" y="1748955"/>
                  </a:lnTo>
                  <a:lnTo>
                    <a:pt x="1179690" y="1747901"/>
                  </a:lnTo>
                  <a:close/>
                </a:path>
                <a:path w="3108960" h="1905000">
                  <a:moveTo>
                    <a:pt x="1180846" y="1751330"/>
                  </a:moveTo>
                  <a:lnTo>
                    <a:pt x="1172337" y="1753870"/>
                  </a:lnTo>
                  <a:lnTo>
                    <a:pt x="1176007" y="1755152"/>
                  </a:lnTo>
                  <a:lnTo>
                    <a:pt x="1180846" y="1751330"/>
                  </a:lnTo>
                  <a:close/>
                </a:path>
                <a:path w="3108960" h="1905000">
                  <a:moveTo>
                    <a:pt x="1183678" y="1749679"/>
                  </a:moveTo>
                  <a:lnTo>
                    <a:pt x="1178966" y="1748955"/>
                  </a:lnTo>
                  <a:lnTo>
                    <a:pt x="1177518" y="1751012"/>
                  </a:lnTo>
                  <a:lnTo>
                    <a:pt x="1183678" y="1749679"/>
                  </a:lnTo>
                  <a:close/>
                </a:path>
                <a:path w="3108960" h="1905000">
                  <a:moveTo>
                    <a:pt x="1183868" y="1746783"/>
                  </a:moveTo>
                  <a:lnTo>
                    <a:pt x="1182382" y="1746542"/>
                  </a:lnTo>
                  <a:lnTo>
                    <a:pt x="1180680" y="1746542"/>
                  </a:lnTo>
                  <a:lnTo>
                    <a:pt x="1179690" y="1747901"/>
                  </a:lnTo>
                  <a:lnTo>
                    <a:pt x="1183868" y="1746783"/>
                  </a:lnTo>
                  <a:close/>
                </a:path>
                <a:path w="3108960" h="1905000">
                  <a:moveTo>
                    <a:pt x="1187323" y="1751330"/>
                  </a:moveTo>
                  <a:lnTo>
                    <a:pt x="1180846" y="1751330"/>
                  </a:lnTo>
                  <a:lnTo>
                    <a:pt x="1180084" y="1752600"/>
                  </a:lnTo>
                  <a:lnTo>
                    <a:pt x="1187323" y="1751330"/>
                  </a:lnTo>
                  <a:close/>
                </a:path>
                <a:path w="3108960" h="1905000">
                  <a:moveTo>
                    <a:pt x="1193673" y="1747520"/>
                  </a:moveTo>
                  <a:lnTo>
                    <a:pt x="1188466" y="1748650"/>
                  </a:lnTo>
                  <a:lnTo>
                    <a:pt x="1188554" y="1747901"/>
                  </a:lnTo>
                  <a:lnTo>
                    <a:pt x="1188593" y="1747520"/>
                  </a:lnTo>
                  <a:lnTo>
                    <a:pt x="1187361" y="1748891"/>
                  </a:lnTo>
                  <a:lnTo>
                    <a:pt x="1183678" y="1749679"/>
                  </a:lnTo>
                  <a:lnTo>
                    <a:pt x="1186180" y="1750060"/>
                  </a:lnTo>
                  <a:lnTo>
                    <a:pt x="1187881" y="1748955"/>
                  </a:lnTo>
                  <a:lnTo>
                    <a:pt x="1188440" y="1748955"/>
                  </a:lnTo>
                  <a:lnTo>
                    <a:pt x="1188453" y="1748764"/>
                  </a:lnTo>
                  <a:lnTo>
                    <a:pt x="1193673" y="1747520"/>
                  </a:lnTo>
                  <a:close/>
                </a:path>
                <a:path w="3108960" h="1905000">
                  <a:moveTo>
                    <a:pt x="1200937" y="1746542"/>
                  </a:moveTo>
                  <a:lnTo>
                    <a:pt x="1197610" y="1747520"/>
                  </a:lnTo>
                  <a:lnTo>
                    <a:pt x="1199769" y="1747520"/>
                  </a:lnTo>
                  <a:lnTo>
                    <a:pt x="1200937" y="1746542"/>
                  </a:lnTo>
                  <a:close/>
                </a:path>
                <a:path w="3108960" h="1905000">
                  <a:moveTo>
                    <a:pt x="1220724" y="563372"/>
                  </a:moveTo>
                  <a:lnTo>
                    <a:pt x="1219200" y="576072"/>
                  </a:lnTo>
                  <a:lnTo>
                    <a:pt x="1220216" y="576072"/>
                  </a:lnTo>
                  <a:lnTo>
                    <a:pt x="1220724" y="563372"/>
                  </a:lnTo>
                  <a:close/>
                </a:path>
                <a:path w="3108960" h="1905000">
                  <a:moveTo>
                    <a:pt x="1226185" y="1738630"/>
                  </a:moveTo>
                  <a:lnTo>
                    <a:pt x="1224661" y="1738630"/>
                  </a:lnTo>
                  <a:lnTo>
                    <a:pt x="1224508" y="1739011"/>
                  </a:lnTo>
                  <a:lnTo>
                    <a:pt x="1226185" y="1738630"/>
                  </a:lnTo>
                  <a:close/>
                </a:path>
                <a:path w="3108960" h="1905000">
                  <a:moveTo>
                    <a:pt x="1230376" y="1727200"/>
                  </a:moveTo>
                  <a:lnTo>
                    <a:pt x="1225423" y="1727200"/>
                  </a:lnTo>
                  <a:lnTo>
                    <a:pt x="1224686" y="1728419"/>
                  </a:lnTo>
                  <a:lnTo>
                    <a:pt x="1230376" y="1727200"/>
                  </a:lnTo>
                  <a:close/>
                </a:path>
                <a:path w="3108960" h="1905000">
                  <a:moveTo>
                    <a:pt x="1232281" y="1729740"/>
                  </a:moveTo>
                  <a:lnTo>
                    <a:pt x="1229868" y="1729740"/>
                  </a:lnTo>
                  <a:lnTo>
                    <a:pt x="1230122" y="1728876"/>
                  </a:lnTo>
                  <a:lnTo>
                    <a:pt x="1230249" y="1728470"/>
                  </a:lnTo>
                  <a:lnTo>
                    <a:pt x="1224648" y="1728470"/>
                  </a:lnTo>
                  <a:lnTo>
                    <a:pt x="1222527" y="1732013"/>
                  </a:lnTo>
                  <a:lnTo>
                    <a:pt x="1222908" y="1732153"/>
                  </a:lnTo>
                  <a:lnTo>
                    <a:pt x="1232281" y="1729740"/>
                  </a:lnTo>
                  <a:close/>
                </a:path>
                <a:path w="3108960" h="1905000">
                  <a:moveTo>
                    <a:pt x="1244701" y="1729486"/>
                  </a:moveTo>
                  <a:lnTo>
                    <a:pt x="1243799" y="1728876"/>
                  </a:lnTo>
                  <a:lnTo>
                    <a:pt x="1241171" y="1729740"/>
                  </a:lnTo>
                  <a:lnTo>
                    <a:pt x="1238046" y="1730565"/>
                  </a:lnTo>
                  <a:lnTo>
                    <a:pt x="1241069" y="1730209"/>
                  </a:lnTo>
                  <a:lnTo>
                    <a:pt x="1244701" y="1729486"/>
                  </a:lnTo>
                  <a:close/>
                </a:path>
                <a:path w="3108960" h="1905000">
                  <a:moveTo>
                    <a:pt x="1249426" y="1724660"/>
                  </a:moveTo>
                  <a:lnTo>
                    <a:pt x="1241298" y="1727200"/>
                  </a:lnTo>
                  <a:lnTo>
                    <a:pt x="1243799" y="1728876"/>
                  </a:lnTo>
                  <a:lnTo>
                    <a:pt x="1248918" y="1727200"/>
                  </a:lnTo>
                  <a:lnTo>
                    <a:pt x="1249426" y="1724660"/>
                  </a:lnTo>
                  <a:close/>
                </a:path>
                <a:path w="3108960" h="1905000">
                  <a:moveTo>
                    <a:pt x="1250556" y="560324"/>
                  </a:moveTo>
                  <a:lnTo>
                    <a:pt x="1250264" y="559879"/>
                  </a:lnTo>
                  <a:lnTo>
                    <a:pt x="1245870" y="559054"/>
                  </a:lnTo>
                  <a:lnTo>
                    <a:pt x="1250556" y="560324"/>
                  </a:lnTo>
                  <a:close/>
                </a:path>
                <a:path w="3108960" h="1905000">
                  <a:moveTo>
                    <a:pt x="1253832" y="1727200"/>
                  </a:moveTo>
                  <a:lnTo>
                    <a:pt x="1249692" y="1728470"/>
                  </a:lnTo>
                  <a:lnTo>
                    <a:pt x="1244701" y="1729486"/>
                  </a:lnTo>
                  <a:lnTo>
                    <a:pt x="1245108" y="1729740"/>
                  </a:lnTo>
                  <a:lnTo>
                    <a:pt x="1241069" y="1730209"/>
                  </a:lnTo>
                  <a:lnTo>
                    <a:pt x="1239304" y="1730565"/>
                  </a:lnTo>
                  <a:lnTo>
                    <a:pt x="1245476" y="1730565"/>
                  </a:lnTo>
                  <a:lnTo>
                    <a:pt x="1253617" y="1728470"/>
                  </a:lnTo>
                  <a:lnTo>
                    <a:pt x="1253832" y="1727200"/>
                  </a:lnTo>
                  <a:close/>
                </a:path>
                <a:path w="3108960" h="1905000">
                  <a:moveTo>
                    <a:pt x="1263523" y="1722120"/>
                  </a:moveTo>
                  <a:lnTo>
                    <a:pt x="1261872" y="1722120"/>
                  </a:lnTo>
                  <a:lnTo>
                    <a:pt x="1254125" y="1723390"/>
                  </a:lnTo>
                  <a:lnTo>
                    <a:pt x="1258951" y="1723390"/>
                  </a:lnTo>
                  <a:lnTo>
                    <a:pt x="1263523" y="1722120"/>
                  </a:lnTo>
                  <a:close/>
                </a:path>
                <a:path w="3108960" h="1905000">
                  <a:moveTo>
                    <a:pt x="1265555" y="564134"/>
                  </a:moveTo>
                  <a:lnTo>
                    <a:pt x="1260373" y="561975"/>
                  </a:lnTo>
                  <a:lnTo>
                    <a:pt x="1263396" y="564134"/>
                  </a:lnTo>
                  <a:lnTo>
                    <a:pt x="1265555" y="564134"/>
                  </a:lnTo>
                  <a:close/>
                </a:path>
                <a:path w="3108960" h="1905000">
                  <a:moveTo>
                    <a:pt x="1279144" y="1720850"/>
                  </a:moveTo>
                  <a:lnTo>
                    <a:pt x="1273429" y="1720850"/>
                  </a:lnTo>
                  <a:lnTo>
                    <a:pt x="1272413" y="1722120"/>
                  </a:lnTo>
                  <a:lnTo>
                    <a:pt x="1279144" y="1720850"/>
                  </a:lnTo>
                  <a:close/>
                </a:path>
                <a:path w="3108960" h="1905000">
                  <a:moveTo>
                    <a:pt x="1297406" y="1718068"/>
                  </a:moveTo>
                  <a:lnTo>
                    <a:pt x="1293749" y="1717040"/>
                  </a:lnTo>
                  <a:lnTo>
                    <a:pt x="1287399" y="1719580"/>
                  </a:lnTo>
                  <a:lnTo>
                    <a:pt x="1288097" y="1720850"/>
                  </a:lnTo>
                  <a:lnTo>
                    <a:pt x="1288313" y="1722120"/>
                  </a:lnTo>
                  <a:lnTo>
                    <a:pt x="1280541" y="1724660"/>
                  </a:lnTo>
                  <a:lnTo>
                    <a:pt x="1290027" y="1723390"/>
                  </a:lnTo>
                  <a:lnTo>
                    <a:pt x="1293495" y="1720850"/>
                  </a:lnTo>
                  <a:lnTo>
                    <a:pt x="1296568" y="1718310"/>
                  </a:lnTo>
                  <a:lnTo>
                    <a:pt x="1297406" y="1718068"/>
                  </a:lnTo>
                  <a:close/>
                </a:path>
                <a:path w="3108960" h="1905000">
                  <a:moveTo>
                    <a:pt x="1299603" y="1717395"/>
                  </a:moveTo>
                  <a:lnTo>
                    <a:pt x="1297406" y="1718068"/>
                  </a:lnTo>
                  <a:lnTo>
                    <a:pt x="1298321" y="1718310"/>
                  </a:lnTo>
                  <a:lnTo>
                    <a:pt x="1299603" y="1717395"/>
                  </a:lnTo>
                  <a:close/>
                </a:path>
                <a:path w="3108960" h="1905000">
                  <a:moveTo>
                    <a:pt x="1302766" y="1715135"/>
                  </a:moveTo>
                  <a:lnTo>
                    <a:pt x="1296035" y="1715770"/>
                  </a:lnTo>
                  <a:lnTo>
                    <a:pt x="1301877" y="1715770"/>
                  </a:lnTo>
                  <a:lnTo>
                    <a:pt x="1302766" y="1715135"/>
                  </a:lnTo>
                  <a:close/>
                </a:path>
                <a:path w="3108960" h="1905000">
                  <a:moveTo>
                    <a:pt x="1304925" y="1715770"/>
                  </a:moveTo>
                  <a:lnTo>
                    <a:pt x="1301877" y="1715770"/>
                  </a:lnTo>
                  <a:lnTo>
                    <a:pt x="1299603" y="1717395"/>
                  </a:lnTo>
                  <a:lnTo>
                    <a:pt x="1304925" y="1715770"/>
                  </a:lnTo>
                  <a:close/>
                </a:path>
                <a:path w="3108960" h="1905000">
                  <a:moveTo>
                    <a:pt x="1309878" y="1717040"/>
                  </a:moveTo>
                  <a:lnTo>
                    <a:pt x="1309497" y="1717040"/>
                  </a:lnTo>
                  <a:lnTo>
                    <a:pt x="1307960" y="1718068"/>
                  </a:lnTo>
                  <a:lnTo>
                    <a:pt x="1309878" y="1717040"/>
                  </a:lnTo>
                  <a:close/>
                </a:path>
                <a:path w="3108960" h="1905000">
                  <a:moveTo>
                    <a:pt x="1311910" y="1713230"/>
                  </a:moveTo>
                  <a:lnTo>
                    <a:pt x="1305433" y="1713230"/>
                  </a:lnTo>
                  <a:lnTo>
                    <a:pt x="1302766" y="1715135"/>
                  </a:lnTo>
                  <a:lnTo>
                    <a:pt x="1309497" y="1714500"/>
                  </a:lnTo>
                  <a:lnTo>
                    <a:pt x="1311910" y="1713230"/>
                  </a:lnTo>
                  <a:close/>
                </a:path>
                <a:path w="3108960" h="1905000">
                  <a:moveTo>
                    <a:pt x="1317244" y="1714500"/>
                  </a:moveTo>
                  <a:lnTo>
                    <a:pt x="1310424" y="1716735"/>
                  </a:lnTo>
                  <a:lnTo>
                    <a:pt x="1309878" y="1717040"/>
                  </a:lnTo>
                  <a:lnTo>
                    <a:pt x="1310220" y="1717040"/>
                  </a:lnTo>
                  <a:lnTo>
                    <a:pt x="1314577" y="1718310"/>
                  </a:lnTo>
                  <a:lnTo>
                    <a:pt x="1316863" y="1717040"/>
                  </a:lnTo>
                  <a:lnTo>
                    <a:pt x="1317053" y="1715770"/>
                  </a:lnTo>
                  <a:lnTo>
                    <a:pt x="1317142" y="1715135"/>
                  </a:lnTo>
                  <a:lnTo>
                    <a:pt x="1317244" y="1714500"/>
                  </a:lnTo>
                  <a:close/>
                </a:path>
                <a:path w="3108960" h="1905000">
                  <a:moveTo>
                    <a:pt x="1318260" y="590804"/>
                  </a:moveTo>
                  <a:lnTo>
                    <a:pt x="1317244" y="589534"/>
                  </a:lnTo>
                  <a:lnTo>
                    <a:pt x="1313815" y="588264"/>
                  </a:lnTo>
                  <a:lnTo>
                    <a:pt x="1308608" y="586994"/>
                  </a:lnTo>
                  <a:lnTo>
                    <a:pt x="1314577" y="590804"/>
                  </a:lnTo>
                  <a:lnTo>
                    <a:pt x="1318260" y="590804"/>
                  </a:lnTo>
                  <a:close/>
                </a:path>
                <a:path w="3108960" h="1905000">
                  <a:moveTo>
                    <a:pt x="1329563" y="595884"/>
                  </a:moveTo>
                  <a:lnTo>
                    <a:pt x="1325880" y="592074"/>
                  </a:lnTo>
                  <a:lnTo>
                    <a:pt x="1325372" y="592074"/>
                  </a:lnTo>
                  <a:lnTo>
                    <a:pt x="1329563" y="595884"/>
                  </a:lnTo>
                  <a:close/>
                </a:path>
                <a:path w="3108960" h="1905000">
                  <a:moveTo>
                    <a:pt x="1342504" y="1708150"/>
                  </a:moveTo>
                  <a:lnTo>
                    <a:pt x="1340015" y="1708150"/>
                  </a:lnTo>
                  <a:lnTo>
                    <a:pt x="1337411" y="1706880"/>
                  </a:lnTo>
                  <a:lnTo>
                    <a:pt x="1338453" y="1705610"/>
                  </a:lnTo>
                  <a:lnTo>
                    <a:pt x="1333627" y="1708150"/>
                  </a:lnTo>
                  <a:lnTo>
                    <a:pt x="1341120" y="1709420"/>
                  </a:lnTo>
                  <a:lnTo>
                    <a:pt x="1342504" y="1708150"/>
                  </a:lnTo>
                  <a:close/>
                </a:path>
                <a:path w="3108960" h="1905000">
                  <a:moveTo>
                    <a:pt x="1344701" y="601535"/>
                  </a:moveTo>
                  <a:lnTo>
                    <a:pt x="1343152" y="598424"/>
                  </a:lnTo>
                  <a:lnTo>
                    <a:pt x="1340485" y="599694"/>
                  </a:lnTo>
                  <a:lnTo>
                    <a:pt x="1344701" y="601535"/>
                  </a:lnTo>
                  <a:close/>
                </a:path>
                <a:path w="3108960" h="1905000">
                  <a:moveTo>
                    <a:pt x="1345869" y="602043"/>
                  </a:moveTo>
                  <a:lnTo>
                    <a:pt x="1344701" y="601535"/>
                  </a:lnTo>
                  <a:lnTo>
                    <a:pt x="1344955" y="602043"/>
                  </a:lnTo>
                  <a:lnTo>
                    <a:pt x="1345057" y="602234"/>
                  </a:lnTo>
                  <a:lnTo>
                    <a:pt x="1345869" y="602043"/>
                  </a:lnTo>
                  <a:close/>
                </a:path>
                <a:path w="3108960" h="1905000">
                  <a:moveTo>
                    <a:pt x="1346327" y="1704340"/>
                  </a:moveTo>
                  <a:lnTo>
                    <a:pt x="1345438" y="1705610"/>
                  </a:lnTo>
                  <a:lnTo>
                    <a:pt x="1346073" y="1705610"/>
                  </a:lnTo>
                  <a:lnTo>
                    <a:pt x="1346327" y="1704340"/>
                  </a:lnTo>
                  <a:close/>
                </a:path>
                <a:path w="3108960" h="1905000">
                  <a:moveTo>
                    <a:pt x="1350543" y="442582"/>
                  </a:moveTo>
                  <a:lnTo>
                    <a:pt x="1347089" y="449072"/>
                  </a:lnTo>
                  <a:lnTo>
                    <a:pt x="1350327" y="449072"/>
                  </a:lnTo>
                  <a:lnTo>
                    <a:pt x="1350454" y="445147"/>
                  </a:lnTo>
                  <a:lnTo>
                    <a:pt x="1350543" y="442582"/>
                  </a:lnTo>
                  <a:close/>
                </a:path>
                <a:path w="3108960" h="1905000">
                  <a:moveTo>
                    <a:pt x="1357591" y="445147"/>
                  </a:moveTo>
                  <a:lnTo>
                    <a:pt x="1355598" y="449072"/>
                  </a:lnTo>
                  <a:lnTo>
                    <a:pt x="1357249" y="449072"/>
                  </a:lnTo>
                  <a:lnTo>
                    <a:pt x="1357591" y="445147"/>
                  </a:lnTo>
                  <a:close/>
                </a:path>
                <a:path w="3108960" h="1905000">
                  <a:moveTo>
                    <a:pt x="1360424" y="1703070"/>
                  </a:moveTo>
                  <a:lnTo>
                    <a:pt x="1357122" y="1703070"/>
                  </a:lnTo>
                  <a:lnTo>
                    <a:pt x="1357884" y="1704340"/>
                  </a:lnTo>
                  <a:lnTo>
                    <a:pt x="1353947" y="1706880"/>
                  </a:lnTo>
                  <a:lnTo>
                    <a:pt x="1359281" y="1705610"/>
                  </a:lnTo>
                  <a:lnTo>
                    <a:pt x="1357884" y="1705610"/>
                  </a:lnTo>
                  <a:lnTo>
                    <a:pt x="1360424" y="1703070"/>
                  </a:lnTo>
                  <a:close/>
                </a:path>
                <a:path w="3108960" h="1905000">
                  <a:moveTo>
                    <a:pt x="1360805" y="608584"/>
                  </a:moveTo>
                  <a:lnTo>
                    <a:pt x="1360424" y="607314"/>
                  </a:lnTo>
                  <a:lnTo>
                    <a:pt x="1359662" y="608584"/>
                  </a:lnTo>
                  <a:lnTo>
                    <a:pt x="1360805" y="608584"/>
                  </a:lnTo>
                  <a:close/>
                </a:path>
                <a:path w="3108960" h="1905000">
                  <a:moveTo>
                    <a:pt x="1363980" y="609854"/>
                  </a:moveTo>
                  <a:lnTo>
                    <a:pt x="1363599" y="608584"/>
                  </a:lnTo>
                  <a:lnTo>
                    <a:pt x="1363472" y="608584"/>
                  </a:lnTo>
                  <a:lnTo>
                    <a:pt x="1363980" y="609854"/>
                  </a:lnTo>
                  <a:close/>
                </a:path>
                <a:path w="3108960" h="1905000">
                  <a:moveTo>
                    <a:pt x="1364488" y="1703070"/>
                  </a:moveTo>
                  <a:lnTo>
                    <a:pt x="1360424" y="1703070"/>
                  </a:lnTo>
                  <a:lnTo>
                    <a:pt x="1363980" y="1704340"/>
                  </a:lnTo>
                  <a:lnTo>
                    <a:pt x="1364488" y="1703070"/>
                  </a:lnTo>
                  <a:close/>
                </a:path>
                <a:path w="3108960" h="1905000">
                  <a:moveTo>
                    <a:pt x="1369060" y="611124"/>
                  </a:moveTo>
                  <a:lnTo>
                    <a:pt x="1367155" y="609854"/>
                  </a:lnTo>
                  <a:lnTo>
                    <a:pt x="1366901" y="609854"/>
                  </a:lnTo>
                  <a:lnTo>
                    <a:pt x="1369060" y="611124"/>
                  </a:lnTo>
                  <a:close/>
                </a:path>
                <a:path w="3108960" h="1905000">
                  <a:moveTo>
                    <a:pt x="1375791" y="410972"/>
                  </a:moveTo>
                  <a:lnTo>
                    <a:pt x="1372044" y="416331"/>
                  </a:lnTo>
                  <a:lnTo>
                    <a:pt x="1369695" y="423672"/>
                  </a:lnTo>
                  <a:lnTo>
                    <a:pt x="1375791" y="410972"/>
                  </a:lnTo>
                  <a:close/>
                </a:path>
                <a:path w="3108960" h="1905000">
                  <a:moveTo>
                    <a:pt x="1378204" y="1701800"/>
                  </a:moveTo>
                  <a:lnTo>
                    <a:pt x="1377188" y="1700530"/>
                  </a:lnTo>
                  <a:lnTo>
                    <a:pt x="1373378" y="1700530"/>
                  </a:lnTo>
                  <a:lnTo>
                    <a:pt x="1378204" y="1701800"/>
                  </a:lnTo>
                  <a:close/>
                </a:path>
                <a:path w="3108960" h="1905000">
                  <a:moveTo>
                    <a:pt x="1379855" y="614934"/>
                  </a:moveTo>
                  <a:lnTo>
                    <a:pt x="1372616" y="609854"/>
                  </a:lnTo>
                  <a:lnTo>
                    <a:pt x="1370139" y="609854"/>
                  </a:lnTo>
                  <a:lnTo>
                    <a:pt x="1375219" y="612394"/>
                  </a:lnTo>
                  <a:lnTo>
                    <a:pt x="1372616" y="613664"/>
                  </a:lnTo>
                  <a:lnTo>
                    <a:pt x="1379855" y="614934"/>
                  </a:lnTo>
                  <a:close/>
                </a:path>
                <a:path w="3108960" h="1905000">
                  <a:moveTo>
                    <a:pt x="1389761" y="1697990"/>
                  </a:moveTo>
                  <a:lnTo>
                    <a:pt x="1384681" y="1697990"/>
                  </a:lnTo>
                  <a:lnTo>
                    <a:pt x="1382014" y="1699260"/>
                  </a:lnTo>
                  <a:lnTo>
                    <a:pt x="1384173" y="1700530"/>
                  </a:lnTo>
                  <a:lnTo>
                    <a:pt x="1389507" y="1699260"/>
                  </a:lnTo>
                  <a:lnTo>
                    <a:pt x="1386078" y="1699260"/>
                  </a:lnTo>
                  <a:lnTo>
                    <a:pt x="1389761" y="1697990"/>
                  </a:lnTo>
                  <a:close/>
                </a:path>
                <a:path w="3108960" h="1905000">
                  <a:moveTo>
                    <a:pt x="1409865" y="1692910"/>
                  </a:moveTo>
                  <a:lnTo>
                    <a:pt x="1408493" y="1692910"/>
                  </a:lnTo>
                  <a:lnTo>
                    <a:pt x="1408404" y="1692732"/>
                  </a:lnTo>
                  <a:lnTo>
                    <a:pt x="1406525" y="1694180"/>
                  </a:lnTo>
                  <a:lnTo>
                    <a:pt x="1409280" y="1693481"/>
                  </a:lnTo>
                  <a:lnTo>
                    <a:pt x="1409865" y="1692910"/>
                  </a:lnTo>
                  <a:close/>
                </a:path>
                <a:path w="3108960" h="1905000">
                  <a:moveTo>
                    <a:pt x="1411478" y="1690370"/>
                  </a:moveTo>
                  <a:lnTo>
                    <a:pt x="1407871" y="1691640"/>
                  </a:lnTo>
                  <a:lnTo>
                    <a:pt x="1408404" y="1692732"/>
                  </a:lnTo>
                  <a:lnTo>
                    <a:pt x="1411478" y="1690370"/>
                  </a:lnTo>
                  <a:close/>
                </a:path>
                <a:path w="3108960" h="1905000">
                  <a:moveTo>
                    <a:pt x="1417955" y="622554"/>
                  </a:moveTo>
                  <a:lnTo>
                    <a:pt x="1415034" y="621284"/>
                  </a:lnTo>
                  <a:lnTo>
                    <a:pt x="1410716" y="617474"/>
                  </a:lnTo>
                  <a:lnTo>
                    <a:pt x="1406398" y="618744"/>
                  </a:lnTo>
                  <a:lnTo>
                    <a:pt x="1404620" y="618744"/>
                  </a:lnTo>
                  <a:lnTo>
                    <a:pt x="1414526" y="622554"/>
                  </a:lnTo>
                  <a:lnTo>
                    <a:pt x="1417955" y="622554"/>
                  </a:lnTo>
                  <a:close/>
                </a:path>
                <a:path w="3108960" h="1905000">
                  <a:moveTo>
                    <a:pt x="1419009" y="627634"/>
                  </a:moveTo>
                  <a:lnTo>
                    <a:pt x="1413167" y="625094"/>
                  </a:lnTo>
                  <a:lnTo>
                    <a:pt x="1408557" y="623824"/>
                  </a:lnTo>
                  <a:lnTo>
                    <a:pt x="1416050" y="627634"/>
                  </a:lnTo>
                  <a:lnTo>
                    <a:pt x="1419009" y="627634"/>
                  </a:lnTo>
                  <a:close/>
                </a:path>
                <a:path w="3108960" h="1905000">
                  <a:moveTo>
                    <a:pt x="1423085" y="627634"/>
                  </a:moveTo>
                  <a:lnTo>
                    <a:pt x="1419479" y="626364"/>
                  </a:lnTo>
                  <a:lnTo>
                    <a:pt x="1422361" y="627634"/>
                  </a:lnTo>
                  <a:lnTo>
                    <a:pt x="1423085" y="627634"/>
                  </a:lnTo>
                  <a:close/>
                </a:path>
                <a:path w="3108960" h="1905000">
                  <a:moveTo>
                    <a:pt x="1433830" y="1695450"/>
                  </a:moveTo>
                  <a:lnTo>
                    <a:pt x="1429639" y="1695450"/>
                  </a:lnTo>
                  <a:lnTo>
                    <a:pt x="1428877" y="1696288"/>
                  </a:lnTo>
                  <a:lnTo>
                    <a:pt x="1433830" y="1695450"/>
                  </a:lnTo>
                  <a:close/>
                </a:path>
                <a:path w="3108960" h="1905000">
                  <a:moveTo>
                    <a:pt x="1442110" y="354253"/>
                  </a:moveTo>
                  <a:lnTo>
                    <a:pt x="1440815" y="360172"/>
                  </a:lnTo>
                  <a:lnTo>
                    <a:pt x="1441704" y="360172"/>
                  </a:lnTo>
                  <a:lnTo>
                    <a:pt x="1442110" y="354253"/>
                  </a:lnTo>
                  <a:close/>
                </a:path>
                <a:path w="3108960" h="1905000">
                  <a:moveTo>
                    <a:pt x="1454023" y="633984"/>
                  </a:moveTo>
                  <a:lnTo>
                    <a:pt x="1445780" y="631444"/>
                  </a:lnTo>
                  <a:lnTo>
                    <a:pt x="1441665" y="630174"/>
                  </a:lnTo>
                  <a:lnTo>
                    <a:pt x="1430312" y="630174"/>
                  </a:lnTo>
                  <a:lnTo>
                    <a:pt x="1429385" y="628904"/>
                  </a:lnTo>
                  <a:lnTo>
                    <a:pt x="1428496" y="627634"/>
                  </a:lnTo>
                  <a:lnTo>
                    <a:pt x="1423085" y="627634"/>
                  </a:lnTo>
                  <a:lnTo>
                    <a:pt x="1430274" y="630174"/>
                  </a:lnTo>
                  <a:lnTo>
                    <a:pt x="1432052" y="632714"/>
                  </a:lnTo>
                  <a:lnTo>
                    <a:pt x="1441373" y="633984"/>
                  </a:lnTo>
                  <a:lnTo>
                    <a:pt x="1441894" y="632714"/>
                  </a:lnTo>
                  <a:lnTo>
                    <a:pt x="1442974" y="631444"/>
                  </a:lnTo>
                  <a:lnTo>
                    <a:pt x="1454023" y="633984"/>
                  </a:lnTo>
                  <a:close/>
                </a:path>
                <a:path w="3108960" h="1905000">
                  <a:moveTo>
                    <a:pt x="1460373" y="641604"/>
                  </a:moveTo>
                  <a:lnTo>
                    <a:pt x="1451991" y="639064"/>
                  </a:lnTo>
                  <a:lnTo>
                    <a:pt x="1458341" y="641604"/>
                  </a:lnTo>
                  <a:lnTo>
                    <a:pt x="1460373" y="641604"/>
                  </a:lnTo>
                  <a:close/>
                </a:path>
                <a:path w="3108960" h="1905000">
                  <a:moveTo>
                    <a:pt x="1479791" y="1682838"/>
                  </a:moveTo>
                  <a:lnTo>
                    <a:pt x="1479588" y="1682838"/>
                  </a:lnTo>
                  <a:lnTo>
                    <a:pt x="1476502" y="1684020"/>
                  </a:lnTo>
                  <a:lnTo>
                    <a:pt x="1479613" y="1684020"/>
                  </a:lnTo>
                  <a:lnTo>
                    <a:pt x="1479765" y="1683042"/>
                  </a:lnTo>
                  <a:lnTo>
                    <a:pt x="1479791" y="1682838"/>
                  </a:lnTo>
                  <a:close/>
                </a:path>
                <a:path w="3108960" h="1905000">
                  <a:moveTo>
                    <a:pt x="1482471" y="651764"/>
                  </a:moveTo>
                  <a:lnTo>
                    <a:pt x="1477391" y="647954"/>
                  </a:lnTo>
                  <a:lnTo>
                    <a:pt x="1472692" y="647954"/>
                  </a:lnTo>
                  <a:lnTo>
                    <a:pt x="1482471" y="651764"/>
                  </a:lnTo>
                  <a:close/>
                </a:path>
                <a:path w="3108960" h="1905000">
                  <a:moveTo>
                    <a:pt x="1484579" y="1681645"/>
                  </a:moveTo>
                  <a:lnTo>
                    <a:pt x="1478495" y="1683042"/>
                  </a:lnTo>
                  <a:lnTo>
                    <a:pt x="1479588" y="1682838"/>
                  </a:lnTo>
                  <a:lnTo>
                    <a:pt x="1484579" y="1681645"/>
                  </a:lnTo>
                  <a:close/>
                </a:path>
                <a:path w="3108960" h="1905000">
                  <a:moveTo>
                    <a:pt x="1490599" y="1680210"/>
                  </a:moveTo>
                  <a:lnTo>
                    <a:pt x="1485265" y="1681480"/>
                  </a:lnTo>
                  <a:lnTo>
                    <a:pt x="1489925" y="1680502"/>
                  </a:lnTo>
                  <a:lnTo>
                    <a:pt x="1490599" y="1680210"/>
                  </a:lnTo>
                  <a:close/>
                </a:path>
                <a:path w="3108960" h="1905000">
                  <a:moveTo>
                    <a:pt x="1494282" y="309372"/>
                  </a:moveTo>
                  <a:lnTo>
                    <a:pt x="1493393" y="309372"/>
                  </a:lnTo>
                  <a:lnTo>
                    <a:pt x="1490078" y="321640"/>
                  </a:lnTo>
                  <a:lnTo>
                    <a:pt x="1494282" y="309372"/>
                  </a:lnTo>
                  <a:close/>
                </a:path>
                <a:path w="3108960" h="1905000">
                  <a:moveTo>
                    <a:pt x="1496923" y="306616"/>
                  </a:moveTo>
                  <a:lnTo>
                    <a:pt x="1494282" y="309372"/>
                  </a:lnTo>
                  <a:lnTo>
                    <a:pt x="1496110" y="309372"/>
                  </a:lnTo>
                  <a:lnTo>
                    <a:pt x="1496923" y="306616"/>
                  </a:lnTo>
                  <a:close/>
                </a:path>
                <a:path w="3108960" h="1905000">
                  <a:moveTo>
                    <a:pt x="1509661" y="291236"/>
                  </a:moveTo>
                  <a:lnTo>
                    <a:pt x="1509014" y="296672"/>
                  </a:lnTo>
                  <a:lnTo>
                    <a:pt x="1509395" y="296672"/>
                  </a:lnTo>
                  <a:lnTo>
                    <a:pt x="1509661" y="291236"/>
                  </a:lnTo>
                  <a:close/>
                </a:path>
                <a:path w="3108960" h="1905000">
                  <a:moveTo>
                    <a:pt x="1519301" y="664565"/>
                  </a:moveTo>
                  <a:lnTo>
                    <a:pt x="1518285" y="663194"/>
                  </a:lnTo>
                  <a:lnTo>
                    <a:pt x="1511808" y="660654"/>
                  </a:lnTo>
                  <a:lnTo>
                    <a:pt x="1514729" y="661924"/>
                  </a:lnTo>
                  <a:lnTo>
                    <a:pt x="1513713" y="661924"/>
                  </a:lnTo>
                  <a:lnTo>
                    <a:pt x="1518285" y="664565"/>
                  </a:lnTo>
                  <a:lnTo>
                    <a:pt x="1519301" y="664565"/>
                  </a:lnTo>
                  <a:close/>
                </a:path>
                <a:path w="3108960" h="1905000">
                  <a:moveTo>
                    <a:pt x="1520317" y="665734"/>
                  </a:moveTo>
                  <a:lnTo>
                    <a:pt x="1518285" y="664565"/>
                  </a:lnTo>
                  <a:lnTo>
                    <a:pt x="1516570" y="664565"/>
                  </a:lnTo>
                  <a:lnTo>
                    <a:pt x="1520317" y="665734"/>
                  </a:lnTo>
                  <a:close/>
                </a:path>
                <a:path w="3108960" h="1905000">
                  <a:moveTo>
                    <a:pt x="1524800" y="281216"/>
                  </a:moveTo>
                  <a:lnTo>
                    <a:pt x="1524000" y="283972"/>
                  </a:lnTo>
                  <a:lnTo>
                    <a:pt x="1524635" y="283972"/>
                  </a:lnTo>
                  <a:lnTo>
                    <a:pt x="1524800" y="281216"/>
                  </a:lnTo>
                  <a:close/>
                </a:path>
                <a:path w="3108960" h="1905000">
                  <a:moveTo>
                    <a:pt x="1528889" y="656983"/>
                  </a:moveTo>
                  <a:lnTo>
                    <a:pt x="1528406" y="656717"/>
                  </a:lnTo>
                  <a:lnTo>
                    <a:pt x="1526730" y="656145"/>
                  </a:lnTo>
                  <a:lnTo>
                    <a:pt x="1527403" y="656983"/>
                  </a:lnTo>
                  <a:lnTo>
                    <a:pt x="1528889" y="656983"/>
                  </a:lnTo>
                  <a:close/>
                </a:path>
                <a:path w="3108960" h="1905000">
                  <a:moveTo>
                    <a:pt x="1529842" y="657479"/>
                  </a:moveTo>
                  <a:lnTo>
                    <a:pt x="1529232" y="656983"/>
                  </a:lnTo>
                  <a:lnTo>
                    <a:pt x="1528889" y="656983"/>
                  </a:lnTo>
                  <a:lnTo>
                    <a:pt x="1529842" y="657479"/>
                  </a:lnTo>
                  <a:close/>
                </a:path>
                <a:path w="3108960" h="1905000">
                  <a:moveTo>
                    <a:pt x="1533398" y="659384"/>
                  </a:moveTo>
                  <a:lnTo>
                    <a:pt x="1529842" y="657479"/>
                  </a:lnTo>
                  <a:lnTo>
                    <a:pt x="1530604" y="658114"/>
                  </a:lnTo>
                  <a:lnTo>
                    <a:pt x="1533398" y="659384"/>
                  </a:lnTo>
                  <a:close/>
                </a:path>
                <a:path w="3108960" h="1905000">
                  <a:moveTo>
                    <a:pt x="1557413" y="664565"/>
                  </a:moveTo>
                  <a:lnTo>
                    <a:pt x="1557007" y="664286"/>
                  </a:lnTo>
                  <a:lnTo>
                    <a:pt x="1557020" y="664565"/>
                  </a:lnTo>
                  <a:lnTo>
                    <a:pt x="1557172" y="664565"/>
                  </a:lnTo>
                  <a:lnTo>
                    <a:pt x="1557413" y="664565"/>
                  </a:lnTo>
                  <a:close/>
                </a:path>
                <a:path w="3108960" h="1905000">
                  <a:moveTo>
                    <a:pt x="1577759" y="671487"/>
                  </a:moveTo>
                  <a:lnTo>
                    <a:pt x="1569999" y="668388"/>
                  </a:lnTo>
                  <a:lnTo>
                    <a:pt x="1571828" y="669544"/>
                  </a:lnTo>
                  <a:lnTo>
                    <a:pt x="1576070" y="672084"/>
                  </a:lnTo>
                  <a:lnTo>
                    <a:pt x="1577759" y="671487"/>
                  </a:lnTo>
                  <a:close/>
                </a:path>
                <a:path w="3108960" h="1905000">
                  <a:moveTo>
                    <a:pt x="1583905" y="673925"/>
                  </a:moveTo>
                  <a:lnTo>
                    <a:pt x="1579626" y="670814"/>
                  </a:lnTo>
                  <a:lnTo>
                    <a:pt x="1577759" y="671487"/>
                  </a:lnTo>
                  <a:lnTo>
                    <a:pt x="1583905" y="673925"/>
                  </a:lnTo>
                  <a:close/>
                </a:path>
                <a:path w="3108960" h="1905000">
                  <a:moveTo>
                    <a:pt x="1585976" y="195072"/>
                  </a:moveTo>
                  <a:lnTo>
                    <a:pt x="1583690" y="195072"/>
                  </a:lnTo>
                  <a:lnTo>
                    <a:pt x="1580502" y="205016"/>
                  </a:lnTo>
                  <a:lnTo>
                    <a:pt x="1585976" y="195072"/>
                  </a:lnTo>
                  <a:close/>
                </a:path>
                <a:path w="3108960" h="1905000">
                  <a:moveTo>
                    <a:pt x="1592072" y="677164"/>
                  </a:moveTo>
                  <a:lnTo>
                    <a:pt x="1583905" y="673925"/>
                  </a:lnTo>
                  <a:lnTo>
                    <a:pt x="1588389" y="677164"/>
                  </a:lnTo>
                  <a:lnTo>
                    <a:pt x="1592072" y="677164"/>
                  </a:lnTo>
                  <a:close/>
                </a:path>
                <a:path w="3108960" h="1905000">
                  <a:moveTo>
                    <a:pt x="1597787" y="677164"/>
                  </a:moveTo>
                  <a:lnTo>
                    <a:pt x="1595247" y="674128"/>
                  </a:lnTo>
                  <a:lnTo>
                    <a:pt x="1593380" y="673354"/>
                  </a:lnTo>
                  <a:lnTo>
                    <a:pt x="1588008" y="673354"/>
                  </a:lnTo>
                  <a:lnTo>
                    <a:pt x="1579245" y="669544"/>
                  </a:lnTo>
                  <a:lnTo>
                    <a:pt x="1586738" y="673354"/>
                  </a:lnTo>
                  <a:lnTo>
                    <a:pt x="1597787" y="677164"/>
                  </a:lnTo>
                  <a:close/>
                </a:path>
                <a:path w="3108960" h="1905000">
                  <a:moveTo>
                    <a:pt x="1599819" y="688606"/>
                  </a:moveTo>
                  <a:lnTo>
                    <a:pt x="1596517" y="686054"/>
                  </a:lnTo>
                  <a:lnTo>
                    <a:pt x="1592326" y="684784"/>
                  </a:lnTo>
                  <a:lnTo>
                    <a:pt x="1587246" y="683514"/>
                  </a:lnTo>
                  <a:lnTo>
                    <a:pt x="1587881" y="684784"/>
                  </a:lnTo>
                  <a:lnTo>
                    <a:pt x="1599819" y="688606"/>
                  </a:lnTo>
                  <a:close/>
                </a:path>
                <a:path w="3108960" h="1905000">
                  <a:moveTo>
                    <a:pt x="1600073" y="683514"/>
                  </a:moveTo>
                  <a:lnTo>
                    <a:pt x="1598295" y="682244"/>
                  </a:lnTo>
                  <a:lnTo>
                    <a:pt x="1599057" y="680974"/>
                  </a:lnTo>
                  <a:lnTo>
                    <a:pt x="1592262" y="678434"/>
                  </a:lnTo>
                  <a:lnTo>
                    <a:pt x="1586191" y="677164"/>
                  </a:lnTo>
                  <a:lnTo>
                    <a:pt x="1580553" y="674624"/>
                  </a:lnTo>
                  <a:lnTo>
                    <a:pt x="1575054" y="672084"/>
                  </a:lnTo>
                  <a:lnTo>
                    <a:pt x="1567180" y="672084"/>
                  </a:lnTo>
                  <a:lnTo>
                    <a:pt x="1558429" y="668388"/>
                  </a:lnTo>
                  <a:lnTo>
                    <a:pt x="1558175" y="668388"/>
                  </a:lnTo>
                  <a:lnTo>
                    <a:pt x="1557972" y="667004"/>
                  </a:lnTo>
                  <a:lnTo>
                    <a:pt x="1557782" y="665734"/>
                  </a:lnTo>
                  <a:lnTo>
                    <a:pt x="1563878" y="667004"/>
                  </a:lnTo>
                  <a:lnTo>
                    <a:pt x="1561211" y="665734"/>
                  </a:lnTo>
                  <a:lnTo>
                    <a:pt x="1558925" y="665734"/>
                  </a:lnTo>
                  <a:lnTo>
                    <a:pt x="1557172" y="664565"/>
                  </a:lnTo>
                  <a:lnTo>
                    <a:pt x="1556004" y="665734"/>
                  </a:lnTo>
                  <a:lnTo>
                    <a:pt x="1553337" y="667004"/>
                  </a:lnTo>
                  <a:lnTo>
                    <a:pt x="1549908" y="665734"/>
                  </a:lnTo>
                  <a:lnTo>
                    <a:pt x="1543431" y="663194"/>
                  </a:lnTo>
                  <a:lnTo>
                    <a:pt x="1537335" y="660654"/>
                  </a:lnTo>
                  <a:lnTo>
                    <a:pt x="1524139" y="658114"/>
                  </a:lnTo>
                  <a:lnTo>
                    <a:pt x="1518539" y="656983"/>
                  </a:lnTo>
                  <a:lnTo>
                    <a:pt x="1512671" y="655789"/>
                  </a:lnTo>
                  <a:lnTo>
                    <a:pt x="1512328" y="655789"/>
                  </a:lnTo>
                  <a:lnTo>
                    <a:pt x="1507667" y="654367"/>
                  </a:lnTo>
                  <a:lnTo>
                    <a:pt x="1507667" y="656983"/>
                  </a:lnTo>
                  <a:lnTo>
                    <a:pt x="1506664" y="656983"/>
                  </a:lnTo>
                  <a:lnTo>
                    <a:pt x="1506524" y="656717"/>
                  </a:lnTo>
                  <a:lnTo>
                    <a:pt x="1506791" y="656717"/>
                  </a:lnTo>
                  <a:lnTo>
                    <a:pt x="1507667" y="656983"/>
                  </a:lnTo>
                  <a:lnTo>
                    <a:pt x="1507667" y="654367"/>
                  </a:lnTo>
                  <a:lnTo>
                    <a:pt x="1486662" y="647954"/>
                  </a:lnTo>
                  <a:lnTo>
                    <a:pt x="1484807" y="649224"/>
                  </a:lnTo>
                  <a:lnTo>
                    <a:pt x="1490281" y="650494"/>
                  </a:lnTo>
                  <a:lnTo>
                    <a:pt x="1498981" y="653034"/>
                  </a:lnTo>
                  <a:lnTo>
                    <a:pt x="1507490" y="655789"/>
                  </a:lnTo>
                  <a:lnTo>
                    <a:pt x="1506067" y="655789"/>
                  </a:lnTo>
                  <a:lnTo>
                    <a:pt x="1506474" y="656628"/>
                  </a:lnTo>
                  <a:lnTo>
                    <a:pt x="1503667" y="655789"/>
                  </a:lnTo>
                  <a:lnTo>
                    <a:pt x="1501902" y="654304"/>
                  </a:lnTo>
                  <a:lnTo>
                    <a:pt x="1503375" y="655701"/>
                  </a:lnTo>
                  <a:lnTo>
                    <a:pt x="1490218" y="651764"/>
                  </a:lnTo>
                  <a:lnTo>
                    <a:pt x="1487805" y="653034"/>
                  </a:lnTo>
                  <a:lnTo>
                    <a:pt x="1493901" y="654304"/>
                  </a:lnTo>
                  <a:lnTo>
                    <a:pt x="1497876" y="654304"/>
                  </a:lnTo>
                  <a:lnTo>
                    <a:pt x="1502791" y="655789"/>
                  </a:lnTo>
                  <a:lnTo>
                    <a:pt x="1509395" y="658114"/>
                  </a:lnTo>
                  <a:lnTo>
                    <a:pt x="1519682" y="660654"/>
                  </a:lnTo>
                  <a:lnTo>
                    <a:pt x="1526413" y="667004"/>
                  </a:lnTo>
                  <a:lnTo>
                    <a:pt x="1532255" y="669544"/>
                  </a:lnTo>
                  <a:lnTo>
                    <a:pt x="1547075" y="669544"/>
                  </a:lnTo>
                  <a:lnTo>
                    <a:pt x="1556512" y="673354"/>
                  </a:lnTo>
                  <a:lnTo>
                    <a:pt x="1548638" y="673354"/>
                  </a:lnTo>
                  <a:lnTo>
                    <a:pt x="1558061" y="675894"/>
                  </a:lnTo>
                  <a:lnTo>
                    <a:pt x="1566405" y="675894"/>
                  </a:lnTo>
                  <a:lnTo>
                    <a:pt x="1575054" y="678434"/>
                  </a:lnTo>
                  <a:lnTo>
                    <a:pt x="1573479" y="677164"/>
                  </a:lnTo>
                  <a:lnTo>
                    <a:pt x="1574749" y="677164"/>
                  </a:lnTo>
                  <a:lnTo>
                    <a:pt x="1574990" y="675894"/>
                  </a:lnTo>
                  <a:lnTo>
                    <a:pt x="1570355" y="674624"/>
                  </a:lnTo>
                  <a:lnTo>
                    <a:pt x="1575917" y="675894"/>
                  </a:lnTo>
                  <a:lnTo>
                    <a:pt x="1582889" y="677164"/>
                  </a:lnTo>
                  <a:lnTo>
                    <a:pt x="1590382" y="679704"/>
                  </a:lnTo>
                  <a:lnTo>
                    <a:pt x="1597533" y="683514"/>
                  </a:lnTo>
                  <a:lnTo>
                    <a:pt x="1600073" y="683514"/>
                  </a:lnTo>
                  <a:close/>
                </a:path>
                <a:path w="3108960" h="1905000">
                  <a:moveTo>
                    <a:pt x="1603311" y="693826"/>
                  </a:moveTo>
                  <a:lnTo>
                    <a:pt x="1600708" y="692404"/>
                  </a:lnTo>
                  <a:lnTo>
                    <a:pt x="1597787" y="691134"/>
                  </a:lnTo>
                  <a:lnTo>
                    <a:pt x="1598803" y="692404"/>
                  </a:lnTo>
                  <a:lnTo>
                    <a:pt x="1603311" y="693826"/>
                  </a:lnTo>
                  <a:close/>
                </a:path>
                <a:path w="3108960" h="1905000">
                  <a:moveTo>
                    <a:pt x="1606550" y="206552"/>
                  </a:moveTo>
                  <a:lnTo>
                    <a:pt x="1606207" y="207213"/>
                  </a:lnTo>
                  <a:lnTo>
                    <a:pt x="1606296" y="207772"/>
                  </a:lnTo>
                  <a:lnTo>
                    <a:pt x="1606550" y="206552"/>
                  </a:lnTo>
                  <a:close/>
                </a:path>
                <a:path w="3108960" h="1905000">
                  <a:moveTo>
                    <a:pt x="1606651" y="182372"/>
                  </a:moveTo>
                  <a:lnTo>
                    <a:pt x="1604645" y="182372"/>
                  </a:lnTo>
                  <a:lnTo>
                    <a:pt x="1604137" y="186982"/>
                  </a:lnTo>
                  <a:lnTo>
                    <a:pt x="1606651" y="182372"/>
                  </a:lnTo>
                  <a:close/>
                </a:path>
                <a:path w="3108960" h="1905000">
                  <a:moveTo>
                    <a:pt x="1606931" y="694944"/>
                  </a:moveTo>
                  <a:lnTo>
                    <a:pt x="1603311" y="693826"/>
                  </a:lnTo>
                  <a:lnTo>
                    <a:pt x="1605407" y="694944"/>
                  </a:lnTo>
                  <a:lnTo>
                    <a:pt x="1606931" y="694944"/>
                  </a:lnTo>
                  <a:close/>
                </a:path>
                <a:path w="3108960" h="1905000">
                  <a:moveTo>
                    <a:pt x="1609318" y="1685290"/>
                  </a:moveTo>
                  <a:lnTo>
                    <a:pt x="1479423" y="1685290"/>
                  </a:lnTo>
                  <a:lnTo>
                    <a:pt x="1473200" y="1685290"/>
                  </a:lnTo>
                  <a:lnTo>
                    <a:pt x="1467180" y="1685290"/>
                  </a:lnTo>
                  <a:lnTo>
                    <a:pt x="1459242" y="1687830"/>
                  </a:lnTo>
                  <a:lnTo>
                    <a:pt x="1451508" y="1691640"/>
                  </a:lnTo>
                  <a:lnTo>
                    <a:pt x="1443990" y="1694180"/>
                  </a:lnTo>
                  <a:lnTo>
                    <a:pt x="1444752" y="1691640"/>
                  </a:lnTo>
                  <a:lnTo>
                    <a:pt x="1434338" y="1694180"/>
                  </a:lnTo>
                  <a:lnTo>
                    <a:pt x="1438529" y="1692910"/>
                  </a:lnTo>
                  <a:lnTo>
                    <a:pt x="1442720" y="1691640"/>
                  </a:lnTo>
                  <a:lnTo>
                    <a:pt x="1437767" y="1692910"/>
                  </a:lnTo>
                  <a:lnTo>
                    <a:pt x="1427480" y="1687830"/>
                  </a:lnTo>
                  <a:lnTo>
                    <a:pt x="1424178" y="1689100"/>
                  </a:lnTo>
                  <a:lnTo>
                    <a:pt x="1433830" y="1694180"/>
                  </a:lnTo>
                  <a:lnTo>
                    <a:pt x="1433830" y="1695450"/>
                  </a:lnTo>
                  <a:lnTo>
                    <a:pt x="1435354" y="1695450"/>
                  </a:lnTo>
                  <a:lnTo>
                    <a:pt x="1437259" y="1694180"/>
                  </a:lnTo>
                  <a:lnTo>
                    <a:pt x="1442847" y="1694180"/>
                  </a:lnTo>
                  <a:lnTo>
                    <a:pt x="1437894" y="1695450"/>
                  </a:lnTo>
                  <a:lnTo>
                    <a:pt x="1434973" y="1696720"/>
                  </a:lnTo>
                  <a:lnTo>
                    <a:pt x="1428496" y="1696720"/>
                  </a:lnTo>
                  <a:lnTo>
                    <a:pt x="1428877" y="1696288"/>
                  </a:lnTo>
                  <a:lnTo>
                    <a:pt x="1426337" y="1696720"/>
                  </a:lnTo>
                  <a:lnTo>
                    <a:pt x="1412240" y="1696720"/>
                  </a:lnTo>
                  <a:lnTo>
                    <a:pt x="1409700" y="1695450"/>
                  </a:lnTo>
                  <a:lnTo>
                    <a:pt x="1417828" y="1694180"/>
                  </a:lnTo>
                  <a:lnTo>
                    <a:pt x="1422273" y="1692910"/>
                  </a:lnTo>
                  <a:lnTo>
                    <a:pt x="1421384" y="1690370"/>
                  </a:lnTo>
                  <a:lnTo>
                    <a:pt x="1409280" y="1693481"/>
                  </a:lnTo>
                  <a:lnTo>
                    <a:pt x="1408557" y="1694180"/>
                  </a:lnTo>
                  <a:lnTo>
                    <a:pt x="1400175" y="1695450"/>
                  </a:lnTo>
                  <a:lnTo>
                    <a:pt x="1407033" y="1695450"/>
                  </a:lnTo>
                  <a:lnTo>
                    <a:pt x="1400683" y="1696720"/>
                  </a:lnTo>
                  <a:lnTo>
                    <a:pt x="1399413" y="1699260"/>
                  </a:lnTo>
                  <a:lnTo>
                    <a:pt x="1389507" y="1699260"/>
                  </a:lnTo>
                  <a:lnTo>
                    <a:pt x="1381506" y="1704340"/>
                  </a:lnTo>
                  <a:lnTo>
                    <a:pt x="1379220" y="1703070"/>
                  </a:lnTo>
                  <a:lnTo>
                    <a:pt x="1374267" y="1705610"/>
                  </a:lnTo>
                  <a:lnTo>
                    <a:pt x="1369187" y="1705610"/>
                  </a:lnTo>
                  <a:lnTo>
                    <a:pt x="1371473" y="1704340"/>
                  </a:lnTo>
                  <a:lnTo>
                    <a:pt x="1364996" y="1705610"/>
                  </a:lnTo>
                  <a:lnTo>
                    <a:pt x="1359281" y="1705610"/>
                  </a:lnTo>
                  <a:lnTo>
                    <a:pt x="1355521" y="1708150"/>
                  </a:lnTo>
                  <a:lnTo>
                    <a:pt x="1351216" y="1710690"/>
                  </a:lnTo>
                  <a:lnTo>
                    <a:pt x="1344803" y="1713230"/>
                  </a:lnTo>
                  <a:lnTo>
                    <a:pt x="1334770" y="1715770"/>
                  </a:lnTo>
                  <a:lnTo>
                    <a:pt x="1332204" y="1714500"/>
                  </a:lnTo>
                  <a:lnTo>
                    <a:pt x="1334541" y="1713230"/>
                  </a:lnTo>
                  <a:lnTo>
                    <a:pt x="1337691" y="1711960"/>
                  </a:lnTo>
                  <a:lnTo>
                    <a:pt x="1337564" y="1710690"/>
                  </a:lnTo>
                  <a:lnTo>
                    <a:pt x="1327175" y="1713230"/>
                  </a:lnTo>
                  <a:lnTo>
                    <a:pt x="1320647" y="1717040"/>
                  </a:lnTo>
                  <a:lnTo>
                    <a:pt x="1315542" y="1719580"/>
                  </a:lnTo>
                  <a:lnTo>
                    <a:pt x="1309370" y="1722120"/>
                  </a:lnTo>
                  <a:lnTo>
                    <a:pt x="1301838" y="1723390"/>
                  </a:lnTo>
                  <a:lnTo>
                    <a:pt x="1292364" y="1725930"/>
                  </a:lnTo>
                  <a:lnTo>
                    <a:pt x="1284986" y="1728470"/>
                  </a:lnTo>
                  <a:lnTo>
                    <a:pt x="1288415" y="1725930"/>
                  </a:lnTo>
                  <a:lnTo>
                    <a:pt x="1275207" y="1728470"/>
                  </a:lnTo>
                  <a:lnTo>
                    <a:pt x="1272286" y="1727200"/>
                  </a:lnTo>
                  <a:lnTo>
                    <a:pt x="1274572" y="1725930"/>
                  </a:lnTo>
                  <a:lnTo>
                    <a:pt x="1272921" y="1725930"/>
                  </a:lnTo>
                  <a:lnTo>
                    <a:pt x="1269111" y="1725930"/>
                  </a:lnTo>
                  <a:lnTo>
                    <a:pt x="1267688" y="1725930"/>
                  </a:lnTo>
                  <a:lnTo>
                    <a:pt x="1261186" y="1728470"/>
                  </a:lnTo>
                  <a:lnTo>
                    <a:pt x="1252791" y="1731010"/>
                  </a:lnTo>
                  <a:lnTo>
                    <a:pt x="1245108" y="1732280"/>
                  </a:lnTo>
                  <a:lnTo>
                    <a:pt x="1247267" y="1733550"/>
                  </a:lnTo>
                  <a:lnTo>
                    <a:pt x="1240536" y="1736090"/>
                  </a:lnTo>
                  <a:lnTo>
                    <a:pt x="1231392" y="1738630"/>
                  </a:lnTo>
                  <a:lnTo>
                    <a:pt x="1224178" y="1739836"/>
                  </a:lnTo>
                  <a:lnTo>
                    <a:pt x="1224508" y="1739011"/>
                  </a:lnTo>
                  <a:lnTo>
                    <a:pt x="1220470" y="1739900"/>
                  </a:lnTo>
                  <a:lnTo>
                    <a:pt x="1223772" y="1739900"/>
                  </a:lnTo>
                  <a:lnTo>
                    <a:pt x="1212977" y="1742440"/>
                  </a:lnTo>
                  <a:lnTo>
                    <a:pt x="1215898" y="1743710"/>
                  </a:lnTo>
                  <a:lnTo>
                    <a:pt x="1208151" y="1747520"/>
                  </a:lnTo>
                  <a:lnTo>
                    <a:pt x="1203109" y="1746326"/>
                  </a:lnTo>
                  <a:lnTo>
                    <a:pt x="1202918" y="1746034"/>
                  </a:lnTo>
                  <a:lnTo>
                    <a:pt x="1202753" y="1744980"/>
                  </a:lnTo>
                  <a:lnTo>
                    <a:pt x="1202690" y="1743710"/>
                  </a:lnTo>
                  <a:lnTo>
                    <a:pt x="1203579" y="1742440"/>
                  </a:lnTo>
                  <a:lnTo>
                    <a:pt x="1206881" y="1742440"/>
                  </a:lnTo>
                  <a:lnTo>
                    <a:pt x="1211580" y="1741170"/>
                  </a:lnTo>
                  <a:lnTo>
                    <a:pt x="1216787" y="1741170"/>
                  </a:lnTo>
                  <a:lnTo>
                    <a:pt x="1223035" y="1738630"/>
                  </a:lnTo>
                  <a:lnTo>
                    <a:pt x="1226159" y="1737360"/>
                  </a:lnTo>
                  <a:lnTo>
                    <a:pt x="1234859" y="1733550"/>
                  </a:lnTo>
                  <a:lnTo>
                    <a:pt x="1243736" y="1731010"/>
                  </a:lnTo>
                  <a:lnTo>
                    <a:pt x="1237107" y="1731010"/>
                  </a:lnTo>
                  <a:lnTo>
                    <a:pt x="1236345" y="1731010"/>
                  </a:lnTo>
                  <a:lnTo>
                    <a:pt x="1234186" y="1731010"/>
                  </a:lnTo>
                  <a:lnTo>
                    <a:pt x="1227074" y="1733550"/>
                  </a:lnTo>
                  <a:lnTo>
                    <a:pt x="1223327" y="1732280"/>
                  </a:lnTo>
                  <a:lnTo>
                    <a:pt x="1222908" y="1732153"/>
                  </a:lnTo>
                  <a:lnTo>
                    <a:pt x="1222375" y="1732280"/>
                  </a:lnTo>
                  <a:lnTo>
                    <a:pt x="1222451" y="1732153"/>
                  </a:lnTo>
                  <a:lnTo>
                    <a:pt x="1222527" y="1732013"/>
                  </a:lnTo>
                  <a:lnTo>
                    <a:pt x="1219581" y="1731010"/>
                  </a:lnTo>
                  <a:lnTo>
                    <a:pt x="1214882" y="1731010"/>
                  </a:lnTo>
                  <a:lnTo>
                    <a:pt x="1210564" y="1733550"/>
                  </a:lnTo>
                  <a:lnTo>
                    <a:pt x="1211453" y="1737360"/>
                  </a:lnTo>
                  <a:lnTo>
                    <a:pt x="1202664" y="1738249"/>
                  </a:lnTo>
                  <a:lnTo>
                    <a:pt x="1202664" y="1746034"/>
                  </a:lnTo>
                  <a:lnTo>
                    <a:pt x="1202309" y="1746148"/>
                  </a:lnTo>
                  <a:lnTo>
                    <a:pt x="1201889" y="1746034"/>
                  </a:lnTo>
                  <a:lnTo>
                    <a:pt x="1202664" y="1746034"/>
                  </a:lnTo>
                  <a:lnTo>
                    <a:pt x="1202664" y="1738249"/>
                  </a:lnTo>
                  <a:lnTo>
                    <a:pt x="1198753" y="1738630"/>
                  </a:lnTo>
                  <a:lnTo>
                    <a:pt x="1203325" y="1736090"/>
                  </a:lnTo>
                  <a:lnTo>
                    <a:pt x="1196263" y="1737360"/>
                  </a:lnTo>
                  <a:lnTo>
                    <a:pt x="1193609" y="1739900"/>
                  </a:lnTo>
                  <a:lnTo>
                    <a:pt x="1191133" y="1741170"/>
                  </a:lnTo>
                  <a:lnTo>
                    <a:pt x="1184656" y="1742440"/>
                  </a:lnTo>
                  <a:lnTo>
                    <a:pt x="1189355" y="1742440"/>
                  </a:lnTo>
                  <a:lnTo>
                    <a:pt x="1180096" y="1746542"/>
                  </a:lnTo>
                  <a:lnTo>
                    <a:pt x="1181722" y="1746034"/>
                  </a:lnTo>
                  <a:lnTo>
                    <a:pt x="1181442" y="1746034"/>
                  </a:lnTo>
                  <a:lnTo>
                    <a:pt x="1189736" y="1743710"/>
                  </a:lnTo>
                  <a:lnTo>
                    <a:pt x="1186129" y="1746034"/>
                  </a:lnTo>
                  <a:lnTo>
                    <a:pt x="1186599" y="1746034"/>
                  </a:lnTo>
                  <a:lnTo>
                    <a:pt x="1183868" y="1746783"/>
                  </a:lnTo>
                  <a:lnTo>
                    <a:pt x="1188212" y="1747520"/>
                  </a:lnTo>
                  <a:lnTo>
                    <a:pt x="1192784" y="1743710"/>
                  </a:lnTo>
                  <a:lnTo>
                    <a:pt x="1200531" y="1743710"/>
                  </a:lnTo>
                  <a:lnTo>
                    <a:pt x="1201801" y="1746034"/>
                  </a:lnTo>
                  <a:lnTo>
                    <a:pt x="1201547" y="1746034"/>
                  </a:lnTo>
                  <a:lnTo>
                    <a:pt x="1200937" y="1746542"/>
                  </a:lnTo>
                  <a:lnTo>
                    <a:pt x="1203261" y="1746542"/>
                  </a:lnTo>
                  <a:lnTo>
                    <a:pt x="1205611" y="1750060"/>
                  </a:lnTo>
                  <a:lnTo>
                    <a:pt x="1200505" y="1748955"/>
                  </a:lnTo>
                  <a:lnTo>
                    <a:pt x="1193927" y="1747520"/>
                  </a:lnTo>
                  <a:lnTo>
                    <a:pt x="1192403" y="1750060"/>
                  </a:lnTo>
                  <a:lnTo>
                    <a:pt x="1196822" y="1748955"/>
                  </a:lnTo>
                  <a:lnTo>
                    <a:pt x="1197673" y="1748955"/>
                  </a:lnTo>
                  <a:lnTo>
                    <a:pt x="1200658" y="1751330"/>
                  </a:lnTo>
                  <a:lnTo>
                    <a:pt x="1186053" y="1753870"/>
                  </a:lnTo>
                  <a:lnTo>
                    <a:pt x="1178991" y="1755203"/>
                  </a:lnTo>
                  <a:lnTo>
                    <a:pt x="1176185" y="1755203"/>
                  </a:lnTo>
                  <a:lnTo>
                    <a:pt x="1175943" y="1755203"/>
                  </a:lnTo>
                  <a:lnTo>
                    <a:pt x="1170851" y="1755203"/>
                  </a:lnTo>
                  <a:lnTo>
                    <a:pt x="1164196" y="1756422"/>
                  </a:lnTo>
                  <a:lnTo>
                    <a:pt x="1163066" y="1753870"/>
                  </a:lnTo>
                  <a:lnTo>
                    <a:pt x="1172845" y="1751330"/>
                  </a:lnTo>
                  <a:lnTo>
                    <a:pt x="1167257" y="1751330"/>
                  </a:lnTo>
                  <a:lnTo>
                    <a:pt x="1160157" y="1755203"/>
                  </a:lnTo>
                  <a:lnTo>
                    <a:pt x="1159979" y="1755203"/>
                  </a:lnTo>
                  <a:lnTo>
                    <a:pt x="1157033" y="1755825"/>
                  </a:lnTo>
                  <a:lnTo>
                    <a:pt x="1156322" y="1756435"/>
                  </a:lnTo>
                  <a:lnTo>
                    <a:pt x="1156004" y="1756029"/>
                  </a:lnTo>
                  <a:lnTo>
                    <a:pt x="1153820" y="1756498"/>
                  </a:lnTo>
                  <a:lnTo>
                    <a:pt x="1153160" y="1755368"/>
                  </a:lnTo>
                  <a:lnTo>
                    <a:pt x="1153058" y="1755203"/>
                  </a:lnTo>
                  <a:lnTo>
                    <a:pt x="1152918" y="1755368"/>
                  </a:lnTo>
                  <a:lnTo>
                    <a:pt x="1152334" y="1756537"/>
                  </a:lnTo>
                  <a:lnTo>
                    <a:pt x="1144054" y="1756537"/>
                  </a:lnTo>
                  <a:lnTo>
                    <a:pt x="1137031" y="1758950"/>
                  </a:lnTo>
                  <a:lnTo>
                    <a:pt x="1131951" y="1760220"/>
                  </a:lnTo>
                  <a:lnTo>
                    <a:pt x="1133094" y="1761490"/>
                  </a:lnTo>
                  <a:lnTo>
                    <a:pt x="1133525" y="1760385"/>
                  </a:lnTo>
                  <a:lnTo>
                    <a:pt x="1133602" y="1760220"/>
                  </a:lnTo>
                  <a:lnTo>
                    <a:pt x="1138428" y="1758950"/>
                  </a:lnTo>
                  <a:lnTo>
                    <a:pt x="1143254" y="1758950"/>
                  </a:lnTo>
                  <a:lnTo>
                    <a:pt x="1144905" y="1757680"/>
                  </a:lnTo>
                  <a:lnTo>
                    <a:pt x="1147318" y="1757680"/>
                  </a:lnTo>
                  <a:lnTo>
                    <a:pt x="1143635" y="1758950"/>
                  </a:lnTo>
                  <a:lnTo>
                    <a:pt x="1143254" y="1758950"/>
                  </a:lnTo>
                  <a:lnTo>
                    <a:pt x="1143342" y="1760385"/>
                  </a:lnTo>
                  <a:lnTo>
                    <a:pt x="1145286" y="1758950"/>
                  </a:lnTo>
                  <a:lnTo>
                    <a:pt x="1149858" y="1758950"/>
                  </a:lnTo>
                  <a:lnTo>
                    <a:pt x="1149223" y="1757680"/>
                  </a:lnTo>
                  <a:lnTo>
                    <a:pt x="1150112" y="1757680"/>
                  </a:lnTo>
                  <a:lnTo>
                    <a:pt x="1150747" y="1758950"/>
                  </a:lnTo>
                  <a:lnTo>
                    <a:pt x="1151509" y="1758950"/>
                  </a:lnTo>
                  <a:lnTo>
                    <a:pt x="1149604" y="1760220"/>
                  </a:lnTo>
                  <a:lnTo>
                    <a:pt x="1149350" y="1761490"/>
                  </a:lnTo>
                  <a:lnTo>
                    <a:pt x="1143508" y="1762874"/>
                  </a:lnTo>
                  <a:lnTo>
                    <a:pt x="1143457" y="1762188"/>
                  </a:lnTo>
                  <a:lnTo>
                    <a:pt x="1143457" y="1762874"/>
                  </a:lnTo>
                  <a:lnTo>
                    <a:pt x="1138555" y="1764030"/>
                  </a:lnTo>
                  <a:lnTo>
                    <a:pt x="1143101" y="1762874"/>
                  </a:lnTo>
                  <a:lnTo>
                    <a:pt x="1143457" y="1762874"/>
                  </a:lnTo>
                  <a:lnTo>
                    <a:pt x="1143457" y="1762188"/>
                  </a:lnTo>
                  <a:lnTo>
                    <a:pt x="1143419" y="1761490"/>
                  </a:lnTo>
                  <a:lnTo>
                    <a:pt x="1143342" y="1760385"/>
                  </a:lnTo>
                  <a:lnTo>
                    <a:pt x="1141857" y="1761490"/>
                  </a:lnTo>
                  <a:lnTo>
                    <a:pt x="1131443" y="1764030"/>
                  </a:lnTo>
                  <a:lnTo>
                    <a:pt x="1128395" y="1761490"/>
                  </a:lnTo>
                  <a:lnTo>
                    <a:pt x="1125474" y="1760220"/>
                  </a:lnTo>
                  <a:lnTo>
                    <a:pt x="1126299" y="1758950"/>
                  </a:lnTo>
                  <a:lnTo>
                    <a:pt x="1118489" y="1758950"/>
                  </a:lnTo>
                  <a:lnTo>
                    <a:pt x="1119365" y="1758048"/>
                  </a:lnTo>
                  <a:lnTo>
                    <a:pt x="1112520" y="1758950"/>
                  </a:lnTo>
                  <a:lnTo>
                    <a:pt x="1113243" y="1756537"/>
                  </a:lnTo>
                  <a:lnTo>
                    <a:pt x="1112418" y="1756537"/>
                  </a:lnTo>
                  <a:lnTo>
                    <a:pt x="1122108" y="1755203"/>
                  </a:lnTo>
                  <a:lnTo>
                    <a:pt x="1119365" y="1758048"/>
                  </a:lnTo>
                  <a:lnTo>
                    <a:pt x="1122045" y="1757680"/>
                  </a:lnTo>
                  <a:lnTo>
                    <a:pt x="1123772" y="1755368"/>
                  </a:lnTo>
                  <a:lnTo>
                    <a:pt x="1122603" y="1755203"/>
                  </a:lnTo>
                  <a:lnTo>
                    <a:pt x="1121410" y="1753870"/>
                  </a:lnTo>
                  <a:lnTo>
                    <a:pt x="1116965" y="1753870"/>
                  </a:lnTo>
                  <a:lnTo>
                    <a:pt x="1109522" y="1756537"/>
                  </a:lnTo>
                  <a:lnTo>
                    <a:pt x="1097445" y="1756537"/>
                  </a:lnTo>
                  <a:lnTo>
                    <a:pt x="1097165" y="1756537"/>
                  </a:lnTo>
                  <a:lnTo>
                    <a:pt x="1092263" y="1756537"/>
                  </a:lnTo>
                  <a:lnTo>
                    <a:pt x="1090041" y="1761490"/>
                  </a:lnTo>
                  <a:lnTo>
                    <a:pt x="1084097" y="1762874"/>
                  </a:lnTo>
                  <a:lnTo>
                    <a:pt x="1075817" y="1765300"/>
                  </a:lnTo>
                  <a:lnTo>
                    <a:pt x="1073912" y="1764030"/>
                  </a:lnTo>
                  <a:lnTo>
                    <a:pt x="1064818" y="1767840"/>
                  </a:lnTo>
                  <a:lnTo>
                    <a:pt x="1045413" y="1772932"/>
                  </a:lnTo>
                  <a:lnTo>
                    <a:pt x="1036701" y="1775460"/>
                  </a:lnTo>
                  <a:lnTo>
                    <a:pt x="1040320" y="1774190"/>
                  </a:lnTo>
                  <a:lnTo>
                    <a:pt x="1043927" y="1772932"/>
                  </a:lnTo>
                  <a:lnTo>
                    <a:pt x="1030973" y="1772932"/>
                  </a:lnTo>
                  <a:lnTo>
                    <a:pt x="1039495" y="1770380"/>
                  </a:lnTo>
                  <a:lnTo>
                    <a:pt x="1038987" y="1767840"/>
                  </a:lnTo>
                  <a:lnTo>
                    <a:pt x="1038098" y="1766570"/>
                  </a:lnTo>
                  <a:lnTo>
                    <a:pt x="1032891" y="1767840"/>
                  </a:lnTo>
                  <a:lnTo>
                    <a:pt x="1030097" y="1771650"/>
                  </a:lnTo>
                  <a:lnTo>
                    <a:pt x="1024001" y="1771650"/>
                  </a:lnTo>
                  <a:lnTo>
                    <a:pt x="1027176" y="1774190"/>
                  </a:lnTo>
                  <a:lnTo>
                    <a:pt x="1013968" y="1774190"/>
                  </a:lnTo>
                  <a:lnTo>
                    <a:pt x="1020953" y="1771650"/>
                  </a:lnTo>
                  <a:lnTo>
                    <a:pt x="1019175" y="1770380"/>
                  </a:lnTo>
                  <a:lnTo>
                    <a:pt x="1014615" y="1771650"/>
                  </a:lnTo>
                  <a:lnTo>
                    <a:pt x="1013218" y="1772932"/>
                  </a:lnTo>
                  <a:lnTo>
                    <a:pt x="1011643" y="1774190"/>
                  </a:lnTo>
                  <a:lnTo>
                    <a:pt x="1007071" y="1775345"/>
                  </a:lnTo>
                  <a:lnTo>
                    <a:pt x="1007999" y="1774190"/>
                  </a:lnTo>
                  <a:lnTo>
                    <a:pt x="1001268" y="1774190"/>
                  </a:lnTo>
                  <a:lnTo>
                    <a:pt x="995680" y="1776730"/>
                  </a:lnTo>
                  <a:lnTo>
                    <a:pt x="994664" y="1778000"/>
                  </a:lnTo>
                  <a:lnTo>
                    <a:pt x="987933" y="1776730"/>
                  </a:lnTo>
                  <a:lnTo>
                    <a:pt x="978154" y="1781619"/>
                  </a:lnTo>
                  <a:lnTo>
                    <a:pt x="978281" y="1781810"/>
                  </a:lnTo>
                  <a:lnTo>
                    <a:pt x="972947" y="1784350"/>
                  </a:lnTo>
                  <a:lnTo>
                    <a:pt x="962533" y="1784350"/>
                  </a:lnTo>
                  <a:lnTo>
                    <a:pt x="965581" y="1783080"/>
                  </a:lnTo>
                  <a:lnTo>
                    <a:pt x="968756" y="1781810"/>
                  </a:lnTo>
                  <a:lnTo>
                    <a:pt x="965454" y="1780540"/>
                  </a:lnTo>
                  <a:lnTo>
                    <a:pt x="952080" y="1784350"/>
                  </a:lnTo>
                  <a:lnTo>
                    <a:pt x="947737" y="1786890"/>
                  </a:lnTo>
                  <a:lnTo>
                    <a:pt x="938911" y="1788160"/>
                  </a:lnTo>
                  <a:lnTo>
                    <a:pt x="947293" y="1785620"/>
                  </a:lnTo>
                  <a:lnTo>
                    <a:pt x="941578" y="1786890"/>
                  </a:lnTo>
                  <a:lnTo>
                    <a:pt x="945515" y="1784350"/>
                  </a:lnTo>
                  <a:lnTo>
                    <a:pt x="943102" y="1785620"/>
                  </a:lnTo>
                  <a:lnTo>
                    <a:pt x="930148" y="1786890"/>
                  </a:lnTo>
                  <a:lnTo>
                    <a:pt x="938276" y="1786890"/>
                  </a:lnTo>
                  <a:lnTo>
                    <a:pt x="932180" y="1788160"/>
                  </a:lnTo>
                  <a:lnTo>
                    <a:pt x="923544" y="1788160"/>
                  </a:lnTo>
                  <a:lnTo>
                    <a:pt x="918337" y="1790700"/>
                  </a:lnTo>
                  <a:lnTo>
                    <a:pt x="912368" y="1791970"/>
                  </a:lnTo>
                  <a:lnTo>
                    <a:pt x="909447" y="1794510"/>
                  </a:lnTo>
                  <a:lnTo>
                    <a:pt x="900811" y="1795780"/>
                  </a:lnTo>
                  <a:lnTo>
                    <a:pt x="894207" y="1794510"/>
                  </a:lnTo>
                  <a:lnTo>
                    <a:pt x="890143" y="1794510"/>
                  </a:lnTo>
                  <a:lnTo>
                    <a:pt x="836549" y="1804670"/>
                  </a:lnTo>
                  <a:lnTo>
                    <a:pt x="838073" y="1804670"/>
                  </a:lnTo>
                  <a:lnTo>
                    <a:pt x="832662" y="1805940"/>
                  </a:lnTo>
                  <a:lnTo>
                    <a:pt x="834009" y="1805940"/>
                  </a:lnTo>
                  <a:lnTo>
                    <a:pt x="835240" y="1807210"/>
                  </a:lnTo>
                  <a:lnTo>
                    <a:pt x="829564" y="1808480"/>
                  </a:lnTo>
                  <a:lnTo>
                    <a:pt x="831342" y="1805940"/>
                  </a:lnTo>
                  <a:lnTo>
                    <a:pt x="820166" y="1808480"/>
                  </a:lnTo>
                  <a:lnTo>
                    <a:pt x="815086" y="1808480"/>
                  </a:lnTo>
                  <a:lnTo>
                    <a:pt x="801751" y="1809750"/>
                  </a:lnTo>
                  <a:lnTo>
                    <a:pt x="765175" y="1817370"/>
                  </a:lnTo>
                  <a:lnTo>
                    <a:pt x="765302" y="1816100"/>
                  </a:lnTo>
                  <a:lnTo>
                    <a:pt x="765987" y="1815338"/>
                  </a:lnTo>
                  <a:lnTo>
                    <a:pt x="760323" y="1816100"/>
                  </a:lnTo>
                  <a:lnTo>
                    <a:pt x="732840" y="1820087"/>
                  </a:lnTo>
                  <a:lnTo>
                    <a:pt x="732599" y="1820087"/>
                  </a:lnTo>
                  <a:lnTo>
                    <a:pt x="720483" y="1821180"/>
                  </a:lnTo>
                  <a:lnTo>
                    <a:pt x="706729" y="1823720"/>
                  </a:lnTo>
                  <a:lnTo>
                    <a:pt x="692861" y="1827530"/>
                  </a:lnTo>
                  <a:lnTo>
                    <a:pt x="680072" y="1829790"/>
                  </a:lnTo>
                  <a:lnTo>
                    <a:pt x="679958" y="1830070"/>
                  </a:lnTo>
                  <a:lnTo>
                    <a:pt x="678434" y="1830070"/>
                  </a:lnTo>
                  <a:lnTo>
                    <a:pt x="680072" y="1829790"/>
                  </a:lnTo>
                  <a:lnTo>
                    <a:pt x="680466" y="1828800"/>
                  </a:lnTo>
                  <a:lnTo>
                    <a:pt x="681609" y="1827530"/>
                  </a:lnTo>
                  <a:lnTo>
                    <a:pt x="673290" y="1828800"/>
                  </a:lnTo>
                  <a:lnTo>
                    <a:pt x="664108" y="1830070"/>
                  </a:lnTo>
                  <a:lnTo>
                    <a:pt x="655459" y="1832610"/>
                  </a:lnTo>
                  <a:lnTo>
                    <a:pt x="648716" y="1835150"/>
                  </a:lnTo>
                  <a:lnTo>
                    <a:pt x="642264" y="1835150"/>
                  </a:lnTo>
                  <a:lnTo>
                    <a:pt x="634034" y="1836420"/>
                  </a:lnTo>
                  <a:lnTo>
                    <a:pt x="620903" y="1836420"/>
                  </a:lnTo>
                  <a:lnTo>
                    <a:pt x="614946" y="1837880"/>
                  </a:lnTo>
                  <a:lnTo>
                    <a:pt x="614603" y="1837880"/>
                  </a:lnTo>
                  <a:lnTo>
                    <a:pt x="608076" y="1838960"/>
                  </a:lnTo>
                  <a:lnTo>
                    <a:pt x="597382" y="1841500"/>
                  </a:lnTo>
                  <a:lnTo>
                    <a:pt x="588784" y="1844040"/>
                  </a:lnTo>
                  <a:lnTo>
                    <a:pt x="579729" y="1846580"/>
                  </a:lnTo>
                  <a:lnTo>
                    <a:pt x="567690" y="1849120"/>
                  </a:lnTo>
                  <a:lnTo>
                    <a:pt x="566826" y="1845462"/>
                  </a:lnTo>
                  <a:lnTo>
                    <a:pt x="567524" y="1845462"/>
                  </a:lnTo>
                  <a:lnTo>
                    <a:pt x="568706" y="1844890"/>
                  </a:lnTo>
                  <a:lnTo>
                    <a:pt x="570611" y="1842770"/>
                  </a:lnTo>
                  <a:lnTo>
                    <a:pt x="566674" y="1842770"/>
                  </a:lnTo>
                  <a:lnTo>
                    <a:pt x="553847" y="1849120"/>
                  </a:lnTo>
                  <a:lnTo>
                    <a:pt x="553974" y="1849120"/>
                  </a:lnTo>
                  <a:lnTo>
                    <a:pt x="553720" y="1850390"/>
                  </a:lnTo>
                  <a:lnTo>
                    <a:pt x="555244" y="1850390"/>
                  </a:lnTo>
                  <a:lnTo>
                    <a:pt x="559054" y="1849120"/>
                  </a:lnTo>
                  <a:lnTo>
                    <a:pt x="553935" y="1851660"/>
                  </a:lnTo>
                  <a:lnTo>
                    <a:pt x="546569" y="1852930"/>
                  </a:lnTo>
                  <a:lnTo>
                    <a:pt x="530479" y="1855470"/>
                  </a:lnTo>
                  <a:lnTo>
                    <a:pt x="533400" y="1855470"/>
                  </a:lnTo>
                  <a:lnTo>
                    <a:pt x="543052" y="1854200"/>
                  </a:lnTo>
                  <a:lnTo>
                    <a:pt x="539369" y="1856740"/>
                  </a:lnTo>
                  <a:lnTo>
                    <a:pt x="531215" y="1858010"/>
                  </a:lnTo>
                  <a:lnTo>
                    <a:pt x="524675" y="1860664"/>
                  </a:lnTo>
                  <a:lnTo>
                    <a:pt x="519264" y="1863090"/>
                  </a:lnTo>
                  <a:lnTo>
                    <a:pt x="513207" y="1864360"/>
                  </a:lnTo>
                  <a:lnTo>
                    <a:pt x="509739" y="1864360"/>
                  </a:lnTo>
                  <a:lnTo>
                    <a:pt x="513118" y="1861820"/>
                  </a:lnTo>
                  <a:lnTo>
                    <a:pt x="517867" y="1860664"/>
                  </a:lnTo>
                  <a:lnTo>
                    <a:pt x="518210" y="1860664"/>
                  </a:lnTo>
                  <a:lnTo>
                    <a:pt x="520192" y="1858010"/>
                  </a:lnTo>
                  <a:lnTo>
                    <a:pt x="518287" y="1858010"/>
                  </a:lnTo>
                  <a:lnTo>
                    <a:pt x="513969" y="1855470"/>
                  </a:lnTo>
                  <a:lnTo>
                    <a:pt x="518795" y="1854200"/>
                  </a:lnTo>
                  <a:lnTo>
                    <a:pt x="511416" y="1855470"/>
                  </a:lnTo>
                  <a:lnTo>
                    <a:pt x="504634" y="1856740"/>
                  </a:lnTo>
                  <a:lnTo>
                    <a:pt x="498030" y="1859280"/>
                  </a:lnTo>
                  <a:lnTo>
                    <a:pt x="490677" y="1860664"/>
                  </a:lnTo>
                  <a:lnTo>
                    <a:pt x="481533" y="1861820"/>
                  </a:lnTo>
                  <a:lnTo>
                    <a:pt x="471576" y="1864360"/>
                  </a:lnTo>
                  <a:lnTo>
                    <a:pt x="462051" y="1866900"/>
                  </a:lnTo>
                  <a:lnTo>
                    <a:pt x="453390" y="1868170"/>
                  </a:lnTo>
                  <a:lnTo>
                    <a:pt x="459105" y="1868170"/>
                  </a:lnTo>
                  <a:lnTo>
                    <a:pt x="456819" y="1869440"/>
                  </a:lnTo>
                  <a:lnTo>
                    <a:pt x="450215" y="1869440"/>
                  </a:lnTo>
                  <a:lnTo>
                    <a:pt x="446532" y="1871980"/>
                  </a:lnTo>
                  <a:lnTo>
                    <a:pt x="447167" y="1870710"/>
                  </a:lnTo>
                  <a:lnTo>
                    <a:pt x="438632" y="1870710"/>
                  </a:lnTo>
                  <a:lnTo>
                    <a:pt x="434936" y="1871980"/>
                  </a:lnTo>
                  <a:lnTo>
                    <a:pt x="424192" y="1875790"/>
                  </a:lnTo>
                  <a:lnTo>
                    <a:pt x="413283" y="1878330"/>
                  </a:lnTo>
                  <a:lnTo>
                    <a:pt x="405384" y="1880870"/>
                  </a:lnTo>
                  <a:lnTo>
                    <a:pt x="402082" y="1880870"/>
                  </a:lnTo>
                  <a:lnTo>
                    <a:pt x="405130" y="1878330"/>
                  </a:lnTo>
                  <a:lnTo>
                    <a:pt x="406273" y="1877060"/>
                  </a:lnTo>
                  <a:lnTo>
                    <a:pt x="416941" y="1877060"/>
                  </a:lnTo>
                  <a:lnTo>
                    <a:pt x="419227" y="1875790"/>
                  </a:lnTo>
                  <a:lnTo>
                    <a:pt x="421513" y="1874520"/>
                  </a:lnTo>
                  <a:lnTo>
                    <a:pt x="414782" y="1875790"/>
                  </a:lnTo>
                  <a:lnTo>
                    <a:pt x="409956" y="1875790"/>
                  </a:lnTo>
                  <a:lnTo>
                    <a:pt x="411099" y="1874520"/>
                  </a:lnTo>
                  <a:lnTo>
                    <a:pt x="404215" y="1877060"/>
                  </a:lnTo>
                  <a:lnTo>
                    <a:pt x="395973" y="1879600"/>
                  </a:lnTo>
                  <a:lnTo>
                    <a:pt x="388416" y="1882140"/>
                  </a:lnTo>
                  <a:lnTo>
                    <a:pt x="495046" y="1882140"/>
                  </a:lnTo>
                  <a:lnTo>
                    <a:pt x="495554" y="1880870"/>
                  </a:lnTo>
                  <a:lnTo>
                    <a:pt x="506857" y="1880870"/>
                  </a:lnTo>
                  <a:lnTo>
                    <a:pt x="512699" y="1879600"/>
                  </a:lnTo>
                  <a:lnTo>
                    <a:pt x="510794" y="1880870"/>
                  </a:lnTo>
                  <a:lnTo>
                    <a:pt x="519811" y="1879600"/>
                  </a:lnTo>
                  <a:lnTo>
                    <a:pt x="523494" y="1879600"/>
                  </a:lnTo>
                  <a:lnTo>
                    <a:pt x="537591" y="1871980"/>
                  </a:lnTo>
                  <a:lnTo>
                    <a:pt x="540131" y="1875790"/>
                  </a:lnTo>
                  <a:lnTo>
                    <a:pt x="549021" y="1873250"/>
                  </a:lnTo>
                  <a:lnTo>
                    <a:pt x="546989" y="1873250"/>
                  </a:lnTo>
                  <a:lnTo>
                    <a:pt x="553542" y="1871980"/>
                  </a:lnTo>
                  <a:lnTo>
                    <a:pt x="561987" y="1870710"/>
                  </a:lnTo>
                  <a:lnTo>
                    <a:pt x="576707" y="1870710"/>
                  </a:lnTo>
                  <a:lnTo>
                    <a:pt x="605663" y="1864360"/>
                  </a:lnTo>
                  <a:lnTo>
                    <a:pt x="617258" y="1861820"/>
                  </a:lnTo>
                  <a:lnTo>
                    <a:pt x="653008" y="1856740"/>
                  </a:lnTo>
                  <a:lnTo>
                    <a:pt x="677278" y="1854200"/>
                  </a:lnTo>
                  <a:lnTo>
                    <a:pt x="689406" y="1852930"/>
                  </a:lnTo>
                  <a:lnTo>
                    <a:pt x="731901" y="1846580"/>
                  </a:lnTo>
                  <a:lnTo>
                    <a:pt x="735507" y="1845462"/>
                  </a:lnTo>
                  <a:lnTo>
                    <a:pt x="728497" y="1845462"/>
                  </a:lnTo>
                  <a:lnTo>
                    <a:pt x="732028" y="1844040"/>
                  </a:lnTo>
                  <a:lnTo>
                    <a:pt x="738251" y="1842770"/>
                  </a:lnTo>
                  <a:lnTo>
                    <a:pt x="739216" y="1841893"/>
                  </a:lnTo>
                  <a:lnTo>
                    <a:pt x="733044" y="1842770"/>
                  </a:lnTo>
                  <a:lnTo>
                    <a:pt x="732663" y="1842770"/>
                  </a:lnTo>
                  <a:lnTo>
                    <a:pt x="729615" y="1844040"/>
                  </a:lnTo>
                  <a:lnTo>
                    <a:pt x="725805" y="1845462"/>
                  </a:lnTo>
                  <a:lnTo>
                    <a:pt x="722071" y="1845462"/>
                  </a:lnTo>
                  <a:lnTo>
                    <a:pt x="727837" y="1842770"/>
                  </a:lnTo>
                  <a:lnTo>
                    <a:pt x="729361" y="1840230"/>
                  </a:lnTo>
                  <a:lnTo>
                    <a:pt x="736219" y="1840230"/>
                  </a:lnTo>
                  <a:lnTo>
                    <a:pt x="735749" y="1841017"/>
                  </a:lnTo>
                  <a:lnTo>
                    <a:pt x="739648" y="1840230"/>
                  </a:lnTo>
                  <a:lnTo>
                    <a:pt x="739902" y="1838960"/>
                  </a:lnTo>
                  <a:lnTo>
                    <a:pt x="749554" y="1838960"/>
                  </a:lnTo>
                  <a:lnTo>
                    <a:pt x="764895" y="1837880"/>
                  </a:lnTo>
                  <a:lnTo>
                    <a:pt x="767143" y="1837880"/>
                  </a:lnTo>
                  <a:lnTo>
                    <a:pt x="776224" y="1832610"/>
                  </a:lnTo>
                  <a:lnTo>
                    <a:pt x="787146" y="1833880"/>
                  </a:lnTo>
                  <a:lnTo>
                    <a:pt x="790067" y="1833880"/>
                  </a:lnTo>
                  <a:lnTo>
                    <a:pt x="788162" y="1836420"/>
                  </a:lnTo>
                  <a:lnTo>
                    <a:pt x="778256" y="1836420"/>
                  </a:lnTo>
                  <a:lnTo>
                    <a:pt x="775855" y="1837880"/>
                  </a:lnTo>
                  <a:lnTo>
                    <a:pt x="776732" y="1836420"/>
                  </a:lnTo>
                  <a:lnTo>
                    <a:pt x="774738" y="1836420"/>
                  </a:lnTo>
                  <a:lnTo>
                    <a:pt x="761707" y="1838960"/>
                  </a:lnTo>
                  <a:lnTo>
                    <a:pt x="754507" y="1840230"/>
                  </a:lnTo>
                  <a:lnTo>
                    <a:pt x="756285" y="1840230"/>
                  </a:lnTo>
                  <a:lnTo>
                    <a:pt x="748665" y="1844040"/>
                  </a:lnTo>
                  <a:lnTo>
                    <a:pt x="752602" y="1842770"/>
                  </a:lnTo>
                  <a:lnTo>
                    <a:pt x="763905" y="1840230"/>
                  </a:lnTo>
                  <a:lnTo>
                    <a:pt x="762254" y="1841500"/>
                  </a:lnTo>
                  <a:lnTo>
                    <a:pt x="770128" y="1840230"/>
                  </a:lnTo>
                  <a:lnTo>
                    <a:pt x="767207" y="1838960"/>
                  </a:lnTo>
                  <a:lnTo>
                    <a:pt x="774712" y="1837880"/>
                  </a:lnTo>
                  <a:lnTo>
                    <a:pt x="775843" y="1837880"/>
                  </a:lnTo>
                  <a:lnTo>
                    <a:pt x="774065" y="1838960"/>
                  </a:lnTo>
                  <a:lnTo>
                    <a:pt x="780669" y="1840230"/>
                  </a:lnTo>
                  <a:lnTo>
                    <a:pt x="780796" y="1838960"/>
                  </a:lnTo>
                  <a:lnTo>
                    <a:pt x="780897" y="1837880"/>
                  </a:lnTo>
                  <a:lnTo>
                    <a:pt x="789266" y="1837880"/>
                  </a:lnTo>
                  <a:lnTo>
                    <a:pt x="790575" y="1836420"/>
                  </a:lnTo>
                  <a:lnTo>
                    <a:pt x="794258" y="1836420"/>
                  </a:lnTo>
                  <a:lnTo>
                    <a:pt x="800862" y="1835150"/>
                  </a:lnTo>
                  <a:lnTo>
                    <a:pt x="797179" y="1837702"/>
                  </a:lnTo>
                  <a:lnTo>
                    <a:pt x="803440" y="1835150"/>
                  </a:lnTo>
                  <a:lnTo>
                    <a:pt x="806577" y="1833880"/>
                  </a:lnTo>
                  <a:lnTo>
                    <a:pt x="805688" y="1836420"/>
                  </a:lnTo>
                  <a:lnTo>
                    <a:pt x="819162" y="1833880"/>
                  </a:lnTo>
                  <a:lnTo>
                    <a:pt x="824306" y="1832610"/>
                  </a:lnTo>
                  <a:lnTo>
                    <a:pt x="829449" y="1831340"/>
                  </a:lnTo>
                  <a:lnTo>
                    <a:pt x="839279" y="1830070"/>
                  </a:lnTo>
                  <a:lnTo>
                    <a:pt x="851408" y="1828800"/>
                  </a:lnTo>
                  <a:lnTo>
                    <a:pt x="848360" y="1828800"/>
                  </a:lnTo>
                  <a:lnTo>
                    <a:pt x="857123" y="1823720"/>
                  </a:lnTo>
                  <a:lnTo>
                    <a:pt x="867029" y="1823720"/>
                  </a:lnTo>
                  <a:lnTo>
                    <a:pt x="865124" y="1824990"/>
                  </a:lnTo>
                  <a:lnTo>
                    <a:pt x="868807" y="1823720"/>
                  </a:lnTo>
                  <a:lnTo>
                    <a:pt x="872490" y="1822450"/>
                  </a:lnTo>
                  <a:lnTo>
                    <a:pt x="887298" y="1822450"/>
                  </a:lnTo>
                  <a:lnTo>
                    <a:pt x="895616" y="1821180"/>
                  </a:lnTo>
                  <a:lnTo>
                    <a:pt x="903909" y="1820087"/>
                  </a:lnTo>
                  <a:lnTo>
                    <a:pt x="909701" y="1818640"/>
                  </a:lnTo>
                  <a:lnTo>
                    <a:pt x="912304" y="1817370"/>
                  </a:lnTo>
                  <a:lnTo>
                    <a:pt x="914908" y="1816100"/>
                  </a:lnTo>
                  <a:lnTo>
                    <a:pt x="922782" y="1816100"/>
                  </a:lnTo>
                  <a:lnTo>
                    <a:pt x="921639" y="1817370"/>
                  </a:lnTo>
                  <a:lnTo>
                    <a:pt x="931291" y="1817370"/>
                  </a:lnTo>
                  <a:lnTo>
                    <a:pt x="930529" y="1816100"/>
                  </a:lnTo>
                  <a:lnTo>
                    <a:pt x="928243" y="1812290"/>
                  </a:lnTo>
                  <a:lnTo>
                    <a:pt x="939038" y="1812290"/>
                  </a:lnTo>
                  <a:lnTo>
                    <a:pt x="938657" y="1809750"/>
                  </a:lnTo>
                  <a:lnTo>
                    <a:pt x="933196" y="1809750"/>
                  </a:lnTo>
                  <a:lnTo>
                    <a:pt x="931926" y="1809750"/>
                  </a:lnTo>
                  <a:lnTo>
                    <a:pt x="930529" y="1808480"/>
                  </a:lnTo>
                  <a:lnTo>
                    <a:pt x="933196" y="1809750"/>
                  </a:lnTo>
                  <a:lnTo>
                    <a:pt x="944372" y="1808480"/>
                  </a:lnTo>
                  <a:lnTo>
                    <a:pt x="941578" y="1807210"/>
                  </a:lnTo>
                  <a:lnTo>
                    <a:pt x="951738" y="1804670"/>
                  </a:lnTo>
                  <a:lnTo>
                    <a:pt x="948817" y="1805940"/>
                  </a:lnTo>
                  <a:lnTo>
                    <a:pt x="949706" y="1805940"/>
                  </a:lnTo>
                  <a:lnTo>
                    <a:pt x="955548" y="1804670"/>
                  </a:lnTo>
                  <a:lnTo>
                    <a:pt x="962914" y="1803400"/>
                  </a:lnTo>
                  <a:lnTo>
                    <a:pt x="958342" y="1805940"/>
                  </a:lnTo>
                  <a:lnTo>
                    <a:pt x="955802" y="1807210"/>
                  </a:lnTo>
                  <a:lnTo>
                    <a:pt x="962279" y="1804670"/>
                  </a:lnTo>
                  <a:lnTo>
                    <a:pt x="969899" y="1804670"/>
                  </a:lnTo>
                  <a:lnTo>
                    <a:pt x="977773" y="1803400"/>
                  </a:lnTo>
                  <a:lnTo>
                    <a:pt x="974725" y="1804670"/>
                  </a:lnTo>
                  <a:lnTo>
                    <a:pt x="984885" y="1803400"/>
                  </a:lnTo>
                  <a:lnTo>
                    <a:pt x="991235" y="1800860"/>
                  </a:lnTo>
                  <a:lnTo>
                    <a:pt x="1009269" y="1798320"/>
                  </a:lnTo>
                  <a:lnTo>
                    <a:pt x="1003808" y="1802130"/>
                  </a:lnTo>
                  <a:lnTo>
                    <a:pt x="1010158" y="1802130"/>
                  </a:lnTo>
                  <a:lnTo>
                    <a:pt x="1006602" y="1800860"/>
                  </a:lnTo>
                  <a:lnTo>
                    <a:pt x="1008126" y="1799590"/>
                  </a:lnTo>
                  <a:lnTo>
                    <a:pt x="1012761" y="1798320"/>
                  </a:lnTo>
                  <a:lnTo>
                    <a:pt x="1017397" y="1797050"/>
                  </a:lnTo>
                  <a:lnTo>
                    <a:pt x="1019810" y="1798320"/>
                  </a:lnTo>
                  <a:lnTo>
                    <a:pt x="1025017" y="1798320"/>
                  </a:lnTo>
                  <a:lnTo>
                    <a:pt x="1030643" y="1797050"/>
                  </a:lnTo>
                  <a:lnTo>
                    <a:pt x="1036269" y="1795780"/>
                  </a:lnTo>
                  <a:lnTo>
                    <a:pt x="1047699" y="1795780"/>
                  </a:lnTo>
                  <a:lnTo>
                    <a:pt x="1058672" y="1794510"/>
                  </a:lnTo>
                  <a:lnTo>
                    <a:pt x="1068578" y="1790700"/>
                  </a:lnTo>
                  <a:lnTo>
                    <a:pt x="1070610" y="1791970"/>
                  </a:lnTo>
                  <a:lnTo>
                    <a:pt x="1075067" y="1790700"/>
                  </a:lnTo>
                  <a:lnTo>
                    <a:pt x="1083995" y="1788160"/>
                  </a:lnTo>
                  <a:lnTo>
                    <a:pt x="1097864" y="1785620"/>
                  </a:lnTo>
                  <a:lnTo>
                    <a:pt x="1104417" y="1784350"/>
                  </a:lnTo>
                  <a:lnTo>
                    <a:pt x="1110983" y="1783080"/>
                  </a:lnTo>
                  <a:lnTo>
                    <a:pt x="1122172" y="1779270"/>
                  </a:lnTo>
                  <a:lnTo>
                    <a:pt x="1134325" y="1779270"/>
                  </a:lnTo>
                  <a:lnTo>
                    <a:pt x="1137158" y="1778000"/>
                  </a:lnTo>
                  <a:lnTo>
                    <a:pt x="1139990" y="1776730"/>
                  </a:lnTo>
                  <a:lnTo>
                    <a:pt x="1142631" y="1775460"/>
                  </a:lnTo>
                  <a:lnTo>
                    <a:pt x="1145260" y="1774190"/>
                  </a:lnTo>
                  <a:lnTo>
                    <a:pt x="1153312" y="1773262"/>
                  </a:lnTo>
                  <a:lnTo>
                    <a:pt x="1197775" y="1765300"/>
                  </a:lnTo>
                  <a:lnTo>
                    <a:pt x="1204874" y="1764030"/>
                  </a:lnTo>
                  <a:lnTo>
                    <a:pt x="1240688" y="1757680"/>
                  </a:lnTo>
                  <a:lnTo>
                    <a:pt x="1283093" y="1750060"/>
                  </a:lnTo>
                  <a:lnTo>
                    <a:pt x="1297127" y="1747520"/>
                  </a:lnTo>
                  <a:lnTo>
                    <a:pt x="1305356" y="1746034"/>
                  </a:lnTo>
                  <a:lnTo>
                    <a:pt x="1305153" y="1746034"/>
                  </a:lnTo>
                  <a:lnTo>
                    <a:pt x="1350772" y="1736090"/>
                  </a:lnTo>
                  <a:lnTo>
                    <a:pt x="1351153" y="1737360"/>
                  </a:lnTo>
                  <a:lnTo>
                    <a:pt x="1358150" y="1736090"/>
                  </a:lnTo>
                  <a:lnTo>
                    <a:pt x="1400136" y="1728470"/>
                  </a:lnTo>
                  <a:lnTo>
                    <a:pt x="1460322" y="1715770"/>
                  </a:lnTo>
                  <a:lnTo>
                    <a:pt x="1513967" y="1704340"/>
                  </a:lnTo>
                  <a:lnTo>
                    <a:pt x="1543685" y="1697990"/>
                  </a:lnTo>
                  <a:lnTo>
                    <a:pt x="1550492" y="1696720"/>
                  </a:lnTo>
                  <a:lnTo>
                    <a:pt x="1591322" y="1689100"/>
                  </a:lnTo>
                  <a:lnTo>
                    <a:pt x="1609318" y="1685290"/>
                  </a:lnTo>
                  <a:close/>
                </a:path>
                <a:path w="3108960" h="1905000">
                  <a:moveTo>
                    <a:pt x="1618475" y="688594"/>
                  </a:moveTo>
                  <a:lnTo>
                    <a:pt x="1617891" y="686054"/>
                  </a:lnTo>
                  <a:lnTo>
                    <a:pt x="1617713" y="685330"/>
                  </a:lnTo>
                  <a:lnTo>
                    <a:pt x="1616417" y="684784"/>
                  </a:lnTo>
                  <a:lnTo>
                    <a:pt x="1607693" y="684784"/>
                  </a:lnTo>
                  <a:lnTo>
                    <a:pt x="1603629" y="683514"/>
                  </a:lnTo>
                  <a:lnTo>
                    <a:pt x="1610233" y="687324"/>
                  </a:lnTo>
                  <a:lnTo>
                    <a:pt x="1609217" y="686054"/>
                  </a:lnTo>
                  <a:lnTo>
                    <a:pt x="1614551" y="687324"/>
                  </a:lnTo>
                  <a:lnTo>
                    <a:pt x="1618475" y="688594"/>
                  </a:lnTo>
                  <a:close/>
                </a:path>
                <a:path w="3108960" h="1905000">
                  <a:moveTo>
                    <a:pt x="1621790" y="701294"/>
                  </a:moveTo>
                  <a:lnTo>
                    <a:pt x="1620520" y="697484"/>
                  </a:lnTo>
                  <a:lnTo>
                    <a:pt x="1611630" y="697484"/>
                  </a:lnTo>
                  <a:lnTo>
                    <a:pt x="1621790" y="701294"/>
                  </a:lnTo>
                  <a:close/>
                </a:path>
                <a:path w="3108960" h="1905000">
                  <a:moveTo>
                    <a:pt x="1622298" y="195072"/>
                  </a:moveTo>
                  <a:lnTo>
                    <a:pt x="1622234" y="194348"/>
                  </a:lnTo>
                  <a:lnTo>
                    <a:pt x="1622171" y="193522"/>
                  </a:lnTo>
                  <a:lnTo>
                    <a:pt x="1621409" y="195072"/>
                  </a:lnTo>
                  <a:lnTo>
                    <a:pt x="1621917" y="195072"/>
                  </a:lnTo>
                  <a:lnTo>
                    <a:pt x="1622298" y="195072"/>
                  </a:lnTo>
                  <a:close/>
                </a:path>
                <a:path w="3108960" h="1905000">
                  <a:moveTo>
                    <a:pt x="1622818" y="194081"/>
                  </a:moveTo>
                  <a:lnTo>
                    <a:pt x="1622602" y="194348"/>
                  </a:lnTo>
                  <a:lnTo>
                    <a:pt x="1622298" y="195072"/>
                  </a:lnTo>
                  <a:lnTo>
                    <a:pt x="1622679" y="195072"/>
                  </a:lnTo>
                  <a:lnTo>
                    <a:pt x="1622780" y="194348"/>
                  </a:lnTo>
                  <a:lnTo>
                    <a:pt x="1622818" y="194081"/>
                  </a:lnTo>
                  <a:close/>
                </a:path>
                <a:path w="3108960" h="1905000">
                  <a:moveTo>
                    <a:pt x="1624393" y="688721"/>
                  </a:moveTo>
                  <a:lnTo>
                    <a:pt x="1622298" y="687324"/>
                  </a:lnTo>
                  <a:lnTo>
                    <a:pt x="1623822" y="688721"/>
                  </a:lnTo>
                  <a:lnTo>
                    <a:pt x="1624393" y="688721"/>
                  </a:lnTo>
                  <a:close/>
                </a:path>
                <a:path w="3108960" h="1905000">
                  <a:moveTo>
                    <a:pt x="1624457" y="182372"/>
                  </a:moveTo>
                  <a:lnTo>
                    <a:pt x="1623314" y="182372"/>
                  </a:lnTo>
                  <a:lnTo>
                    <a:pt x="1621497" y="185204"/>
                  </a:lnTo>
                  <a:lnTo>
                    <a:pt x="1621917" y="190309"/>
                  </a:lnTo>
                  <a:lnTo>
                    <a:pt x="1622005" y="191452"/>
                  </a:lnTo>
                  <a:lnTo>
                    <a:pt x="1622082" y="192405"/>
                  </a:lnTo>
                  <a:lnTo>
                    <a:pt x="1622171" y="193522"/>
                  </a:lnTo>
                  <a:lnTo>
                    <a:pt x="1622602" y="192620"/>
                  </a:lnTo>
                  <a:lnTo>
                    <a:pt x="1622717" y="192405"/>
                  </a:lnTo>
                  <a:lnTo>
                    <a:pt x="1623339" y="190309"/>
                  </a:lnTo>
                  <a:lnTo>
                    <a:pt x="1624457" y="182372"/>
                  </a:lnTo>
                  <a:close/>
                </a:path>
                <a:path w="3108960" h="1905000">
                  <a:moveTo>
                    <a:pt x="1627543" y="182372"/>
                  </a:moveTo>
                  <a:lnTo>
                    <a:pt x="1625727" y="182372"/>
                  </a:lnTo>
                  <a:lnTo>
                    <a:pt x="1623339" y="190309"/>
                  </a:lnTo>
                  <a:lnTo>
                    <a:pt x="1623187" y="191452"/>
                  </a:lnTo>
                  <a:lnTo>
                    <a:pt x="1626387" y="184912"/>
                  </a:lnTo>
                  <a:lnTo>
                    <a:pt x="1627543" y="182372"/>
                  </a:lnTo>
                  <a:close/>
                </a:path>
                <a:path w="3108960" h="1905000">
                  <a:moveTo>
                    <a:pt x="1627632" y="182372"/>
                  </a:moveTo>
                  <a:lnTo>
                    <a:pt x="1626400" y="184912"/>
                  </a:lnTo>
                  <a:lnTo>
                    <a:pt x="1623529" y="191452"/>
                  </a:lnTo>
                  <a:lnTo>
                    <a:pt x="1623110" y="192265"/>
                  </a:lnTo>
                  <a:lnTo>
                    <a:pt x="1622234" y="194348"/>
                  </a:lnTo>
                  <a:lnTo>
                    <a:pt x="1623021" y="192620"/>
                  </a:lnTo>
                  <a:lnTo>
                    <a:pt x="1622894" y="193522"/>
                  </a:lnTo>
                  <a:lnTo>
                    <a:pt x="1623326" y="192620"/>
                  </a:lnTo>
                  <a:lnTo>
                    <a:pt x="1627632" y="182372"/>
                  </a:lnTo>
                  <a:close/>
                </a:path>
                <a:path w="3108960" h="1905000">
                  <a:moveTo>
                    <a:pt x="1629664" y="692404"/>
                  </a:moveTo>
                  <a:lnTo>
                    <a:pt x="1628940" y="691857"/>
                  </a:lnTo>
                  <a:lnTo>
                    <a:pt x="1623441" y="691134"/>
                  </a:lnTo>
                  <a:lnTo>
                    <a:pt x="1625307" y="692404"/>
                  </a:lnTo>
                  <a:lnTo>
                    <a:pt x="1629664" y="692404"/>
                  </a:lnTo>
                  <a:close/>
                </a:path>
                <a:path w="3108960" h="1905000">
                  <a:moveTo>
                    <a:pt x="1630768" y="692086"/>
                  </a:moveTo>
                  <a:lnTo>
                    <a:pt x="1628775" y="691134"/>
                  </a:lnTo>
                  <a:lnTo>
                    <a:pt x="1626362" y="689864"/>
                  </a:lnTo>
                  <a:lnTo>
                    <a:pt x="1628940" y="691857"/>
                  </a:lnTo>
                  <a:lnTo>
                    <a:pt x="1630768" y="692086"/>
                  </a:lnTo>
                  <a:close/>
                </a:path>
                <a:path w="3108960" h="1905000">
                  <a:moveTo>
                    <a:pt x="1630934" y="696214"/>
                  </a:moveTo>
                  <a:lnTo>
                    <a:pt x="1625307" y="692404"/>
                  </a:lnTo>
                  <a:lnTo>
                    <a:pt x="1619504" y="692404"/>
                  </a:lnTo>
                  <a:lnTo>
                    <a:pt x="1620393" y="693674"/>
                  </a:lnTo>
                  <a:lnTo>
                    <a:pt x="1619250" y="693674"/>
                  </a:lnTo>
                  <a:lnTo>
                    <a:pt x="1625219" y="696214"/>
                  </a:lnTo>
                  <a:lnTo>
                    <a:pt x="1630934" y="696214"/>
                  </a:lnTo>
                  <a:close/>
                </a:path>
                <a:path w="3108960" h="1905000">
                  <a:moveTo>
                    <a:pt x="1633220" y="692404"/>
                  </a:moveTo>
                  <a:lnTo>
                    <a:pt x="1630768" y="692086"/>
                  </a:lnTo>
                  <a:lnTo>
                    <a:pt x="1631442" y="692404"/>
                  </a:lnTo>
                  <a:lnTo>
                    <a:pt x="1633220" y="692404"/>
                  </a:lnTo>
                  <a:close/>
                </a:path>
                <a:path w="3108960" h="1905000">
                  <a:moveTo>
                    <a:pt x="1635582" y="688721"/>
                  </a:moveTo>
                  <a:lnTo>
                    <a:pt x="1632585" y="688721"/>
                  </a:lnTo>
                  <a:lnTo>
                    <a:pt x="1634705" y="689762"/>
                  </a:lnTo>
                  <a:lnTo>
                    <a:pt x="1635455" y="688873"/>
                  </a:lnTo>
                  <a:lnTo>
                    <a:pt x="1635582" y="688721"/>
                  </a:lnTo>
                  <a:close/>
                </a:path>
                <a:path w="3108960" h="1905000">
                  <a:moveTo>
                    <a:pt x="1650619" y="710184"/>
                  </a:moveTo>
                  <a:lnTo>
                    <a:pt x="1648841" y="708914"/>
                  </a:lnTo>
                  <a:lnTo>
                    <a:pt x="1646682" y="705104"/>
                  </a:lnTo>
                  <a:lnTo>
                    <a:pt x="1650365" y="705104"/>
                  </a:lnTo>
                  <a:lnTo>
                    <a:pt x="1641386" y="702564"/>
                  </a:lnTo>
                  <a:lnTo>
                    <a:pt x="1634121" y="701294"/>
                  </a:lnTo>
                  <a:lnTo>
                    <a:pt x="1628305" y="700024"/>
                  </a:lnTo>
                  <a:lnTo>
                    <a:pt x="1623695" y="697484"/>
                  </a:lnTo>
                  <a:lnTo>
                    <a:pt x="1620520" y="697484"/>
                  </a:lnTo>
                  <a:lnTo>
                    <a:pt x="1627632" y="700024"/>
                  </a:lnTo>
                  <a:lnTo>
                    <a:pt x="1631188" y="702564"/>
                  </a:lnTo>
                  <a:lnTo>
                    <a:pt x="1626362" y="701294"/>
                  </a:lnTo>
                  <a:lnTo>
                    <a:pt x="1636903" y="706374"/>
                  </a:lnTo>
                  <a:lnTo>
                    <a:pt x="1645539" y="710184"/>
                  </a:lnTo>
                  <a:lnTo>
                    <a:pt x="1650619" y="710184"/>
                  </a:lnTo>
                  <a:close/>
                </a:path>
                <a:path w="3108960" h="1905000">
                  <a:moveTo>
                    <a:pt x="1650707" y="700493"/>
                  </a:moveTo>
                  <a:lnTo>
                    <a:pt x="1642618" y="694944"/>
                  </a:lnTo>
                  <a:lnTo>
                    <a:pt x="1635252" y="693674"/>
                  </a:lnTo>
                  <a:lnTo>
                    <a:pt x="1639087" y="696214"/>
                  </a:lnTo>
                  <a:lnTo>
                    <a:pt x="1645221" y="698754"/>
                  </a:lnTo>
                  <a:lnTo>
                    <a:pt x="1650707" y="700493"/>
                  </a:lnTo>
                  <a:close/>
                </a:path>
                <a:path w="3108960" h="1905000">
                  <a:moveTo>
                    <a:pt x="1651000" y="1645920"/>
                  </a:moveTo>
                  <a:lnTo>
                    <a:pt x="1649730" y="1645920"/>
                  </a:lnTo>
                  <a:lnTo>
                    <a:pt x="1648968" y="1647190"/>
                  </a:lnTo>
                  <a:lnTo>
                    <a:pt x="1649603" y="1647190"/>
                  </a:lnTo>
                  <a:lnTo>
                    <a:pt x="1651000" y="1645920"/>
                  </a:lnTo>
                  <a:close/>
                </a:path>
                <a:path w="3108960" h="1905000">
                  <a:moveTo>
                    <a:pt x="1652562" y="701078"/>
                  </a:moveTo>
                  <a:lnTo>
                    <a:pt x="1650707" y="700493"/>
                  </a:lnTo>
                  <a:lnTo>
                    <a:pt x="1651889" y="701294"/>
                  </a:lnTo>
                  <a:lnTo>
                    <a:pt x="1652562" y="701078"/>
                  </a:lnTo>
                  <a:close/>
                </a:path>
                <a:path w="3108960" h="1905000">
                  <a:moveTo>
                    <a:pt x="1653667" y="1675130"/>
                  </a:moveTo>
                  <a:lnTo>
                    <a:pt x="1651889" y="1675130"/>
                  </a:lnTo>
                  <a:lnTo>
                    <a:pt x="1650238" y="1676400"/>
                  </a:lnTo>
                  <a:lnTo>
                    <a:pt x="1653667" y="1675130"/>
                  </a:lnTo>
                  <a:close/>
                </a:path>
                <a:path w="3108960" h="1905000">
                  <a:moveTo>
                    <a:pt x="1653705" y="704697"/>
                  </a:moveTo>
                  <a:lnTo>
                    <a:pt x="1646428" y="700024"/>
                  </a:lnTo>
                  <a:lnTo>
                    <a:pt x="1642491" y="701294"/>
                  </a:lnTo>
                  <a:lnTo>
                    <a:pt x="1649704" y="703834"/>
                  </a:lnTo>
                  <a:lnTo>
                    <a:pt x="1653705" y="704697"/>
                  </a:lnTo>
                  <a:close/>
                </a:path>
                <a:path w="3108960" h="1905000">
                  <a:moveTo>
                    <a:pt x="1659039" y="705853"/>
                  </a:moveTo>
                  <a:lnTo>
                    <a:pt x="1653705" y="704697"/>
                  </a:lnTo>
                  <a:lnTo>
                    <a:pt x="1656334" y="706374"/>
                  </a:lnTo>
                  <a:lnTo>
                    <a:pt x="1659039" y="705853"/>
                  </a:lnTo>
                  <a:close/>
                </a:path>
                <a:path w="3108960" h="1905000">
                  <a:moveTo>
                    <a:pt x="1663484" y="144792"/>
                  </a:moveTo>
                  <a:lnTo>
                    <a:pt x="1658620" y="156972"/>
                  </a:lnTo>
                  <a:lnTo>
                    <a:pt x="1662557" y="156972"/>
                  </a:lnTo>
                  <a:lnTo>
                    <a:pt x="1663484" y="144792"/>
                  </a:lnTo>
                  <a:close/>
                </a:path>
                <a:path w="3108960" h="1905000">
                  <a:moveTo>
                    <a:pt x="1672336" y="131572"/>
                  </a:moveTo>
                  <a:lnTo>
                    <a:pt x="1665617" y="131572"/>
                  </a:lnTo>
                  <a:lnTo>
                    <a:pt x="1661325" y="139331"/>
                  </a:lnTo>
                  <a:lnTo>
                    <a:pt x="1661083" y="143370"/>
                  </a:lnTo>
                  <a:lnTo>
                    <a:pt x="1661020" y="144386"/>
                  </a:lnTo>
                  <a:lnTo>
                    <a:pt x="1658518" y="144386"/>
                  </a:lnTo>
                  <a:lnTo>
                    <a:pt x="1661325" y="139331"/>
                  </a:lnTo>
                  <a:lnTo>
                    <a:pt x="1661782" y="131737"/>
                  </a:lnTo>
                  <a:lnTo>
                    <a:pt x="1661795" y="131572"/>
                  </a:lnTo>
                  <a:lnTo>
                    <a:pt x="1657604" y="131572"/>
                  </a:lnTo>
                  <a:lnTo>
                    <a:pt x="1656537" y="143370"/>
                  </a:lnTo>
                  <a:lnTo>
                    <a:pt x="1656448" y="144386"/>
                  </a:lnTo>
                  <a:lnTo>
                    <a:pt x="1651711" y="144386"/>
                  </a:lnTo>
                  <a:lnTo>
                    <a:pt x="1647190" y="156972"/>
                  </a:lnTo>
                  <a:lnTo>
                    <a:pt x="1648650" y="144792"/>
                  </a:lnTo>
                  <a:lnTo>
                    <a:pt x="1648688" y="144386"/>
                  </a:lnTo>
                  <a:lnTo>
                    <a:pt x="1648307" y="144792"/>
                  </a:lnTo>
                  <a:lnTo>
                    <a:pt x="1638935" y="156972"/>
                  </a:lnTo>
                  <a:lnTo>
                    <a:pt x="1631950" y="156972"/>
                  </a:lnTo>
                  <a:lnTo>
                    <a:pt x="1629537" y="169672"/>
                  </a:lnTo>
                  <a:lnTo>
                    <a:pt x="1617218" y="169672"/>
                  </a:lnTo>
                  <a:lnTo>
                    <a:pt x="1615313" y="182372"/>
                  </a:lnTo>
                  <a:lnTo>
                    <a:pt x="1607947" y="182372"/>
                  </a:lnTo>
                  <a:lnTo>
                    <a:pt x="1603248" y="195072"/>
                  </a:lnTo>
                  <a:lnTo>
                    <a:pt x="1604137" y="186982"/>
                  </a:lnTo>
                  <a:lnTo>
                    <a:pt x="1599704" y="195072"/>
                  </a:lnTo>
                  <a:lnTo>
                    <a:pt x="1599057" y="195072"/>
                  </a:lnTo>
                  <a:lnTo>
                    <a:pt x="1602105" y="182372"/>
                  </a:lnTo>
                  <a:lnTo>
                    <a:pt x="1599565" y="182372"/>
                  </a:lnTo>
                  <a:lnTo>
                    <a:pt x="1597279" y="195072"/>
                  </a:lnTo>
                  <a:lnTo>
                    <a:pt x="1588897" y="195072"/>
                  </a:lnTo>
                  <a:lnTo>
                    <a:pt x="1585214" y="207772"/>
                  </a:lnTo>
                  <a:lnTo>
                    <a:pt x="1579626" y="207772"/>
                  </a:lnTo>
                  <a:lnTo>
                    <a:pt x="1580502" y="205016"/>
                  </a:lnTo>
                  <a:lnTo>
                    <a:pt x="1578991" y="207772"/>
                  </a:lnTo>
                  <a:lnTo>
                    <a:pt x="1576324" y="207772"/>
                  </a:lnTo>
                  <a:lnTo>
                    <a:pt x="1569720" y="216700"/>
                  </a:lnTo>
                  <a:lnTo>
                    <a:pt x="1568043" y="220472"/>
                  </a:lnTo>
                  <a:lnTo>
                    <a:pt x="1568958" y="220472"/>
                  </a:lnTo>
                  <a:lnTo>
                    <a:pt x="1565275" y="233172"/>
                  </a:lnTo>
                  <a:lnTo>
                    <a:pt x="1566278" y="220472"/>
                  </a:lnTo>
                  <a:lnTo>
                    <a:pt x="1566926" y="220472"/>
                  </a:lnTo>
                  <a:lnTo>
                    <a:pt x="1569720" y="216700"/>
                  </a:lnTo>
                  <a:lnTo>
                    <a:pt x="1573657" y="207772"/>
                  </a:lnTo>
                  <a:lnTo>
                    <a:pt x="1561503" y="217424"/>
                  </a:lnTo>
                  <a:lnTo>
                    <a:pt x="1561503" y="220472"/>
                  </a:lnTo>
                  <a:lnTo>
                    <a:pt x="1560017" y="223748"/>
                  </a:lnTo>
                  <a:lnTo>
                    <a:pt x="1559331" y="233172"/>
                  </a:lnTo>
                  <a:lnTo>
                    <a:pt x="1555699" y="233172"/>
                  </a:lnTo>
                  <a:lnTo>
                    <a:pt x="1560017" y="223748"/>
                  </a:lnTo>
                  <a:lnTo>
                    <a:pt x="1560258" y="220472"/>
                  </a:lnTo>
                  <a:lnTo>
                    <a:pt x="1561503" y="220472"/>
                  </a:lnTo>
                  <a:lnTo>
                    <a:pt x="1561503" y="217424"/>
                  </a:lnTo>
                  <a:lnTo>
                    <a:pt x="1557655" y="220472"/>
                  </a:lnTo>
                  <a:lnTo>
                    <a:pt x="1543202" y="233172"/>
                  </a:lnTo>
                  <a:lnTo>
                    <a:pt x="1527632" y="245872"/>
                  </a:lnTo>
                  <a:lnTo>
                    <a:pt x="1512836" y="258572"/>
                  </a:lnTo>
                  <a:lnTo>
                    <a:pt x="1500759" y="283972"/>
                  </a:lnTo>
                  <a:lnTo>
                    <a:pt x="1493520" y="283972"/>
                  </a:lnTo>
                  <a:lnTo>
                    <a:pt x="1486408" y="296672"/>
                  </a:lnTo>
                  <a:lnTo>
                    <a:pt x="1479042" y="296672"/>
                  </a:lnTo>
                  <a:lnTo>
                    <a:pt x="1476756" y="309372"/>
                  </a:lnTo>
                  <a:lnTo>
                    <a:pt x="1455686" y="309372"/>
                  </a:lnTo>
                  <a:lnTo>
                    <a:pt x="1451432" y="322110"/>
                  </a:lnTo>
                  <a:lnTo>
                    <a:pt x="1447330" y="322110"/>
                  </a:lnTo>
                  <a:lnTo>
                    <a:pt x="1442339" y="334772"/>
                  </a:lnTo>
                  <a:lnTo>
                    <a:pt x="1431417" y="334772"/>
                  </a:lnTo>
                  <a:lnTo>
                    <a:pt x="1427035" y="347472"/>
                  </a:lnTo>
                  <a:lnTo>
                    <a:pt x="1427480" y="347472"/>
                  </a:lnTo>
                  <a:lnTo>
                    <a:pt x="1395171" y="372872"/>
                  </a:lnTo>
                  <a:lnTo>
                    <a:pt x="1379486" y="385572"/>
                  </a:lnTo>
                  <a:lnTo>
                    <a:pt x="1362964" y="398272"/>
                  </a:lnTo>
                  <a:lnTo>
                    <a:pt x="1359789" y="410972"/>
                  </a:lnTo>
                  <a:lnTo>
                    <a:pt x="1352804" y="410972"/>
                  </a:lnTo>
                  <a:lnTo>
                    <a:pt x="1336548" y="423672"/>
                  </a:lnTo>
                  <a:lnTo>
                    <a:pt x="1322070" y="436372"/>
                  </a:lnTo>
                  <a:lnTo>
                    <a:pt x="1308150" y="449072"/>
                  </a:lnTo>
                  <a:lnTo>
                    <a:pt x="1293622" y="461772"/>
                  </a:lnTo>
                  <a:lnTo>
                    <a:pt x="1287272" y="474472"/>
                  </a:lnTo>
                  <a:lnTo>
                    <a:pt x="1288288" y="461772"/>
                  </a:lnTo>
                  <a:lnTo>
                    <a:pt x="1284478" y="474472"/>
                  </a:lnTo>
                  <a:lnTo>
                    <a:pt x="1275740" y="474472"/>
                  </a:lnTo>
                  <a:lnTo>
                    <a:pt x="1269657" y="487172"/>
                  </a:lnTo>
                  <a:lnTo>
                    <a:pt x="1263840" y="487172"/>
                  </a:lnTo>
                  <a:lnTo>
                    <a:pt x="1257261" y="497700"/>
                  </a:lnTo>
                  <a:lnTo>
                    <a:pt x="1257046" y="499872"/>
                  </a:lnTo>
                  <a:lnTo>
                    <a:pt x="1255903" y="499872"/>
                  </a:lnTo>
                  <a:lnTo>
                    <a:pt x="1257261" y="497700"/>
                  </a:lnTo>
                  <a:lnTo>
                    <a:pt x="1258316" y="487172"/>
                  </a:lnTo>
                  <a:lnTo>
                    <a:pt x="1252347" y="499872"/>
                  </a:lnTo>
                  <a:lnTo>
                    <a:pt x="1244854" y="499872"/>
                  </a:lnTo>
                  <a:lnTo>
                    <a:pt x="1242568" y="512572"/>
                  </a:lnTo>
                  <a:lnTo>
                    <a:pt x="1235202" y="512572"/>
                  </a:lnTo>
                  <a:lnTo>
                    <a:pt x="1229601" y="520598"/>
                  </a:lnTo>
                  <a:lnTo>
                    <a:pt x="1207516" y="512191"/>
                  </a:lnTo>
                  <a:lnTo>
                    <a:pt x="1207516" y="543814"/>
                  </a:lnTo>
                  <a:lnTo>
                    <a:pt x="1205801" y="543814"/>
                  </a:lnTo>
                  <a:lnTo>
                    <a:pt x="1206030" y="543471"/>
                  </a:lnTo>
                  <a:lnTo>
                    <a:pt x="1207516" y="543814"/>
                  </a:lnTo>
                  <a:lnTo>
                    <a:pt x="1207516" y="512191"/>
                  </a:lnTo>
                  <a:lnTo>
                    <a:pt x="1207198" y="512064"/>
                  </a:lnTo>
                  <a:lnTo>
                    <a:pt x="1117333" y="479044"/>
                  </a:lnTo>
                  <a:lnTo>
                    <a:pt x="1098067" y="471424"/>
                  </a:lnTo>
                  <a:lnTo>
                    <a:pt x="1075588" y="462534"/>
                  </a:lnTo>
                  <a:lnTo>
                    <a:pt x="1027430" y="443484"/>
                  </a:lnTo>
                  <a:lnTo>
                    <a:pt x="1021422" y="442214"/>
                  </a:lnTo>
                  <a:lnTo>
                    <a:pt x="1018857" y="443484"/>
                  </a:lnTo>
                  <a:lnTo>
                    <a:pt x="1016571" y="443484"/>
                  </a:lnTo>
                  <a:lnTo>
                    <a:pt x="1011428" y="442214"/>
                  </a:lnTo>
                  <a:lnTo>
                    <a:pt x="1007237" y="440944"/>
                  </a:lnTo>
                  <a:lnTo>
                    <a:pt x="997712" y="437134"/>
                  </a:lnTo>
                  <a:lnTo>
                    <a:pt x="998093" y="435864"/>
                  </a:lnTo>
                  <a:lnTo>
                    <a:pt x="1006602" y="438404"/>
                  </a:lnTo>
                  <a:lnTo>
                    <a:pt x="1002538" y="435864"/>
                  </a:lnTo>
                  <a:lnTo>
                    <a:pt x="1005459" y="435864"/>
                  </a:lnTo>
                  <a:lnTo>
                    <a:pt x="998359" y="433324"/>
                  </a:lnTo>
                  <a:lnTo>
                    <a:pt x="994816" y="432054"/>
                  </a:lnTo>
                  <a:lnTo>
                    <a:pt x="989203" y="429514"/>
                  </a:lnTo>
                  <a:lnTo>
                    <a:pt x="983589" y="426974"/>
                  </a:lnTo>
                  <a:lnTo>
                    <a:pt x="979906" y="425704"/>
                  </a:lnTo>
                  <a:lnTo>
                    <a:pt x="972540" y="423164"/>
                  </a:lnTo>
                  <a:lnTo>
                    <a:pt x="962406" y="419354"/>
                  </a:lnTo>
                  <a:lnTo>
                    <a:pt x="971804" y="425704"/>
                  </a:lnTo>
                  <a:lnTo>
                    <a:pt x="966851" y="424434"/>
                  </a:lnTo>
                  <a:lnTo>
                    <a:pt x="959612" y="420624"/>
                  </a:lnTo>
                  <a:lnTo>
                    <a:pt x="955421" y="419354"/>
                  </a:lnTo>
                  <a:lnTo>
                    <a:pt x="957580" y="419354"/>
                  </a:lnTo>
                  <a:lnTo>
                    <a:pt x="952538" y="414680"/>
                  </a:lnTo>
                  <a:lnTo>
                    <a:pt x="941133" y="411734"/>
                  </a:lnTo>
                  <a:lnTo>
                    <a:pt x="933450" y="407924"/>
                  </a:lnTo>
                  <a:lnTo>
                    <a:pt x="926706" y="404114"/>
                  </a:lnTo>
                  <a:lnTo>
                    <a:pt x="914781" y="399034"/>
                  </a:lnTo>
                  <a:lnTo>
                    <a:pt x="906741" y="399034"/>
                  </a:lnTo>
                  <a:lnTo>
                    <a:pt x="893343" y="397764"/>
                  </a:lnTo>
                  <a:lnTo>
                    <a:pt x="862203" y="390144"/>
                  </a:lnTo>
                  <a:lnTo>
                    <a:pt x="853313" y="385064"/>
                  </a:lnTo>
                  <a:lnTo>
                    <a:pt x="858875" y="387604"/>
                  </a:lnTo>
                  <a:lnTo>
                    <a:pt x="860272" y="386334"/>
                  </a:lnTo>
                  <a:lnTo>
                    <a:pt x="862215" y="386334"/>
                  </a:lnTo>
                  <a:lnTo>
                    <a:pt x="869442" y="388874"/>
                  </a:lnTo>
                  <a:lnTo>
                    <a:pt x="863244" y="386334"/>
                  </a:lnTo>
                  <a:lnTo>
                    <a:pt x="860145" y="385064"/>
                  </a:lnTo>
                  <a:lnTo>
                    <a:pt x="841705" y="377444"/>
                  </a:lnTo>
                  <a:lnTo>
                    <a:pt x="832739" y="374904"/>
                  </a:lnTo>
                  <a:lnTo>
                    <a:pt x="834644" y="376174"/>
                  </a:lnTo>
                  <a:lnTo>
                    <a:pt x="833501" y="377444"/>
                  </a:lnTo>
                  <a:lnTo>
                    <a:pt x="828548" y="376174"/>
                  </a:lnTo>
                  <a:lnTo>
                    <a:pt x="821309" y="372364"/>
                  </a:lnTo>
                  <a:lnTo>
                    <a:pt x="821372" y="371094"/>
                  </a:lnTo>
                  <a:lnTo>
                    <a:pt x="821436" y="369824"/>
                  </a:lnTo>
                  <a:lnTo>
                    <a:pt x="813054" y="367284"/>
                  </a:lnTo>
                  <a:lnTo>
                    <a:pt x="821944" y="368554"/>
                  </a:lnTo>
                  <a:lnTo>
                    <a:pt x="819404" y="367284"/>
                  </a:lnTo>
                  <a:lnTo>
                    <a:pt x="816864" y="366014"/>
                  </a:lnTo>
                  <a:lnTo>
                    <a:pt x="811276" y="364744"/>
                  </a:lnTo>
                  <a:lnTo>
                    <a:pt x="805942" y="363474"/>
                  </a:lnTo>
                  <a:lnTo>
                    <a:pt x="804926" y="360934"/>
                  </a:lnTo>
                  <a:lnTo>
                    <a:pt x="798639" y="358394"/>
                  </a:lnTo>
                  <a:lnTo>
                    <a:pt x="792353" y="355854"/>
                  </a:lnTo>
                  <a:lnTo>
                    <a:pt x="795274" y="355854"/>
                  </a:lnTo>
                  <a:lnTo>
                    <a:pt x="787463" y="353314"/>
                  </a:lnTo>
                  <a:lnTo>
                    <a:pt x="781215" y="352044"/>
                  </a:lnTo>
                  <a:lnTo>
                    <a:pt x="778040" y="350774"/>
                  </a:lnTo>
                  <a:lnTo>
                    <a:pt x="774852" y="349504"/>
                  </a:lnTo>
                  <a:lnTo>
                    <a:pt x="766699" y="346964"/>
                  </a:lnTo>
                  <a:lnTo>
                    <a:pt x="771144" y="349504"/>
                  </a:lnTo>
                  <a:lnTo>
                    <a:pt x="763397" y="349504"/>
                  </a:lnTo>
                  <a:lnTo>
                    <a:pt x="778002" y="354584"/>
                  </a:lnTo>
                  <a:lnTo>
                    <a:pt x="770686" y="350774"/>
                  </a:lnTo>
                  <a:lnTo>
                    <a:pt x="773887" y="352044"/>
                  </a:lnTo>
                  <a:lnTo>
                    <a:pt x="780732" y="353314"/>
                  </a:lnTo>
                  <a:lnTo>
                    <a:pt x="784352" y="353314"/>
                  </a:lnTo>
                  <a:lnTo>
                    <a:pt x="786130" y="355854"/>
                  </a:lnTo>
                  <a:lnTo>
                    <a:pt x="779894" y="355854"/>
                  </a:lnTo>
                  <a:lnTo>
                    <a:pt x="785622" y="358394"/>
                  </a:lnTo>
                  <a:lnTo>
                    <a:pt x="773366" y="354584"/>
                  </a:lnTo>
                  <a:lnTo>
                    <a:pt x="764057" y="350774"/>
                  </a:lnTo>
                  <a:lnTo>
                    <a:pt x="754608" y="348234"/>
                  </a:lnTo>
                  <a:lnTo>
                    <a:pt x="746569" y="345821"/>
                  </a:lnTo>
                  <a:lnTo>
                    <a:pt x="745756" y="346964"/>
                  </a:lnTo>
                  <a:lnTo>
                    <a:pt x="743737" y="346964"/>
                  </a:lnTo>
                  <a:lnTo>
                    <a:pt x="745109" y="348234"/>
                  </a:lnTo>
                  <a:lnTo>
                    <a:pt x="738517" y="345821"/>
                  </a:lnTo>
                  <a:lnTo>
                    <a:pt x="738276" y="345821"/>
                  </a:lnTo>
                  <a:lnTo>
                    <a:pt x="737298" y="344424"/>
                  </a:lnTo>
                  <a:lnTo>
                    <a:pt x="738492" y="344424"/>
                  </a:lnTo>
                  <a:lnTo>
                    <a:pt x="737870" y="341884"/>
                  </a:lnTo>
                  <a:lnTo>
                    <a:pt x="729615" y="339344"/>
                  </a:lnTo>
                  <a:lnTo>
                    <a:pt x="727329" y="336804"/>
                  </a:lnTo>
                  <a:lnTo>
                    <a:pt x="718947" y="335534"/>
                  </a:lnTo>
                  <a:lnTo>
                    <a:pt x="713867" y="332994"/>
                  </a:lnTo>
                  <a:lnTo>
                    <a:pt x="714756" y="331724"/>
                  </a:lnTo>
                  <a:lnTo>
                    <a:pt x="716864" y="331724"/>
                  </a:lnTo>
                  <a:lnTo>
                    <a:pt x="715518" y="330454"/>
                  </a:lnTo>
                  <a:lnTo>
                    <a:pt x="723442" y="332994"/>
                  </a:lnTo>
                  <a:lnTo>
                    <a:pt x="735355" y="338074"/>
                  </a:lnTo>
                  <a:lnTo>
                    <a:pt x="745985" y="341884"/>
                  </a:lnTo>
                  <a:lnTo>
                    <a:pt x="750062" y="340614"/>
                  </a:lnTo>
                  <a:lnTo>
                    <a:pt x="755700" y="341884"/>
                  </a:lnTo>
                  <a:lnTo>
                    <a:pt x="762038" y="343154"/>
                  </a:lnTo>
                  <a:lnTo>
                    <a:pt x="769289" y="345821"/>
                  </a:lnTo>
                  <a:lnTo>
                    <a:pt x="776224" y="348234"/>
                  </a:lnTo>
                  <a:lnTo>
                    <a:pt x="769366" y="344424"/>
                  </a:lnTo>
                  <a:lnTo>
                    <a:pt x="761644" y="340614"/>
                  </a:lnTo>
                  <a:lnTo>
                    <a:pt x="753389" y="336804"/>
                  </a:lnTo>
                  <a:lnTo>
                    <a:pt x="744982" y="334264"/>
                  </a:lnTo>
                  <a:lnTo>
                    <a:pt x="743204" y="336804"/>
                  </a:lnTo>
                  <a:lnTo>
                    <a:pt x="739076" y="335534"/>
                  </a:lnTo>
                  <a:lnTo>
                    <a:pt x="734949" y="334264"/>
                  </a:lnTo>
                  <a:lnTo>
                    <a:pt x="732409" y="335534"/>
                  </a:lnTo>
                  <a:lnTo>
                    <a:pt x="726694" y="332994"/>
                  </a:lnTo>
                  <a:lnTo>
                    <a:pt x="730123" y="332994"/>
                  </a:lnTo>
                  <a:lnTo>
                    <a:pt x="726732" y="330454"/>
                  </a:lnTo>
                  <a:lnTo>
                    <a:pt x="725043" y="329184"/>
                  </a:lnTo>
                  <a:lnTo>
                    <a:pt x="718439" y="327914"/>
                  </a:lnTo>
                  <a:lnTo>
                    <a:pt x="719594" y="328815"/>
                  </a:lnTo>
                  <a:lnTo>
                    <a:pt x="721868" y="329184"/>
                  </a:lnTo>
                  <a:lnTo>
                    <a:pt x="720090" y="329184"/>
                  </a:lnTo>
                  <a:lnTo>
                    <a:pt x="719594" y="328815"/>
                  </a:lnTo>
                  <a:lnTo>
                    <a:pt x="714133" y="327914"/>
                  </a:lnTo>
                  <a:lnTo>
                    <a:pt x="701484" y="324104"/>
                  </a:lnTo>
                  <a:lnTo>
                    <a:pt x="692404" y="321564"/>
                  </a:lnTo>
                  <a:lnTo>
                    <a:pt x="699566" y="325374"/>
                  </a:lnTo>
                  <a:lnTo>
                    <a:pt x="704850" y="327914"/>
                  </a:lnTo>
                  <a:lnTo>
                    <a:pt x="709930" y="331724"/>
                  </a:lnTo>
                  <a:lnTo>
                    <a:pt x="716534" y="335534"/>
                  </a:lnTo>
                  <a:lnTo>
                    <a:pt x="712597" y="335534"/>
                  </a:lnTo>
                  <a:lnTo>
                    <a:pt x="708533" y="331724"/>
                  </a:lnTo>
                  <a:lnTo>
                    <a:pt x="701929" y="330454"/>
                  </a:lnTo>
                  <a:lnTo>
                    <a:pt x="704342" y="330454"/>
                  </a:lnTo>
                  <a:lnTo>
                    <a:pt x="702691" y="329184"/>
                  </a:lnTo>
                  <a:lnTo>
                    <a:pt x="695198" y="327914"/>
                  </a:lnTo>
                  <a:lnTo>
                    <a:pt x="689444" y="324104"/>
                  </a:lnTo>
                  <a:lnTo>
                    <a:pt x="689940" y="322834"/>
                  </a:lnTo>
                  <a:lnTo>
                    <a:pt x="690918" y="321564"/>
                  </a:lnTo>
                  <a:lnTo>
                    <a:pt x="686689" y="319024"/>
                  </a:lnTo>
                  <a:lnTo>
                    <a:pt x="680974" y="315214"/>
                  </a:lnTo>
                  <a:lnTo>
                    <a:pt x="679069" y="313944"/>
                  </a:lnTo>
                  <a:lnTo>
                    <a:pt x="674751" y="315214"/>
                  </a:lnTo>
                  <a:lnTo>
                    <a:pt x="668655" y="312674"/>
                  </a:lnTo>
                  <a:lnTo>
                    <a:pt x="667258" y="312674"/>
                  </a:lnTo>
                  <a:lnTo>
                    <a:pt x="666496" y="311404"/>
                  </a:lnTo>
                  <a:lnTo>
                    <a:pt x="658622" y="308864"/>
                  </a:lnTo>
                  <a:lnTo>
                    <a:pt x="650367" y="306324"/>
                  </a:lnTo>
                  <a:lnTo>
                    <a:pt x="647319" y="306324"/>
                  </a:lnTo>
                  <a:lnTo>
                    <a:pt x="646811" y="305054"/>
                  </a:lnTo>
                  <a:lnTo>
                    <a:pt x="637667" y="303784"/>
                  </a:lnTo>
                  <a:lnTo>
                    <a:pt x="632968" y="302514"/>
                  </a:lnTo>
                  <a:lnTo>
                    <a:pt x="621538" y="299974"/>
                  </a:lnTo>
                  <a:lnTo>
                    <a:pt x="618871" y="297434"/>
                  </a:lnTo>
                  <a:lnTo>
                    <a:pt x="616204" y="294894"/>
                  </a:lnTo>
                  <a:lnTo>
                    <a:pt x="616712" y="294894"/>
                  </a:lnTo>
                  <a:lnTo>
                    <a:pt x="610184" y="292354"/>
                  </a:lnTo>
                  <a:lnTo>
                    <a:pt x="606958" y="291109"/>
                  </a:lnTo>
                  <a:lnTo>
                    <a:pt x="599694" y="287274"/>
                  </a:lnTo>
                  <a:lnTo>
                    <a:pt x="602234" y="287274"/>
                  </a:lnTo>
                  <a:lnTo>
                    <a:pt x="586613" y="280924"/>
                  </a:lnTo>
                  <a:lnTo>
                    <a:pt x="589280" y="278384"/>
                  </a:lnTo>
                  <a:lnTo>
                    <a:pt x="585012" y="277114"/>
                  </a:lnTo>
                  <a:lnTo>
                    <a:pt x="580745" y="275844"/>
                  </a:lnTo>
                  <a:lnTo>
                    <a:pt x="575525" y="274574"/>
                  </a:lnTo>
                  <a:lnTo>
                    <a:pt x="565023" y="274574"/>
                  </a:lnTo>
                  <a:lnTo>
                    <a:pt x="567055" y="275844"/>
                  </a:lnTo>
                  <a:lnTo>
                    <a:pt x="567944" y="277114"/>
                  </a:lnTo>
                  <a:lnTo>
                    <a:pt x="566178" y="276834"/>
                  </a:lnTo>
                  <a:lnTo>
                    <a:pt x="566674" y="277114"/>
                  </a:lnTo>
                  <a:lnTo>
                    <a:pt x="565950" y="276834"/>
                  </a:lnTo>
                  <a:lnTo>
                    <a:pt x="566178" y="276834"/>
                  </a:lnTo>
                  <a:lnTo>
                    <a:pt x="564515" y="275844"/>
                  </a:lnTo>
                  <a:lnTo>
                    <a:pt x="562610" y="275209"/>
                  </a:lnTo>
                  <a:lnTo>
                    <a:pt x="563499" y="275844"/>
                  </a:lnTo>
                  <a:lnTo>
                    <a:pt x="565785" y="276771"/>
                  </a:lnTo>
                  <a:lnTo>
                    <a:pt x="560197" y="275844"/>
                  </a:lnTo>
                  <a:lnTo>
                    <a:pt x="549846" y="270764"/>
                  </a:lnTo>
                  <a:lnTo>
                    <a:pt x="541578" y="266954"/>
                  </a:lnTo>
                  <a:lnTo>
                    <a:pt x="540131" y="266954"/>
                  </a:lnTo>
                  <a:lnTo>
                    <a:pt x="527431" y="263144"/>
                  </a:lnTo>
                  <a:lnTo>
                    <a:pt x="531749" y="263144"/>
                  </a:lnTo>
                  <a:lnTo>
                    <a:pt x="531114" y="261874"/>
                  </a:lnTo>
                  <a:lnTo>
                    <a:pt x="539280" y="265684"/>
                  </a:lnTo>
                  <a:lnTo>
                    <a:pt x="546430" y="268224"/>
                  </a:lnTo>
                  <a:lnTo>
                    <a:pt x="553300" y="270764"/>
                  </a:lnTo>
                  <a:lnTo>
                    <a:pt x="560705" y="274574"/>
                  </a:lnTo>
                  <a:lnTo>
                    <a:pt x="559181" y="273304"/>
                  </a:lnTo>
                  <a:lnTo>
                    <a:pt x="559054" y="272161"/>
                  </a:lnTo>
                  <a:lnTo>
                    <a:pt x="561962" y="273011"/>
                  </a:lnTo>
                  <a:lnTo>
                    <a:pt x="560514" y="272161"/>
                  </a:lnTo>
                  <a:lnTo>
                    <a:pt x="555993" y="269494"/>
                  </a:lnTo>
                  <a:lnTo>
                    <a:pt x="545973" y="265684"/>
                  </a:lnTo>
                  <a:lnTo>
                    <a:pt x="536422" y="263144"/>
                  </a:lnTo>
                  <a:lnTo>
                    <a:pt x="529209" y="260604"/>
                  </a:lnTo>
                  <a:lnTo>
                    <a:pt x="528193" y="260604"/>
                  </a:lnTo>
                  <a:lnTo>
                    <a:pt x="526415" y="259334"/>
                  </a:lnTo>
                  <a:lnTo>
                    <a:pt x="523494" y="258064"/>
                  </a:lnTo>
                  <a:lnTo>
                    <a:pt x="529209" y="261874"/>
                  </a:lnTo>
                  <a:lnTo>
                    <a:pt x="526376" y="260604"/>
                  </a:lnTo>
                  <a:lnTo>
                    <a:pt x="523557" y="259334"/>
                  </a:lnTo>
                  <a:lnTo>
                    <a:pt x="517906" y="256794"/>
                  </a:lnTo>
                  <a:lnTo>
                    <a:pt x="518922" y="259334"/>
                  </a:lnTo>
                  <a:lnTo>
                    <a:pt x="513918" y="256794"/>
                  </a:lnTo>
                  <a:lnTo>
                    <a:pt x="511644" y="255638"/>
                  </a:lnTo>
                  <a:lnTo>
                    <a:pt x="512953" y="256794"/>
                  </a:lnTo>
                  <a:lnTo>
                    <a:pt x="509358" y="255638"/>
                  </a:lnTo>
                  <a:lnTo>
                    <a:pt x="510247" y="255638"/>
                  </a:lnTo>
                  <a:lnTo>
                    <a:pt x="509016" y="254254"/>
                  </a:lnTo>
                  <a:lnTo>
                    <a:pt x="509282" y="255638"/>
                  </a:lnTo>
                  <a:lnTo>
                    <a:pt x="509104" y="255638"/>
                  </a:lnTo>
                  <a:lnTo>
                    <a:pt x="507873" y="254254"/>
                  </a:lnTo>
                  <a:lnTo>
                    <a:pt x="508508" y="254254"/>
                  </a:lnTo>
                  <a:lnTo>
                    <a:pt x="507492" y="252984"/>
                  </a:lnTo>
                  <a:lnTo>
                    <a:pt x="506857" y="252704"/>
                  </a:lnTo>
                  <a:lnTo>
                    <a:pt x="506857" y="254254"/>
                  </a:lnTo>
                  <a:lnTo>
                    <a:pt x="506349" y="254254"/>
                  </a:lnTo>
                  <a:lnTo>
                    <a:pt x="504825" y="252984"/>
                  </a:lnTo>
                  <a:lnTo>
                    <a:pt x="505333" y="252984"/>
                  </a:lnTo>
                  <a:lnTo>
                    <a:pt x="506857" y="254254"/>
                  </a:lnTo>
                  <a:lnTo>
                    <a:pt x="506857" y="252704"/>
                  </a:lnTo>
                  <a:lnTo>
                    <a:pt x="501726" y="250444"/>
                  </a:lnTo>
                  <a:lnTo>
                    <a:pt x="499745" y="249542"/>
                  </a:lnTo>
                  <a:lnTo>
                    <a:pt x="499745" y="266954"/>
                  </a:lnTo>
                  <a:lnTo>
                    <a:pt x="494919" y="265684"/>
                  </a:lnTo>
                  <a:lnTo>
                    <a:pt x="488442" y="263144"/>
                  </a:lnTo>
                  <a:lnTo>
                    <a:pt x="486029" y="260604"/>
                  </a:lnTo>
                  <a:lnTo>
                    <a:pt x="493903" y="264414"/>
                  </a:lnTo>
                  <a:lnTo>
                    <a:pt x="497713" y="265684"/>
                  </a:lnTo>
                  <a:lnTo>
                    <a:pt x="499745" y="266954"/>
                  </a:lnTo>
                  <a:lnTo>
                    <a:pt x="499745" y="249542"/>
                  </a:lnTo>
                  <a:lnTo>
                    <a:pt x="496150" y="247904"/>
                  </a:lnTo>
                  <a:lnTo>
                    <a:pt x="490347" y="246634"/>
                  </a:lnTo>
                  <a:lnTo>
                    <a:pt x="487997" y="245719"/>
                  </a:lnTo>
                  <a:lnTo>
                    <a:pt x="487413" y="245491"/>
                  </a:lnTo>
                  <a:lnTo>
                    <a:pt x="484974" y="245491"/>
                  </a:lnTo>
                  <a:lnTo>
                    <a:pt x="483870" y="244094"/>
                  </a:lnTo>
                  <a:lnTo>
                    <a:pt x="487413" y="245491"/>
                  </a:lnTo>
                  <a:lnTo>
                    <a:pt x="487667" y="245491"/>
                  </a:lnTo>
                  <a:lnTo>
                    <a:pt x="484822" y="244094"/>
                  </a:lnTo>
                  <a:lnTo>
                    <a:pt x="482219" y="242824"/>
                  </a:lnTo>
                  <a:lnTo>
                    <a:pt x="477139" y="237744"/>
                  </a:lnTo>
                  <a:lnTo>
                    <a:pt x="475869" y="236474"/>
                  </a:lnTo>
                  <a:lnTo>
                    <a:pt x="472821" y="237744"/>
                  </a:lnTo>
                  <a:lnTo>
                    <a:pt x="471678" y="237744"/>
                  </a:lnTo>
                  <a:lnTo>
                    <a:pt x="469646" y="236474"/>
                  </a:lnTo>
                  <a:lnTo>
                    <a:pt x="467614" y="236474"/>
                  </a:lnTo>
                  <a:lnTo>
                    <a:pt x="465975" y="235940"/>
                  </a:lnTo>
                  <a:lnTo>
                    <a:pt x="466471" y="236474"/>
                  </a:lnTo>
                  <a:lnTo>
                    <a:pt x="462153" y="236474"/>
                  </a:lnTo>
                  <a:lnTo>
                    <a:pt x="462089" y="235940"/>
                  </a:lnTo>
                  <a:lnTo>
                    <a:pt x="462026" y="235204"/>
                  </a:lnTo>
                  <a:lnTo>
                    <a:pt x="448437" y="230124"/>
                  </a:lnTo>
                  <a:lnTo>
                    <a:pt x="445897" y="228854"/>
                  </a:lnTo>
                  <a:lnTo>
                    <a:pt x="442214" y="227584"/>
                  </a:lnTo>
                  <a:lnTo>
                    <a:pt x="439293" y="226314"/>
                  </a:lnTo>
                  <a:lnTo>
                    <a:pt x="437553" y="225209"/>
                  </a:lnTo>
                  <a:lnTo>
                    <a:pt x="438912" y="226314"/>
                  </a:lnTo>
                  <a:lnTo>
                    <a:pt x="435356" y="225209"/>
                  </a:lnTo>
                  <a:lnTo>
                    <a:pt x="437553" y="225209"/>
                  </a:lnTo>
                  <a:lnTo>
                    <a:pt x="437769" y="225209"/>
                  </a:lnTo>
                  <a:lnTo>
                    <a:pt x="432181" y="222504"/>
                  </a:lnTo>
                  <a:lnTo>
                    <a:pt x="433070" y="222504"/>
                  </a:lnTo>
                  <a:lnTo>
                    <a:pt x="428472" y="219964"/>
                  </a:lnTo>
                  <a:lnTo>
                    <a:pt x="423875" y="217424"/>
                  </a:lnTo>
                  <a:lnTo>
                    <a:pt x="421589" y="216154"/>
                  </a:lnTo>
                  <a:lnTo>
                    <a:pt x="404342" y="210096"/>
                  </a:lnTo>
                  <a:lnTo>
                    <a:pt x="404342" y="227584"/>
                  </a:lnTo>
                  <a:lnTo>
                    <a:pt x="398411" y="225209"/>
                  </a:lnTo>
                  <a:lnTo>
                    <a:pt x="399415" y="225209"/>
                  </a:lnTo>
                  <a:lnTo>
                    <a:pt x="395986" y="223774"/>
                  </a:lnTo>
                  <a:lnTo>
                    <a:pt x="387858" y="219964"/>
                  </a:lnTo>
                  <a:lnTo>
                    <a:pt x="394335" y="221234"/>
                  </a:lnTo>
                  <a:lnTo>
                    <a:pt x="400431" y="221234"/>
                  </a:lnTo>
                  <a:lnTo>
                    <a:pt x="404241" y="223774"/>
                  </a:lnTo>
                  <a:lnTo>
                    <a:pt x="400761" y="223774"/>
                  </a:lnTo>
                  <a:lnTo>
                    <a:pt x="403034" y="226314"/>
                  </a:lnTo>
                  <a:lnTo>
                    <a:pt x="404342" y="227584"/>
                  </a:lnTo>
                  <a:lnTo>
                    <a:pt x="404342" y="210096"/>
                  </a:lnTo>
                  <a:lnTo>
                    <a:pt x="403529" y="209804"/>
                  </a:lnTo>
                  <a:lnTo>
                    <a:pt x="399859" y="208534"/>
                  </a:lnTo>
                  <a:lnTo>
                    <a:pt x="391160" y="208534"/>
                  </a:lnTo>
                  <a:lnTo>
                    <a:pt x="387604" y="208534"/>
                  </a:lnTo>
                  <a:lnTo>
                    <a:pt x="368719" y="208534"/>
                  </a:lnTo>
                  <a:lnTo>
                    <a:pt x="368719" y="212204"/>
                  </a:lnTo>
                  <a:lnTo>
                    <a:pt x="367030" y="211074"/>
                  </a:lnTo>
                  <a:lnTo>
                    <a:pt x="365633" y="211074"/>
                  </a:lnTo>
                  <a:lnTo>
                    <a:pt x="365125" y="209804"/>
                  </a:lnTo>
                  <a:lnTo>
                    <a:pt x="367157" y="211074"/>
                  </a:lnTo>
                  <a:lnTo>
                    <a:pt x="368046" y="211074"/>
                  </a:lnTo>
                  <a:lnTo>
                    <a:pt x="368719" y="212204"/>
                  </a:lnTo>
                  <a:lnTo>
                    <a:pt x="368719" y="208534"/>
                  </a:lnTo>
                  <a:lnTo>
                    <a:pt x="354965" y="208534"/>
                  </a:lnTo>
                  <a:lnTo>
                    <a:pt x="354076" y="208534"/>
                  </a:lnTo>
                  <a:lnTo>
                    <a:pt x="349377" y="208534"/>
                  </a:lnTo>
                  <a:lnTo>
                    <a:pt x="356235" y="211074"/>
                  </a:lnTo>
                  <a:lnTo>
                    <a:pt x="364871" y="213614"/>
                  </a:lnTo>
                  <a:lnTo>
                    <a:pt x="364744" y="211074"/>
                  </a:lnTo>
                  <a:lnTo>
                    <a:pt x="366522" y="212344"/>
                  </a:lnTo>
                  <a:lnTo>
                    <a:pt x="368808" y="212344"/>
                  </a:lnTo>
                  <a:lnTo>
                    <a:pt x="369824" y="213614"/>
                  </a:lnTo>
                  <a:lnTo>
                    <a:pt x="371221" y="216154"/>
                  </a:lnTo>
                  <a:lnTo>
                    <a:pt x="374523" y="217424"/>
                  </a:lnTo>
                  <a:lnTo>
                    <a:pt x="376428" y="218694"/>
                  </a:lnTo>
                  <a:lnTo>
                    <a:pt x="378841" y="219964"/>
                  </a:lnTo>
                  <a:lnTo>
                    <a:pt x="382270" y="217424"/>
                  </a:lnTo>
                  <a:lnTo>
                    <a:pt x="395871" y="225209"/>
                  </a:lnTo>
                  <a:lnTo>
                    <a:pt x="398246" y="225209"/>
                  </a:lnTo>
                  <a:lnTo>
                    <a:pt x="403517" y="228854"/>
                  </a:lnTo>
                  <a:lnTo>
                    <a:pt x="410197" y="228854"/>
                  </a:lnTo>
                  <a:lnTo>
                    <a:pt x="416560" y="231394"/>
                  </a:lnTo>
                  <a:lnTo>
                    <a:pt x="423799" y="235204"/>
                  </a:lnTo>
                  <a:lnTo>
                    <a:pt x="421894" y="236474"/>
                  </a:lnTo>
                  <a:lnTo>
                    <a:pt x="419125" y="235204"/>
                  </a:lnTo>
                  <a:lnTo>
                    <a:pt x="410845" y="231394"/>
                  </a:lnTo>
                  <a:lnTo>
                    <a:pt x="412369" y="232664"/>
                  </a:lnTo>
                  <a:lnTo>
                    <a:pt x="417830" y="235204"/>
                  </a:lnTo>
                  <a:lnTo>
                    <a:pt x="400951" y="228854"/>
                  </a:lnTo>
                  <a:lnTo>
                    <a:pt x="389928" y="225209"/>
                  </a:lnTo>
                  <a:lnTo>
                    <a:pt x="390131" y="225209"/>
                  </a:lnTo>
                  <a:lnTo>
                    <a:pt x="378460" y="222504"/>
                  </a:lnTo>
                  <a:lnTo>
                    <a:pt x="403225" y="232664"/>
                  </a:lnTo>
                  <a:lnTo>
                    <a:pt x="428498" y="241554"/>
                  </a:lnTo>
                  <a:lnTo>
                    <a:pt x="454558" y="251714"/>
                  </a:lnTo>
                  <a:lnTo>
                    <a:pt x="479907" y="261874"/>
                  </a:lnTo>
                  <a:lnTo>
                    <a:pt x="502437" y="268058"/>
                  </a:lnTo>
                  <a:lnTo>
                    <a:pt x="502666" y="266954"/>
                  </a:lnTo>
                  <a:lnTo>
                    <a:pt x="503428" y="266954"/>
                  </a:lnTo>
                  <a:lnTo>
                    <a:pt x="504444" y="268224"/>
                  </a:lnTo>
                  <a:lnTo>
                    <a:pt x="510286" y="268224"/>
                  </a:lnTo>
                  <a:lnTo>
                    <a:pt x="513600" y="270764"/>
                  </a:lnTo>
                  <a:lnTo>
                    <a:pt x="515442" y="272161"/>
                  </a:lnTo>
                  <a:lnTo>
                    <a:pt x="521677" y="275844"/>
                  </a:lnTo>
                  <a:lnTo>
                    <a:pt x="528815" y="278384"/>
                  </a:lnTo>
                  <a:lnTo>
                    <a:pt x="530352" y="279209"/>
                  </a:lnTo>
                  <a:lnTo>
                    <a:pt x="530352" y="277114"/>
                  </a:lnTo>
                  <a:lnTo>
                    <a:pt x="532384" y="275844"/>
                  </a:lnTo>
                  <a:lnTo>
                    <a:pt x="533527" y="275844"/>
                  </a:lnTo>
                  <a:lnTo>
                    <a:pt x="542290" y="279654"/>
                  </a:lnTo>
                  <a:lnTo>
                    <a:pt x="541782" y="280924"/>
                  </a:lnTo>
                  <a:lnTo>
                    <a:pt x="542798" y="280924"/>
                  </a:lnTo>
                  <a:lnTo>
                    <a:pt x="546862" y="282194"/>
                  </a:lnTo>
                  <a:lnTo>
                    <a:pt x="551561" y="284734"/>
                  </a:lnTo>
                  <a:lnTo>
                    <a:pt x="559943" y="288544"/>
                  </a:lnTo>
                  <a:lnTo>
                    <a:pt x="559384" y="289928"/>
                  </a:lnTo>
                  <a:lnTo>
                    <a:pt x="557784" y="289928"/>
                  </a:lnTo>
                  <a:lnTo>
                    <a:pt x="556399" y="289344"/>
                  </a:lnTo>
                  <a:lnTo>
                    <a:pt x="556933" y="289763"/>
                  </a:lnTo>
                  <a:lnTo>
                    <a:pt x="548411" y="286004"/>
                  </a:lnTo>
                  <a:lnTo>
                    <a:pt x="550291" y="287274"/>
                  </a:lnTo>
                  <a:lnTo>
                    <a:pt x="552069" y="288544"/>
                  </a:lnTo>
                  <a:lnTo>
                    <a:pt x="550037" y="288544"/>
                  </a:lnTo>
                  <a:lnTo>
                    <a:pt x="561022" y="294398"/>
                  </a:lnTo>
                  <a:lnTo>
                    <a:pt x="559739" y="293624"/>
                  </a:lnTo>
                  <a:lnTo>
                    <a:pt x="555358" y="291134"/>
                  </a:lnTo>
                  <a:lnTo>
                    <a:pt x="555917" y="291236"/>
                  </a:lnTo>
                  <a:lnTo>
                    <a:pt x="555421" y="291109"/>
                  </a:lnTo>
                  <a:lnTo>
                    <a:pt x="557326" y="289928"/>
                  </a:lnTo>
                  <a:lnTo>
                    <a:pt x="562864" y="292354"/>
                  </a:lnTo>
                  <a:lnTo>
                    <a:pt x="555917" y="291236"/>
                  </a:lnTo>
                  <a:lnTo>
                    <a:pt x="564769" y="293624"/>
                  </a:lnTo>
                  <a:lnTo>
                    <a:pt x="569595" y="297434"/>
                  </a:lnTo>
                  <a:lnTo>
                    <a:pt x="563499" y="294894"/>
                  </a:lnTo>
                  <a:lnTo>
                    <a:pt x="560451" y="293624"/>
                  </a:lnTo>
                  <a:lnTo>
                    <a:pt x="561073" y="294398"/>
                  </a:lnTo>
                  <a:lnTo>
                    <a:pt x="561975" y="294894"/>
                  </a:lnTo>
                  <a:lnTo>
                    <a:pt x="561022" y="294398"/>
                  </a:lnTo>
                  <a:lnTo>
                    <a:pt x="562356" y="296164"/>
                  </a:lnTo>
                  <a:lnTo>
                    <a:pt x="573011" y="298704"/>
                  </a:lnTo>
                  <a:lnTo>
                    <a:pt x="582307" y="301244"/>
                  </a:lnTo>
                  <a:lnTo>
                    <a:pt x="591337" y="302514"/>
                  </a:lnTo>
                  <a:lnTo>
                    <a:pt x="601218" y="305054"/>
                  </a:lnTo>
                  <a:lnTo>
                    <a:pt x="600329" y="306324"/>
                  </a:lnTo>
                  <a:lnTo>
                    <a:pt x="599579" y="307670"/>
                  </a:lnTo>
                  <a:lnTo>
                    <a:pt x="607733" y="311404"/>
                  </a:lnTo>
                  <a:lnTo>
                    <a:pt x="616864" y="313944"/>
                  </a:lnTo>
                  <a:lnTo>
                    <a:pt x="626325" y="315214"/>
                  </a:lnTo>
                  <a:lnTo>
                    <a:pt x="635609" y="317779"/>
                  </a:lnTo>
                  <a:lnTo>
                    <a:pt x="633907" y="318833"/>
                  </a:lnTo>
                  <a:lnTo>
                    <a:pt x="700874" y="346964"/>
                  </a:lnTo>
                  <a:lnTo>
                    <a:pt x="725551" y="358394"/>
                  </a:lnTo>
                  <a:lnTo>
                    <a:pt x="735711" y="359664"/>
                  </a:lnTo>
                  <a:lnTo>
                    <a:pt x="743966" y="364744"/>
                  </a:lnTo>
                  <a:lnTo>
                    <a:pt x="769645" y="376174"/>
                  </a:lnTo>
                  <a:lnTo>
                    <a:pt x="818197" y="393954"/>
                  </a:lnTo>
                  <a:lnTo>
                    <a:pt x="854583" y="406654"/>
                  </a:lnTo>
                  <a:lnTo>
                    <a:pt x="849249" y="407924"/>
                  </a:lnTo>
                  <a:lnTo>
                    <a:pt x="853948" y="410464"/>
                  </a:lnTo>
                  <a:lnTo>
                    <a:pt x="869086" y="415544"/>
                  </a:lnTo>
                  <a:lnTo>
                    <a:pt x="881087" y="419354"/>
                  </a:lnTo>
                  <a:lnTo>
                    <a:pt x="892949" y="421894"/>
                  </a:lnTo>
                  <a:lnTo>
                    <a:pt x="907669" y="426974"/>
                  </a:lnTo>
                  <a:lnTo>
                    <a:pt x="897890" y="426974"/>
                  </a:lnTo>
                  <a:lnTo>
                    <a:pt x="907542" y="430784"/>
                  </a:lnTo>
                  <a:lnTo>
                    <a:pt x="909701" y="430784"/>
                  </a:lnTo>
                  <a:lnTo>
                    <a:pt x="911352" y="429514"/>
                  </a:lnTo>
                  <a:lnTo>
                    <a:pt x="917321" y="433324"/>
                  </a:lnTo>
                  <a:lnTo>
                    <a:pt x="913892" y="432054"/>
                  </a:lnTo>
                  <a:lnTo>
                    <a:pt x="918972" y="435864"/>
                  </a:lnTo>
                  <a:lnTo>
                    <a:pt x="924941" y="437134"/>
                  </a:lnTo>
                  <a:lnTo>
                    <a:pt x="936371" y="442214"/>
                  </a:lnTo>
                  <a:lnTo>
                    <a:pt x="966876" y="452374"/>
                  </a:lnTo>
                  <a:lnTo>
                    <a:pt x="981583" y="456184"/>
                  </a:lnTo>
                  <a:lnTo>
                    <a:pt x="995680" y="458724"/>
                  </a:lnTo>
                  <a:lnTo>
                    <a:pt x="1002817" y="462534"/>
                  </a:lnTo>
                  <a:lnTo>
                    <a:pt x="995553" y="462534"/>
                  </a:lnTo>
                  <a:lnTo>
                    <a:pt x="983234" y="457454"/>
                  </a:lnTo>
                  <a:lnTo>
                    <a:pt x="986409" y="459994"/>
                  </a:lnTo>
                  <a:lnTo>
                    <a:pt x="983234" y="459994"/>
                  </a:lnTo>
                  <a:lnTo>
                    <a:pt x="990473" y="461264"/>
                  </a:lnTo>
                  <a:lnTo>
                    <a:pt x="998855" y="465074"/>
                  </a:lnTo>
                  <a:lnTo>
                    <a:pt x="1001522" y="467614"/>
                  </a:lnTo>
                  <a:lnTo>
                    <a:pt x="1010920" y="471424"/>
                  </a:lnTo>
                  <a:lnTo>
                    <a:pt x="1015111" y="472694"/>
                  </a:lnTo>
                  <a:lnTo>
                    <a:pt x="1020127" y="473964"/>
                  </a:lnTo>
                  <a:lnTo>
                    <a:pt x="1018286" y="472694"/>
                  </a:lnTo>
                  <a:lnTo>
                    <a:pt x="1016508" y="471424"/>
                  </a:lnTo>
                  <a:lnTo>
                    <a:pt x="1046607" y="485394"/>
                  </a:lnTo>
                  <a:lnTo>
                    <a:pt x="1081214" y="498094"/>
                  </a:lnTo>
                  <a:lnTo>
                    <a:pt x="1189736" y="540004"/>
                  </a:lnTo>
                  <a:lnTo>
                    <a:pt x="1192441" y="540004"/>
                  </a:lnTo>
                  <a:lnTo>
                    <a:pt x="1190498" y="538734"/>
                  </a:lnTo>
                  <a:lnTo>
                    <a:pt x="1187869" y="537464"/>
                  </a:lnTo>
                  <a:lnTo>
                    <a:pt x="1188593" y="537464"/>
                  </a:lnTo>
                  <a:lnTo>
                    <a:pt x="1195387" y="540004"/>
                  </a:lnTo>
                  <a:lnTo>
                    <a:pt x="1198956" y="541274"/>
                  </a:lnTo>
                  <a:lnTo>
                    <a:pt x="1202067" y="542544"/>
                  </a:lnTo>
                  <a:lnTo>
                    <a:pt x="1205496" y="543356"/>
                  </a:lnTo>
                  <a:lnTo>
                    <a:pt x="1205357" y="543814"/>
                  </a:lnTo>
                  <a:lnTo>
                    <a:pt x="1202944" y="543814"/>
                  </a:lnTo>
                  <a:lnTo>
                    <a:pt x="1205141" y="544601"/>
                  </a:lnTo>
                  <a:lnTo>
                    <a:pt x="1205052" y="544944"/>
                  </a:lnTo>
                  <a:lnTo>
                    <a:pt x="1205255" y="544639"/>
                  </a:lnTo>
                  <a:lnTo>
                    <a:pt x="1207439" y="545414"/>
                  </a:lnTo>
                  <a:lnTo>
                    <a:pt x="1204849" y="550672"/>
                  </a:lnTo>
                  <a:lnTo>
                    <a:pt x="1203452" y="550672"/>
                  </a:lnTo>
                  <a:lnTo>
                    <a:pt x="1205052" y="544944"/>
                  </a:lnTo>
                  <a:lnTo>
                    <a:pt x="1201254" y="550672"/>
                  </a:lnTo>
                  <a:lnTo>
                    <a:pt x="1189736" y="550672"/>
                  </a:lnTo>
                  <a:lnTo>
                    <a:pt x="1187069" y="563372"/>
                  </a:lnTo>
                  <a:lnTo>
                    <a:pt x="1180973" y="563372"/>
                  </a:lnTo>
                  <a:lnTo>
                    <a:pt x="1169797" y="576072"/>
                  </a:lnTo>
                  <a:lnTo>
                    <a:pt x="1168400" y="576072"/>
                  </a:lnTo>
                  <a:lnTo>
                    <a:pt x="1147927" y="588772"/>
                  </a:lnTo>
                  <a:lnTo>
                    <a:pt x="1126515" y="614172"/>
                  </a:lnTo>
                  <a:lnTo>
                    <a:pt x="1104671" y="639572"/>
                  </a:lnTo>
                  <a:lnTo>
                    <a:pt x="1082929" y="652272"/>
                  </a:lnTo>
                  <a:lnTo>
                    <a:pt x="1079246" y="664972"/>
                  </a:lnTo>
                  <a:lnTo>
                    <a:pt x="1080109" y="663562"/>
                  </a:lnTo>
                  <a:lnTo>
                    <a:pt x="1085088" y="652272"/>
                  </a:lnTo>
                  <a:lnTo>
                    <a:pt x="1087120" y="652272"/>
                  </a:lnTo>
                  <a:lnTo>
                    <a:pt x="1080109" y="663562"/>
                  </a:lnTo>
                  <a:lnTo>
                    <a:pt x="1079500" y="664972"/>
                  </a:lnTo>
                  <a:lnTo>
                    <a:pt x="1079246" y="664972"/>
                  </a:lnTo>
                  <a:lnTo>
                    <a:pt x="1069530" y="664972"/>
                  </a:lnTo>
                  <a:lnTo>
                    <a:pt x="1063904" y="677672"/>
                  </a:lnTo>
                  <a:lnTo>
                    <a:pt x="1058519" y="677672"/>
                  </a:lnTo>
                  <a:lnTo>
                    <a:pt x="1053211" y="690372"/>
                  </a:lnTo>
                  <a:lnTo>
                    <a:pt x="1046988" y="690372"/>
                  </a:lnTo>
                  <a:lnTo>
                    <a:pt x="1046353" y="703072"/>
                  </a:lnTo>
                  <a:lnTo>
                    <a:pt x="1042035" y="703072"/>
                  </a:lnTo>
                  <a:lnTo>
                    <a:pt x="1046734" y="690372"/>
                  </a:lnTo>
                  <a:lnTo>
                    <a:pt x="1045464" y="690372"/>
                  </a:lnTo>
                  <a:lnTo>
                    <a:pt x="1039622" y="703072"/>
                  </a:lnTo>
                  <a:lnTo>
                    <a:pt x="1024255" y="703072"/>
                  </a:lnTo>
                  <a:lnTo>
                    <a:pt x="1020749" y="709803"/>
                  </a:lnTo>
                  <a:lnTo>
                    <a:pt x="1018641" y="715822"/>
                  </a:lnTo>
                  <a:lnTo>
                    <a:pt x="1017625" y="715822"/>
                  </a:lnTo>
                  <a:lnTo>
                    <a:pt x="1010513" y="715822"/>
                  </a:lnTo>
                  <a:lnTo>
                    <a:pt x="1009827" y="715822"/>
                  </a:lnTo>
                  <a:lnTo>
                    <a:pt x="1009827" y="717588"/>
                  </a:lnTo>
                  <a:lnTo>
                    <a:pt x="1006348" y="728472"/>
                  </a:lnTo>
                  <a:lnTo>
                    <a:pt x="1005586" y="728472"/>
                  </a:lnTo>
                  <a:lnTo>
                    <a:pt x="1009827" y="717588"/>
                  </a:lnTo>
                  <a:lnTo>
                    <a:pt x="1009827" y="715822"/>
                  </a:lnTo>
                  <a:lnTo>
                    <a:pt x="1006081" y="715822"/>
                  </a:lnTo>
                  <a:lnTo>
                    <a:pt x="1004316" y="728472"/>
                  </a:lnTo>
                  <a:lnTo>
                    <a:pt x="1003173" y="728472"/>
                  </a:lnTo>
                  <a:lnTo>
                    <a:pt x="1000252" y="741172"/>
                  </a:lnTo>
                  <a:lnTo>
                    <a:pt x="996188" y="741172"/>
                  </a:lnTo>
                  <a:lnTo>
                    <a:pt x="997331" y="728472"/>
                  </a:lnTo>
                  <a:lnTo>
                    <a:pt x="992632" y="741172"/>
                  </a:lnTo>
                  <a:lnTo>
                    <a:pt x="988187" y="741172"/>
                  </a:lnTo>
                  <a:lnTo>
                    <a:pt x="986028" y="753884"/>
                  </a:lnTo>
                  <a:lnTo>
                    <a:pt x="978903" y="753884"/>
                  </a:lnTo>
                  <a:lnTo>
                    <a:pt x="971550" y="766572"/>
                  </a:lnTo>
                  <a:lnTo>
                    <a:pt x="970495" y="766572"/>
                  </a:lnTo>
                  <a:lnTo>
                    <a:pt x="972502" y="753884"/>
                  </a:lnTo>
                  <a:lnTo>
                    <a:pt x="971918" y="753884"/>
                  </a:lnTo>
                  <a:lnTo>
                    <a:pt x="964399" y="766572"/>
                  </a:lnTo>
                  <a:lnTo>
                    <a:pt x="960399" y="779272"/>
                  </a:lnTo>
                  <a:lnTo>
                    <a:pt x="953262" y="779272"/>
                  </a:lnTo>
                  <a:lnTo>
                    <a:pt x="947572" y="791972"/>
                  </a:lnTo>
                  <a:lnTo>
                    <a:pt x="944257" y="791972"/>
                  </a:lnTo>
                  <a:lnTo>
                    <a:pt x="941057" y="804672"/>
                  </a:lnTo>
                  <a:lnTo>
                    <a:pt x="930656" y="804672"/>
                  </a:lnTo>
                  <a:lnTo>
                    <a:pt x="921766" y="804672"/>
                  </a:lnTo>
                  <a:lnTo>
                    <a:pt x="920877" y="817372"/>
                  </a:lnTo>
                  <a:lnTo>
                    <a:pt x="912241" y="817372"/>
                  </a:lnTo>
                  <a:lnTo>
                    <a:pt x="914908" y="804672"/>
                  </a:lnTo>
                  <a:lnTo>
                    <a:pt x="914019" y="804672"/>
                  </a:lnTo>
                  <a:lnTo>
                    <a:pt x="910348" y="812838"/>
                  </a:lnTo>
                  <a:lnTo>
                    <a:pt x="910348" y="817562"/>
                  </a:lnTo>
                  <a:lnTo>
                    <a:pt x="905129" y="830072"/>
                  </a:lnTo>
                  <a:lnTo>
                    <a:pt x="903211" y="830072"/>
                  </a:lnTo>
                  <a:lnTo>
                    <a:pt x="910348" y="817562"/>
                  </a:lnTo>
                  <a:lnTo>
                    <a:pt x="910348" y="812838"/>
                  </a:lnTo>
                  <a:lnTo>
                    <a:pt x="908304" y="817372"/>
                  </a:lnTo>
                  <a:lnTo>
                    <a:pt x="906818" y="817372"/>
                  </a:lnTo>
                  <a:lnTo>
                    <a:pt x="902512" y="830072"/>
                  </a:lnTo>
                  <a:lnTo>
                    <a:pt x="902970" y="830072"/>
                  </a:lnTo>
                  <a:lnTo>
                    <a:pt x="896721" y="842822"/>
                  </a:lnTo>
                  <a:lnTo>
                    <a:pt x="892276" y="842822"/>
                  </a:lnTo>
                  <a:lnTo>
                    <a:pt x="889101" y="852182"/>
                  </a:lnTo>
                  <a:lnTo>
                    <a:pt x="888873" y="855472"/>
                  </a:lnTo>
                  <a:lnTo>
                    <a:pt x="887984" y="855472"/>
                  </a:lnTo>
                  <a:lnTo>
                    <a:pt x="889101" y="852182"/>
                  </a:lnTo>
                  <a:lnTo>
                    <a:pt x="889444" y="847242"/>
                  </a:lnTo>
                  <a:lnTo>
                    <a:pt x="885444" y="855472"/>
                  </a:lnTo>
                  <a:lnTo>
                    <a:pt x="886333" y="855472"/>
                  </a:lnTo>
                  <a:lnTo>
                    <a:pt x="881507" y="868172"/>
                  </a:lnTo>
                  <a:lnTo>
                    <a:pt x="877570" y="868172"/>
                  </a:lnTo>
                  <a:lnTo>
                    <a:pt x="872070" y="874636"/>
                  </a:lnTo>
                  <a:lnTo>
                    <a:pt x="870331" y="880872"/>
                  </a:lnTo>
                  <a:lnTo>
                    <a:pt x="870191" y="878586"/>
                  </a:lnTo>
                  <a:lnTo>
                    <a:pt x="870089" y="876973"/>
                  </a:lnTo>
                  <a:lnTo>
                    <a:pt x="866775" y="880872"/>
                  </a:lnTo>
                  <a:lnTo>
                    <a:pt x="865632" y="880872"/>
                  </a:lnTo>
                  <a:lnTo>
                    <a:pt x="869607" y="868832"/>
                  </a:lnTo>
                  <a:lnTo>
                    <a:pt x="869581" y="868413"/>
                  </a:lnTo>
                  <a:lnTo>
                    <a:pt x="866952" y="871016"/>
                  </a:lnTo>
                  <a:lnTo>
                    <a:pt x="865378" y="880872"/>
                  </a:lnTo>
                  <a:lnTo>
                    <a:pt x="862711" y="880872"/>
                  </a:lnTo>
                  <a:lnTo>
                    <a:pt x="863765" y="874636"/>
                  </a:lnTo>
                  <a:lnTo>
                    <a:pt x="863866" y="874077"/>
                  </a:lnTo>
                  <a:lnTo>
                    <a:pt x="859815" y="878078"/>
                  </a:lnTo>
                  <a:lnTo>
                    <a:pt x="858393" y="880872"/>
                  </a:lnTo>
                  <a:lnTo>
                    <a:pt x="861314" y="880872"/>
                  </a:lnTo>
                  <a:lnTo>
                    <a:pt x="861695" y="880872"/>
                  </a:lnTo>
                  <a:lnTo>
                    <a:pt x="861123" y="882002"/>
                  </a:lnTo>
                  <a:lnTo>
                    <a:pt x="859155" y="893572"/>
                  </a:lnTo>
                  <a:lnTo>
                    <a:pt x="850900" y="893572"/>
                  </a:lnTo>
                  <a:lnTo>
                    <a:pt x="858012" y="880872"/>
                  </a:lnTo>
                  <a:lnTo>
                    <a:pt x="858393" y="880872"/>
                  </a:lnTo>
                  <a:lnTo>
                    <a:pt x="859307" y="878586"/>
                  </a:lnTo>
                  <a:lnTo>
                    <a:pt x="856996" y="880872"/>
                  </a:lnTo>
                  <a:lnTo>
                    <a:pt x="854837" y="880872"/>
                  </a:lnTo>
                  <a:lnTo>
                    <a:pt x="849757" y="893572"/>
                  </a:lnTo>
                  <a:lnTo>
                    <a:pt x="849122" y="893572"/>
                  </a:lnTo>
                  <a:lnTo>
                    <a:pt x="849312" y="891095"/>
                  </a:lnTo>
                  <a:lnTo>
                    <a:pt x="847979" y="893572"/>
                  </a:lnTo>
                  <a:lnTo>
                    <a:pt x="846074" y="893572"/>
                  </a:lnTo>
                  <a:lnTo>
                    <a:pt x="845477" y="895273"/>
                  </a:lnTo>
                  <a:lnTo>
                    <a:pt x="843826" y="903528"/>
                  </a:lnTo>
                  <a:lnTo>
                    <a:pt x="843292" y="905713"/>
                  </a:lnTo>
                  <a:lnTo>
                    <a:pt x="843292" y="906335"/>
                  </a:lnTo>
                  <a:lnTo>
                    <a:pt x="843292" y="905713"/>
                  </a:lnTo>
                  <a:lnTo>
                    <a:pt x="843254" y="905865"/>
                  </a:lnTo>
                  <a:lnTo>
                    <a:pt x="842581" y="903528"/>
                  </a:lnTo>
                  <a:lnTo>
                    <a:pt x="841705" y="906043"/>
                  </a:lnTo>
                  <a:lnTo>
                    <a:pt x="841603" y="906335"/>
                  </a:lnTo>
                  <a:lnTo>
                    <a:pt x="840701" y="906335"/>
                  </a:lnTo>
                  <a:lnTo>
                    <a:pt x="835329" y="914996"/>
                  </a:lnTo>
                  <a:lnTo>
                    <a:pt x="836041" y="918972"/>
                  </a:lnTo>
                  <a:lnTo>
                    <a:pt x="833882" y="918972"/>
                  </a:lnTo>
                  <a:lnTo>
                    <a:pt x="834174" y="916863"/>
                  </a:lnTo>
                  <a:lnTo>
                    <a:pt x="832866" y="918972"/>
                  </a:lnTo>
                  <a:lnTo>
                    <a:pt x="830072" y="918972"/>
                  </a:lnTo>
                  <a:lnTo>
                    <a:pt x="834377" y="909193"/>
                  </a:lnTo>
                  <a:lnTo>
                    <a:pt x="833958" y="906729"/>
                  </a:lnTo>
                  <a:lnTo>
                    <a:pt x="833882" y="906335"/>
                  </a:lnTo>
                  <a:lnTo>
                    <a:pt x="834034" y="906043"/>
                  </a:lnTo>
                  <a:lnTo>
                    <a:pt x="835406" y="893572"/>
                  </a:lnTo>
                  <a:lnTo>
                    <a:pt x="831532" y="906043"/>
                  </a:lnTo>
                  <a:lnTo>
                    <a:pt x="831443" y="906335"/>
                  </a:lnTo>
                  <a:lnTo>
                    <a:pt x="833716" y="906335"/>
                  </a:lnTo>
                  <a:lnTo>
                    <a:pt x="829056" y="918972"/>
                  </a:lnTo>
                  <a:lnTo>
                    <a:pt x="827532" y="918972"/>
                  </a:lnTo>
                  <a:lnTo>
                    <a:pt x="830834" y="906729"/>
                  </a:lnTo>
                  <a:lnTo>
                    <a:pt x="830935" y="906335"/>
                  </a:lnTo>
                  <a:lnTo>
                    <a:pt x="827125" y="906335"/>
                  </a:lnTo>
                  <a:lnTo>
                    <a:pt x="831469" y="893572"/>
                  </a:lnTo>
                  <a:lnTo>
                    <a:pt x="826643" y="893572"/>
                  </a:lnTo>
                  <a:lnTo>
                    <a:pt x="824268" y="906043"/>
                  </a:lnTo>
                  <a:lnTo>
                    <a:pt x="824217" y="906335"/>
                  </a:lnTo>
                  <a:lnTo>
                    <a:pt x="826617" y="906335"/>
                  </a:lnTo>
                  <a:lnTo>
                    <a:pt x="822706" y="918972"/>
                  </a:lnTo>
                  <a:lnTo>
                    <a:pt x="822604" y="908812"/>
                  </a:lnTo>
                  <a:lnTo>
                    <a:pt x="817118" y="918972"/>
                  </a:lnTo>
                  <a:lnTo>
                    <a:pt x="817283" y="916863"/>
                  </a:lnTo>
                  <a:lnTo>
                    <a:pt x="817359" y="915936"/>
                  </a:lnTo>
                  <a:lnTo>
                    <a:pt x="815721" y="918972"/>
                  </a:lnTo>
                  <a:lnTo>
                    <a:pt x="815467" y="918972"/>
                  </a:lnTo>
                  <a:lnTo>
                    <a:pt x="807974" y="931672"/>
                  </a:lnTo>
                  <a:lnTo>
                    <a:pt x="807974" y="918972"/>
                  </a:lnTo>
                  <a:lnTo>
                    <a:pt x="808799" y="918972"/>
                  </a:lnTo>
                  <a:lnTo>
                    <a:pt x="811060" y="906729"/>
                  </a:lnTo>
                  <a:lnTo>
                    <a:pt x="810183" y="908812"/>
                  </a:lnTo>
                  <a:lnTo>
                    <a:pt x="806323" y="918972"/>
                  </a:lnTo>
                  <a:lnTo>
                    <a:pt x="804418" y="918972"/>
                  </a:lnTo>
                  <a:lnTo>
                    <a:pt x="797687" y="931672"/>
                  </a:lnTo>
                  <a:lnTo>
                    <a:pt x="796925" y="931672"/>
                  </a:lnTo>
                  <a:lnTo>
                    <a:pt x="801751" y="918972"/>
                  </a:lnTo>
                  <a:lnTo>
                    <a:pt x="794131" y="931672"/>
                  </a:lnTo>
                  <a:lnTo>
                    <a:pt x="790067" y="931672"/>
                  </a:lnTo>
                  <a:lnTo>
                    <a:pt x="790829" y="944372"/>
                  </a:lnTo>
                  <a:lnTo>
                    <a:pt x="787400" y="944372"/>
                  </a:lnTo>
                  <a:lnTo>
                    <a:pt x="781050" y="957072"/>
                  </a:lnTo>
                  <a:lnTo>
                    <a:pt x="779018" y="957072"/>
                  </a:lnTo>
                  <a:lnTo>
                    <a:pt x="774700" y="957072"/>
                  </a:lnTo>
                  <a:lnTo>
                    <a:pt x="773201" y="957072"/>
                  </a:lnTo>
                  <a:lnTo>
                    <a:pt x="760209" y="982472"/>
                  </a:lnTo>
                  <a:lnTo>
                    <a:pt x="752221" y="982472"/>
                  </a:lnTo>
                  <a:lnTo>
                    <a:pt x="750443" y="969772"/>
                  </a:lnTo>
                  <a:lnTo>
                    <a:pt x="746887" y="982472"/>
                  </a:lnTo>
                  <a:lnTo>
                    <a:pt x="745998" y="982472"/>
                  </a:lnTo>
                  <a:lnTo>
                    <a:pt x="739013" y="995172"/>
                  </a:lnTo>
                  <a:lnTo>
                    <a:pt x="729107" y="995172"/>
                  </a:lnTo>
                  <a:lnTo>
                    <a:pt x="724662" y="1007872"/>
                  </a:lnTo>
                  <a:lnTo>
                    <a:pt x="714375" y="1007872"/>
                  </a:lnTo>
                  <a:lnTo>
                    <a:pt x="709536" y="1020610"/>
                  </a:lnTo>
                  <a:lnTo>
                    <a:pt x="706755" y="1033272"/>
                  </a:lnTo>
                  <a:lnTo>
                    <a:pt x="691883" y="1033272"/>
                  </a:lnTo>
                  <a:lnTo>
                    <a:pt x="689749" y="1045972"/>
                  </a:lnTo>
                  <a:lnTo>
                    <a:pt x="682244" y="1045972"/>
                  </a:lnTo>
                  <a:lnTo>
                    <a:pt x="676986" y="1052791"/>
                  </a:lnTo>
                  <a:lnTo>
                    <a:pt x="674878" y="1058672"/>
                  </a:lnTo>
                  <a:lnTo>
                    <a:pt x="672465" y="1058672"/>
                  </a:lnTo>
                  <a:lnTo>
                    <a:pt x="664845" y="1058672"/>
                  </a:lnTo>
                  <a:lnTo>
                    <a:pt x="661035" y="1071372"/>
                  </a:lnTo>
                  <a:lnTo>
                    <a:pt x="659892" y="1071372"/>
                  </a:lnTo>
                  <a:lnTo>
                    <a:pt x="653542" y="1084072"/>
                  </a:lnTo>
                  <a:lnTo>
                    <a:pt x="644017" y="1084072"/>
                  </a:lnTo>
                  <a:lnTo>
                    <a:pt x="634834" y="1096772"/>
                  </a:lnTo>
                  <a:lnTo>
                    <a:pt x="615251" y="1109472"/>
                  </a:lnTo>
                  <a:lnTo>
                    <a:pt x="605663" y="1122172"/>
                  </a:lnTo>
                  <a:lnTo>
                    <a:pt x="606552" y="1122172"/>
                  </a:lnTo>
                  <a:lnTo>
                    <a:pt x="602742" y="1134872"/>
                  </a:lnTo>
                  <a:lnTo>
                    <a:pt x="602107" y="1122172"/>
                  </a:lnTo>
                  <a:lnTo>
                    <a:pt x="594741" y="1134872"/>
                  </a:lnTo>
                  <a:lnTo>
                    <a:pt x="589915" y="1134872"/>
                  </a:lnTo>
                  <a:lnTo>
                    <a:pt x="580136" y="1147572"/>
                  </a:lnTo>
                  <a:lnTo>
                    <a:pt x="571830" y="1160272"/>
                  </a:lnTo>
                  <a:lnTo>
                    <a:pt x="563638" y="1172972"/>
                  </a:lnTo>
                  <a:lnTo>
                    <a:pt x="549300" y="1172972"/>
                  </a:lnTo>
                  <a:lnTo>
                    <a:pt x="546227" y="1178991"/>
                  </a:lnTo>
                  <a:lnTo>
                    <a:pt x="546227" y="1211072"/>
                  </a:lnTo>
                  <a:lnTo>
                    <a:pt x="544449" y="1223772"/>
                  </a:lnTo>
                  <a:lnTo>
                    <a:pt x="542798" y="1223772"/>
                  </a:lnTo>
                  <a:lnTo>
                    <a:pt x="541909" y="1211072"/>
                  </a:lnTo>
                  <a:lnTo>
                    <a:pt x="546227" y="1211072"/>
                  </a:lnTo>
                  <a:lnTo>
                    <a:pt x="546227" y="1178991"/>
                  </a:lnTo>
                  <a:lnTo>
                    <a:pt x="542810" y="1185672"/>
                  </a:lnTo>
                  <a:lnTo>
                    <a:pt x="536625" y="1185672"/>
                  </a:lnTo>
                  <a:lnTo>
                    <a:pt x="530352" y="1198372"/>
                  </a:lnTo>
                  <a:lnTo>
                    <a:pt x="519544" y="1211072"/>
                  </a:lnTo>
                  <a:lnTo>
                    <a:pt x="509866" y="1211072"/>
                  </a:lnTo>
                  <a:lnTo>
                    <a:pt x="500519" y="1223772"/>
                  </a:lnTo>
                  <a:lnTo>
                    <a:pt x="490728" y="1236472"/>
                  </a:lnTo>
                  <a:lnTo>
                    <a:pt x="485381" y="1236472"/>
                  </a:lnTo>
                  <a:lnTo>
                    <a:pt x="478739" y="1249172"/>
                  </a:lnTo>
                  <a:lnTo>
                    <a:pt x="472973" y="1249172"/>
                  </a:lnTo>
                  <a:lnTo>
                    <a:pt x="469265" y="1261872"/>
                  </a:lnTo>
                  <a:lnTo>
                    <a:pt x="463778" y="1261872"/>
                  </a:lnTo>
                  <a:lnTo>
                    <a:pt x="458063" y="1274572"/>
                  </a:lnTo>
                  <a:lnTo>
                    <a:pt x="446532" y="1274572"/>
                  </a:lnTo>
                  <a:lnTo>
                    <a:pt x="442976" y="1287272"/>
                  </a:lnTo>
                  <a:lnTo>
                    <a:pt x="437261" y="1287272"/>
                  </a:lnTo>
                  <a:lnTo>
                    <a:pt x="430834" y="1299972"/>
                  </a:lnTo>
                  <a:lnTo>
                    <a:pt x="426021" y="1299972"/>
                  </a:lnTo>
                  <a:lnTo>
                    <a:pt x="420433" y="1312672"/>
                  </a:lnTo>
                  <a:lnTo>
                    <a:pt x="411734" y="1325372"/>
                  </a:lnTo>
                  <a:lnTo>
                    <a:pt x="408051" y="1312672"/>
                  </a:lnTo>
                  <a:lnTo>
                    <a:pt x="405511" y="1312672"/>
                  </a:lnTo>
                  <a:lnTo>
                    <a:pt x="400431" y="1325372"/>
                  </a:lnTo>
                  <a:lnTo>
                    <a:pt x="401751" y="1325372"/>
                  </a:lnTo>
                  <a:lnTo>
                    <a:pt x="396506" y="1338072"/>
                  </a:lnTo>
                  <a:lnTo>
                    <a:pt x="394716" y="1338072"/>
                  </a:lnTo>
                  <a:lnTo>
                    <a:pt x="389458" y="1346974"/>
                  </a:lnTo>
                  <a:lnTo>
                    <a:pt x="387756" y="1350772"/>
                  </a:lnTo>
                  <a:lnTo>
                    <a:pt x="387223" y="1350772"/>
                  </a:lnTo>
                  <a:lnTo>
                    <a:pt x="389458" y="1346974"/>
                  </a:lnTo>
                  <a:lnTo>
                    <a:pt x="393446" y="1338072"/>
                  </a:lnTo>
                  <a:lnTo>
                    <a:pt x="390423" y="1338072"/>
                  </a:lnTo>
                  <a:lnTo>
                    <a:pt x="385064" y="1350772"/>
                  </a:lnTo>
                  <a:lnTo>
                    <a:pt x="384276" y="1350772"/>
                  </a:lnTo>
                  <a:lnTo>
                    <a:pt x="381635" y="1363472"/>
                  </a:lnTo>
                  <a:lnTo>
                    <a:pt x="378650" y="1363472"/>
                  </a:lnTo>
                  <a:lnTo>
                    <a:pt x="378460" y="1350772"/>
                  </a:lnTo>
                  <a:lnTo>
                    <a:pt x="376428" y="1350772"/>
                  </a:lnTo>
                  <a:lnTo>
                    <a:pt x="371348" y="1363472"/>
                  </a:lnTo>
                  <a:lnTo>
                    <a:pt x="374015" y="1350772"/>
                  </a:lnTo>
                  <a:lnTo>
                    <a:pt x="368731" y="1363472"/>
                  </a:lnTo>
                  <a:lnTo>
                    <a:pt x="360502" y="1363472"/>
                  </a:lnTo>
                  <a:lnTo>
                    <a:pt x="356235" y="1376172"/>
                  </a:lnTo>
                  <a:lnTo>
                    <a:pt x="349275" y="1376172"/>
                  </a:lnTo>
                  <a:lnTo>
                    <a:pt x="336829" y="1401572"/>
                  </a:lnTo>
                  <a:lnTo>
                    <a:pt x="329184" y="1401572"/>
                  </a:lnTo>
                  <a:lnTo>
                    <a:pt x="327787" y="1414272"/>
                  </a:lnTo>
                  <a:lnTo>
                    <a:pt x="318211" y="1414272"/>
                  </a:lnTo>
                  <a:lnTo>
                    <a:pt x="311442" y="1426972"/>
                  </a:lnTo>
                  <a:lnTo>
                    <a:pt x="304330" y="1440103"/>
                  </a:lnTo>
                  <a:lnTo>
                    <a:pt x="306959" y="1426972"/>
                  </a:lnTo>
                  <a:lnTo>
                    <a:pt x="304038" y="1426972"/>
                  </a:lnTo>
                  <a:lnTo>
                    <a:pt x="299567" y="1439735"/>
                  </a:lnTo>
                  <a:lnTo>
                    <a:pt x="296164" y="1439735"/>
                  </a:lnTo>
                  <a:lnTo>
                    <a:pt x="291528" y="1452372"/>
                  </a:lnTo>
                  <a:lnTo>
                    <a:pt x="285369" y="1452372"/>
                  </a:lnTo>
                  <a:lnTo>
                    <a:pt x="280797" y="1465072"/>
                  </a:lnTo>
                  <a:lnTo>
                    <a:pt x="277825" y="1465072"/>
                  </a:lnTo>
                  <a:lnTo>
                    <a:pt x="271894" y="1477784"/>
                  </a:lnTo>
                  <a:lnTo>
                    <a:pt x="260997" y="1477784"/>
                  </a:lnTo>
                  <a:lnTo>
                    <a:pt x="260375" y="1490472"/>
                  </a:lnTo>
                  <a:lnTo>
                    <a:pt x="253365" y="1490472"/>
                  </a:lnTo>
                  <a:lnTo>
                    <a:pt x="258673" y="1481683"/>
                  </a:lnTo>
                  <a:lnTo>
                    <a:pt x="256679" y="1484757"/>
                  </a:lnTo>
                  <a:lnTo>
                    <a:pt x="253111" y="1490472"/>
                  </a:lnTo>
                  <a:lnTo>
                    <a:pt x="248945" y="1490472"/>
                  </a:lnTo>
                  <a:lnTo>
                    <a:pt x="245757" y="1503172"/>
                  </a:lnTo>
                  <a:lnTo>
                    <a:pt x="242303" y="1503172"/>
                  </a:lnTo>
                  <a:lnTo>
                    <a:pt x="237109" y="1515872"/>
                  </a:lnTo>
                  <a:lnTo>
                    <a:pt x="237197" y="1511363"/>
                  </a:lnTo>
                  <a:lnTo>
                    <a:pt x="234442" y="1515872"/>
                  </a:lnTo>
                  <a:lnTo>
                    <a:pt x="237274" y="1507274"/>
                  </a:lnTo>
                  <a:lnTo>
                    <a:pt x="237363" y="1503172"/>
                  </a:lnTo>
                  <a:lnTo>
                    <a:pt x="232867" y="1515872"/>
                  </a:lnTo>
                  <a:lnTo>
                    <a:pt x="221780" y="1528572"/>
                  </a:lnTo>
                  <a:lnTo>
                    <a:pt x="232156" y="1528572"/>
                  </a:lnTo>
                  <a:lnTo>
                    <a:pt x="244373" y="1515872"/>
                  </a:lnTo>
                  <a:lnTo>
                    <a:pt x="256832" y="1503172"/>
                  </a:lnTo>
                  <a:lnTo>
                    <a:pt x="269570" y="1490472"/>
                  </a:lnTo>
                  <a:lnTo>
                    <a:pt x="282562" y="1477784"/>
                  </a:lnTo>
                  <a:lnTo>
                    <a:pt x="288886" y="1477784"/>
                  </a:lnTo>
                  <a:lnTo>
                    <a:pt x="295846" y="1465072"/>
                  </a:lnTo>
                  <a:lnTo>
                    <a:pt x="303072" y="1465072"/>
                  </a:lnTo>
                  <a:lnTo>
                    <a:pt x="310261" y="1452372"/>
                  </a:lnTo>
                  <a:lnTo>
                    <a:pt x="311785" y="1452372"/>
                  </a:lnTo>
                  <a:lnTo>
                    <a:pt x="320370" y="1440103"/>
                  </a:lnTo>
                  <a:lnTo>
                    <a:pt x="320624" y="1439735"/>
                  </a:lnTo>
                  <a:lnTo>
                    <a:pt x="328663" y="1439735"/>
                  </a:lnTo>
                  <a:lnTo>
                    <a:pt x="330708" y="1426972"/>
                  </a:lnTo>
                  <a:lnTo>
                    <a:pt x="340448" y="1426972"/>
                  </a:lnTo>
                  <a:lnTo>
                    <a:pt x="346316" y="1414272"/>
                  </a:lnTo>
                  <a:lnTo>
                    <a:pt x="354965" y="1414272"/>
                  </a:lnTo>
                  <a:lnTo>
                    <a:pt x="361035" y="1401572"/>
                  </a:lnTo>
                  <a:lnTo>
                    <a:pt x="372516" y="1401572"/>
                  </a:lnTo>
                  <a:lnTo>
                    <a:pt x="379095" y="1388872"/>
                  </a:lnTo>
                  <a:lnTo>
                    <a:pt x="377190" y="1388872"/>
                  </a:lnTo>
                  <a:lnTo>
                    <a:pt x="387096" y="1376172"/>
                  </a:lnTo>
                  <a:lnTo>
                    <a:pt x="389763" y="1376172"/>
                  </a:lnTo>
                  <a:lnTo>
                    <a:pt x="396367" y="1363472"/>
                  </a:lnTo>
                  <a:lnTo>
                    <a:pt x="402336" y="1363472"/>
                  </a:lnTo>
                  <a:lnTo>
                    <a:pt x="405638" y="1350772"/>
                  </a:lnTo>
                  <a:lnTo>
                    <a:pt x="413639" y="1350772"/>
                  </a:lnTo>
                  <a:lnTo>
                    <a:pt x="418122" y="1338072"/>
                  </a:lnTo>
                  <a:lnTo>
                    <a:pt x="431444" y="1338072"/>
                  </a:lnTo>
                  <a:lnTo>
                    <a:pt x="437007" y="1325372"/>
                  </a:lnTo>
                  <a:lnTo>
                    <a:pt x="464121" y="1299972"/>
                  </a:lnTo>
                  <a:lnTo>
                    <a:pt x="490639" y="1274572"/>
                  </a:lnTo>
                  <a:lnTo>
                    <a:pt x="518274" y="1249172"/>
                  </a:lnTo>
                  <a:lnTo>
                    <a:pt x="548767" y="1223772"/>
                  </a:lnTo>
                  <a:lnTo>
                    <a:pt x="550926" y="1211072"/>
                  </a:lnTo>
                  <a:lnTo>
                    <a:pt x="545338" y="1223772"/>
                  </a:lnTo>
                  <a:lnTo>
                    <a:pt x="546481" y="1211072"/>
                  </a:lnTo>
                  <a:lnTo>
                    <a:pt x="550926" y="1211072"/>
                  </a:lnTo>
                  <a:lnTo>
                    <a:pt x="553720" y="1211072"/>
                  </a:lnTo>
                  <a:lnTo>
                    <a:pt x="558292" y="1198372"/>
                  </a:lnTo>
                  <a:lnTo>
                    <a:pt x="558419" y="1198029"/>
                  </a:lnTo>
                  <a:lnTo>
                    <a:pt x="571754" y="1185672"/>
                  </a:lnTo>
                  <a:lnTo>
                    <a:pt x="572643" y="1185672"/>
                  </a:lnTo>
                  <a:lnTo>
                    <a:pt x="562864" y="1198372"/>
                  </a:lnTo>
                  <a:lnTo>
                    <a:pt x="563245" y="1198372"/>
                  </a:lnTo>
                  <a:lnTo>
                    <a:pt x="560705" y="1211072"/>
                  </a:lnTo>
                  <a:lnTo>
                    <a:pt x="564896" y="1198372"/>
                  </a:lnTo>
                  <a:lnTo>
                    <a:pt x="570230" y="1198372"/>
                  </a:lnTo>
                  <a:lnTo>
                    <a:pt x="576707" y="1185672"/>
                  </a:lnTo>
                  <a:lnTo>
                    <a:pt x="575691" y="1185672"/>
                  </a:lnTo>
                  <a:lnTo>
                    <a:pt x="585724" y="1172972"/>
                  </a:lnTo>
                  <a:lnTo>
                    <a:pt x="588264" y="1172972"/>
                  </a:lnTo>
                  <a:lnTo>
                    <a:pt x="580136" y="1185672"/>
                  </a:lnTo>
                  <a:lnTo>
                    <a:pt x="583438" y="1185672"/>
                  </a:lnTo>
                  <a:lnTo>
                    <a:pt x="590296" y="1172972"/>
                  </a:lnTo>
                  <a:lnTo>
                    <a:pt x="596265" y="1172972"/>
                  </a:lnTo>
                  <a:lnTo>
                    <a:pt x="601980" y="1160272"/>
                  </a:lnTo>
                  <a:lnTo>
                    <a:pt x="602996" y="1172972"/>
                  </a:lnTo>
                  <a:lnTo>
                    <a:pt x="612584" y="1160272"/>
                  </a:lnTo>
                  <a:lnTo>
                    <a:pt x="619391" y="1147572"/>
                  </a:lnTo>
                  <a:lnTo>
                    <a:pt x="626122" y="1147572"/>
                  </a:lnTo>
                  <a:lnTo>
                    <a:pt x="635508" y="1134872"/>
                  </a:lnTo>
                  <a:lnTo>
                    <a:pt x="637159" y="1134872"/>
                  </a:lnTo>
                  <a:lnTo>
                    <a:pt x="641604" y="1122172"/>
                  </a:lnTo>
                  <a:lnTo>
                    <a:pt x="648970" y="1122172"/>
                  </a:lnTo>
                  <a:lnTo>
                    <a:pt x="655269" y="1109472"/>
                  </a:lnTo>
                  <a:lnTo>
                    <a:pt x="666775" y="1109472"/>
                  </a:lnTo>
                  <a:lnTo>
                    <a:pt x="673862" y="1096772"/>
                  </a:lnTo>
                  <a:lnTo>
                    <a:pt x="676910" y="1096772"/>
                  </a:lnTo>
                  <a:lnTo>
                    <a:pt x="680212" y="1084072"/>
                  </a:lnTo>
                  <a:lnTo>
                    <a:pt x="691400" y="1084072"/>
                  </a:lnTo>
                  <a:lnTo>
                    <a:pt x="692772" y="1071372"/>
                  </a:lnTo>
                  <a:lnTo>
                    <a:pt x="696087" y="1071372"/>
                  </a:lnTo>
                  <a:lnTo>
                    <a:pt x="702818" y="1058672"/>
                  </a:lnTo>
                  <a:lnTo>
                    <a:pt x="705739" y="1058672"/>
                  </a:lnTo>
                  <a:lnTo>
                    <a:pt x="710946" y="1045972"/>
                  </a:lnTo>
                  <a:lnTo>
                    <a:pt x="710438" y="1050213"/>
                  </a:lnTo>
                  <a:lnTo>
                    <a:pt x="711454" y="1045972"/>
                  </a:lnTo>
                  <a:lnTo>
                    <a:pt x="718058" y="1045972"/>
                  </a:lnTo>
                  <a:lnTo>
                    <a:pt x="716534" y="1058672"/>
                  </a:lnTo>
                  <a:lnTo>
                    <a:pt x="718566" y="1058672"/>
                  </a:lnTo>
                  <a:lnTo>
                    <a:pt x="719455" y="1045972"/>
                  </a:lnTo>
                  <a:lnTo>
                    <a:pt x="722249" y="1045972"/>
                  </a:lnTo>
                  <a:lnTo>
                    <a:pt x="729742" y="1033272"/>
                  </a:lnTo>
                  <a:lnTo>
                    <a:pt x="727456" y="1045972"/>
                  </a:lnTo>
                  <a:lnTo>
                    <a:pt x="730758" y="1045972"/>
                  </a:lnTo>
                  <a:lnTo>
                    <a:pt x="733298" y="1033272"/>
                  </a:lnTo>
                  <a:lnTo>
                    <a:pt x="739749" y="1020610"/>
                  </a:lnTo>
                  <a:lnTo>
                    <a:pt x="755256" y="1020610"/>
                  </a:lnTo>
                  <a:lnTo>
                    <a:pt x="759968" y="1007872"/>
                  </a:lnTo>
                  <a:lnTo>
                    <a:pt x="767600" y="1007872"/>
                  </a:lnTo>
                  <a:lnTo>
                    <a:pt x="776452" y="995172"/>
                  </a:lnTo>
                  <a:lnTo>
                    <a:pt x="784910" y="995172"/>
                  </a:lnTo>
                  <a:lnTo>
                    <a:pt x="791337" y="982472"/>
                  </a:lnTo>
                  <a:lnTo>
                    <a:pt x="793623" y="982472"/>
                  </a:lnTo>
                  <a:lnTo>
                    <a:pt x="802436" y="969772"/>
                  </a:lnTo>
                  <a:lnTo>
                    <a:pt x="812419" y="957072"/>
                  </a:lnTo>
                  <a:lnTo>
                    <a:pt x="821728" y="957072"/>
                  </a:lnTo>
                  <a:lnTo>
                    <a:pt x="828548" y="944372"/>
                  </a:lnTo>
                  <a:lnTo>
                    <a:pt x="838123" y="931672"/>
                  </a:lnTo>
                  <a:lnTo>
                    <a:pt x="841336" y="931672"/>
                  </a:lnTo>
                  <a:lnTo>
                    <a:pt x="844219" y="918972"/>
                  </a:lnTo>
                  <a:lnTo>
                    <a:pt x="851789" y="918972"/>
                  </a:lnTo>
                  <a:lnTo>
                    <a:pt x="887958" y="880872"/>
                  </a:lnTo>
                  <a:lnTo>
                    <a:pt x="924483" y="842822"/>
                  </a:lnTo>
                  <a:lnTo>
                    <a:pt x="960081" y="817372"/>
                  </a:lnTo>
                  <a:lnTo>
                    <a:pt x="993267" y="779272"/>
                  </a:lnTo>
                  <a:lnTo>
                    <a:pt x="994029" y="779272"/>
                  </a:lnTo>
                  <a:lnTo>
                    <a:pt x="1012012" y="766572"/>
                  </a:lnTo>
                  <a:lnTo>
                    <a:pt x="1029982" y="753884"/>
                  </a:lnTo>
                  <a:lnTo>
                    <a:pt x="1101128" y="677672"/>
                  </a:lnTo>
                  <a:lnTo>
                    <a:pt x="1136662" y="652272"/>
                  </a:lnTo>
                  <a:lnTo>
                    <a:pt x="1172400" y="614172"/>
                  </a:lnTo>
                  <a:lnTo>
                    <a:pt x="1208532" y="576072"/>
                  </a:lnTo>
                  <a:lnTo>
                    <a:pt x="1213739" y="576072"/>
                  </a:lnTo>
                  <a:lnTo>
                    <a:pt x="1216279" y="563372"/>
                  </a:lnTo>
                  <a:lnTo>
                    <a:pt x="1220724" y="563372"/>
                  </a:lnTo>
                  <a:lnTo>
                    <a:pt x="1234452" y="563372"/>
                  </a:lnTo>
                  <a:lnTo>
                    <a:pt x="1239024" y="554685"/>
                  </a:lnTo>
                  <a:lnTo>
                    <a:pt x="1247013" y="556514"/>
                  </a:lnTo>
                  <a:lnTo>
                    <a:pt x="1247241" y="557784"/>
                  </a:lnTo>
                  <a:lnTo>
                    <a:pt x="1249718" y="559054"/>
                  </a:lnTo>
                  <a:lnTo>
                    <a:pt x="1250264" y="559879"/>
                  </a:lnTo>
                  <a:lnTo>
                    <a:pt x="1252728" y="560324"/>
                  </a:lnTo>
                  <a:lnTo>
                    <a:pt x="1257935" y="571754"/>
                  </a:lnTo>
                  <a:lnTo>
                    <a:pt x="1263650" y="571754"/>
                  </a:lnTo>
                  <a:lnTo>
                    <a:pt x="1258824" y="561594"/>
                  </a:lnTo>
                  <a:lnTo>
                    <a:pt x="1259459" y="561594"/>
                  </a:lnTo>
                  <a:lnTo>
                    <a:pt x="1260373" y="561975"/>
                  </a:lnTo>
                  <a:lnTo>
                    <a:pt x="1259840" y="561594"/>
                  </a:lnTo>
                  <a:lnTo>
                    <a:pt x="1258062" y="560324"/>
                  </a:lnTo>
                  <a:lnTo>
                    <a:pt x="1254633" y="560324"/>
                  </a:lnTo>
                  <a:lnTo>
                    <a:pt x="1248664" y="556514"/>
                  </a:lnTo>
                  <a:lnTo>
                    <a:pt x="1256030" y="559054"/>
                  </a:lnTo>
                  <a:lnTo>
                    <a:pt x="1259840" y="559054"/>
                  </a:lnTo>
                  <a:lnTo>
                    <a:pt x="1260856" y="560324"/>
                  </a:lnTo>
                  <a:lnTo>
                    <a:pt x="1263650" y="561594"/>
                  </a:lnTo>
                  <a:lnTo>
                    <a:pt x="1267079" y="564134"/>
                  </a:lnTo>
                  <a:lnTo>
                    <a:pt x="1265555" y="564134"/>
                  </a:lnTo>
                  <a:lnTo>
                    <a:pt x="1268603" y="565404"/>
                  </a:lnTo>
                  <a:lnTo>
                    <a:pt x="1267968" y="564134"/>
                  </a:lnTo>
                  <a:lnTo>
                    <a:pt x="1273302" y="567944"/>
                  </a:lnTo>
                  <a:lnTo>
                    <a:pt x="1279652" y="573024"/>
                  </a:lnTo>
                  <a:lnTo>
                    <a:pt x="1283716" y="574294"/>
                  </a:lnTo>
                  <a:lnTo>
                    <a:pt x="1284986" y="576834"/>
                  </a:lnTo>
                  <a:lnTo>
                    <a:pt x="1275080" y="573024"/>
                  </a:lnTo>
                  <a:lnTo>
                    <a:pt x="1269492" y="570484"/>
                  </a:lnTo>
                  <a:lnTo>
                    <a:pt x="1271358" y="573024"/>
                  </a:lnTo>
                  <a:lnTo>
                    <a:pt x="1276642" y="575564"/>
                  </a:lnTo>
                  <a:lnTo>
                    <a:pt x="1280579" y="578104"/>
                  </a:lnTo>
                  <a:lnTo>
                    <a:pt x="1278382" y="579374"/>
                  </a:lnTo>
                  <a:lnTo>
                    <a:pt x="1283398" y="580644"/>
                  </a:lnTo>
                  <a:lnTo>
                    <a:pt x="1283271" y="579374"/>
                  </a:lnTo>
                  <a:lnTo>
                    <a:pt x="1282268" y="578104"/>
                  </a:lnTo>
                  <a:lnTo>
                    <a:pt x="1284732" y="578104"/>
                  </a:lnTo>
                  <a:lnTo>
                    <a:pt x="1287399" y="579374"/>
                  </a:lnTo>
                  <a:lnTo>
                    <a:pt x="1293368" y="580644"/>
                  </a:lnTo>
                  <a:lnTo>
                    <a:pt x="1298549" y="580644"/>
                  </a:lnTo>
                  <a:lnTo>
                    <a:pt x="1304086" y="583184"/>
                  </a:lnTo>
                  <a:lnTo>
                    <a:pt x="1311148" y="585724"/>
                  </a:lnTo>
                  <a:lnTo>
                    <a:pt x="1324229" y="586994"/>
                  </a:lnTo>
                  <a:lnTo>
                    <a:pt x="1324305" y="588264"/>
                  </a:lnTo>
                  <a:lnTo>
                    <a:pt x="1324394" y="589534"/>
                  </a:lnTo>
                  <a:lnTo>
                    <a:pt x="1324483" y="590804"/>
                  </a:lnTo>
                  <a:lnTo>
                    <a:pt x="1332738" y="590804"/>
                  </a:lnTo>
                  <a:lnTo>
                    <a:pt x="1338707" y="594614"/>
                  </a:lnTo>
                  <a:lnTo>
                    <a:pt x="1334389" y="594614"/>
                  </a:lnTo>
                  <a:lnTo>
                    <a:pt x="1342517" y="597154"/>
                  </a:lnTo>
                  <a:lnTo>
                    <a:pt x="1345565" y="598424"/>
                  </a:lnTo>
                  <a:lnTo>
                    <a:pt x="1350391" y="600964"/>
                  </a:lnTo>
                  <a:lnTo>
                    <a:pt x="1345869" y="602043"/>
                  </a:lnTo>
                  <a:lnTo>
                    <a:pt x="1349248" y="603504"/>
                  </a:lnTo>
                  <a:lnTo>
                    <a:pt x="1349629" y="602234"/>
                  </a:lnTo>
                  <a:lnTo>
                    <a:pt x="1355852" y="603504"/>
                  </a:lnTo>
                  <a:lnTo>
                    <a:pt x="1353769" y="602234"/>
                  </a:lnTo>
                  <a:lnTo>
                    <a:pt x="1349629" y="599694"/>
                  </a:lnTo>
                  <a:lnTo>
                    <a:pt x="1356067" y="600964"/>
                  </a:lnTo>
                  <a:lnTo>
                    <a:pt x="1362913" y="600964"/>
                  </a:lnTo>
                  <a:lnTo>
                    <a:pt x="1371968" y="603504"/>
                  </a:lnTo>
                  <a:lnTo>
                    <a:pt x="1385062" y="608584"/>
                  </a:lnTo>
                  <a:lnTo>
                    <a:pt x="1387119" y="609854"/>
                  </a:lnTo>
                  <a:lnTo>
                    <a:pt x="1377315" y="609854"/>
                  </a:lnTo>
                  <a:lnTo>
                    <a:pt x="1391094" y="614934"/>
                  </a:lnTo>
                  <a:lnTo>
                    <a:pt x="1401343" y="616204"/>
                  </a:lnTo>
                  <a:lnTo>
                    <a:pt x="1409915" y="616204"/>
                  </a:lnTo>
                  <a:lnTo>
                    <a:pt x="1418717" y="618744"/>
                  </a:lnTo>
                  <a:lnTo>
                    <a:pt x="1428178" y="622554"/>
                  </a:lnTo>
                  <a:lnTo>
                    <a:pt x="1434655" y="623824"/>
                  </a:lnTo>
                  <a:lnTo>
                    <a:pt x="1441208" y="626364"/>
                  </a:lnTo>
                  <a:lnTo>
                    <a:pt x="1450975" y="628904"/>
                  </a:lnTo>
                  <a:lnTo>
                    <a:pt x="1450327" y="630174"/>
                  </a:lnTo>
                  <a:lnTo>
                    <a:pt x="1454670" y="632714"/>
                  </a:lnTo>
                  <a:lnTo>
                    <a:pt x="1460563" y="635254"/>
                  </a:lnTo>
                  <a:lnTo>
                    <a:pt x="1462557" y="636524"/>
                  </a:lnTo>
                  <a:lnTo>
                    <a:pt x="1538744" y="636524"/>
                  </a:lnTo>
                  <a:lnTo>
                    <a:pt x="1531670" y="633984"/>
                  </a:lnTo>
                  <a:lnTo>
                    <a:pt x="1482458" y="614934"/>
                  </a:lnTo>
                  <a:lnTo>
                    <a:pt x="1441005" y="599694"/>
                  </a:lnTo>
                  <a:lnTo>
                    <a:pt x="1434096" y="597154"/>
                  </a:lnTo>
                  <a:lnTo>
                    <a:pt x="1387221" y="581914"/>
                  </a:lnTo>
                  <a:lnTo>
                    <a:pt x="1387729" y="580644"/>
                  </a:lnTo>
                  <a:lnTo>
                    <a:pt x="1380756" y="578104"/>
                  </a:lnTo>
                  <a:lnTo>
                    <a:pt x="1377264" y="576834"/>
                  </a:lnTo>
                  <a:lnTo>
                    <a:pt x="1342415" y="564134"/>
                  </a:lnTo>
                  <a:lnTo>
                    <a:pt x="1323060" y="556514"/>
                  </a:lnTo>
                  <a:lnTo>
                    <a:pt x="1297241" y="546354"/>
                  </a:lnTo>
                  <a:lnTo>
                    <a:pt x="1273898" y="537464"/>
                  </a:lnTo>
                  <a:lnTo>
                    <a:pt x="1261313" y="532676"/>
                  </a:lnTo>
                  <a:lnTo>
                    <a:pt x="1264412" y="525272"/>
                  </a:lnTo>
                  <a:lnTo>
                    <a:pt x="1276731" y="525272"/>
                  </a:lnTo>
                  <a:lnTo>
                    <a:pt x="1278966" y="512572"/>
                  </a:lnTo>
                  <a:lnTo>
                    <a:pt x="1284693" y="499872"/>
                  </a:lnTo>
                  <a:lnTo>
                    <a:pt x="1292085" y="499872"/>
                  </a:lnTo>
                  <a:lnTo>
                    <a:pt x="1299337" y="487172"/>
                  </a:lnTo>
                  <a:lnTo>
                    <a:pt x="1309712" y="487172"/>
                  </a:lnTo>
                  <a:lnTo>
                    <a:pt x="1314996" y="474472"/>
                  </a:lnTo>
                  <a:lnTo>
                    <a:pt x="1318006" y="474472"/>
                  </a:lnTo>
                  <a:lnTo>
                    <a:pt x="1320546" y="461772"/>
                  </a:lnTo>
                  <a:lnTo>
                    <a:pt x="1332484" y="461772"/>
                  </a:lnTo>
                  <a:lnTo>
                    <a:pt x="1329055" y="474472"/>
                  </a:lnTo>
                  <a:lnTo>
                    <a:pt x="1331468" y="474472"/>
                  </a:lnTo>
                  <a:lnTo>
                    <a:pt x="1336421" y="461772"/>
                  </a:lnTo>
                  <a:lnTo>
                    <a:pt x="1339215" y="461772"/>
                  </a:lnTo>
                  <a:lnTo>
                    <a:pt x="1347089" y="449072"/>
                  </a:lnTo>
                  <a:lnTo>
                    <a:pt x="1350759" y="436372"/>
                  </a:lnTo>
                  <a:lnTo>
                    <a:pt x="1350543" y="442582"/>
                  </a:lnTo>
                  <a:lnTo>
                    <a:pt x="1353845" y="436372"/>
                  </a:lnTo>
                  <a:lnTo>
                    <a:pt x="1355953" y="436372"/>
                  </a:lnTo>
                  <a:lnTo>
                    <a:pt x="1352448" y="449072"/>
                  </a:lnTo>
                  <a:lnTo>
                    <a:pt x="1355598" y="449072"/>
                  </a:lnTo>
                  <a:lnTo>
                    <a:pt x="1358392" y="436372"/>
                  </a:lnTo>
                  <a:lnTo>
                    <a:pt x="1357591" y="445147"/>
                  </a:lnTo>
                  <a:lnTo>
                    <a:pt x="1362075" y="436372"/>
                  </a:lnTo>
                  <a:lnTo>
                    <a:pt x="1359230" y="436372"/>
                  </a:lnTo>
                  <a:lnTo>
                    <a:pt x="1364526" y="423672"/>
                  </a:lnTo>
                  <a:lnTo>
                    <a:pt x="1366901" y="423672"/>
                  </a:lnTo>
                  <a:lnTo>
                    <a:pt x="1372044" y="416331"/>
                  </a:lnTo>
                  <a:lnTo>
                    <a:pt x="1373759" y="410972"/>
                  </a:lnTo>
                  <a:lnTo>
                    <a:pt x="1375791" y="410972"/>
                  </a:lnTo>
                  <a:lnTo>
                    <a:pt x="1377924" y="410972"/>
                  </a:lnTo>
                  <a:lnTo>
                    <a:pt x="1372031" y="423672"/>
                  </a:lnTo>
                  <a:lnTo>
                    <a:pt x="1372235" y="423672"/>
                  </a:lnTo>
                  <a:lnTo>
                    <a:pt x="1368044" y="436372"/>
                  </a:lnTo>
                  <a:lnTo>
                    <a:pt x="1374013" y="436372"/>
                  </a:lnTo>
                  <a:lnTo>
                    <a:pt x="1378712" y="423672"/>
                  </a:lnTo>
                  <a:lnTo>
                    <a:pt x="1381506" y="423672"/>
                  </a:lnTo>
                  <a:lnTo>
                    <a:pt x="1380871" y="410972"/>
                  </a:lnTo>
                  <a:lnTo>
                    <a:pt x="1384554" y="410972"/>
                  </a:lnTo>
                  <a:lnTo>
                    <a:pt x="1388300" y="398272"/>
                  </a:lnTo>
                  <a:lnTo>
                    <a:pt x="1388516" y="398272"/>
                  </a:lnTo>
                  <a:lnTo>
                    <a:pt x="1388008" y="410972"/>
                  </a:lnTo>
                  <a:lnTo>
                    <a:pt x="1388618" y="410972"/>
                  </a:lnTo>
                  <a:lnTo>
                    <a:pt x="1395857" y="398272"/>
                  </a:lnTo>
                  <a:lnTo>
                    <a:pt x="1397762" y="398272"/>
                  </a:lnTo>
                  <a:lnTo>
                    <a:pt x="1402156" y="385572"/>
                  </a:lnTo>
                  <a:lnTo>
                    <a:pt x="1417828" y="385572"/>
                  </a:lnTo>
                  <a:lnTo>
                    <a:pt x="1418590" y="372872"/>
                  </a:lnTo>
                  <a:lnTo>
                    <a:pt x="1429766" y="372872"/>
                  </a:lnTo>
                  <a:lnTo>
                    <a:pt x="1432687" y="360172"/>
                  </a:lnTo>
                  <a:lnTo>
                    <a:pt x="1436116" y="360172"/>
                  </a:lnTo>
                  <a:lnTo>
                    <a:pt x="1440942" y="347472"/>
                  </a:lnTo>
                  <a:lnTo>
                    <a:pt x="1442593" y="347472"/>
                  </a:lnTo>
                  <a:lnTo>
                    <a:pt x="1442110" y="354253"/>
                  </a:lnTo>
                  <a:lnTo>
                    <a:pt x="1443609" y="347472"/>
                  </a:lnTo>
                  <a:lnTo>
                    <a:pt x="1452753" y="347472"/>
                  </a:lnTo>
                  <a:lnTo>
                    <a:pt x="1458087" y="334772"/>
                  </a:lnTo>
                  <a:lnTo>
                    <a:pt x="1457452" y="347472"/>
                  </a:lnTo>
                  <a:lnTo>
                    <a:pt x="1467485" y="334772"/>
                  </a:lnTo>
                  <a:lnTo>
                    <a:pt x="1474470" y="334772"/>
                  </a:lnTo>
                  <a:lnTo>
                    <a:pt x="1479067" y="321640"/>
                  </a:lnTo>
                  <a:lnTo>
                    <a:pt x="1485620" y="309372"/>
                  </a:lnTo>
                  <a:lnTo>
                    <a:pt x="1486916" y="309372"/>
                  </a:lnTo>
                  <a:lnTo>
                    <a:pt x="1479778" y="322110"/>
                  </a:lnTo>
                  <a:lnTo>
                    <a:pt x="1484718" y="322110"/>
                  </a:lnTo>
                  <a:lnTo>
                    <a:pt x="1490764" y="309372"/>
                  </a:lnTo>
                  <a:lnTo>
                    <a:pt x="1490472" y="309372"/>
                  </a:lnTo>
                  <a:lnTo>
                    <a:pt x="1498346" y="296672"/>
                  </a:lnTo>
                  <a:lnTo>
                    <a:pt x="1498727" y="296672"/>
                  </a:lnTo>
                  <a:lnTo>
                    <a:pt x="1491996" y="309372"/>
                  </a:lnTo>
                  <a:lnTo>
                    <a:pt x="1493393" y="309372"/>
                  </a:lnTo>
                  <a:lnTo>
                    <a:pt x="1498511" y="301244"/>
                  </a:lnTo>
                  <a:lnTo>
                    <a:pt x="1499870" y="296672"/>
                  </a:lnTo>
                  <a:lnTo>
                    <a:pt x="1501394" y="296672"/>
                  </a:lnTo>
                  <a:lnTo>
                    <a:pt x="1498511" y="301244"/>
                  </a:lnTo>
                  <a:lnTo>
                    <a:pt x="1496923" y="306616"/>
                  </a:lnTo>
                  <a:lnTo>
                    <a:pt x="1506474" y="296672"/>
                  </a:lnTo>
                  <a:lnTo>
                    <a:pt x="1507490" y="296672"/>
                  </a:lnTo>
                  <a:lnTo>
                    <a:pt x="1509979" y="284772"/>
                  </a:lnTo>
                  <a:lnTo>
                    <a:pt x="1509661" y="291236"/>
                  </a:lnTo>
                  <a:lnTo>
                    <a:pt x="1510436" y="284772"/>
                  </a:lnTo>
                  <a:lnTo>
                    <a:pt x="1510538" y="283972"/>
                  </a:lnTo>
                  <a:lnTo>
                    <a:pt x="1519555" y="283972"/>
                  </a:lnTo>
                  <a:lnTo>
                    <a:pt x="1525320" y="272427"/>
                  </a:lnTo>
                  <a:lnTo>
                    <a:pt x="1525397" y="271272"/>
                  </a:lnTo>
                  <a:lnTo>
                    <a:pt x="1525905" y="271272"/>
                  </a:lnTo>
                  <a:lnTo>
                    <a:pt x="1525320" y="272427"/>
                  </a:lnTo>
                  <a:lnTo>
                    <a:pt x="1524800" y="281216"/>
                  </a:lnTo>
                  <a:lnTo>
                    <a:pt x="1527683" y="271272"/>
                  </a:lnTo>
                  <a:lnTo>
                    <a:pt x="1538224" y="271272"/>
                  </a:lnTo>
                  <a:lnTo>
                    <a:pt x="1539113" y="258572"/>
                  </a:lnTo>
                  <a:lnTo>
                    <a:pt x="1552067" y="258572"/>
                  </a:lnTo>
                  <a:lnTo>
                    <a:pt x="1553591" y="245872"/>
                  </a:lnTo>
                  <a:lnTo>
                    <a:pt x="1566799" y="245872"/>
                  </a:lnTo>
                  <a:lnTo>
                    <a:pt x="1572895" y="233172"/>
                  </a:lnTo>
                  <a:lnTo>
                    <a:pt x="1579079" y="233172"/>
                  </a:lnTo>
                  <a:lnTo>
                    <a:pt x="1587373" y="220472"/>
                  </a:lnTo>
                  <a:lnTo>
                    <a:pt x="1589024" y="220472"/>
                  </a:lnTo>
                  <a:lnTo>
                    <a:pt x="1591691" y="207772"/>
                  </a:lnTo>
                  <a:lnTo>
                    <a:pt x="1596136" y="207772"/>
                  </a:lnTo>
                  <a:lnTo>
                    <a:pt x="1589024" y="220472"/>
                  </a:lnTo>
                  <a:lnTo>
                    <a:pt x="1594231" y="220472"/>
                  </a:lnTo>
                  <a:lnTo>
                    <a:pt x="1597279" y="207772"/>
                  </a:lnTo>
                  <a:lnTo>
                    <a:pt x="1605927" y="207772"/>
                  </a:lnTo>
                  <a:lnTo>
                    <a:pt x="1606207" y="207213"/>
                  </a:lnTo>
                  <a:lnTo>
                    <a:pt x="1604518" y="195072"/>
                  </a:lnTo>
                  <a:lnTo>
                    <a:pt x="1608963" y="195072"/>
                  </a:lnTo>
                  <a:lnTo>
                    <a:pt x="1606550" y="206552"/>
                  </a:lnTo>
                  <a:lnTo>
                    <a:pt x="1612379" y="195072"/>
                  </a:lnTo>
                  <a:lnTo>
                    <a:pt x="1614817" y="207213"/>
                  </a:lnTo>
                  <a:lnTo>
                    <a:pt x="1614932" y="207772"/>
                  </a:lnTo>
                  <a:lnTo>
                    <a:pt x="1618386" y="195072"/>
                  </a:lnTo>
                  <a:lnTo>
                    <a:pt x="1615186" y="195072"/>
                  </a:lnTo>
                  <a:lnTo>
                    <a:pt x="1621497" y="185204"/>
                  </a:lnTo>
                  <a:lnTo>
                    <a:pt x="1621282" y="182372"/>
                  </a:lnTo>
                  <a:lnTo>
                    <a:pt x="1622679" y="182372"/>
                  </a:lnTo>
                  <a:lnTo>
                    <a:pt x="1630299" y="169672"/>
                  </a:lnTo>
                  <a:lnTo>
                    <a:pt x="1628152" y="180924"/>
                  </a:lnTo>
                  <a:lnTo>
                    <a:pt x="1628457" y="180225"/>
                  </a:lnTo>
                  <a:lnTo>
                    <a:pt x="1630299" y="176022"/>
                  </a:lnTo>
                  <a:lnTo>
                    <a:pt x="1628089" y="181279"/>
                  </a:lnTo>
                  <a:lnTo>
                    <a:pt x="1627886" y="182372"/>
                  </a:lnTo>
                  <a:lnTo>
                    <a:pt x="1630807" y="182372"/>
                  </a:lnTo>
                  <a:lnTo>
                    <a:pt x="1634236" y="176022"/>
                  </a:lnTo>
                  <a:lnTo>
                    <a:pt x="1637665" y="169672"/>
                  </a:lnTo>
                  <a:lnTo>
                    <a:pt x="1643253" y="169672"/>
                  </a:lnTo>
                  <a:lnTo>
                    <a:pt x="1650238" y="156972"/>
                  </a:lnTo>
                  <a:lnTo>
                    <a:pt x="1652143" y="156972"/>
                  </a:lnTo>
                  <a:lnTo>
                    <a:pt x="1651762" y="169672"/>
                  </a:lnTo>
                  <a:lnTo>
                    <a:pt x="1655445" y="169672"/>
                  </a:lnTo>
                  <a:lnTo>
                    <a:pt x="1657731" y="156972"/>
                  </a:lnTo>
                  <a:lnTo>
                    <a:pt x="1652905" y="156972"/>
                  </a:lnTo>
                  <a:lnTo>
                    <a:pt x="1663484" y="144386"/>
                  </a:lnTo>
                  <a:lnTo>
                    <a:pt x="1663344" y="144386"/>
                  </a:lnTo>
                  <a:lnTo>
                    <a:pt x="1663534" y="144157"/>
                  </a:lnTo>
                  <a:lnTo>
                    <a:pt x="1663522" y="144386"/>
                  </a:lnTo>
                  <a:lnTo>
                    <a:pt x="1663852" y="144005"/>
                  </a:lnTo>
                  <a:lnTo>
                    <a:pt x="1664195" y="143370"/>
                  </a:lnTo>
                  <a:lnTo>
                    <a:pt x="1663687" y="144005"/>
                  </a:lnTo>
                  <a:lnTo>
                    <a:pt x="1664195" y="143370"/>
                  </a:lnTo>
                  <a:lnTo>
                    <a:pt x="1672221" y="131737"/>
                  </a:lnTo>
                  <a:lnTo>
                    <a:pt x="1672336" y="131572"/>
                  </a:lnTo>
                  <a:close/>
                </a:path>
                <a:path w="3108960" h="1905000">
                  <a:moveTo>
                    <a:pt x="1678178" y="144386"/>
                  </a:moveTo>
                  <a:lnTo>
                    <a:pt x="1676920" y="131737"/>
                  </a:lnTo>
                  <a:lnTo>
                    <a:pt x="1667929" y="144386"/>
                  </a:lnTo>
                  <a:lnTo>
                    <a:pt x="1678178" y="144386"/>
                  </a:lnTo>
                  <a:close/>
                </a:path>
                <a:path w="3108960" h="1905000">
                  <a:moveTo>
                    <a:pt x="1687195" y="118872"/>
                  </a:moveTo>
                  <a:lnTo>
                    <a:pt x="1679892" y="118872"/>
                  </a:lnTo>
                  <a:lnTo>
                    <a:pt x="1675917" y="131572"/>
                  </a:lnTo>
                  <a:lnTo>
                    <a:pt x="1682623" y="131572"/>
                  </a:lnTo>
                  <a:lnTo>
                    <a:pt x="1685607" y="125222"/>
                  </a:lnTo>
                  <a:lnTo>
                    <a:pt x="1687195" y="118872"/>
                  </a:lnTo>
                  <a:close/>
                </a:path>
                <a:path w="3108960" h="1905000">
                  <a:moveTo>
                    <a:pt x="1688592" y="118872"/>
                  </a:moveTo>
                  <a:lnTo>
                    <a:pt x="1685607" y="125222"/>
                  </a:lnTo>
                  <a:lnTo>
                    <a:pt x="1684020" y="131572"/>
                  </a:lnTo>
                  <a:lnTo>
                    <a:pt x="1688592" y="118872"/>
                  </a:lnTo>
                  <a:close/>
                </a:path>
                <a:path w="3108960" h="1905000">
                  <a:moveTo>
                    <a:pt x="1693799" y="118872"/>
                  </a:moveTo>
                  <a:lnTo>
                    <a:pt x="1691830" y="125222"/>
                  </a:lnTo>
                  <a:lnTo>
                    <a:pt x="1693494" y="120573"/>
                  </a:lnTo>
                  <a:lnTo>
                    <a:pt x="1693799" y="118872"/>
                  </a:lnTo>
                  <a:close/>
                </a:path>
                <a:path w="3108960" h="1905000">
                  <a:moveTo>
                    <a:pt x="1695196" y="118872"/>
                  </a:moveTo>
                  <a:lnTo>
                    <a:pt x="1694053" y="118872"/>
                  </a:lnTo>
                  <a:lnTo>
                    <a:pt x="1693494" y="120573"/>
                  </a:lnTo>
                  <a:lnTo>
                    <a:pt x="1691513" y="131572"/>
                  </a:lnTo>
                  <a:lnTo>
                    <a:pt x="1695196" y="118872"/>
                  </a:lnTo>
                  <a:close/>
                </a:path>
                <a:path w="3108960" h="1905000">
                  <a:moveTo>
                    <a:pt x="1696466" y="106172"/>
                  </a:moveTo>
                  <a:lnTo>
                    <a:pt x="1693037" y="106172"/>
                  </a:lnTo>
                  <a:lnTo>
                    <a:pt x="1689354" y="118872"/>
                  </a:lnTo>
                  <a:lnTo>
                    <a:pt x="1691640" y="118872"/>
                  </a:lnTo>
                  <a:lnTo>
                    <a:pt x="1696466" y="106172"/>
                  </a:lnTo>
                  <a:close/>
                </a:path>
                <a:path w="3108960" h="1905000">
                  <a:moveTo>
                    <a:pt x="1698371" y="115824"/>
                  </a:moveTo>
                  <a:lnTo>
                    <a:pt x="1697101" y="118872"/>
                  </a:lnTo>
                  <a:lnTo>
                    <a:pt x="1697863" y="118872"/>
                  </a:lnTo>
                  <a:lnTo>
                    <a:pt x="1698371" y="115824"/>
                  </a:lnTo>
                  <a:close/>
                </a:path>
                <a:path w="3108960" h="1905000">
                  <a:moveTo>
                    <a:pt x="1700022" y="106172"/>
                  </a:moveTo>
                  <a:lnTo>
                    <a:pt x="1697101" y="106172"/>
                  </a:lnTo>
                  <a:lnTo>
                    <a:pt x="1691640" y="118872"/>
                  </a:lnTo>
                  <a:lnTo>
                    <a:pt x="1693799" y="118872"/>
                  </a:lnTo>
                  <a:lnTo>
                    <a:pt x="1700022" y="106172"/>
                  </a:lnTo>
                  <a:close/>
                </a:path>
                <a:path w="3108960" h="1905000">
                  <a:moveTo>
                    <a:pt x="1702435" y="106172"/>
                  </a:moveTo>
                  <a:lnTo>
                    <a:pt x="1700022" y="106172"/>
                  </a:lnTo>
                  <a:lnTo>
                    <a:pt x="1698371" y="115824"/>
                  </a:lnTo>
                  <a:lnTo>
                    <a:pt x="1702435" y="106172"/>
                  </a:lnTo>
                  <a:close/>
                </a:path>
                <a:path w="3108960" h="1905000">
                  <a:moveTo>
                    <a:pt x="1710334" y="93472"/>
                  </a:moveTo>
                  <a:lnTo>
                    <a:pt x="1709166" y="93472"/>
                  </a:lnTo>
                  <a:lnTo>
                    <a:pt x="1704213" y="106172"/>
                  </a:lnTo>
                  <a:lnTo>
                    <a:pt x="1709928" y="106172"/>
                  </a:lnTo>
                  <a:lnTo>
                    <a:pt x="1710283" y="95008"/>
                  </a:lnTo>
                  <a:lnTo>
                    <a:pt x="1710334" y="93472"/>
                  </a:lnTo>
                  <a:close/>
                </a:path>
                <a:path w="3108960" h="1905000">
                  <a:moveTo>
                    <a:pt x="1715554" y="104140"/>
                  </a:moveTo>
                  <a:lnTo>
                    <a:pt x="1714500" y="106172"/>
                  </a:lnTo>
                  <a:lnTo>
                    <a:pt x="1715008" y="106172"/>
                  </a:lnTo>
                  <a:lnTo>
                    <a:pt x="1715554" y="104140"/>
                  </a:lnTo>
                  <a:close/>
                </a:path>
                <a:path w="3108960" h="1905000">
                  <a:moveTo>
                    <a:pt x="1715643" y="729234"/>
                  </a:moveTo>
                  <a:lnTo>
                    <a:pt x="1710944" y="726694"/>
                  </a:lnTo>
                  <a:lnTo>
                    <a:pt x="1700530" y="724154"/>
                  </a:lnTo>
                  <a:lnTo>
                    <a:pt x="1715643" y="729234"/>
                  </a:lnTo>
                  <a:close/>
                </a:path>
                <a:path w="3108960" h="1905000">
                  <a:moveTo>
                    <a:pt x="1720405" y="95008"/>
                  </a:moveTo>
                  <a:lnTo>
                    <a:pt x="1716595" y="104140"/>
                  </a:lnTo>
                  <a:lnTo>
                    <a:pt x="1715770" y="106172"/>
                  </a:lnTo>
                  <a:lnTo>
                    <a:pt x="1717484" y="106172"/>
                  </a:lnTo>
                  <a:lnTo>
                    <a:pt x="1720405" y="95008"/>
                  </a:lnTo>
                  <a:close/>
                </a:path>
                <a:path w="3108960" h="1905000">
                  <a:moveTo>
                    <a:pt x="1721612" y="731774"/>
                  </a:moveTo>
                  <a:lnTo>
                    <a:pt x="1709674" y="727964"/>
                  </a:lnTo>
                  <a:lnTo>
                    <a:pt x="1709928" y="729234"/>
                  </a:lnTo>
                  <a:lnTo>
                    <a:pt x="1721612" y="731774"/>
                  </a:lnTo>
                  <a:close/>
                </a:path>
                <a:path w="3108960" h="1905000">
                  <a:moveTo>
                    <a:pt x="1725041" y="734314"/>
                  </a:moveTo>
                  <a:lnTo>
                    <a:pt x="1714373" y="731774"/>
                  </a:lnTo>
                  <a:lnTo>
                    <a:pt x="1723390" y="734314"/>
                  </a:lnTo>
                  <a:lnTo>
                    <a:pt x="1725041" y="734314"/>
                  </a:lnTo>
                  <a:close/>
                </a:path>
                <a:path w="3108960" h="1905000">
                  <a:moveTo>
                    <a:pt x="1726031" y="83705"/>
                  </a:moveTo>
                  <a:lnTo>
                    <a:pt x="1716659" y="93472"/>
                  </a:lnTo>
                  <a:lnTo>
                    <a:pt x="1718437" y="93472"/>
                  </a:lnTo>
                  <a:lnTo>
                    <a:pt x="1715554" y="104140"/>
                  </a:lnTo>
                  <a:lnTo>
                    <a:pt x="1720303" y="95008"/>
                  </a:lnTo>
                  <a:lnTo>
                    <a:pt x="1720608" y="94246"/>
                  </a:lnTo>
                  <a:lnTo>
                    <a:pt x="1721104" y="93472"/>
                  </a:lnTo>
                  <a:lnTo>
                    <a:pt x="1722589" y="93472"/>
                  </a:lnTo>
                  <a:lnTo>
                    <a:pt x="1726031" y="83705"/>
                  </a:lnTo>
                  <a:close/>
                </a:path>
                <a:path w="3108960" h="1905000">
                  <a:moveTo>
                    <a:pt x="1728851" y="80772"/>
                  </a:moveTo>
                  <a:lnTo>
                    <a:pt x="1727073" y="80772"/>
                  </a:lnTo>
                  <a:lnTo>
                    <a:pt x="1726031" y="83705"/>
                  </a:lnTo>
                  <a:lnTo>
                    <a:pt x="1728851" y="80772"/>
                  </a:lnTo>
                  <a:close/>
                </a:path>
                <a:path w="3108960" h="1905000">
                  <a:moveTo>
                    <a:pt x="1736940" y="83705"/>
                  </a:moveTo>
                  <a:lnTo>
                    <a:pt x="1735239" y="87807"/>
                  </a:lnTo>
                  <a:lnTo>
                    <a:pt x="1735582" y="93472"/>
                  </a:lnTo>
                  <a:lnTo>
                    <a:pt x="1736940" y="83705"/>
                  </a:lnTo>
                  <a:close/>
                </a:path>
                <a:path w="3108960" h="1905000">
                  <a:moveTo>
                    <a:pt x="1738122" y="80772"/>
                  </a:moveTo>
                  <a:lnTo>
                    <a:pt x="1737360" y="80772"/>
                  </a:lnTo>
                  <a:lnTo>
                    <a:pt x="1736940" y="83705"/>
                  </a:lnTo>
                  <a:lnTo>
                    <a:pt x="1738122" y="80772"/>
                  </a:lnTo>
                  <a:close/>
                </a:path>
                <a:path w="3108960" h="1905000">
                  <a:moveTo>
                    <a:pt x="1743265" y="72148"/>
                  </a:moveTo>
                  <a:lnTo>
                    <a:pt x="1741703" y="73748"/>
                  </a:lnTo>
                  <a:lnTo>
                    <a:pt x="1739392" y="80772"/>
                  </a:lnTo>
                  <a:lnTo>
                    <a:pt x="1743265" y="72148"/>
                  </a:lnTo>
                  <a:close/>
                </a:path>
                <a:path w="3108960" h="1905000">
                  <a:moveTo>
                    <a:pt x="1743583" y="68072"/>
                  </a:moveTo>
                  <a:lnTo>
                    <a:pt x="1737461" y="68072"/>
                  </a:lnTo>
                  <a:lnTo>
                    <a:pt x="1734185" y="80772"/>
                  </a:lnTo>
                  <a:lnTo>
                    <a:pt x="1729359" y="80772"/>
                  </a:lnTo>
                  <a:lnTo>
                    <a:pt x="1723263" y="93472"/>
                  </a:lnTo>
                  <a:lnTo>
                    <a:pt x="1732915" y="93472"/>
                  </a:lnTo>
                  <a:lnTo>
                    <a:pt x="1735239" y="87807"/>
                  </a:lnTo>
                  <a:lnTo>
                    <a:pt x="1734820" y="80772"/>
                  </a:lnTo>
                  <a:lnTo>
                    <a:pt x="1741703" y="73748"/>
                  </a:lnTo>
                  <a:lnTo>
                    <a:pt x="1743583" y="68072"/>
                  </a:lnTo>
                  <a:close/>
                </a:path>
                <a:path w="3108960" h="1905000">
                  <a:moveTo>
                    <a:pt x="1747266" y="68072"/>
                  </a:moveTo>
                  <a:lnTo>
                    <a:pt x="1746758" y="68072"/>
                  </a:lnTo>
                  <a:lnTo>
                    <a:pt x="1747088" y="65646"/>
                  </a:lnTo>
                  <a:lnTo>
                    <a:pt x="1747151" y="65227"/>
                  </a:lnTo>
                  <a:lnTo>
                    <a:pt x="1744218" y="68072"/>
                  </a:lnTo>
                  <a:lnTo>
                    <a:pt x="1745107" y="68072"/>
                  </a:lnTo>
                  <a:lnTo>
                    <a:pt x="1743265" y="72148"/>
                  </a:lnTo>
                  <a:lnTo>
                    <a:pt x="1747266" y="68072"/>
                  </a:lnTo>
                  <a:close/>
                </a:path>
                <a:path w="3108960" h="1905000">
                  <a:moveTo>
                    <a:pt x="1748701" y="63728"/>
                  </a:moveTo>
                  <a:lnTo>
                    <a:pt x="1748663" y="62166"/>
                  </a:lnTo>
                  <a:lnTo>
                    <a:pt x="1748548" y="56045"/>
                  </a:lnTo>
                  <a:lnTo>
                    <a:pt x="1747583" y="62166"/>
                  </a:lnTo>
                  <a:lnTo>
                    <a:pt x="1747151" y="65227"/>
                  </a:lnTo>
                  <a:lnTo>
                    <a:pt x="1748701" y="63728"/>
                  </a:lnTo>
                  <a:close/>
                </a:path>
                <a:path w="3108960" h="1905000">
                  <a:moveTo>
                    <a:pt x="1748790" y="68072"/>
                  </a:moveTo>
                  <a:lnTo>
                    <a:pt x="1748739" y="65646"/>
                  </a:lnTo>
                  <a:lnTo>
                    <a:pt x="1747647" y="68072"/>
                  </a:lnTo>
                  <a:lnTo>
                    <a:pt x="1748790" y="68072"/>
                  </a:lnTo>
                  <a:close/>
                </a:path>
                <a:path w="3108960" h="1905000">
                  <a:moveTo>
                    <a:pt x="1749031" y="742950"/>
                  </a:moveTo>
                  <a:lnTo>
                    <a:pt x="1742440" y="739394"/>
                  </a:lnTo>
                  <a:lnTo>
                    <a:pt x="1742694" y="740664"/>
                  </a:lnTo>
                  <a:lnTo>
                    <a:pt x="1746161" y="741997"/>
                  </a:lnTo>
                  <a:lnTo>
                    <a:pt x="1749031" y="742950"/>
                  </a:lnTo>
                  <a:close/>
                </a:path>
                <a:path w="3108960" h="1905000">
                  <a:moveTo>
                    <a:pt x="1750301" y="62166"/>
                  </a:moveTo>
                  <a:lnTo>
                    <a:pt x="1748701" y="63728"/>
                  </a:lnTo>
                  <a:lnTo>
                    <a:pt x="1748739" y="65646"/>
                  </a:lnTo>
                  <a:lnTo>
                    <a:pt x="1750301" y="62166"/>
                  </a:lnTo>
                  <a:close/>
                </a:path>
                <a:path w="3108960" h="1905000">
                  <a:moveTo>
                    <a:pt x="1752803" y="744194"/>
                  </a:moveTo>
                  <a:lnTo>
                    <a:pt x="1750021" y="743267"/>
                  </a:lnTo>
                  <a:lnTo>
                    <a:pt x="1749717" y="743267"/>
                  </a:lnTo>
                  <a:lnTo>
                    <a:pt x="1752803" y="744194"/>
                  </a:lnTo>
                  <a:close/>
                </a:path>
                <a:path w="3108960" h="1905000">
                  <a:moveTo>
                    <a:pt x="1753514" y="1653565"/>
                  </a:moveTo>
                  <a:lnTo>
                    <a:pt x="1751965" y="1652270"/>
                  </a:lnTo>
                  <a:lnTo>
                    <a:pt x="1750187" y="1652270"/>
                  </a:lnTo>
                  <a:lnTo>
                    <a:pt x="1745234" y="1654810"/>
                  </a:lnTo>
                  <a:lnTo>
                    <a:pt x="1747393" y="1654810"/>
                  </a:lnTo>
                  <a:lnTo>
                    <a:pt x="1749513" y="1653565"/>
                  </a:lnTo>
                  <a:lnTo>
                    <a:pt x="1753514" y="1653565"/>
                  </a:lnTo>
                  <a:close/>
                </a:path>
                <a:path w="3108960" h="1905000">
                  <a:moveTo>
                    <a:pt x="1755775" y="745744"/>
                  </a:moveTo>
                  <a:lnTo>
                    <a:pt x="1753743" y="744474"/>
                  </a:lnTo>
                  <a:lnTo>
                    <a:pt x="1752854" y="744194"/>
                  </a:lnTo>
                  <a:lnTo>
                    <a:pt x="1753362" y="744474"/>
                  </a:lnTo>
                  <a:lnTo>
                    <a:pt x="1755775" y="745744"/>
                  </a:lnTo>
                  <a:close/>
                </a:path>
                <a:path w="3108960" h="1905000">
                  <a:moveTo>
                    <a:pt x="1756892" y="55422"/>
                  </a:moveTo>
                  <a:lnTo>
                    <a:pt x="1753336" y="55422"/>
                  </a:lnTo>
                  <a:lnTo>
                    <a:pt x="1750301" y="62166"/>
                  </a:lnTo>
                  <a:lnTo>
                    <a:pt x="1756600" y="56045"/>
                  </a:lnTo>
                  <a:lnTo>
                    <a:pt x="1756892" y="55422"/>
                  </a:lnTo>
                  <a:close/>
                </a:path>
                <a:path w="3108960" h="1905000">
                  <a:moveTo>
                    <a:pt x="1757781" y="55422"/>
                  </a:moveTo>
                  <a:lnTo>
                    <a:pt x="1757235" y="55422"/>
                  </a:lnTo>
                  <a:lnTo>
                    <a:pt x="1756600" y="56045"/>
                  </a:lnTo>
                  <a:lnTo>
                    <a:pt x="1751076" y="68072"/>
                  </a:lnTo>
                  <a:lnTo>
                    <a:pt x="1750212" y="68072"/>
                  </a:lnTo>
                  <a:lnTo>
                    <a:pt x="1744726" y="80772"/>
                  </a:lnTo>
                  <a:lnTo>
                    <a:pt x="1753235" y="68072"/>
                  </a:lnTo>
                  <a:lnTo>
                    <a:pt x="1752473" y="68072"/>
                  </a:lnTo>
                  <a:lnTo>
                    <a:pt x="1757781" y="55422"/>
                  </a:lnTo>
                  <a:close/>
                </a:path>
                <a:path w="3108960" h="1905000">
                  <a:moveTo>
                    <a:pt x="1762861" y="55422"/>
                  </a:moveTo>
                  <a:lnTo>
                    <a:pt x="1762633" y="55422"/>
                  </a:lnTo>
                  <a:lnTo>
                    <a:pt x="1759559" y="55422"/>
                  </a:lnTo>
                  <a:lnTo>
                    <a:pt x="1762429" y="48895"/>
                  </a:lnTo>
                  <a:lnTo>
                    <a:pt x="1762315" y="44881"/>
                  </a:lnTo>
                  <a:lnTo>
                    <a:pt x="1762252" y="42672"/>
                  </a:lnTo>
                  <a:lnTo>
                    <a:pt x="1758810" y="42672"/>
                  </a:lnTo>
                  <a:lnTo>
                    <a:pt x="1758924" y="48895"/>
                  </a:lnTo>
                  <a:lnTo>
                    <a:pt x="1759051" y="55422"/>
                  </a:lnTo>
                  <a:lnTo>
                    <a:pt x="1758810" y="55422"/>
                  </a:lnTo>
                  <a:lnTo>
                    <a:pt x="1754784" y="68072"/>
                  </a:lnTo>
                  <a:lnTo>
                    <a:pt x="1756537" y="68072"/>
                  </a:lnTo>
                  <a:lnTo>
                    <a:pt x="1762861" y="55422"/>
                  </a:lnTo>
                  <a:close/>
                </a:path>
                <a:path w="3108960" h="1905000">
                  <a:moveTo>
                    <a:pt x="1768983" y="42672"/>
                  </a:moveTo>
                  <a:lnTo>
                    <a:pt x="1765173" y="42672"/>
                  </a:lnTo>
                  <a:lnTo>
                    <a:pt x="1762429" y="48895"/>
                  </a:lnTo>
                  <a:lnTo>
                    <a:pt x="1762633" y="55422"/>
                  </a:lnTo>
                  <a:lnTo>
                    <a:pt x="1768983" y="42672"/>
                  </a:lnTo>
                  <a:close/>
                </a:path>
                <a:path w="3108960" h="1905000">
                  <a:moveTo>
                    <a:pt x="1770392" y="44881"/>
                  </a:moveTo>
                  <a:lnTo>
                    <a:pt x="1763229" y="55422"/>
                  </a:lnTo>
                  <a:lnTo>
                    <a:pt x="1767687" y="55422"/>
                  </a:lnTo>
                  <a:lnTo>
                    <a:pt x="1770392" y="44881"/>
                  </a:lnTo>
                  <a:close/>
                </a:path>
                <a:path w="3108960" h="1905000">
                  <a:moveTo>
                    <a:pt x="1777238" y="29972"/>
                  </a:moveTo>
                  <a:lnTo>
                    <a:pt x="1775333" y="29972"/>
                  </a:lnTo>
                  <a:lnTo>
                    <a:pt x="1768983" y="42672"/>
                  </a:lnTo>
                  <a:lnTo>
                    <a:pt x="1770964" y="42672"/>
                  </a:lnTo>
                  <a:lnTo>
                    <a:pt x="1770392" y="44881"/>
                  </a:lnTo>
                  <a:lnTo>
                    <a:pt x="1771904" y="42672"/>
                  </a:lnTo>
                  <a:lnTo>
                    <a:pt x="1772754" y="42672"/>
                  </a:lnTo>
                  <a:lnTo>
                    <a:pt x="1777238" y="29972"/>
                  </a:lnTo>
                  <a:close/>
                </a:path>
                <a:path w="3108960" h="1905000">
                  <a:moveTo>
                    <a:pt x="1789811" y="21971"/>
                  </a:moveTo>
                  <a:lnTo>
                    <a:pt x="1789557" y="20193"/>
                  </a:lnTo>
                  <a:lnTo>
                    <a:pt x="1785874" y="26416"/>
                  </a:lnTo>
                  <a:lnTo>
                    <a:pt x="1789696" y="22098"/>
                  </a:lnTo>
                  <a:lnTo>
                    <a:pt x="1789811" y="21971"/>
                  </a:lnTo>
                  <a:close/>
                </a:path>
                <a:path w="3108960" h="1905000">
                  <a:moveTo>
                    <a:pt x="1794256" y="19558"/>
                  </a:moveTo>
                  <a:lnTo>
                    <a:pt x="1793240" y="19812"/>
                  </a:lnTo>
                  <a:lnTo>
                    <a:pt x="1786128" y="28067"/>
                  </a:lnTo>
                  <a:lnTo>
                    <a:pt x="1794256" y="19558"/>
                  </a:lnTo>
                  <a:close/>
                </a:path>
                <a:path w="3108960" h="1905000">
                  <a:moveTo>
                    <a:pt x="1795018" y="12446"/>
                  </a:moveTo>
                  <a:lnTo>
                    <a:pt x="1788160" y="16510"/>
                  </a:lnTo>
                  <a:lnTo>
                    <a:pt x="1779651" y="25146"/>
                  </a:lnTo>
                  <a:lnTo>
                    <a:pt x="1779739" y="26416"/>
                  </a:lnTo>
                  <a:lnTo>
                    <a:pt x="1779866" y="28067"/>
                  </a:lnTo>
                  <a:lnTo>
                    <a:pt x="1779905" y="28575"/>
                  </a:lnTo>
                  <a:lnTo>
                    <a:pt x="1784731" y="22098"/>
                  </a:lnTo>
                  <a:lnTo>
                    <a:pt x="1793113" y="17526"/>
                  </a:lnTo>
                  <a:lnTo>
                    <a:pt x="1795018" y="12446"/>
                  </a:lnTo>
                  <a:close/>
                </a:path>
                <a:path w="3108960" h="1905000">
                  <a:moveTo>
                    <a:pt x="1796415" y="1645920"/>
                  </a:moveTo>
                  <a:lnTo>
                    <a:pt x="1795907" y="1645920"/>
                  </a:lnTo>
                  <a:lnTo>
                    <a:pt x="1793494" y="1647190"/>
                  </a:lnTo>
                  <a:lnTo>
                    <a:pt x="1796415" y="1645920"/>
                  </a:lnTo>
                  <a:close/>
                </a:path>
                <a:path w="3108960" h="1905000">
                  <a:moveTo>
                    <a:pt x="1799336" y="1644650"/>
                  </a:moveTo>
                  <a:lnTo>
                    <a:pt x="1798320" y="1644650"/>
                  </a:lnTo>
                  <a:lnTo>
                    <a:pt x="1798599" y="1644967"/>
                  </a:lnTo>
                  <a:lnTo>
                    <a:pt x="1799336" y="1644650"/>
                  </a:lnTo>
                  <a:close/>
                </a:path>
                <a:path w="3108960" h="1905000">
                  <a:moveTo>
                    <a:pt x="1799463" y="1645920"/>
                  </a:moveTo>
                  <a:lnTo>
                    <a:pt x="1798599" y="1644967"/>
                  </a:lnTo>
                  <a:lnTo>
                    <a:pt x="1796415" y="1645920"/>
                  </a:lnTo>
                  <a:lnTo>
                    <a:pt x="1799463" y="1645920"/>
                  </a:lnTo>
                  <a:close/>
                </a:path>
                <a:path w="3108960" h="1905000">
                  <a:moveTo>
                    <a:pt x="1806321" y="6858"/>
                  </a:moveTo>
                  <a:lnTo>
                    <a:pt x="1803273" y="9144"/>
                  </a:lnTo>
                  <a:lnTo>
                    <a:pt x="1804289" y="8636"/>
                  </a:lnTo>
                  <a:lnTo>
                    <a:pt x="1805305" y="7874"/>
                  </a:lnTo>
                  <a:lnTo>
                    <a:pt x="1806321" y="6858"/>
                  </a:lnTo>
                  <a:close/>
                </a:path>
                <a:path w="3108960" h="1905000">
                  <a:moveTo>
                    <a:pt x="1809369" y="1640840"/>
                  </a:moveTo>
                  <a:lnTo>
                    <a:pt x="1804035" y="1643380"/>
                  </a:lnTo>
                  <a:lnTo>
                    <a:pt x="1799336" y="1644650"/>
                  </a:lnTo>
                  <a:lnTo>
                    <a:pt x="1802130" y="1644650"/>
                  </a:lnTo>
                  <a:lnTo>
                    <a:pt x="1808734" y="1642110"/>
                  </a:lnTo>
                  <a:lnTo>
                    <a:pt x="1809369" y="1640840"/>
                  </a:lnTo>
                  <a:close/>
                </a:path>
                <a:path w="3108960" h="1905000">
                  <a:moveTo>
                    <a:pt x="1811528" y="0"/>
                  </a:moveTo>
                  <a:lnTo>
                    <a:pt x="1809115" y="4064"/>
                  </a:lnTo>
                  <a:lnTo>
                    <a:pt x="1806321" y="6858"/>
                  </a:lnTo>
                  <a:lnTo>
                    <a:pt x="1810385" y="3683"/>
                  </a:lnTo>
                  <a:lnTo>
                    <a:pt x="1811528" y="0"/>
                  </a:lnTo>
                  <a:close/>
                </a:path>
                <a:path w="3108960" h="1905000">
                  <a:moveTo>
                    <a:pt x="1820926" y="735584"/>
                  </a:moveTo>
                  <a:lnTo>
                    <a:pt x="1813814" y="731774"/>
                  </a:lnTo>
                  <a:lnTo>
                    <a:pt x="1816735" y="735584"/>
                  </a:lnTo>
                  <a:lnTo>
                    <a:pt x="1820926" y="735584"/>
                  </a:lnTo>
                  <a:close/>
                </a:path>
                <a:path w="3108960" h="1905000">
                  <a:moveTo>
                    <a:pt x="1837944" y="1635760"/>
                  </a:moveTo>
                  <a:lnTo>
                    <a:pt x="1834896" y="1637030"/>
                  </a:lnTo>
                  <a:lnTo>
                    <a:pt x="1836039" y="1637030"/>
                  </a:lnTo>
                  <a:lnTo>
                    <a:pt x="1837944" y="1635760"/>
                  </a:lnTo>
                  <a:close/>
                </a:path>
                <a:path w="3108960" h="1905000">
                  <a:moveTo>
                    <a:pt x="1839798" y="743267"/>
                  </a:moveTo>
                  <a:lnTo>
                    <a:pt x="1837893" y="741997"/>
                  </a:lnTo>
                  <a:lnTo>
                    <a:pt x="1837601" y="741997"/>
                  </a:lnTo>
                  <a:lnTo>
                    <a:pt x="1839798" y="743267"/>
                  </a:lnTo>
                  <a:close/>
                </a:path>
                <a:path w="3108960" h="1905000">
                  <a:moveTo>
                    <a:pt x="1849882" y="745744"/>
                  </a:moveTo>
                  <a:lnTo>
                    <a:pt x="1844548" y="744474"/>
                  </a:lnTo>
                  <a:lnTo>
                    <a:pt x="1839798" y="743267"/>
                  </a:lnTo>
                  <a:lnTo>
                    <a:pt x="1843532" y="745744"/>
                  </a:lnTo>
                  <a:lnTo>
                    <a:pt x="1849882" y="745744"/>
                  </a:lnTo>
                  <a:close/>
                </a:path>
                <a:path w="3108960" h="1905000">
                  <a:moveTo>
                    <a:pt x="1863090" y="754634"/>
                  </a:moveTo>
                  <a:lnTo>
                    <a:pt x="1851914" y="749554"/>
                  </a:lnTo>
                  <a:lnTo>
                    <a:pt x="1856232" y="750824"/>
                  </a:lnTo>
                  <a:lnTo>
                    <a:pt x="1843532" y="745744"/>
                  </a:lnTo>
                  <a:lnTo>
                    <a:pt x="1836470" y="744474"/>
                  </a:lnTo>
                  <a:lnTo>
                    <a:pt x="1832127" y="743064"/>
                  </a:lnTo>
                  <a:lnTo>
                    <a:pt x="1837524" y="741997"/>
                  </a:lnTo>
                  <a:lnTo>
                    <a:pt x="1835277" y="740664"/>
                  </a:lnTo>
                  <a:lnTo>
                    <a:pt x="1831759" y="742937"/>
                  </a:lnTo>
                  <a:lnTo>
                    <a:pt x="1831327" y="742797"/>
                  </a:lnTo>
                  <a:lnTo>
                    <a:pt x="1831327" y="743216"/>
                  </a:lnTo>
                  <a:lnTo>
                    <a:pt x="1831060" y="743267"/>
                  </a:lnTo>
                  <a:lnTo>
                    <a:pt x="1831327" y="743216"/>
                  </a:lnTo>
                  <a:lnTo>
                    <a:pt x="1831327" y="742797"/>
                  </a:lnTo>
                  <a:lnTo>
                    <a:pt x="1828888" y="741997"/>
                  </a:lnTo>
                  <a:lnTo>
                    <a:pt x="1820646" y="739394"/>
                  </a:lnTo>
                  <a:lnTo>
                    <a:pt x="1812671" y="735584"/>
                  </a:lnTo>
                  <a:lnTo>
                    <a:pt x="1816735" y="735584"/>
                  </a:lnTo>
                  <a:lnTo>
                    <a:pt x="1814576" y="734314"/>
                  </a:lnTo>
                  <a:lnTo>
                    <a:pt x="1802384" y="731774"/>
                  </a:lnTo>
                  <a:lnTo>
                    <a:pt x="1800352" y="729234"/>
                  </a:lnTo>
                  <a:lnTo>
                    <a:pt x="1794510" y="725424"/>
                  </a:lnTo>
                  <a:lnTo>
                    <a:pt x="1780171" y="721614"/>
                  </a:lnTo>
                  <a:lnTo>
                    <a:pt x="1777453" y="720344"/>
                  </a:lnTo>
                  <a:lnTo>
                    <a:pt x="1766582" y="715264"/>
                  </a:lnTo>
                  <a:lnTo>
                    <a:pt x="1753298" y="710184"/>
                  </a:lnTo>
                  <a:lnTo>
                    <a:pt x="1739900" y="706374"/>
                  </a:lnTo>
                  <a:lnTo>
                    <a:pt x="1738376" y="703834"/>
                  </a:lnTo>
                  <a:lnTo>
                    <a:pt x="1703654" y="693674"/>
                  </a:lnTo>
                  <a:lnTo>
                    <a:pt x="1687207" y="687324"/>
                  </a:lnTo>
                  <a:lnTo>
                    <a:pt x="1672082" y="684784"/>
                  </a:lnTo>
                  <a:lnTo>
                    <a:pt x="1669732" y="683514"/>
                  </a:lnTo>
                  <a:lnTo>
                    <a:pt x="1667395" y="682244"/>
                  </a:lnTo>
                  <a:lnTo>
                    <a:pt x="1658035" y="677164"/>
                  </a:lnTo>
                  <a:lnTo>
                    <a:pt x="1650060" y="675894"/>
                  </a:lnTo>
                  <a:lnTo>
                    <a:pt x="1642478" y="675894"/>
                  </a:lnTo>
                  <a:lnTo>
                    <a:pt x="1632216" y="670814"/>
                  </a:lnTo>
                  <a:lnTo>
                    <a:pt x="1629664" y="669544"/>
                  </a:lnTo>
                  <a:lnTo>
                    <a:pt x="1630299" y="670814"/>
                  </a:lnTo>
                  <a:lnTo>
                    <a:pt x="1614170" y="664565"/>
                  </a:lnTo>
                  <a:lnTo>
                    <a:pt x="1591513" y="655789"/>
                  </a:lnTo>
                  <a:lnTo>
                    <a:pt x="1581150" y="651764"/>
                  </a:lnTo>
                  <a:lnTo>
                    <a:pt x="1567014" y="646684"/>
                  </a:lnTo>
                  <a:lnTo>
                    <a:pt x="1542275" y="637794"/>
                  </a:lnTo>
                  <a:lnTo>
                    <a:pt x="1464564" y="637794"/>
                  </a:lnTo>
                  <a:lnTo>
                    <a:pt x="1462532" y="637794"/>
                  </a:lnTo>
                  <a:lnTo>
                    <a:pt x="1467231" y="640334"/>
                  </a:lnTo>
                  <a:lnTo>
                    <a:pt x="1465326" y="641604"/>
                  </a:lnTo>
                  <a:lnTo>
                    <a:pt x="1468907" y="641604"/>
                  </a:lnTo>
                  <a:lnTo>
                    <a:pt x="1477784" y="642874"/>
                  </a:lnTo>
                  <a:lnTo>
                    <a:pt x="1488871" y="646684"/>
                  </a:lnTo>
                  <a:lnTo>
                    <a:pt x="1499108" y="649224"/>
                  </a:lnTo>
                  <a:lnTo>
                    <a:pt x="1497711" y="646684"/>
                  </a:lnTo>
                  <a:lnTo>
                    <a:pt x="1505051" y="649224"/>
                  </a:lnTo>
                  <a:lnTo>
                    <a:pt x="1521256" y="654304"/>
                  </a:lnTo>
                  <a:lnTo>
                    <a:pt x="1525943" y="655929"/>
                  </a:lnTo>
                  <a:lnTo>
                    <a:pt x="1526730" y="656145"/>
                  </a:lnTo>
                  <a:lnTo>
                    <a:pt x="1526565" y="655929"/>
                  </a:lnTo>
                  <a:lnTo>
                    <a:pt x="1526451" y="655789"/>
                  </a:lnTo>
                  <a:lnTo>
                    <a:pt x="1526667" y="655789"/>
                  </a:lnTo>
                  <a:lnTo>
                    <a:pt x="1528406" y="656717"/>
                  </a:lnTo>
                  <a:lnTo>
                    <a:pt x="1529232" y="656983"/>
                  </a:lnTo>
                  <a:lnTo>
                    <a:pt x="1536801" y="659384"/>
                  </a:lnTo>
                  <a:lnTo>
                    <a:pt x="1545399" y="659384"/>
                  </a:lnTo>
                  <a:lnTo>
                    <a:pt x="1551813" y="660654"/>
                  </a:lnTo>
                  <a:lnTo>
                    <a:pt x="1557007" y="664286"/>
                  </a:lnTo>
                  <a:lnTo>
                    <a:pt x="1556893" y="661924"/>
                  </a:lnTo>
                  <a:lnTo>
                    <a:pt x="1556829" y="660654"/>
                  </a:lnTo>
                  <a:lnTo>
                    <a:pt x="1556766" y="659384"/>
                  </a:lnTo>
                  <a:lnTo>
                    <a:pt x="1567942" y="669544"/>
                  </a:lnTo>
                  <a:lnTo>
                    <a:pt x="1572260" y="667004"/>
                  </a:lnTo>
                  <a:lnTo>
                    <a:pt x="1565529" y="665734"/>
                  </a:lnTo>
                  <a:lnTo>
                    <a:pt x="1567192" y="664565"/>
                  </a:lnTo>
                  <a:lnTo>
                    <a:pt x="1567865" y="664565"/>
                  </a:lnTo>
                  <a:lnTo>
                    <a:pt x="1573949" y="665734"/>
                  </a:lnTo>
                  <a:lnTo>
                    <a:pt x="1582928" y="668388"/>
                  </a:lnTo>
                  <a:lnTo>
                    <a:pt x="1582775" y="668388"/>
                  </a:lnTo>
                  <a:lnTo>
                    <a:pt x="1590294" y="672084"/>
                  </a:lnTo>
                  <a:lnTo>
                    <a:pt x="1593380" y="673354"/>
                  </a:lnTo>
                  <a:lnTo>
                    <a:pt x="1594612" y="673354"/>
                  </a:lnTo>
                  <a:lnTo>
                    <a:pt x="1595247" y="674128"/>
                  </a:lnTo>
                  <a:lnTo>
                    <a:pt x="1599565" y="675894"/>
                  </a:lnTo>
                  <a:lnTo>
                    <a:pt x="1608201" y="679704"/>
                  </a:lnTo>
                  <a:lnTo>
                    <a:pt x="1608328" y="682244"/>
                  </a:lnTo>
                  <a:lnTo>
                    <a:pt x="1595120" y="678434"/>
                  </a:lnTo>
                  <a:lnTo>
                    <a:pt x="1600479" y="680974"/>
                  </a:lnTo>
                  <a:lnTo>
                    <a:pt x="1613344" y="683514"/>
                  </a:lnTo>
                  <a:lnTo>
                    <a:pt x="1616417" y="684784"/>
                  </a:lnTo>
                  <a:lnTo>
                    <a:pt x="1617599" y="684784"/>
                  </a:lnTo>
                  <a:lnTo>
                    <a:pt x="1617713" y="685330"/>
                  </a:lnTo>
                  <a:lnTo>
                    <a:pt x="1619504" y="686054"/>
                  </a:lnTo>
                  <a:lnTo>
                    <a:pt x="1619885" y="686054"/>
                  </a:lnTo>
                  <a:lnTo>
                    <a:pt x="1620520" y="687324"/>
                  </a:lnTo>
                  <a:lnTo>
                    <a:pt x="1621409" y="687324"/>
                  </a:lnTo>
                  <a:lnTo>
                    <a:pt x="1620901" y="686054"/>
                  </a:lnTo>
                  <a:lnTo>
                    <a:pt x="1622425" y="687324"/>
                  </a:lnTo>
                  <a:lnTo>
                    <a:pt x="1623822" y="687324"/>
                  </a:lnTo>
                  <a:lnTo>
                    <a:pt x="1625079" y="688721"/>
                  </a:lnTo>
                  <a:lnTo>
                    <a:pt x="1624418" y="688721"/>
                  </a:lnTo>
                  <a:lnTo>
                    <a:pt x="1626362" y="689864"/>
                  </a:lnTo>
                  <a:lnTo>
                    <a:pt x="1625663" y="688873"/>
                  </a:lnTo>
                  <a:lnTo>
                    <a:pt x="1625282" y="688721"/>
                  </a:lnTo>
                  <a:lnTo>
                    <a:pt x="1625561" y="688721"/>
                  </a:lnTo>
                  <a:lnTo>
                    <a:pt x="1625663" y="688873"/>
                  </a:lnTo>
                  <a:lnTo>
                    <a:pt x="1631442" y="691134"/>
                  </a:lnTo>
                  <a:lnTo>
                    <a:pt x="1641602" y="693674"/>
                  </a:lnTo>
                  <a:lnTo>
                    <a:pt x="1647571" y="696214"/>
                  </a:lnTo>
                  <a:lnTo>
                    <a:pt x="1647444" y="694944"/>
                  </a:lnTo>
                  <a:lnTo>
                    <a:pt x="1646301" y="694944"/>
                  </a:lnTo>
                  <a:lnTo>
                    <a:pt x="1640205" y="692404"/>
                  </a:lnTo>
                  <a:lnTo>
                    <a:pt x="1635709" y="690232"/>
                  </a:lnTo>
                  <a:lnTo>
                    <a:pt x="1634947" y="689864"/>
                  </a:lnTo>
                  <a:lnTo>
                    <a:pt x="1634617" y="689864"/>
                  </a:lnTo>
                  <a:lnTo>
                    <a:pt x="1634363" y="689864"/>
                  </a:lnTo>
                  <a:lnTo>
                    <a:pt x="1635340" y="690232"/>
                  </a:lnTo>
                  <a:lnTo>
                    <a:pt x="1634020" y="689864"/>
                  </a:lnTo>
                  <a:lnTo>
                    <a:pt x="1632458" y="689864"/>
                  </a:lnTo>
                  <a:lnTo>
                    <a:pt x="1629765" y="688721"/>
                  </a:lnTo>
                  <a:lnTo>
                    <a:pt x="1634020" y="689864"/>
                  </a:lnTo>
                  <a:lnTo>
                    <a:pt x="1634363" y="689864"/>
                  </a:lnTo>
                  <a:lnTo>
                    <a:pt x="1631276" y="688721"/>
                  </a:lnTo>
                  <a:lnTo>
                    <a:pt x="1631137" y="688721"/>
                  </a:lnTo>
                  <a:lnTo>
                    <a:pt x="1626743" y="686054"/>
                  </a:lnTo>
                  <a:lnTo>
                    <a:pt x="1627505" y="687324"/>
                  </a:lnTo>
                  <a:lnTo>
                    <a:pt x="1629092" y="688441"/>
                  </a:lnTo>
                  <a:lnTo>
                    <a:pt x="1626489" y="687324"/>
                  </a:lnTo>
                  <a:lnTo>
                    <a:pt x="1627251" y="687324"/>
                  </a:lnTo>
                  <a:lnTo>
                    <a:pt x="1625727" y="686054"/>
                  </a:lnTo>
                  <a:lnTo>
                    <a:pt x="1626743" y="686054"/>
                  </a:lnTo>
                  <a:lnTo>
                    <a:pt x="1625219" y="684784"/>
                  </a:lnTo>
                  <a:lnTo>
                    <a:pt x="1628394" y="684784"/>
                  </a:lnTo>
                  <a:lnTo>
                    <a:pt x="1629410" y="683514"/>
                  </a:lnTo>
                  <a:lnTo>
                    <a:pt x="1643240" y="688594"/>
                  </a:lnTo>
                  <a:lnTo>
                    <a:pt x="1636776" y="687324"/>
                  </a:lnTo>
                  <a:lnTo>
                    <a:pt x="1635582" y="688721"/>
                  </a:lnTo>
                  <a:lnTo>
                    <a:pt x="1637753" y="688721"/>
                  </a:lnTo>
                  <a:lnTo>
                    <a:pt x="1651381" y="692404"/>
                  </a:lnTo>
                  <a:lnTo>
                    <a:pt x="1653032" y="697484"/>
                  </a:lnTo>
                  <a:lnTo>
                    <a:pt x="1655826" y="700024"/>
                  </a:lnTo>
                  <a:lnTo>
                    <a:pt x="1652562" y="701078"/>
                  </a:lnTo>
                  <a:lnTo>
                    <a:pt x="1653247" y="701294"/>
                  </a:lnTo>
                  <a:lnTo>
                    <a:pt x="1662811" y="705104"/>
                  </a:lnTo>
                  <a:lnTo>
                    <a:pt x="1659039" y="705853"/>
                  </a:lnTo>
                  <a:lnTo>
                    <a:pt x="1661528" y="706374"/>
                  </a:lnTo>
                  <a:lnTo>
                    <a:pt x="1669034" y="708914"/>
                  </a:lnTo>
                  <a:lnTo>
                    <a:pt x="1667129" y="710184"/>
                  </a:lnTo>
                  <a:lnTo>
                    <a:pt x="1655445" y="706374"/>
                  </a:lnTo>
                  <a:lnTo>
                    <a:pt x="1655572" y="707644"/>
                  </a:lnTo>
                  <a:lnTo>
                    <a:pt x="1663065" y="711454"/>
                  </a:lnTo>
                  <a:lnTo>
                    <a:pt x="1655203" y="710184"/>
                  </a:lnTo>
                  <a:lnTo>
                    <a:pt x="1655229" y="711454"/>
                  </a:lnTo>
                  <a:lnTo>
                    <a:pt x="1656003" y="712724"/>
                  </a:lnTo>
                  <a:lnTo>
                    <a:pt x="1650365" y="711454"/>
                  </a:lnTo>
                  <a:lnTo>
                    <a:pt x="1656969" y="715264"/>
                  </a:lnTo>
                  <a:lnTo>
                    <a:pt x="1660779" y="712724"/>
                  </a:lnTo>
                  <a:lnTo>
                    <a:pt x="1667548" y="716394"/>
                  </a:lnTo>
                  <a:lnTo>
                    <a:pt x="1660525" y="711454"/>
                  </a:lnTo>
                  <a:lnTo>
                    <a:pt x="1670304" y="712724"/>
                  </a:lnTo>
                  <a:lnTo>
                    <a:pt x="1680845" y="717804"/>
                  </a:lnTo>
                  <a:lnTo>
                    <a:pt x="1680692" y="719074"/>
                  </a:lnTo>
                  <a:lnTo>
                    <a:pt x="1673885" y="719074"/>
                  </a:lnTo>
                  <a:lnTo>
                    <a:pt x="1675257" y="720344"/>
                  </a:lnTo>
                  <a:lnTo>
                    <a:pt x="1686814" y="724154"/>
                  </a:lnTo>
                  <a:lnTo>
                    <a:pt x="1686560" y="722884"/>
                  </a:lnTo>
                  <a:lnTo>
                    <a:pt x="1681353" y="720344"/>
                  </a:lnTo>
                  <a:lnTo>
                    <a:pt x="1685163" y="720344"/>
                  </a:lnTo>
                  <a:lnTo>
                    <a:pt x="1691259" y="724154"/>
                  </a:lnTo>
                  <a:lnTo>
                    <a:pt x="1696720" y="720344"/>
                  </a:lnTo>
                  <a:lnTo>
                    <a:pt x="1704721" y="722884"/>
                  </a:lnTo>
                  <a:lnTo>
                    <a:pt x="1710817" y="724154"/>
                  </a:lnTo>
                  <a:lnTo>
                    <a:pt x="1715643" y="726694"/>
                  </a:lnTo>
                  <a:lnTo>
                    <a:pt x="1717421" y="727964"/>
                  </a:lnTo>
                  <a:lnTo>
                    <a:pt x="1730006" y="730504"/>
                  </a:lnTo>
                  <a:lnTo>
                    <a:pt x="1755902" y="738124"/>
                  </a:lnTo>
                  <a:lnTo>
                    <a:pt x="1767713" y="740664"/>
                  </a:lnTo>
                  <a:lnTo>
                    <a:pt x="1763445" y="740664"/>
                  </a:lnTo>
                  <a:lnTo>
                    <a:pt x="1764461" y="741997"/>
                  </a:lnTo>
                  <a:lnTo>
                    <a:pt x="1768208" y="744474"/>
                  </a:lnTo>
                  <a:lnTo>
                    <a:pt x="1772666" y="747014"/>
                  </a:lnTo>
                  <a:lnTo>
                    <a:pt x="1761642" y="743267"/>
                  </a:lnTo>
                  <a:lnTo>
                    <a:pt x="1761464" y="743267"/>
                  </a:lnTo>
                  <a:lnTo>
                    <a:pt x="1760474" y="745744"/>
                  </a:lnTo>
                  <a:lnTo>
                    <a:pt x="1760740" y="748296"/>
                  </a:lnTo>
                  <a:lnTo>
                    <a:pt x="1767586" y="749554"/>
                  </a:lnTo>
                  <a:lnTo>
                    <a:pt x="1772767" y="748296"/>
                  </a:lnTo>
                  <a:lnTo>
                    <a:pt x="1775777" y="749554"/>
                  </a:lnTo>
                  <a:lnTo>
                    <a:pt x="1779143" y="749554"/>
                  </a:lnTo>
                  <a:lnTo>
                    <a:pt x="1782203" y="750824"/>
                  </a:lnTo>
                  <a:lnTo>
                    <a:pt x="1787398" y="753364"/>
                  </a:lnTo>
                  <a:lnTo>
                    <a:pt x="1790446" y="754634"/>
                  </a:lnTo>
                  <a:lnTo>
                    <a:pt x="1863090" y="754634"/>
                  </a:lnTo>
                  <a:close/>
                </a:path>
                <a:path w="3108960" h="1905000">
                  <a:moveTo>
                    <a:pt x="1872488" y="752094"/>
                  </a:moveTo>
                  <a:lnTo>
                    <a:pt x="1868551" y="752094"/>
                  </a:lnTo>
                  <a:lnTo>
                    <a:pt x="1867789" y="750824"/>
                  </a:lnTo>
                  <a:lnTo>
                    <a:pt x="1864868" y="750824"/>
                  </a:lnTo>
                  <a:lnTo>
                    <a:pt x="1866265" y="752094"/>
                  </a:lnTo>
                  <a:lnTo>
                    <a:pt x="1867535" y="753364"/>
                  </a:lnTo>
                  <a:lnTo>
                    <a:pt x="1872488" y="752094"/>
                  </a:lnTo>
                  <a:close/>
                </a:path>
                <a:path w="3108960" h="1905000">
                  <a:moveTo>
                    <a:pt x="1879473" y="759714"/>
                  </a:moveTo>
                  <a:lnTo>
                    <a:pt x="1875790" y="758444"/>
                  </a:lnTo>
                  <a:lnTo>
                    <a:pt x="1874202" y="758736"/>
                  </a:lnTo>
                  <a:lnTo>
                    <a:pt x="1879473" y="759714"/>
                  </a:lnTo>
                  <a:close/>
                </a:path>
                <a:path w="3108960" h="1905000">
                  <a:moveTo>
                    <a:pt x="1882140" y="1625600"/>
                  </a:moveTo>
                  <a:lnTo>
                    <a:pt x="1880362" y="1624330"/>
                  </a:lnTo>
                  <a:lnTo>
                    <a:pt x="1878457" y="1625600"/>
                  </a:lnTo>
                  <a:lnTo>
                    <a:pt x="1882140" y="1625600"/>
                  </a:lnTo>
                  <a:close/>
                </a:path>
                <a:path w="3108960" h="1905000">
                  <a:moveTo>
                    <a:pt x="1896364" y="762254"/>
                  </a:moveTo>
                  <a:lnTo>
                    <a:pt x="1888553" y="759714"/>
                  </a:lnTo>
                  <a:lnTo>
                    <a:pt x="1882813" y="758444"/>
                  </a:lnTo>
                  <a:lnTo>
                    <a:pt x="1877339" y="757174"/>
                  </a:lnTo>
                  <a:lnTo>
                    <a:pt x="1870329" y="754634"/>
                  </a:lnTo>
                  <a:lnTo>
                    <a:pt x="1874774" y="757174"/>
                  </a:lnTo>
                  <a:lnTo>
                    <a:pt x="1881759" y="758444"/>
                  </a:lnTo>
                  <a:lnTo>
                    <a:pt x="1887601" y="760984"/>
                  </a:lnTo>
                  <a:lnTo>
                    <a:pt x="1884680" y="760984"/>
                  </a:lnTo>
                  <a:lnTo>
                    <a:pt x="1896364" y="762254"/>
                  </a:lnTo>
                  <a:close/>
                </a:path>
                <a:path w="3108960" h="1905000">
                  <a:moveTo>
                    <a:pt x="1899158" y="1617980"/>
                  </a:moveTo>
                  <a:lnTo>
                    <a:pt x="1886458" y="1617980"/>
                  </a:lnTo>
                  <a:lnTo>
                    <a:pt x="1876933" y="1619250"/>
                  </a:lnTo>
                  <a:lnTo>
                    <a:pt x="1880044" y="1619250"/>
                  </a:lnTo>
                  <a:lnTo>
                    <a:pt x="1880019" y="1620520"/>
                  </a:lnTo>
                  <a:lnTo>
                    <a:pt x="1879117" y="1620520"/>
                  </a:lnTo>
                  <a:lnTo>
                    <a:pt x="1880997" y="1621790"/>
                  </a:lnTo>
                  <a:lnTo>
                    <a:pt x="1875129" y="1623060"/>
                  </a:lnTo>
                  <a:lnTo>
                    <a:pt x="1865452" y="1624330"/>
                  </a:lnTo>
                  <a:lnTo>
                    <a:pt x="1857502" y="1626870"/>
                  </a:lnTo>
                  <a:lnTo>
                    <a:pt x="1856867" y="1629410"/>
                  </a:lnTo>
                  <a:lnTo>
                    <a:pt x="1851279" y="1630680"/>
                  </a:lnTo>
                  <a:lnTo>
                    <a:pt x="1845945" y="1634490"/>
                  </a:lnTo>
                  <a:lnTo>
                    <a:pt x="1838071" y="1635760"/>
                  </a:lnTo>
                  <a:lnTo>
                    <a:pt x="1844167" y="1635760"/>
                  </a:lnTo>
                  <a:lnTo>
                    <a:pt x="1857857" y="1633220"/>
                  </a:lnTo>
                  <a:lnTo>
                    <a:pt x="1864106" y="1631950"/>
                  </a:lnTo>
                  <a:lnTo>
                    <a:pt x="1862455" y="1629410"/>
                  </a:lnTo>
                  <a:lnTo>
                    <a:pt x="1868805" y="1628140"/>
                  </a:lnTo>
                  <a:lnTo>
                    <a:pt x="1868805" y="1625600"/>
                  </a:lnTo>
                  <a:lnTo>
                    <a:pt x="1873631" y="1624330"/>
                  </a:lnTo>
                  <a:lnTo>
                    <a:pt x="1871726" y="1625600"/>
                  </a:lnTo>
                  <a:lnTo>
                    <a:pt x="1878457" y="1625600"/>
                  </a:lnTo>
                  <a:lnTo>
                    <a:pt x="1878584" y="1624330"/>
                  </a:lnTo>
                  <a:lnTo>
                    <a:pt x="1888109" y="1623060"/>
                  </a:lnTo>
                  <a:lnTo>
                    <a:pt x="1887982" y="1620520"/>
                  </a:lnTo>
                  <a:lnTo>
                    <a:pt x="1899158" y="1617980"/>
                  </a:lnTo>
                  <a:close/>
                </a:path>
                <a:path w="3108960" h="1905000">
                  <a:moveTo>
                    <a:pt x="2006981" y="1578610"/>
                  </a:moveTo>
                  <a:lnTo>
                    <a:pt x="2004187" y="1578610"/>
                  </a:lnTo>
                  <a:lnTo>
                    <a:pt x="2002536" y="1579880"/>
                  </a:lnTo>
                  <a:lnTo>
                    <a:pt x="2006981" y="1578610"/>
                  </a:lnTo>
                  <a:close/>
                </a:path>
                <a:path w="3108960" h="1905000">
                  <a:moveTo>
                    <a:pt x="2011908" y="802944"/>
                  </a:moveTo>
                  <a:lnTo>
                    <a:pt x="2011565" y="802843"/>
                  </a:lnTo>
                  <a:lnTo>
                    <a:pt x="2011045" y="801624"/>
                  </a:lnTo>
                  <a:lnTo>
                    <a:pt x="2009775" y="801624"/>
                  </a:lnTo>
                  <a:lnTo>
                    <a:pt x="2011375" y="802779"/>
                  </a:lnTo>
                  <a:lnTo>
                    <a:pt x="2010498" y="802487"/>
                  </a:lnTo>
                  <a:lnTo>
                    <a:pt x="2011616" y="802944"/>
                  </a:lnTo>
                  <a:lnTo>
                    <a:pt x="2011807" y="802944"/>
                  </a:lnTo>
                  <a:close/>
                </a:path>
                <a:path w="3108960" h="1905000">
                  <a:moveTo>
                    <a:pt x="2033905" y="1590040"/>
                  </a:moveTo>
                  <a:lnTo>
                    <a:pt x="2032000" y="1588770"/>
                  </a:lnTo>
                  <a:lnTo>
                    <a:pt x="2027936" y="1588770"/>
                  </a:lnTo>
                  <a:lnTo>
                    <a:pt x="2016163" y="1592834"/>
                  </a:lnTo>
                  <a:lnTo>
                    <a:pt x="2016417" y="1592834"/>
                  </a:lnTo>
                  <a:lnTo>
                    <a:pt x="2012061" y="1595120"/>
                  </a:lnTo>
                  <a:lnTo>
                    <a:pt x="2017445" y="1592834"/>
                  </a:lnTo>
                  <a:lnTo>
                    <a:pt x="2016480" y="1592834"/>
                  </a:lnTo>
                  <a:lnTo>
                    <a:pt x="2033905" y="1590040"/>
                  </a:lnTo>
                  <a:close/>
                </a:path>
                <a:path w="3108960" h="1905000">
                  <a:moveTo>
                    <a:pt x="2040636" y="1583690"/>
                  </a:moveTo>
                  <a:lnTo>
                    <a:pt x="2040001" y="1582420"/>
                  </a:lnTo>
                  <a:lnTo>
                    <a:pt x="2039366" y="1583690"/>
                  </a:lnTo>
                  <a:lnTo>
                    <a:pt x="2040636" y="1583690"/>
                  </a:lnTo>
                  <a:close/>
                </a:path>
                <a:path w="3108960" h="1905000">
                  <a:moveTo>
                    <a:pt x="2088642" y="830834"/>
                  </a:moveTo>
                  <a:lnTo>
                    <a:pt x="2087880" y="830834"/>
                  </a:lnTo>
                  <a:lnTo>
                    <a:pt x="2088235" y="830999"/>
                  </a:lnTo>
                  <a:lnTo>
                    <a:pt x="2088642" y="830834"/>
                  </a:lnTo>
                  <a:close/>
                </a:path>
                <a:path w="3108960" h="1905000">
                  <a:moveTo>
                    <a:pt x="2101672" y="1556207"/>
                  </a:moveTo>
                  <a:lnTo>
                    <a:pt x="2101291" y="1556207"/>
                  </a:lnTo>
                  <a:lnTo>
                    <a:pt x="2098675" y="1557020"/>
                  </a:lnTo>
                  <a:lnTo>
                    <a:pt x="2101672" y="1556207"/>
                  </a:lnTo>
                  <a:close/>
                </a:path>
                <a:path w="3108960" h="1905000">
                  <a:moveTo>
                    <a:pt x="2104771" y="1555750"/>
                  </a:moveTo>
                  <a:lnTo>
                    <a:pt x="2103323" y="1555750"/>
                  </a:lnTo>
                  <a:lnTo>
                    <a:pt x="2102015" y="1556118"/>
                  </a:lnTo>
                  <a:lnTo>
                    <a:pt x="2104771" y="1555750"/>
                  </a:lnTo>
                  <a:close/>
                </a:path>
                <a:path w="3108960" h="1905000">
                  <a:moveTo>
                    <a:pt x="2134108" y="848614"/>
                  </a:moveTo>
                  <a:lnTo>
                    <a:pt x="2129231" y="847344"/>
                  </a:lnTo>
                  <a:lnTo>
                    <a:pt x="2119503" y="844804"/>
                  </a:lnTo>
                  <a:lnTo>
                    <a:pt x="2121916" y="843534"/>
                  </a:lnTo>
                  <a:lnTo>
                    <a:pt x="2116582" y="842264"/>
                  </a:lnTo>
                  <a:lnTo>
                    <a:pt x="2110752" y="841108"/>
                  </a:lnTo>
                  <a:lnTo>
                    <a:pt x="2110460" y="841108"/>
                  </a:lnTo>
                  <a:lnTo>
                    <a:pt x="2104390" y="838454"/>
                  </a:lnTo>
                  <a:lnTo>
                    <a:pt x="2102993" y="839724"/>
                  </a:lnTo>
                  <a:lnTo>
                    <a:pt x="2105507" y="841006"/>
                  </a:lnTo>
                  <a:lnTo>
                    <a:pt x="2101278" y="839724"/>
                  </a:lnTo>
                  <a:lnTo>
                    <a:pt x="2105736" y="841108"/>
                  </a:lnTo>
                  <a:lnTo>
                    <a:pt x="2105888" y="841108"/>
                  </a:lnTo>
                  <a:lnTo>
                    <a:pt x="2113496" y="843534"/>
                  </a:lnTo>
                  <a:lnTo>
                    <a:pt x="2121839" y="846074"/>
                  </a:lnTo>
                  <a:lnTo>
                    <a:pt x="2130933" y="849884"/>
                  </a:lnTo>
                  <a:lnTo>
                    <a:pt x="2129028" y="847344"/>
                  </a:lnTo>
                  <a:lnTo>
                    <a:pt x="2134108" y="848614"/>
                  </a:lnTo>
                  <a:close/>
                </a:path>
                <a:path w="3108960" h="1905000">
                  <a:moveTo>
                    <a:pt x="2151176" y="857288"/>
                  </a:moveTo>
                  <a:lnTo>
                    <a:pt x="2149830" y="856310"/>
                  </a:lnTo>
                  <a:lnTo>
                    <a:pt x="2142363" y="853694"/>
                  </a:lnTo>
                  <a:lnTo>
                    <a:pt x="2148586" y="857504"/>
                  </a:lnTo>
                  <a:lnTo>
                    <a:pt x="2147989" y="856526"/>
                  </a:lnTo>
                  <a:lnTo>
                    <a:pt x="2147024" y="856310"/>
                  </a:lnTo>
                  <a:lnTo>
                    <a:pt x="2147862" y="856310"/>
                  </a:lnTo>
                  <a:lnTo>
                    <a:pt x="2147989" y="856526"/>
                  </a:lnTo>
                  <a:lnTo>
                    <a:pt x="2151176" y="857288"/>
                  </a:lnTo>
                  <a:close/>
                </a:path>
                <a:path w="3108960" h="1905000">
                  <a:moveTo>
                    <a:pt x="2151380" y="1541780"/>
                  </a:moveTo>
                  <a:lnTo>
                    <a:pt x="2143506" y="1543050"/>
                  </a:lnTo>
                  <a:lnTo>
                    <a:pt x="2133955" y="1545666"/>
                  </a:lnTo>
                  <a:lnTo>
                    <a:pt x="2134133" y="1545666"/>
                  </a:lnTo>
                  <a:lnTo>
                    <a:pt x="2131123" y="1548180"/>
                  </a:lnTo>
                  <a:lnTo>
                    <a:pt x="2134501" y="1548180"/>
                  </a:lnTo>
                  <a:lnTo>
                    <a:pt x="2140039" y="1545666"/>
                  </a:lnTo>
                  <a:lnTo>
                    <a:pt x="2139670" y="1545666"/>
                  </a:lnTo>
                  <a:lnTo>
                    <a:pt x="2149221" y="1544320"/>
                  </a:lnTo>
                  <a:lnTo>
                    <a:pt x="2151380" y="1541780"/>
                  </a:lnTo>
                  <a:close/>
                </a:path>
                <a:path w="3108960" h="1905000">
                  <a:moveTo>
                    <a:pt x="2153793" y="1559560"/>
                  </a:moveTo>
                  <a:lnTo>
                    <a:pt x="2152396" y="1559560"/>
                  </a:lnTo>
                  <a:lnTo>
                    <a:pt x="2142236" y="1564640"/>
                  </a:lnTo>
                  <a:lnTo>
                    <a:pt x="2148840" y="1562100"/>
                  </a:lnTo>
                  <a:lnTo>
                    <a:pt x="2149475" y="1562100"/>
                  </a:lnTo>
                  <a:lnTo>
                    <a:pt x="2153793" y="1559560"/>
                  </a:lnTo>
                  <a:close/>
                </a:path>
                <a:path w="3108960" h="1905000">
                  <a:moveTo>
                    <a:pt x="2158542" y="859713"/>
                  </a:moveTo>
                  <a:lnTo>
                    <a:pt x="2158238" y="858774"/>
                  </a:lnTo>
                  <a:lnTo>
                    <a:pt x="2151176" y="857288"/>
                  </a:lnTo>
                  <a:lnTo>
                    <a:pt x="2151507" y="857504"/>
                  </a:lnTo>
                  <a:lnTo>
                    <a:pt x="2158542" y="859713"/>
                  </a:lnTo>
                  <a:close/>
                </a:path>
                <a:path w="3108960" h="1905000">
                  <a:moveTo>
                    <a:pt x="2170455" y="859713"/>
                  </a:moveTo>
                  <a:lnTo>
                    <a:pt x="2160981" y="856310"/>
                  </a:lnTo>
                  <a:lnTo>
                    <a:pt x="2155482" y="856310"/>
                  </a:lnTo>
                  <a:lnTo>
                    <a:pt x="2163292" y="859713"/>
                  </a:lnTo>
                  <a:lnTo>
                    <a:pt x="2170455" y="859713"/>
                  </a:lnTo>
                  <a:close/>
                </a:path>
                <a:path w="3108960" h="1905000">
                  <a:moveTo>
                    <a:pt x="2175383" y="1559560"/>
                  </a:moveTo>
                  <a:lnTo>
                    <a:pt x="2165477" y="1560830"/>
                  </a:lnTo>
                  <a:lnTo>
                    <a:pt x="2165223" y="1558290"/>
                  </a:lnTo>
                  <a:lnTo>
                    <a:pt x="2157603" y="1560830"/>
                  </a:lnTo>
                  <a:lnTo>
                    <a:pt x="2166112" y="1562100"/>
                  </a:lnTo>
                  <a:lnTo>
                    <a:pt x="2170747" y="1560830"/>
                  </a:lnTo>
                  <a:lnTo>
                    <a:pt x="2175383" y="1559560"/>
                  </a:lnTo>
                  <a:close/>
                </a:path>
                <a:path w="3108960" h="1905000">
                  <a:moveTo>
                    <a:pt x="2176526" y="1540510"/>
                  </a:moveTo>
                  <a:lnTo>
                    <a:pt x="2170176" y="1540510"/>
                  </a:lnTo>
                  <a:lnTo>
                    <a:pt x="2161032" y="1541780"/>
                  </a:lnTo>
                  <a:lnTo>
                    <a:pt x="2160943" y="1541386"/>
                  </a:lnTo>
                  <a:lnTo>
                    <a:pt x="2160867" y="1540967"/>
                  </a:lnTo>
                  <a:lnTo>
                    <a:pt x="2160778" y="1540510"/>
                  </a:lnTo>
                  <a:lnTo>
                    <a:pt x="2157476" y="1543050"/>
                  </a:lnTo>
                  <a:lnTo>
                    <a:pt x="2153869" y="1545666"/>
                  </a:lnTo>
                  <a:lnTo>
                    <a:pt x="2159914" y="1545666"/>
                  </a:lnTo>
                  <a:lnTo>
                    <a:pt x="2159317" y="1544459"/>
                  </a:lnTo>
                  <a:lnTo>
                    <a:pt x="2159254" y="1544320"/>
                  </a:lnTo>
                  <a:lnTo>
                    <a:pt x="2163191" y="1543050"/>
                  </a:lnTo>
                  <a:lnTo>
                    <a:pt x="2166493" y="1543050"/>
                  </a:lnTo>
                  <a:lnTo>
                    <a:pt x="2166239" y="1544320"/>
                  </a:lnTo>
                  <a:lnTo>
                    <a:pt x="2164219" y="1545666"/>
                  </a:lnTo>
                  <a:lnTo>
                    <a:pt x="2167102" y="1544459"/>
                  </a:lnTo>
                  <a:lnTo>
                    <a:pt x="2170557" y="1543050"/>
                  </a:lnTo>
                  <a:lnTo>
                    <a:pt x="2171319" y="1543050"/>
                  </a:lnTo>
                  <a:lnTo>
                    <a:pt x="2173922" y="1541780"/>
                  </a:lnTo>
                  <a:lnTo>
                    <a:pt x="2176526" y="1540510"/>
                  </a:lnTo>
                  <a:close/>
                </a:path>
                <a:path w="3108960" h="1905000">
                  <a:moveTo>
                    <a:pt x="2185606" y="1553210"/>
                  </a:moveTo>
                  <a:lnTo>
                    <a:pt x="2185492" y="1552917"/>
                  </a:lnTo>
                  <a:lnTo>
                    <a:pt x="2185035" y="1553210"/>
                  </a:lnTo>
                  <a:lnTo>
                    <a:pt x="2185606" y="1553210"/>
                  </a:lnTo>
                  <a:close/>
                </a:path>
                <a:path w="3108960" h="1905000">
                  <a:moveTo>
                    <a:pt x="2189607" y="1551940"/>
                  </a:moveTo>
                  <a:lnTo>
                    <a:pt x="2187702" y="1551940"/>
                  </a:lnTo>
                  <a:lnTo>
                    <a:pt x="2185924" y="1553210"/>
                  </a:lnTo>
                  <a:lnTo>
                    <a:pt x="2189607" y="1551940"/>
                  </a:lnTo>
                  <a:close/>
                </a:path>
                <a:path w="3108960" h="1905000">
                  <a:moveTo>
                    <a:pt x="2190877" y="1537970"/>
                  </a:moveTo>
                  <a:lnTo>
                    <a:pt x="2190623" y="1537970"/>
                  </a:lnTo>
                  <a:lnTo>
                    <a:pt x="2190559" y="1538516"/>
                  </a:lnTo>
                  <a:lnTo>
                    <a:pt x="2190877" y="1537970"/>
                  </a:lnTo>
                  <a:close/>
                </a:path>
                <a:path w="3108960" h="1905000">
                  <a:moveTo>
                    <a:pt x="2192909" y="1553210"/>
                  </a:moveTo>
                  <a:lnTo>
                    <a:pt x="2185924" y="1553210"/>
                  </a:lnTo>
                  <a:lnTo>
                    <a:pt x="2185606" y="1553210"/>
                  </a:lnTo>
                  <a:lnTo>
                    <a:pt x="2186051" y="1554480"/>
                  </a:lnTo>
                  <a:lnTo>
                    <a:pt x="2192909" y="1553210"/>
                  </a:lnTo>
                  <a:close/>
                </a:path>
                <a:path w="3108960" h="1905000">
                  <a:moveTo>
                    <a:pt x="2193201" y="1550771"/>
                  </a:moveTo>
                  <a:lnTo>
                    <a:pt x="2193023" y="1550771"/>
                  </a:lnTo>
                  <a:lnTo>
                    <a:pt x="2189607" y="1551940"/>
                  </a:lnTo>
                  <a:lnTo>
                    <a:pt x="2192147" y="1551940"/>
                  </a:lnTo>
                  <a:lnTo>
                    <a:pt x="2193201" y="1550771"/>
                  </a:lnTo>
                  <a:close/>
                </a:path>
                <a:path w="3108960" h="1905000">
                  <a:moveTo>
                    <a:pt x="2203043" y="1531912"/>
                  </a:moveTo>
                  <a:lnTo>
                    <a:pt x="2199360" y="1532420"/>
                  </a:lnTo>
                  <a:lnTo>
                    <a:pt x="2194179" y="1531620"/>
                  </a:lnTo>
                  <a:lnTo>
                    <a:pt x="2193899" y="1532534"/>
                  </a:lnTo>
                  <a:lnTo>
                    <a:pt x="2193798" y="1532890"/>
                  </a:lnTo>
                  <a:lnTo>
                    <a:pt x="2195830" y="1532890"/>
                  </a:lnTo>
                  <a:lnTo>
                    <a:pt x="2198446" y="1532534"/>
                  </a:lnTo>
                  <a:lnTo>
                    <a:pt x="2200186" y="1532534"/>
                  </a:lnTo>
                  <a:lnTo>
                    <a:pt x="2202561" y="1532890"/>
                  </a:lnTo>
                  <a:lnTo>
                    <a:pt x="2203043" y="1531912"/>
                  </a:lnTo>
                  <a:close/>
                </a:path>
                <a:path w="3108960" h="1905000">
                  <a:moveTo>
                    <a:pt x="2205101" y="1531620"/>
                  </a:moveTo>
                  <a:lnTo>
                    <a:pt x="2203831" y="1530350"/>
                  </a:lnTo>
                  <a:lnTo>
                    <a:pt x="2203043" y="1531912"/>
                  </a:lnTo>
                  <a:lnTo>
                    <a:pt x="2205101" y="1531620"/>
                  </a:lnTo>
                  <a:close/>
                </a:path>
                <a:path w="3108960" h="1905000">
                  <a:moveTo>
                    <a:pt x="2213102" y="905764"/>
                  </a:moveTo>
                  <a:lnTo>
                    <a:pt x="2211324" y="904494"/>
                  </a:lnTo>
                  <a:lnTo>
                    <a:pt x="2212467" y="905764"/>
                  </a:lnTo>
                  <a:lnTo>
                    <a:pt x="2213102" y="905764"/>
                  </a:lnTo>
                  <a:close/>
                </a:path>
                <a:path w="3108960" h="1905000">
                  <a:moveTo>
                    <a:pt x="2214092" y="1548168"/>
                  </a:moveTo>
                  <a:close/>
                </a:path>
                <a:path w="3108960" h="1905000">
                  <a:moveTo>
                    <a:pt x="2215350" y="1545666"/>
                  </a:moveTo>
                  <a:lnTo>
                    <a:pt x="2212873" y="1546860"/>
                  </a:lnTo>
                  <a:lnTo>
                    <a:pt x="2213648" y="1546860"/>
                  </a:lnTo>
                  <a:lnTo>
                    <a:pt x="2214143" y="1548066"/>
                  </a:lnTo>
                  <a:lnTo>
                    <a:pt x="2215350" y="1545666"/>
                  </a:lnTo>
                  <a:close/>
                </a:path>
                <a:path w="3108960" h="1905000">
                  <a:moveTo>
                    <a:pt x="2225484" y="1548180"/>
                  </a:moveTo>
                  <a:lnTo>
                    <a:pt x="2223770" y="1546860"/>
                  </a:lnTo>
                  <a:lnTo>
                    <a:pt x="2220849" y="1546860"/>
                  </a:lnTo>
                  <a:lnTo>
                    <a:pt x="2214181" y="1548142"/>
                  </a:lnTo>
                  <a:lnTo>
                    <a:pt x="2210689" y="1549400"/>
                  </a:lnTo>
                  <a:lnTo>
                    <a:pt x="2215565" y="1548180"/>
                  </a:lnTo>
                  <a:lnTo>
                    <a:pt x="2215921" y="1548180"/>
                  </a:lnTo>
                  <a:lnTo>
                    <a:pt x="2219833" y="1549400"/>
                  </a:lnTo>
                  <a:lnTo>
                    <a:pt x="2225192" y="1548180"/>
                  </a:lnTo>
                  <a:lnTo>
                    <a:pt x="2225484" y="1548180"/>
                  </a:lnTo>
                  <a:close/>
                </a:path>
                <a:path w="3108960" h="1905000">
                  <a:moveTo>
                    <a:pt x="2230348" y="1656422"/>
                  </a:moveTo>
                  <a:lnTo>
                    <a:pt x="2230120" y="1656080"/>
                  </a:lnTo>
                  <a:lnTo>
                    <a:pt x="2225167" y="1656080"/>
                  </a:lnTo>
                  <a:lnTo>
                    <a:pt x="2221992" y="1658620"/>
                  </a:lnTo>
                  <a:lnTo>
                    <a:pt x="2226322" y="1657489"/>
                  </a:lnTo>
                  <a:lnTo>
                    <a:pt x="2230348" y="1656422"/>
                  </a:lnTo>
                  <a:close/>
                </a:path>
                <a:path w="3108960" h="1905000">
                  <a:moveTo>
                    <a:pt x="2231644" y="1656080"/>
                  </a:moveTo>
                  <a:lnTo>
                    <a:pt x="2230348" y="1656422"/>
                  </a:lnTo>
                  <a:lnTo>
                    <a:pt x="2230996" y="1657362"/>
                  </a:lnTo>
                  <a:lnTo>
                    <a:pt x="2231644" y="1656080"/>
                  </a:lnTo>
                  <a:close/>
                </a:path>
                <a:path w="3108960" h="1905000">
                  <a:moveTo>
                    <a:pt x="2232152" y="1544320"/>
                  </a:moveTo>
                  <a:lnTo>
                    <a:pt x="2230120" y="1544320"/>
                  </a:lnTo>
                  <a:lnTo>
                    <a:pt x="2225167" y="1544320"/>
                  </a:lnTo>
                  <a:lnTo>
                    <a:pt x="2224354" y="1545666"/>
                  </a:lnTo>
                  <a:lnTo>
                    <a:pt x="2224659" y="1545666"/>
                  </a:lnTo>
                  <a:lnTo>
                    <a:pt x="2228723" y="1546860"/>
                  </a:lnTo>
                  <a:lnTo>
                    <a:pt x="2232152" y="1544320"/>
                  </a:lnTo>
                  <a:close/>
                </a:path>
                <a:path w="3108960" h="1905000">
                  <a:moveTo>
                    <a:pt x="2235644" y="1540967"/>
                  </a:moveTo>
                  <a:lnTo>
                    <a:pt x="2234184" y="1540510"/>
                  </a:lnTo>
                  <a:lnTo>
                    <a:pt x="2234527" y="1541386"/>
                  </a:lnTo>
                  <a:lnTo>
                    <a:pt x="2235644" y="1540967"/>
                  </a:lnTo>
                  <a:close/>
                </a:path>
                <a:path w="3108960" h="1905000">
                  <a:moveTo>
                    <a:pt x="2239899" y="1522730"/>
                  </a:moveTo>
                  <a:lnTo>
                    <a:pt x="2228342" y="1524000"/>
                  </a:lnTo>
                  <a:lnTo>
                    <a:pt x="2228215" y="1525270"/>
                  </a:lnTo>
                  <a:lnTo>
                    <a:pt x="2237740" y="1524000"/>
                  </a:lnTo>
                  <a:lnTo>
                    <a:pt x="2239899" y="1522730"/>
                  </a:lnTo>
                  <a:close/>
                </a:path>
                <a:path w="3108960" h="1905000">
                  <a:moveTo>
                    <a:pt x="2240165" y="1539417"/>
                  </a:moveTo>
                  <a:lnTo>
                    <a:pt x="2239467" y="1539582"/>
                  </a:lnTo>
                  <a:lnTo>
                    <a:pt x="2235670" y="1540967"/>
                  </a:lnTo>
                  <a:lnTo>
                    <a:pt x="2238375" y="1541780"/>
                  </a:lnTo>
                  <a:lnTo>
                    <a:pt x="2240165" y="1539417"/>
                  </a:lnTo>
                  <a:close/>
                </a:path>
                <a:path w="3108960" h="1905000">
                  <a:moveTo>
                    <a:pt x="2243836" y="1527810"/>
                  </a:moveTo>
                  <a:lnTo>
                    <a:pt x="2239518" y="1527810"/>
                  </a:lnTo>
                  <a:lnTo>
                    <a:pt x="2235962" y="1525270"/>
                  </a:lnTo>
                  <a:lnTo>
                    <a:pt x="2233676" y="1529080"/>
                  </a:lnTo>
                  <a:lnTo>
                    <a:pt x="2231517" y="1529080"/>
                  </a:lnTo>
                  <a:lnTo>
                    <a:pt x="2228215" y="1531620"/>
                  </a:lnTo>
                  <a:lnTo>
                    <a:pt x="2225167" y="1531620"/>
                  </a:lnTo>
                  <a:lnTo>
                    <a:pt x="2225802" y="1532890"/>
                  </a:lnTo>
                  <a:lnTo>
                    <a:pt x="2226945" y="1532890"/>
                  </a:lnTo>
                  <a:lnTo>
                    <a:pt x="2229358" y="1532534"/>
                  </a:lnTo>
                  <a:lnTo>
                    <a:pt x="2231009" y="1531620"/>
                  </a:lnTo>
                  <a:lnTo>
                    <a:pt x="2235504" y="1531620"/>
                  </a:lnTo>
                  <a:lnTo>
                    <a:pt x="2239289" y="1531112"/>
                  </a:lnTo>
                  <a:lnTo>
                    <a:pt x="2240407" y="1529080"/>
                  </a:lnTo>
                  <a:lnTo>
                    <a:pt x="2243836" y="1527810"/>
                  </a:lnTo>
                  <a:close/>
                </a:path>
                <a:path w="3108960" h="1905000">
                  <a:moveTo>
                    <a:pt x="2249170" y="1526540"/>
                  </a:moveTo>
                  <a:lnTo>
                    <a:pt x="2245233" y="1526540"/>
                  </a:lnTo>
                  <a:lnTo>
                    <a:pt x="2243836" y="1527810"/>
                  </a:lnTo>
                  <a:lnTo>
                    <a:pt x="2247265" y="1527810"/>
                  </a:lnTo>
                  <a:lnTo>
                    <a:pt x="2249170" y="1526540"/>
                  </a:lnTo>
                  <a:close/>
                </a:path>
                <a:path w="3108960" h="1905000">
                  <a:moveTo>
                    <a:pt x="2250402" y="1418666"/>
                  </a:moveTo>
                  <a:lnTo>
                    <a:pt x="2249690" y="1418666"/>
                  </a:lnTo>
                  <a:lnTo>
                    <a:pt x="2243036" y="1419974"/>
                  </a:lnTo>
                  <a:lnTo>
                    <a:pt x="2250402" y="1418666"/>
                  </a:lnTo>
                  <a:close/>
                </a:path>
                <a:path w="3108960" h="1905000">
                  <a:moveTo>
                    <a:pt x="2255278" y="1419974"/>
                  </a:moveTo>
                  <a:lnTo>
                    <a:pt x="2255253" y="1418666"/>
                  </a:lnTo>
                  <a:lnTo>
                    <a:pt x="2253450" y="1418666"/>
                  </a:lnTo>
                  <a:lnTo>
                    <a:pt x="2255278" y="1419974"/>
                  </a:lnTo>
                  <a:close/>
                </a:path>
                <a:path w="3108960" h="1905000">
                  <a:moveTo>
                    <a:pt x="2258314" y="1527810"/>
                  </a:moveTo>
                  <a:lnTo>
                    <a:pt x="2252954" y="1527810"/>
                  </a:lnTo>
                  <a:lnTo>
                    <a:pt x="2244763" y="1530350"/>
                  </a:lnTo>
                  <a:lnTo>
                    <a:pt x="2239289" y="1531112"/>
                  </a:lnTo>
                  <a:lnTo>
                    <a:pt x="2239010" y="1531620"/>
                  </a:lnTo>
                  <a:lnTo>
                    <a:pt x="2235504" y="1531620"/>
                  </a:lnTo>
                  <a:lnTo>
                    <a:pt x="2229358" y="1532534"/>
                  </a:lnTo>
                  <a:lnTo>
                    <a:pt x="2228723" y="1532890"/>
                  </a:lnTo>
                  <a:lnTo>
                    <a:pt x="2226945" y="1532890"/>
                  </a:lnTo>
                  <a:lnTo>
                    <a:pt x="2220849" y="1534160"/>
                  </a:lnTo>
                  <a:lnTo>
                    <a:pt x="2210435" y="1534160"/>
                  </a:lnTo>
                  <a:lnTo>
                    <a:pt x="2214626" y="1536700"/>
                  </a:lnTo>
                  <a:lnTo>
                    <a:pt x="2208403" y="1537970"/>
                  </a:lnTo>
                  <a:lnTo>
                    <a:pt x="2205482" y="1536700"/>
                  </a:lnTo>
                  <a:lnTo>
                    <a:pt x="2204720" y="1535430"/>
                  </a:lnTo>
                  <a:lnTo>
                    <a:pt x="2201418" y="1536700"/>
                  </a:lnTo>
                  <a:lnTo>
                    <a:pt x="2198243" y="1537970"/>
                  </a:lnTo>
                  <a:lnTo>
                    <a:pt x="2195703" y="1537970"/>
                  </a:lnTo>
                  <a:lnTo>
                    <a:pt x="2196592" y="1536700"/>
                  </a:lnTo>
                  <a:lnTo>
                    <a:pt x="2198497" y="1536700"/>
                  </a:lnTo>
                  <a:lnTo>
                    <a:pt x="2192909" y="1535430"/>
                  </a:lnTo>
                  <a:lnTo>
                    <a:pt x="2192274" y="1536700"/>
                  </a:lnTo>
                  <a:lnTo>
                    <a:pt x="2191385" y="1537970"/>
                  </a:lnTo>
                  <a:lnTo>
                    <a:pt x="2190559" y="1538516"/>
                  </a:lnTo>
                  <a:lnTo>
                    <a:pt x="2190470" y="1539417"/>
                  </a:lnTo>
                  <a:lnTo>
                    <a:pt x="2190013" y="1539417"/>
                  </a:lnTo>
                  <a:lnTo>
                    <a:pt x="2190546" y="1538516"/>
                  </a:lnTo>
                  <a:lnTo>
                    <a:pt x="2189226" y="1539417"/>
                  </a:lnTo>
                  <a:lnTo>
                    <a:pt x="2185454" y="1539417"/>
                  </a:lnTo>
                  <a:lnTo>
                    <a:pt x="2182368" y="1540510"/>
                  </a:lnTo>
                  <a:lnTo>
                    <a:pt x="2184793" y="1539417"/>
                  </a:lnTo>
                  <a:lnTo>
                    <a:pt x="2182939" y="1539417"/>
                  </a:lnTo>
                  <a:lnTo>
                    <a:pt x="2180844" y="1540510"/>
                  </a:lnTo>
                  <a:lnTo>
                    <a:pt x="2179447" y="1541780"/>
                  </a:lnTo>
                  <a:lnTo>
                    <a:pt x="2176907" y="1541780"/>
                  </a:lnTo>
                  <a:lnTo>
                    <a:pt x="2178177" y="1543050"/>
                  </a:lnTo>
                  <a:lnTo>
                    <a:pt x="2187575" y="1543050"/>
                  </a:lnTo>
                  <a:lnTo>
                    <a:pt x="2177669" y="1544320"/>
                  </a:lnTo>
                  <a:lnTo>
                    <a:pt x="2168626" y="1546860"/>
                  </a:lnTo>
                  <a:lnTo>
                    <a:pt x="2159406" y="1548180"/>
                  </a:lnTo>
                  <a:lnTo>
                    <a:pt x="2150364" y="1548180"/>
                  </a:lnTo>
                  <a:lnTo>
                    <a:pt x="2150110" y="1546860"/>
                  </a:lnTo>
                  <a:lnTo>
                    <a:pt x="2153805" y="1545666"/>
                  </a:lnTo>
                  <a:lnTo>
                    <a:pt x="2146452" y="1545666"/>
                  </a:lnTo>
                  <a:lnTo>
                    <a:pt x="2141474" y="1549400"/>
                  </a:lnTo>
                  <a:lnTo>
                    <a:pt x="2142998" y="1549400"/>
                  </a:lnTo>
                  <a:lnTo>
                    <a:pt x="2141626" y="1550771"/>
                  </a:lnTo>
                  <a:lnTo>
                    <a:pt x="2138438" y="1550771"/>
                  </a:lnTo>
                  <a:lnTo>
                    <a:pt x="2136267" y="1549400"/>
                  </a:lnTo>
                  <a:lnTo>
                    <a:pt x="2133269" y="1550771"/>
                  </a:lnTo>
                  <a:lnTo>
                    <a:pt x="2129396" y="1550771"/>
                  </a:lnTo>
                  <a:lnTo>
                    <a:pt x="2129282" y="1553210"/>
                  </a:lnTo>
                  <a:lnTo>
                    <a:pt x="2117344" y="1554480"/>
                  </a:lnTo>
                  <a:lnTo>
                    <a:pt x="2115947" y="1555750"/>
                  </a:lnTo>
                  <a:lnTo>
                    <a:pt x="2118741" y="1555750"/>
                  </a:lnTo>
                  <a:lnTo>
                    <a:pt x="2121789" y="1554480"/>
                  </a:lnTo>
                  <a:lnTo>
                    <a:pt x="2124964" y="1554480"/>
                  </a:lnTo>
                  <a:lnTo>
                    <a:pt x="2121535" y="1557020"/>
                  </a:lnTo>
                  <a:lnTo>
                    <a:pt x="2118741" y="1559560"/>
                  </a:lnTo>
                  <a:lnTo>
                    <a:pt x="2114296" y="1558290"/>
                  </a:lnTo>
                  <a:lnTo>
                    <a:pt x="2115883" y="1557020"/>
                  </a:lnTo>
                  <a:lnTo>
                    <a:pt x="2111362" y="1557020"/>
                  </a:lnTo>
                  <a:lnTo>
                    <a:pt x="2115820" y="1554480"/>
                  </a:lnTo>
                  <a:lnTo>
                    <a:pt x="2110448" y="1554480"/>
                  </a:lnTo>
                  <a:lnTo>
                    <a:pt x="2108771" y="1555750"/>
                  </a:lnTo>
                  <a:lnTo>
                    <a:pt x="2107273" y="1558290"/>
                  </a:lnTo>
                  <a:lnTo>
                    <a:pt x="2102485" y="1559560"/>
                  </a:lnTo>
                  <a:lnTo>
                    <a:pt x="2095373" y="1559560"/>
                  </a:lnTo>
                  <a:lnTo>
                    <a:pt x="2094992" y="1557020"/>
                  </a:lnTo>
                  <a:lnTo>
                    <a:pt x="2101291" y="1556207"/>
                  </a:lnTo>
                  <a:lnTo>
                    <a:pt x="2102739" y="1555750"/>
                  </a:lnTo>
                  <a:lnTo>
                    <a:pt x="2103323" y="1555750"/>
                  </a:lnTo>
                  <a:lnTo>
                    <a:pt x="2110994" y="1553210"/>
                  </a:lnTo>
                  <a:lnTo>
                    <a:pt x="2119299" y="1550771"/>
                  </a:lnTo>
                  <a:lnTo>
                    <a:pt x="2126970" y="1548180"/>
                  </a:lnTo>
                  <a:lnTo>
                    <a:pt x="2106549" y="1551940"/>
                  </a:lnTo>
                  <a:lnTo>
                    <a:pt x="2087562" y="1557020"/>
                  </a:lnTo>
                  <a:lnTo>
                    <a:pt x="2067217" y="1560830"/>
                  </a:lnTo>
                  <a:lnTo>
                    <a:pt x="2047798" y="1565910"/>
                  </a:lnTo>
                  <a:lnTo>
                    <a:pt x="2035683" y="1569720"/>
                  </a:lnTo>
                  <a:lnTo>
                    <a:pt x="2038032" y="1569720"/>
                  </a:lnTo>
                  <a:lnTo>
                    <a:pt x="2042287" y="1568450"/>
                  </a:lnTo>
                  <a:lnTo>
                    <a:pt x="2045208" y="1568450"/>
                  </a:lnTo>
                  <a:lnTo>
                    <a:pt x="2039112" y="1569720"/>
                  </a:lnTo>
                  <a:lnTo>
                    <a:pt x="2038032" y="1569720"/>
                  </a:lnTo>
                  <a:lnTo>
                    <a:pt x="2033765" y="1571002"/>
                  </a:lnTo>
                  <a:lnTo>
                    <a:pt x="2035683" y="1569720"/>
                  </a:lnTo>
                  <a:lnTo>
                    <a:pt x="2031238" y="1571117"/>
                  </a:lnTo>
                  <a:lnTo>
                    <a:pt x="2032254" y="1571117"/>
                  </a:lnTo>
                  <a:lnTo>
                    <a:pt x="2032381" y="1572374"/>
                  </a:lnTo>
                  <a:lnTo>
                    <a:pt x="2030958" y="1572374"/>
                  </a:lnTo>
                  <a:lnTo>
                    <a:pt x="2027809" y="1574800"/>
                  </a:lnTo>
                  <a:lnTo>
                    <a:pt x="2021967" y="1573530"/>
                  </a:lnTo>
                  <a:lnTo>
                    <a:pt x="2012696" y="1576070"/>
                  </a:lnTo>
                  <a:lnTo>
                    <a:pt x="2009521" y="1576070"/>
                  </a:lnTo>
                  <a:lnTo>
                    <a:pt x="2011045" y="1577340"/>
                  </a:lnTo>
                  <a:lnTo>
                    <a:pt x="2011045" y="1579880"/>
                  </a:lnTo>
                  <a:lnTo>
                    <a:pt x="2003425" y="1581150"/>
                  </a:lnTo>
                  <a:lnTo>
                    <a:pt x="2002536" y="1579880"/>
                  </a:lnTo>
                  <a:lnTo>
                    <a:pt x="1999361" y="1581150"/>
                  </a:lnTo>
                  <a:lnTo>
                    <a:pt x="1994916" y="1581150"/>
                  </a:lnTo>
                  <a:lnTo>
                    <a:pt x="1988185" y="1582420"/>
                  </a:lnTo>
                  <a:lnTo>
                    <a:pt x="1987169" y="1581150"/>
                  </a:lnTo>
                  <a:lnTo>
                    <a:pt x="1991995" y="1581150"/>
                  </a:lnTo>
                  <a:lnTo>
                    <a:pt x="1993519" y="1579880"/>
                  </a:lnTo>
                  <a:lnTo>
                    <a:pt x="1983613" y="1581150"/>
                  </a:lnTo>
                  <a:lnTo>
                    <a:pt x="1986076" y="1579880"/>
                  </a:lnTo>
                  <a:lnTo>
                    <a:pt x="1987931" y="1579880"/>
                  </a:lnTo>
                  <a:lnTo>
                    <a:pt x="1993519" y="1579880"/>
                  </a:lnTo>
                  <a:lnTo>
                    <a:pt x="1996059" y="1579880"/>
                  </a:lnTo>
                  <a:lnTo>
                    <a:pt x="1992122" y="1578610"/>
                  </a:lnTo>
                  <a:lnTo>
                    <a:pt x="1993011" y="1577340"/>
                  </a:lnTo>
                  <a:lnTo>
                    <a:pt x="1988680" y="1577848"/>
                  </a:lnTo>
                  <a:lnTo>
                    <a:pt x="1988680" y="1578610"/>
                  </a:lnTo>
                  <a:lnTo>
                    <a:pt x="1988477" y="1578686"/>
                  </a:lnTo>
                  <a:lnTo>
                    <a:pt x="1988172" y="1578800"/>
                  </a:lnTo>
                  <a:lnTo>
                    <a:pt x="1981454" y="1581150"/>
                  </a:lnTo>
                  <a:lnTo>
                    <a:pt x="1976374" y="1581150"/>
                  </a:lnTo>
                  <a:lnTo>
                    <a:pt x="1983232" y="1578610"/>
                  </a:lnTo>
                  <a:lnTo>
                    <a:pt x="1988515" y="1578610"/>
                  </a:lnTo>
                  <a:lnTo>
                    <a:pt x="1988680" y="1578610"/>
                  </a:lnTo>
                  <a:lnTo>
                    <a:pt x="1988680" y="1577848"/>
                  </a:lnTo>
                  <a:lnTo>
                    <a:pt x="1982089" y="1578610"/>
                  </a:lnTo>
                  <a:lnTo>
                    <a:pt x="1980946" y="1578610"/>
                  </a:lnTo>
                  <a:lnTo>
                    <a:pt x="1973592" y="1581150"/>
                  </a:lnTo>
                  <a:lnTo>
                    <a:pt x="1967674" y="1583690"/>
                  </a:lnTo>
                  <a:lnTo>
                    <a:pt x="1961883" y="1586255"/>
                  </a:lnTo>
                  <a:lnTo>
                    <a:pt x="1955165" y="1588770"/>
                  </a:lnTo>
                  <a:lnTo>
                    <a:pt x="1955292" y="1587500"/>
                  </a:lnTo>
                  <a:lnTo>
                    <a:pt x="1953552" y="1585023"/>
                  </a:lnTo>
                  <a:lnTo>
                    <a:pt x="1953793" y="1586255"/>
                  </a:lnTo>
                  <a:lnTo>
                    <a:pt x="1947506" y="1587500"/>
                  </a:lnTo>
                  <a:lnTo>
                    <a:pt x="1941449" y="1590040"/>
                  </a:lnTo>
                  <a:lnTo>
                    <a:pt x="1937816" y="1591614"/>
                  </a:lnTo>
                  <a:lnTo>
                    <a:pt x="1934629" y="1592834"/>
                  </a:lnTo>
                  <a:lnTo>
                    <a:pt x="1935022" y="1592834"/>
                  </a:lnTo>
                  <a:lnTo>
                    <a:pt x="1935467" y="1592834"/>
                  </a:lnTo>
                  <a:lnTo>
                    <a:pt x="1933321" y="1593850"/>
                  </a:lnTo>
                  <a:lnTo>
                    <a:pt x="1931949" y="1593850"/>
                  </a:lnTo>
                  <a:lnTo>
                    <a:pt x="1928622" y="1595120"/>
                  </a:lnTo>
                  <a:lnTo>
                    <a:pt x="1929434" y="1593850"/>
                  </a:lnTo>
                  <a:lnTo>
                    <a:pt x="1931949" y="1593850"/>
                  </a:lnTo>
                  <a:lnTo>
                    <a:pt x="1934629" y="1592834"/>
                  </a:lnTo>
                  <a:lnTo>
                    <a:pt x="1894230" y="1600200"/>
                  </a:lnTo>
                  <a:lnTo>
                    <a:pt x="1874113" y="1602740"/>
                  </a:lnTo>
                  <a:lnTo>
                    <a:pt x="1853057" y="1606550"/>
                  </a:lnTo>
                  <a:lnTo>
                    <a:pt x="1847723" y="1610360"/>
                  </a:lnTo>
                  <a:lnTo>
                    <a:pt x="1839214" y="1610360"/>
                  </a:lnTo>
                  <a:lnTo>
                    <a:pt x="1818157" y="1614170"/>
                  </a:lnTo>
                  <a:lnTo>
                    <a:pt x="1799158" y="1617980"/>
                  </a:lnTo>
                  <a:lnTo>
                    <a:pt x="1761490" y="1626870"/>
                  </a:lnTo>
                  <a:lnTo>
                    <a:pt x="1752981" y="1629410"/>
                  </a:lnTo>
                  <a:lnTo>
                    <a:pt x="1755013" y="1626870"/>
                  </a:lnTo>
                  <a:lnTo>
                    <a:pt x="1750568" y="1626870"/>
                  </a:lnTo>
                  <a:lnTo>
                    <a:pt x="1738884" y="1629410"/>
                  </a:lnTo>
                  <a:lnTo>
                    <a:pt x="1730451" y="1631950"/>
                  </a:lnTo>
                  <a:lnTo>
                    <a:pt x="1722323" y="1635760"/>
                  </a:lnTo>
                  <a:lnTo>
                    <a:pt x="1711579" y="1638300"/>
                  </a:lnTo>
                  <a:lnTo>
                    <a:pt x="1713484" y="1637030"/>
                  </a:lnTo>
                  <a:lnTo>
                    <a:pt x="1716151" y="1633220"/>
                  </a:lnTo>
                  <a:lnTo>
                    <a:pt x="1708404" y="1635760"/>
                  </a:lnTo>
                  <a:lnTo>
                    <a:pt x="1707515" y="1637030"/>
                  </a:lnTo>
                  <a:lnTo>
                    <a:pt x="1707388" y="1638300"/>
                  </a:lnTo>
                  <a:lnTo>
                    <a:pt x="1702308" y="1638300"/>
                  </a:lnTo>
                  <a:lnTo>
                    <a:pt x="1704213" y="1637030"/>
                  </a:lnTo>
                  <a:lnTo>
                    <a:pt x="1699006" y="1637030"/>
                  </a:lnTo>
                  <a:lnTo>
                    <a:pt x="1695450" y="1638300"/>
                  </a:lnTo>
                  <a:lnTo>
                    <a:pt x="1685925" y="1639570"/>
                  </a:lnTo>
                  <a:lnTo>
                    <a:pt x="1674266" y="1643380"/>
                  </a:lnTo>
                  <a:lnTo>
                    <a:pt x="1663357" y="1645920"/>
                  </a:lnTo>
                  <a:lnTo>
                    <a:pt x="1653286" y="1649730"/>
                  </a:lnTo>
                  <a:lnTo>
                    <a:pt x="1644142" y="1654810"/>
                  </a:lnTo>
                  <a:lnTo>
                    <a:pt x="1637842" y="1654810"/>
                  </a:lnTo>
                  <a:lnTo>
                    <a:pt x="1638020" y="1653565"/>
                  </a:lnTo>
                  <a:lnTo>
                    <a:pt x="1640370" y="1652270"/>
                  </a:lnTo>
                  <a:lnTo>
                    <a:pt x="1640586" y="1651000"/>
                  </a:lnTo>
                  <a:lnTo>
                    <a:pt x="1651381" y="1649730"/>
                  </a:lnTo>
                  <a:lnTo>
                    <a:pt x="1647317" y="1649730"/>
                  </a:lnTo>
                  <a:lnTo>
                    <a:pt x="1648841" y="1648460"/>
                  </a:lnTo>
                  <a:lnTo>
                    <a:pt x="1644015" y="1649730"/>
                  </a:lnTo>
                  <a:lnTo>
                    <a:pt x="1637665" y="1651000"/>
                  </a:lnTo>
                  <a:lnTo>
                    <a:pt x="1633728" y="1649730"/>
                  </a:lnTo>
                  <a:lnTo>
                    <a:pt x="1626489" y="1652270"/>
                  </a:lnTo>
                  <a:lnTo>
                    <a:pt x="1623060" y="1652270"/>
                  </a:lnTo>
                  <a:lnTo>
                    <a:pt x="1619694" y="1653565"/>
                  </a:lnTo>
                  <a:lnTo>
                    <a:pt x="1623568" y="1654810"/>
                  </a:lnTo>
                  <a:lnTo>
                    <a:pt x="1620647" y="1656080"/>
                  </a:lnTo>
                  <a:lnTo>
                    <a:pt x="1614043" y="1656080"/>
                  </a:lnTo>
                  <a:lnTo>
                    <a:pt x="1599057" y="1659890"/>
                  </a:lnTo>
                  <a:lnTo>
                    <a:pt x="1598333" y="1657489"/>
                  </a:lnTo>
                  <a:lnTo>
                    <a:pt x="1597736" y="1657489"/>
                  </a:lnTo>
                  <a:lnTo>
                    <a:pt x="1571180" y="1663700"/>
                  </a:lnTo>
                  <a:lnTo>
                    <a:pt x="1542897" y="1668780"/>
                  </a:lnTo>
                  <a:lnTo>
                    <a:pt x="1489925" y="1680502"/>
                  </a:lnTo>
                  <a:lnTo>
                    <a:pt x="1487678" y="1681480"/>
                  </a:lnTo>
                  <a:lnTo>
                    <a:pt x="1482166" y="1684020"/>
                  </a:lnTo>
                  <a:lnTo>
                    <a:pt x="1615313" y="1684020"/>
                  </a:lnTo>
                  <a:lnTo>
                    <a:pt x="1639316" y="1678940"/>
                  </a:lnTo>
                  <a:lnTo>
                    <a:pt x="1647698" y="1676400"/>
                  </a:lnTo>
                  <a:lnTo>
                    <a:pt x="1640840" y="1675130"/>
                  </a:lnTo>
                  <a:lnTo>
                    <a:pt x="1651254" y="1671320"/>
                  </a:lnTo>
                  <a:lnTo>
                    <a:pt x="1658747" y="1670050"/>
                  </a:lnTo>
                  <a:lnTo>
                    <a:pt x="1659509" y="1671320"/>
                  </a:lnTo>
                  <a:lnTo>
                    <a:pt x="1653667" y="1673860"/>
                  </a:lnTo>
                  <a:lnTo>
                    <a:pt x="1657985" y="1673860"/>
                  </a:lnTo>
                  <a:lnTo>
                    <a:pt x="1656080" y="1675130"/>
                  </a:lnTo>
                  <a:lnTo>
                    <a:pt x="1664627" y="1672590"/>
                  </a:lnTo>
                  <a:lnTo>
                    <a:pt x="1682635" y="1670050"/>
                  </a:lnTo>
                  <a:lnTo>
                    <a:pt x="1690116" y="1667510"/>
                  </a:lnTo>
                  <a:lnTo>
                    <a:pt x="1681099" y="1667510"/>
                  </a:lnTo>
                  <a:lnTo>
                    <a:pt x="1684197" y="1666278"/>
                  </a:lnTo>
                  <a:lnTo>
                    <a:pt x="1690624" y="1664970"/>
                  </a:lnTo>
                  <a:lnTo>
                    <a:pt x="1693164" y="1664970"/>
                  </a:lnTo>
                  <a:lnTo>
                    <a:pt x="1699247" y="1666278"/>
                  </a:lnTo>
                  <a:lnTo>
                    <a:pt x="1699069" y="1666278"/>
                  </a:lnTo>
                  <a:lnTo>
                    <a:pt x="1696466" y="1667510"/>
                  </a:lnTo>
                  <a:lnTo>
                    <a:pt x="1703374" y="1664970"/>
                  </a:lnTo>
                  <a:lnTo>
                    <a:pt x="1706829" y="1663700"/>
                  </a:lnTo>
                  <a:lnTo>
                    <a:pt x="1713522" y="1662430"/>
                  </a:lnTo>
                  <a:lnTo>
                    <a:pt x="1719910" y="1662430"/>
                  </a:lnTo>
                  <a:lnTo>
                    <a:pt x="1729359" y="1661160"/>
                  </a:lnTo>
                  <a:lnTo>
                    <a:pt x="1730679" y="1659890"/>
                  </a:lnTo>
                  <a:lnTo>
                    <a:pt x="1733181" y="1657489"/>
                  </a:lnTo>
                  <a:lnTo>
                    <a:pt x="1770507" y="1643380"/>
                  </a:lnTo>
                  <a:lnTo>
                    <a:pt x="1766430" y="1644650"/>
                  </a:lnTo>
                  <a:lnTo>
                    <a:pt x="1766201" y="1645920"/>
                  </a:lnTo>
                  <a:lnTo>
                    <a:pt x="1765515" y="1647190"/>
                  </a:lnTo>
                  <a:lnTo>
                    <a:pt x="1760093" y="1648460"/>
                  </a:lnTo>
                  <a:lnTo>
                    <a:pt x="1767814" y="1647190"/>
                  </a:lnTo>
                  <a:lnTo>
                    <a:pt x="1775015" y="1645920"/>
                  </a:lnTo>
                  <a:lnTo>
                    <a:pt x="1782013" y="1643380"/>
                  </a:lnTo>
                  <a:lnTo>
                    <a:pt x="1789176" y="1642110"/>
                  </a:lnTo>
                  <a:lnTo>
                    <a:pt x="1787017" y="1642110"/>
                  </a:lnTo>
                  <a:lnTo>
                    <a:pt x="1786509" y="1640840"/>
                  </a:lnTo>
                  <a:lnTo>
                    <a:pt x="1790192" y="1639570"/>
                  </a:lnTo>
                  <a:lnTo>
                    <a:pt x="1796415" y="1638300"/>
                  </a:lnTo>
                  <a:lnTo>
                    <a:pt x="1797939" y="1639570"/>
                  </a:lnTo>
                  <a:lnTo>
                    <a:pt x="1804797" y="1638300"/>
                  </a:lnTo>
                  <a:lnTo>
                    <a:pt x="1798955" y="1640840"/>
                  </a:lnTo>
                  <a:lnTo>
                    <a:pt x="1804416" y="1642110"/>
                  </a:lnTo>
                  <a:lnTo>
                    <a:pt x="1807210" y="1639570"/>
                  </a:lnTo>
                  <a:lnTo>
                    <a:pt x="1811147" y="1638300"/>
                  </a:lnTo>
                  <a:lnTo>
                    <a:pt x="1813560" y="1639570"/>
                  </a:lnTo>
                  <a:lnTo>
                    <a:pt x="1823847" y="1637030"/>
                  </a:lnTo>
                  <a:lnTo>
                    <a:pt x="1823085" y="1639570"/>
                  </a:lnTo>
                  <a:lnTo>
                    <a:pt x="1828241" y="1637030"/>
                  </a:lnTo>
                  <a:lnTo>
                    <a:pt x="1830832" y="1635760"/>
                  </a:lnTo>
                  <a:lnTo>
                    <a:pt x="1834769" y="1635760"/>
                  </a:lnTo>
                  <a:lnTo>
                    <a:pt x="1843659" y="1631950"/>
                  </a:lnTo>
                  <a:lnTo>
                    <a:pt x="1839976" y="1631950"/>
                  </a:lnTo>
                  <a:lnTo>
                    <a:pt x="1842477" y="1630680"/>
                  </a:lnTo>
                  <a:lnTo>
                    <a:pt x="1843151" y="1629410"/>
                  </a:lnTo>
                  <a:lnTo>
                    <a:pt x="1831975" y="1631950"/>
                  </a:lnTo>
                  <a:lnTo>
                    <a:pt x="1836178" y="1631950"/>
                  </a:lnTo>
                  <a:lnTo>
                    <a:pt x="1831340" y="1634490"/>
                  </a:lnTo>
                  <a:lnTo>
                    <a:pt x="1829816" y="1635760"/>
                  </a:lnTo>
                  <a:lnTo>
                    <a:pt x="1827288" y="1634490"/>
                  </a:lnTo>
                  <a:lnTo>
                    <a:pt x="1828990" y="1633220"/>
                  </a:lnTo>
                  <a:lnTo>
                    <a:pt x="1829917" y="1631950"/>
                  </a:lnTo>
                  <a:lnTo>
                    <a:pt x="1825117" y="1633220"/>
                  </a:lnTo>
                  <a:lnTo>
                    <a:pt x="1834248" y="1630680"/>
                  </a:lnTo>
                  <a:lnTo>
                    <a:pt x="1837829" y="1629410"/>
                  </a:lnTo>
                  <a:lnTo>
                    <a:pt x="1841411" y="1628140"/>
                  </a:lnTo>
                  <a:lnTo>
                    <a:pt x="1848561" y="1626870"/>
                  </a:lnTo>
                  <a:lnTo>
                    <a:pt x="1851583" y="1625600"/>
                  </a:lnTo>
                  <a:lnTo>
                    <a:pt x="1857629" y="1623060"/>
                  </a:lnTo>
                  <a:lnTo>
                    <a:pt x="1848612" y="1625600"/>
                  </a:lnTo>
                  <a:lnTo>
                    <a:pt x="1857552" y="1622120"/>
                  </a:lnTo>
                  <a:lnTo>
                    <a:pt x="1856359" y="1621790"/>
                  </a:lnTo>
                  <a:lnTo>
                    <a:pt x="1852803" y="1621790"/>
                  </a:lnTo>
                  <a:lnTo>
                    <a:pt x="1864487" y="1619250"/>
                  </a:lnTo>
                  <a:lnTo>
                    <a:pt x="1856359" y="1621790"/>
                  </a:lnTo>
                  <a:lnTo>
                    <a:pt x="1858391" y="1621790"/>
                  </a:lnTo>
                  <a:lnTo>
                    <a:pt x="1857552" y="1622120"/>
                  </a:lnTo>
                  <a:lnTo>
                    <a:pt x="1861058" y="1623060"/>
                  </a:lnTo>
                  <a:lnTo>
                    <a:pt x="1867408" y="1621790"/>
                  </a:lnTo>
                  <a:lnTo>
                    <a:pt x="1870837" y="1623060"/>
                  </a:lnTo>
                  <a:lnTo>
                    <a:pt x="1875536" y="1619250"/>
                  </a:lnTo>
                  <a:lnTo>
                    <a:pt x="1876933" y="1619250"/>
                  </a:lnTo>
                  <a:lnTo>
                    <a:pt x="1877695" y="1616710"/>
                  </a:lnTo>
                  <a:lnTo>
                    <a:pt x="1882902" y="1616710"/>
                  </a:lnTo>
                  <a:lnTo>
                    <a:pt x="1887855" y="1615440"/>
                  </a:lnTo>
                  <a:lnTo>
                    <a:pt x="1887220" y="1616710"/>
                  </a:lnTo>
                  <a:lnTo>
                    <a:pt x="1887982" y="1616710"/>
                  </a:lnTo>
                  <a:lnTo>
                    <a:pt x="1890395" y="1615440"/>
                  </a:lnTo>
                  <a:lnTo>
                    <a:pt x="1892808" y="1614170"/>
                  </a:lnTo>
                  <a:lnTo>
                    <a:pt x="1898192" y="1614170"/>
                  </a:lnTo>
                  <a:lnTo>
                    <a:pt x="1898929" y="1615440"/>
                  </a:lnTo>
                  <a:lnTo>
                    <a:pt x="1899335" y="1616710"/>
                  </a:lnTo>
                  <a:lnTo>
                    <a:pt x="1911731" y="1616710"/>
                  </a:lnTo>
                  <a:lnTo>
                    <a:pt x="1912239" y="1614170"/>
                  </a:lnTo>
                  <a:lnTo>
                    <a:pt x="1918081" y="1612900"/>
                  </a:lnTo>
                  <a:lnTo>
                    <a:pt x="1919224" y="1612900"/>
                  </a:lnTo>
                  <a:lnTo>
                    <a:pt x="1925193" y="1611630"/>
                  </a:lnTo>
                  <a:lnTo>
                    <a:pt x="1931924" y="1610360"/>
                  </a:lnTo>
                  <a:lnTo>
                    <a:pt x="1932686" y="1607820"/>
                  </a:lnTo>
                  <a:lnTo>
                    <a:pt x="1933829" y="1609090"/>
                  </a:lnTo>
                  <a:lnTo>
                    <a:pt x="1935861" y="1607820"/>
                  </a:lnTo>
                  <a:lnTo>
                    <a:pt x="1937893" y="1606550"/>
                  </a:lnTo>
                  <a:lnTo>
                    <a:pt x="1939671" y="1605280"/>
                  </a:lnTo>
                  <a:lnTo>
                    <a:pt x="1942846" y="1604010"/>
                  </a:lnTo>
                  <a:lnTo>
                    <a:pt x="1949831" y="1601470"/>
                  </a:lnTo>
                  <a:lnTo>
                    <a:pt x="1956511" y="1602714"/>
                  </a:lnTo>
                  <a:lnTo>
                    <a:pt x="1964309" y="1601470"/>
                  </a:lnTo>
                  <a:lnTo>
                    <a:pt x="1970913" y="1600200"/>
                  </a:lnTo>
                  <a:lnTo>
                    <a:pt x="1969770" y="1601470"/>
                  </a:lnTo>
                  <a:lnTo>
                    <a:pt x="1982851" y="1600200"/>
                  </a:lnTo>
                  <a:lnTo>
                    <a:pt x="1982978" y="1601470"/>
                  </a:lnTo>
                  <a:lnTo>
                    <a:pt x="1988439" y="1600200"/>
                  </a:lnTo>
                  <a:lnTo>
                    <a:pt x="1993900" y="1598930"/>
                  </a:lnTo>
                  <a:lnTo>
                    <a:pt x="1991995" y="1597660"/>
                  </a:lnTo>
                  <a:lnTo>
                    <a:pt x="1996224" y="1595120"/>
                  </a:lnTo>
                  <a:lnTo>
                    <a:pt x="1998345" y="1593850"/>
                  </a:lnTo>
                  <a:lnTo>
                    <a:pt x="1994027" y="1593850"/>
                  </a:lnTo>
                  <a:lnTo>
                    <a:pt x="1999221" y="1591310"/>
                  </a:lnTo>
                  <a:lnTo>
                    <a:pt x="2007933" y="1590040"/>
                  </a:lnTo>
                  <a:lnTo>
                    <a:pt x="2013534" y="1589062"/>
                  </a:lnTo>
                  <a:lnTo>
                    <a:pt x="2014093" y="1588770"/>
                  </a:lnTo>
                  <a:lnTo>
                    <a:pt x="2017776" y="1588312"/>
                  </a:lnTo>
                  <a:lnTo>
                    <a:pt x="2025192" y="1586255"/>
                  </a:lnTo>
                  <a:lnTo>
                    <a:pt x="2022983" y="1587500"/>
                  </a:lnTo>
                  <a:lnTo>
                    <a:pt x="2024253" y="1587500"/>
                  </a:lnTo>
                  <a:lnTo>
                    <a:pt x="2017776" y="1588312"/>
                  </a:lnTo>
                  <a:lnTo>
                    <a:pt x="2016125" y="1588770"/>
                  </a:lnTo>
                  <a:lnTo>
                    <a:pt x="2015197" y="1588770"/>
                  </a:lnTo>
                  <a:lnTo>
                    <a:pt x="2013534" y="1589062"/>
                  </a:lnTo>
                  <a:lnTo>
                    <a:pt x="2009267" y="1591310"/>
                  </a:lnTo>
                  <a:lnTo>
                    <a:pt x="1998345" y="1592834"/>
                  </a:lnTo>
                  <a:lnTo>
                    <a:pt x="2002777" y="1592834"/>
                  </a:lnTo>
                  <a:lnTo>
                    <a:pt x="2003298" y="1593850"/>
                  </a:lnTo>
                  <a:lnTo>
                    <a:pt x="2005825" y="1593850"/>
                  </a:lnTo>
                  <a:lnTo>
                    <a:pt x="2013737" y="1591310"/>
                  </a:lnTo>
                  <a:lnTo>
                    <a:pt x="2020836" y="1590040"/>
                  </a:lnTo>
                  <a:lnTo>
                    <a:pt x="2025904" y="1587500"/>
                  </a:lnTo>
                  <a:lnTo>
                    <a:pt x="2025142" y="1587500"/>
                  </a:lnTo>
                  <a:lnTo>
                    <a:pt x="2029574" y="1586255"/>
                  </a:lnTo>
                  <a:lnTo>
                    <a:pt x="2033930" y="1585023"/>
                  </a:lnTo>
                  <a:lnTo>
                    <a:pt x="2031961" y="1585023"/>
                  </a:lnTo>
                  <a:lnTo>
                    <a:pt x="2038096" y="1583690"/>
                  </a:lnTo>
                  <a:lnTo>
                    <a:pt x="2036318" y="1583690"/>
                  </a:lnTo>
                  <a:lnTo>
                    <a:pt x="2040001" y="1582420"/>
                  </a:lnTo>
                  <a:lnTo>
                    <a:pt x="2040636" y="1582420"/>
                  </a:lnTo>
                  <a:lnTo>
                    <a:pt x="2042160" y="1583690"/>
                  </a:lnTo>
                  <a:lnTo>
                    <a:pt x="2050923" y="1583690"/>
                  </a:lnTo>
                  <a:lnTo>
                    <a:pt x="2052320" y="1579880"/>
                  </a:lnTo>
                  <a:lnTo>
                    <a:pt x="2060448" y="1578610"/>
                  </a:lnTo>
                  <a:lnTo>
                    <a:pt x="2059559" y="1579880"/>
                  </a:lnTo>
                  <a:lnTo>
                    <a:pt x="2062480" y="1579880"/>
                  </a:lnTo>
                  <a:lnTo>
                    <a:pt x="2070735" y="1581150"/>
                  </a:lnTo>
                  <a:lnTo>
                    <a:pt x="2071243" y="1578610"/>
                  </a:lnTo>
                  <a:lnTo>
                    <a:pt x="2073656" y="1578610"/>
                  </a:lnTo>
                  <a:lnTo>
                    <a:pt x="2074799" y="1577340"/>
                  </a:lnTo>
                  <a:lnTo>
                    <a:pt x="2076450" y="1576070"/>
                  </a:lnTo>
                  <a:lnTo>
                    <a:pt x="2077720" y="1574800"/>
                  </a:lnTo>
                  <a:lnTo>
                    <a:pt x="2078228" y="1576070"/>
                  </a:lnTo>
                  <a:lnTo>
                    <a:pt x="2089277" y="1573530"/>
                  </a:lnTo>
                  <a:lnTo>
                    <a:pt x="2091690" y="1573530"/>
                  </a:lnTo>
                  <a:lnTo>
                    <a:pt x="2094115" y="1572374"/>
                  </a:lnTo>
                  <a:lnTo>
                    <a:pt x="2096490" y="1572374"/>
                  </a:lnTo>
                  <a:lnTo>
                    <a:pt x="2099284" y="1571244"/>
                  </a:lnTo>
                  <a:lnTo>
                    <a:pt x="2100961" y="1569720"/>
                  </a:lnTo>
                  <a:lnTo>
                    <a:pt x="2098433" y="1572374"/>
                  </a:lnTo>
                  <a:lnTo>
                    <a:pt x="2102370" y="1571117"/>
                  </a:lnTo>
                  <a:lnTo>
                    <a:pt x="2102777" y="1571117"/>
                  </a:lnTo>
                  <a:lnTo>
                    <a:pt x="2103221" y="1572221"/>
                  </a:lnTo>
                  <a:lnTo>
                    <a:pt x="2112086" y="1571117"/>
                  </a:lnTo>
                  <a:lnTo>
                    <a:pt x="2112645" y="1571117"/>
                  </a:lnTo>
                  <a:lnTo>
                    <a:pt x="2121027" y="1568450"/>
                  </a:lnTo>
                  <a:lnTo>
                    <a:pt x="2129218" y="1567180"/>
                  </a:lnTo>
                  <a:lnTo>
                    <a:pt x="2139950" y="1565910"/>
                  </a:lnTo>
                  <a:lnTo>
                    <a:pt x="2140839" y="1564640"/>
                  </a:lnTo>
                  <a:lnTo>
                    <a:pt x="2141728" y="1563370"/>
                  </a:lnTo>
                  <a:lnTo>
                    <a:pt x="2134997" y="1564640"/>
                  </a:lnTo>
                  <a:lnTo>
                    <a:pt x="2133981" y="1563370"/>
                  </a:lnTo>
                  <a:lnTo>
                    <a:pt x="2135378" y="1562100"/>
                  </a:lnTo>
                  <a:lnTo>
                    <a:pt x="2143379" y="1559560"/>
                  </a:lnTo>
                  <a:lnTo>
                    <a:pt x="2146935" y="1557020"/>
                  </a:lnTo>
                  <a:lnTo>
                    <a:pt x="2172792" y="1557020"/>
                  </a:lnTo>
                  <a:lnTo>
                    <a:pt x="2175637" y="1558290"/>
                  </a:lnTo>
                  <a:lnTo>
                    <a:pt x="2180221" y="1557020"/>
                  </a:lnTo>
                  <a:lnTo>
                    <a:pt x="2175421" y="1557020"/>
                  </a:lnTo>
                  <a:lnTo>
                    <a:pt x="2176018" y="1555750"/>
                  </a:lnTo>
                  <a:lnTo>
                    <a:pt x="2165731" y="1555750"/>
                  </a:lnTo>
                  <a:lnTo>
                    <a:pt x="2163826" y="1554480"/>
                  </a:lnTo>
                  <a:lnTo>
                    <a:pt x="2174113" y="1550771"/>
                  </a:lnTo>
                  <a:lnTo>
                    <a:pt x="2177897" y="1550771"/>
                  </a:lnTo>
                  <a:lnTo>
                    <a:pt x="2177351" y="1552917"/>
                  </a:lnTo>
                  <a:lnTo>
                    <a:pt x="2177288" y="1553210"/>
                  </a:lnTo>
                  <a:lnTo>
                    <a:pt x="2187575" y="1550771"/>
                  </a:lnTo>
                  <a:lnTo>
                    <a:pt x="2187956" y="1550771"/>
                  </a:lnTo>
                  <a:lnTo>
                    <a:pt x="2185162" y="1551940"/>
                  </a:lnTo>
                  <a:lnTo>
                    <a:pt x="2185492" y="1552917"/>
                  </a:lnTo>
                  <a:lnTo>
                    <a:pt x="2187067" y="1551940"/>
                  </a:lnTo>
                  <a:lnTo>
                    <a:pt x="2187702" y="1551940"/>
                  </a:lnTo>
                  <a:lnTo>
                    <a:pt x="2191258" y="1549400"/>
                  </a:lnTo>
                  <a:lnTo>
                    <a:pt x="2188540" y="1550530"/>
                  </a:lnTo>
                  <a:lnTo>
                    <a:pt x="2187854" y="1550708"/>
                  </a:lnTo>
                  <a:lnTo>
                    <a:pt x="2183346" y="1548180"/>
                  </a:lnTo>
                  <a:lnTo>
                    <a:pt x="2183180" y="1548180"/>
                  </a:lnTo>
                  <a:lnTo>
                    <a:pt x="2188591" y="1544320"/>
                  </a:lnTo>
                  <a:lnTo>
                    <a:pt x="2198116" y="1543050"/>
                  </a:lnTo>
                  <a:lnTo>
                    <a:pt x="2194445" y="1545666"/>
                  </a:lnTo>
                  <a:lnTo>
                    <a:pt x="2194750" y="1545666"/>
                  </a:lnTo>
                  <a:lnTo>
                    <a:pt x="2197862" y="1546860"/>
                  </a:lnTo>
                  <a:lnTo>
                    <a:pt x="2206879" y="1544320"/>
                  </a:lnTo>
                  <a:lnTo>
                    <a:pt x="2208022" y="1546860"/>
                  </a:lnTo>
                  <a:lnTo>
                    <a:pt x="2213991" y="1544320"/>
                  </a:lnTo>
                  <a:lnTo>
                    <a:pt x="2214118" y="1543050"/>
                  </a:lnTo>
                  <a:lnTo>
                    <a:pt x="2223262" y="1541780"/>
                  </a:lnTo>
                  <a:lnTo>
                    <a:pt x="2223097" y="1543050"/>
                  </a:lnTo>
                  <a:lnTo>
                    <a:pt x="2231199" y="1543050"/>
                  </a:lnTo>
                  <a:lnTo>
                    <a:pt x="2230120" y="1544320"/>
                  </a:lnTo>
                  <a:lnTo>
                    <a:pt x="2235200" y="1543050"/>
                  </a:lnTo>
                  <a:lnTo>
                    <a:pt x="2234527" y="1541386"/>
                  </a:lnTo>
                  <a:lnTo>
                    <a:pt x="2233422" y="1541780"/>
                  </a:lnTo>
                  <a:lnTo>
                    <a:pt x="2230628" y="1541780"/>
                  </a:lnTo>
                  <a:lnTo>
                    <a:pt x="2226818" y="1540510"/>
                  </a:lnTo>
                  <a:lnTo>
                    <a:pt x="2239226" y="1539417"/>
                  </a:lnTo>
                  <a:lnTo>
                    <a:pt x="2240013" y="1539417"/>
                  </a:lnTo>
                  <a:lnTo>
                    <a:pt x="2242782" y="1537970"/>
                  </a:lnTo>
                  <a:lnTo>
                    <a:pt x="2245233" y="1536700"/>
                  </a:lnTo>
                  <a:lnTo>
                    <a:pt x="2240788" y="1536700"/>
                  </a:lnTo>
                  <a:lnTo>
                    <a:pt x="2252853" y="1531620"/>
                  </a:lnTo>
                  <a:lnTo>
                    <a:pt x="2247265" y="1530350"/>
                  </a:lnTo>
                  <a:lnTo>
                    <a:pt x="2258314" y="1527810"/>
                  </a:lnTo>
                  <a:close/>
                </a:path>
                <a:path w="3108960" h="1905000">
                  <a:moveTo>
                    <a:pt x="2270379" y="1532890"/>
                  </a:moveTo>
                  <a:lnTo>
                    <a:pt x="2265680" y="1534160"/>
                  </a:lnTo>
                  <a:lnTo>
                    <a:pt x="2266315" y="1534160"/>
                  </a:lnTo>
                  <a:lnTo>
                    <a:pt x="2270379" y="1532890"/>
                  </a:lnTo>
                  <a:close/>
                </a:path>
                <a:path w="3108960" h="1905000">
                  <a:moveTo>
                    <a:pt x="2273871" y="1421231"/>
                  </a:moveTo>
                  <a:lnTo>
                    <a:pt x="2273389" y="1421231"/>
                  </a:lnTo>
                  <a:lnTo>
                    <a:pt x="2264918" y="1422400"/>
                  </a:lnTo>
                  <a:lnTo>
                    <a:pt x="2263330" y="1419974"/>
                  </a:lnTo>
                  <a:lnTo>
                    <a:pt x="2262886" y="1419974"/>
                  </a:lnTo>
                  <a:lnTo>
                    <a:pt x="2254250" y="1422400"/>
                  </a:lnTo>
                  <a:lnTo>
                    <a:pt x="2256536" y="1424940"/>
                  </a:lnTo>
                  <a:lnTo>
                    <a:pt x="2266569" y="1424940"/>
                  </a:lnTo>
                  <a:lnTo>
                    <a:pt x="2271560" y="1422400"/>
                  </a:lnTo>
                  <a:lnTo>
                    <a:pt x="2273871" y="1421231"/>
                  </a:lnTo>
                  <a:close/>
                </a:path>
                <a:path w="3108960" h="1905000">
                  <a:moveTo>
                    <a:pt x="2274798" y="1418666"/>
                  </a:moveTo>
                  <a:lnTo>
                    <a:pt x="2268601" y="1419974"/>
                  </a:lnTo>
                  <a:lnTo>
                    <a:pt x="2268804" y="1419974"/>
                  </a:lnTo>
                  <a:lnTo>
                    <a:pt x="2265286" y="1421231"/>
                  </a:lnTo>
                  <a:lnTo>
                    <a:pt x="2266137" y="1420977"/>
                  </a:lnTo>
                  <a:lnTo>
                    <a:pt x="2274798" y="1418666"/>
                  </a:lnTo>
                  <a:close/>
                </a:path>
                <a:path w="3108960" h="1905000">
                  <a:moveTo>
                    <a:pt x="2278888" y="1417320"/>
                  </a:moveTo>
                  <a:lnTo>
                    <a:pt x="2268728" y="1417320"/>
                  </a:lnTo>
                  <a:lnTo>
                    <a:pt x="2268334" y="1418602"/>
                  </a:lnTo>
                  <a:lnTo>
                    <a:pt x="2278888" y="1417320"/>
                  </a:lnTo>
                  <a:close/>
                </a:path>
                <a:path w="3108960" h="1905000">
                  <a:moveTo>
                    <a:pt x="2283574" y="1421231"/>
                  </a:moveTo>
                  <a:lnTo>
                    <a:pt x="2283129" y="1421231"/>
                  </a:lnTo>
                  <a:lnTo>
                    <a:pt x="2283333" y="1421561"/>
                  </a:lnTo>
                  <a:lnTo>
                    <a:pt x="2283574" y="1421231"/>
                  </a:lnTo>
                  <a:close/>
                </a:path>
                <a:path w="3108960" h="1905000">
                  <a:moveTo>
                    <a:pt x="2284222" y="1527810"/>
                  </a:moveTo>
                  <a:lnTo>
                    <a:pt x="2283206" y="1527810"/>
                  </a:lnTo>
                  <a:lnTo>
                    <a:pt x="2280666" y="1529080"/>
                  </a:lnTo>
                  <a:lnTo>
                    <a:pt x="2284222" y="1527810"/>
                  </a:lnTo>
                  <a:close/>
                </a:path>
                <a:path w="3108960" h="1905000">
                  <a:moveTo>
                    <a:pt x="2285111" y="1530350"/>
                  </a:moveTo>
                  <a:lnTo>
                    <a:pt x="2280158" y="1530350"/>
                  </a:lnTo>
                  <a:lnTo>
                    <a:pt x="2274570" y="1531620"/>
                  </a:lnTo>
                  <a:lnTo>
                    <a:pt x="2274697" y="1532890"/>
                  </a:lnTo>
                  <a:lnTo>
                    <a:pt x="2279777" y="1531620"/>
                  </a:lnTo>
                  <a:lnTo>
                    <a:pt x="2276475" y="1532890"/>
                  </a:lnTo>
                  <a:lnTo>
                    <a:pt x="2281174" y="1532890"/>
                  </a:lnTo>
                  <a:lnTo>
                    <a:pt x="2283142" y="1531620"/>
                  </a:lnTo>
                  <a:lnTo>
                    <a:pt x="2285111" y="1530350"/>
                  </a:lnTo>
                  <a:close/>
                </a:path>
                <a:path w="3108960" h="1905000">
                  <a:moveTo>
                    <a:pt x="2285746" y="1520190"/>
                  </a:moveTo>
                  <a:lnTo>
                    <a:pt x="2280666" y="1520190"/>
                  </a:lnTo>
                  <a:lnTo>
                    <a:pt x="2277275" y="1522730"/>
                  </a:lnTo>
                  <a:lnTo>
                    <a:pt x="2280920" y="1522730"/>
                  </a:lnTo>
                  <a:lnTo>
                    <a:pt x="2285746" y="1520190"/>
                  </a:lnTo>
                  <a:close/>
                </a:path>
                <a:path w="3108960" h="1905000">
                  <a:moveTo>
                    <a:pt x="2286368" y="1527048"/>
                  </a:moveTo>
                  <a:lnTo>
                    <a:pt x="2284222" y="1527810"/>
                  </a:lnTo>
                  <a:lnTo>
                    <a:pt x="2285492" y="1527810"/>
                  </a:lnTo>
                  <a:lnTo>
                    <a:pt x="2286368" y="1527048"/>
                  </a:lnTo>
                  <a:close/>
                </a:path>
                <a:path w="3108960" h="1905000">
                  <a:moveTo>
                    <a:pt x="2288832" y="1422844"/>
                  </a:moveTo>
                  <a:lnTo>
                    <a:pt x="2284590" y="1423682"/>
                  </a:lnTo>
                  <a:lnTo>
                    <a:pt x="2283422" y="1421714"/>
                  </a:lnTo>
                  <a:lnTo>
                    <a:pt x="2283333" y="1421561"/>
                  </a:lnTo>
                  <a:lnTo>
                    <a:pt x="2281796" y="1423682"/>
                  </a:lnTo>
                  <a:lnTo>
                    <a:pt x="2274316" y="1422400"/>
                  </a:lnTo>
                  <a:lnTo>
                    <a:pt x="2275141" y="1423809"/>
                  </a:lnTo>
                  <a:lnTo>
                    <a:pt x="2281707" y="1423809"/>
                  </a:lnTo>
                  <a:lnTo>
                    <a:pt x="2282596" y="1423809"/>
                  </a:lnTo>
                  <a:lnTo>
                    <a:pt x="2281174" y="1426210"/>
                  </a:lnTo>
                  <a:lnTo>
                    <a:pt x="2286889" y="1427480"/>
                  </a:lnTo>
                  <a:lnTo>
                    <a:pt x="2284920" y="1423809"/>
                  </a:lnTo>
                  <a:lnTo>
                    <a:pt x="2284679" y="1423809"/>
                  </a:lnTo>
                  <a:lnTo>
                    <a:pt x="2288832" y="1422844"/>
                  </a:lnTo>
                  <a:close/>
                </a:path>
                <a:path w="3108960" h="1905000">
                  <a:moveTo>
                    <a:pt x="2293391" y="1421231"/>
                  </a:moveTo>
                  <a:lnTo>
                    <a:pt x="2292489" y="1418666"/>
                  </a:lnTo>
                  <a:lnTo>
                    <a:pt x="2285428" y="1418666"/>
                  </a:lnTo>
                  <a:lnTo>
                    <a:pt x="2283574" y="1421231"/>
                  </a:lnTo>
                  <a:lnTo>
                    <a:pt x="2293391" y="1421231"/>
                  </a:lnTo>
                  <a:close/>
                </a:path>
                <a:path w="3108960" h="1905000">
                  <a:moveTo>
                    <a:pt x="2294382" y="1524000"/>
                  </a:moveTo>
                  <a:lnTo>
                    <a:pt x="2278507" y="1524000"/>
                  </a:lnTo>
                  <a:lnTo>
                    <a:pt x="2275586" y="1524000"/>
                  </a:lnTo>
                  <a:lnTo>
                    <a:pt x="2264410" y="1524000"/>
                  </a:lnTo>
                  <a:lnTo>
                    <a:pt x="2263381" y="1526540"/>
                  </a:lnTo>
                  <a:lnTo>
                    <a:pt x="2257882" y="1529080"/>
                  </a:lnTo>
                  <a:lnTo>
                    <a:pt x="2254212" y="1531620"/>
                  </a:lnTo>
                  <a:lnTo>
                    <a:pt x="2258695" y="1531620"/>
                  </a:lnTo>
                  <a:lnTo>
                    <a:pt x="2246249" y="1536700"/>
                  </a:lnTo>
                  <a:lnTo>
                    <a:pt x="2245233" y="1536700"/>
                  </a:lnTo>
                  <a:lnTo>
                    <a:pt x="2246757" y="1537970"/>
                  </a:lnTo>
                  <a:lnTo>
                    <a:pt x="2242680" y="1539252"/>
                  </a:lnTo>
                  <a:lnTo>
                    <a:pt x="2250059" y="1537970"/>
                  </a:lnTo>
                  <a:lnTo>
                    <a:pt x="2250694" y="1536700"/>
                  </a:lnTo>
                  <a:lnTo>
                    <a:pt x="2254377" y="1535430"/>
                  </a:lnTo>
                  <a:lnTo>
                    <a:pt x="2259203" y="1535430"/>
                  </a:lnTo>
                  <a:lnTo>
                    <a:pt x="2257806" y="1534160"/>
                  </a:lnTo>
                  <a:lnTo>
                    <a:pt x="2258822" y="1534160"/>
                  </a:lnTo>
                  <a:lnTo>
                    <a:pt x="2260473" y="1531620"/>
                  </a:lnTo>
                  <a:lnTo>
                    <a:pt x="2263267" y="1530350"/>
                  </a:lnTo>
                  <a:lnTo>
                    <a:pt x="2265807" y="1530350"/>
                  </a:lnTo>
                  <a:lnTo>
                    <a:pt x="2273554" y="1529080"/>
                  </a:lnTo>
                  <a:lnTo>
                    <a:pt x="2267839" y="1529080"/>
                  </a:lnTo>
                  <a:lnTo>
                    <a:pt x="2272538" y="1525270"/>
                  </a:lnTo>
                  <a:lnTo>
                    <a:pt x="2280031" y="1527810"/>
                  </a:lnTo>
                  <a:lnTo>
                    <a:pt x="2288413" y="1525270"/>
                  </a:lnTo>
                  <a:lnTo>
                    <a:pt x="2286368" y="1527048"/>
                  </a:lnTo>
                  <a:lnTo>
                    <a:pt x="2291334" y="1525270"/>
                  </a:lnTo>
                  <a:lnTo>
                    <a:pt x="2294382" y="1524000"/>
                  </a:lnTo>
                  <a:close/>
                </a:path>
                <a:path w="3108960" h="1905000">
                  <a:moveTo>
                    <a:pt x="2302891" y="1427480"/>
                  </a:moveTo>
                  <a:lnTo>
                    <a:pt x="2299208" y="1427480"/>
                  </a:lnTo>
                  <a:lnTo>
                    <a:pt x="2298573" y="1428750"/>
                  </a:lnTo>
                  <a:lnTo>
                    <a:pt x="2299462" y="1428750"/>
                  </a:lnTo>
                  <a:lnTo>
                    <a:pt x="2302891" y="1427480"/>
                  </a:lnTo>
                  <a:close/>
                </a:path>
                <a:path w="3108960" h="1905000">
                  <a:moveTo>
                    <a:pt x="2303653" y="1422400"/>
                  </a:moveTo>
                  <a:lnTo>
                    <a:pt x="2302472" y="1421561"/>
                  </a:lnTo>
                  <a:lnTo>
                    <a:pt x="2301875" y="1421561"/>
                  </a:lnTo>
                  <a:lnTo>
                    <a:pt x="2300478" y="1422400"/>
                  </a:lnTo>
                  <a:lnTo>
                    <a:pt x="2295055" y="1421231"/>
                  </a:lnTo>
                  <a:lnTo>
                    <a:pt x="2294801" y="1421231"/>
                  </a:lnTo>
                  <a:lnTo>
                    <a:pt x="2296922" y="1422400"/>
                  </a:lnTo>
                  <a:lnTo>
                    <a:pt x="2294763" y="1423200"/>
                  </a:lnTo>
                  <a:lnTo>
                    <a:pt x="2293035" y="1423809"/>
                  </a:lnTo>
                  <a:lnTo>
                    <a:pt x="2289175" y="1424940"/>
                  </a:lnTo>
                  <a:lnTo>
                    <a:pt x="2292477" y="1424940"/>
                  </a:lnTo>
                  <a:lnTo>
                    <a:pt x="2299335" y="1426210"/>
                  </a:lnTo>
                  <a:lnTo>
                    <a:pt x="2301011" y="1423809"/>
                  </a:lnTo>
                  <a:lnTo>
                    <a:pt x="2300224" y="1423809"/>
                  </a:lnTo>
                  <a:lnTo>
                    <a:pt x="2302891" y="1422400"/>
                  </a:lnTo>
                  <a:lnTo>
                    <a:pt x="2303653" y="1422400"/>
                  </a:lnTo>
                  <a:close/>
                </a:path>
                <a:path w="3108960" h="1905000">
                  <a:moveTo>
                    <a:pt x="2305901" y="1419161"/>
                  </a:moveTo>
                  <a:lnTo>
                    <a:pt x="2300236" y="1419974"/>
                  </a:lnTo>
                  <a:lnTo>
                    <a:pt x="2301049" y="1419974"/>
                  </a:lnTo>
                  <a:lnTo>
                    <a:pt x="2301760" y="1420977"/>
                  </a:lnTo>
                  <a:lnTo>
                    <a:pt x="2302002" y="1421231"/>
                  </a:lnTo>
                  <a:lnTo>
                    <a:pt x="2302192" y="1421371"/>
                  </a:lnTo>
                  <a:lnTo>
                    <a:pt x="2305901" y="1419161"/>
                  </a:lnTo>
                  <a:close/>
                </a:path>
                <a:path w="3108960" h="1905000">
                  <a:moveTo>
                    <a:pt x="2307145" y="1421561"/>
                  </a:moveTo>
                  <a:lnTo>
                    <a:pt x="2306917" y="1421561"/>
                  </a:lnTo>
                  <a:lnTo>
                    <a:pt x="2303653" y="1422400"/>
                  </a:lnTo>
                  <a:lnTo>
                    <a:pt x="2305812" y="1422400"/>
                  </a:lnTo>
                  <a:lnTo>
                    <a:pt x="2307145" y="1421561"/>
                  </a:lnTo>
                  <a:close/>
                </a:path>
                <a:path w="3108960" h="1905000">
                  <a:moveTo>
                    <a:pt x="2308110" y="1522577"/>
                  </a:moveTo>
                  <a:lnTo>
                    <a:pt x="2307082" y="1522730"/>
                  </a:lnTo>
                  <a:lnTo>
                    <a:pt x="2307971" y="1522730"/>
                  </a:lnTo>
                  <a:lnTo>
                    <a:pt x="2308110" y="1522577"/>
                  </a:lnTo>
                  <a:close/>
                </a:path>
                <a:path w="3108960" h="1905000">
                  <a:moveTo>
                    <a:pt x="2308237" y="1421231"/>
                  </a:moveTo>
                  <a:lnTo>
                    <a:pt x="2307691" y="1421231"/>
                  </a:lnTo>
                  <a:lnTo>
                    <a:pt x="2307298" y="1421472"/>
                  </a:lnTo>
                  <a:lnTo>
                    <a:pt x="2308237" y="1421231"/>
                  </a:lnTo>
                  <a:close/>
                </a:path>
                <a:path w="3108960" h="1905000">
                  <a:moveTo>
                    <a:pt x="2313940" y="1417320"/>
                  </a:moveTo>
                  <a:lnTo>
                    <a:pt x="2308987" y="1417320"/>
                  </a:lnTo>
                  <a:lnTo>
                    <a:pt x="2305901" y="1419161"/>
                  </a:lnTo>
                  <a:lnTo>
                    <a:pt x="2309368" y="1418666"/>
                  </a:lnTo>
                  <a:lnTo>
                    <a:pt x="2309634" y="1418666"/>
                  </a:lnTo>
                  <a:lnTo>
                    <a:pt x="2313940" y="1417320"/>
                  </a:lnTo>
                  <a:close/>
                </a:path>
                <a:path w="3108960" h="1905000">
                  <a:moveTo>
                    <a:pt x="2317623" y="1617980"/>
                  </a:moveTo>
                  <a:lnTo>
                    <a:pt x="2311527" y="1619250"/>
                  </a:lnTo>
                  <a:lnTo>
                    <a:pt x="2317369" y="1618602"/>
                  </a:lnTo>
                  <a:lnTo>
                    <a:pt x="2317623" y="1617980"/>
                  </a:lnTo>
                  <a:close/>
                </a:path>
                <a:path w="3108960" h="1905000">
                  <a:moveTo>
                    <a:pt x="2324963" y="1414830"/>
                  </a:moveTo>
                  <a:lnTo>
                    <a:pt x="2322004" y="1413637"/>
                  </a:lnTo>
                  <a:lnTo>
                    <a:pt x="2321395" y="1413637"/>
                  </a:lnTo>
                  <a:lnTo>
                    <a:pt x="2324608" y="1412240"/>
                  </a:lnTo>
                  <a:lnTo>
                    <a:pt x="2322703" y="1410970"/>
                  </a:lnTo>
                  <a:lnTo>
                    <a:pt x="2313178" y="1412240"/>
                  </a:lnTo>
                  <a:lnTo>
                    <a:pt x="2309291" y="1414830"/>
                  </a:lnTo>
                  <a:lnTo>
                    <a:pt x="2309164" y="1414830"/>
                  </a:lnTo>
                  <a:lnTo>
                    <a:pt x="2303640" y="1416062"/>
                  </a:lnTo>
                  <a:lnTo>
                    <a:pt x="2313216" y="1414830"/>
                  </a:lnTo>
                  <a:lnTo>
                    <a:pt x="2313622" y="1414830"/>
                  </a:lnTo>
                  <a:lnTo>
                    <a:pt x="2315705" y="1416062"/>
                  </a:lnTo>
                  <a:lnTo>
                    <a:pt x="2324544" y="1414830"/>
                  </a:lnTo>
                  <a:lnTo>
                    <a:pt x="2324963" y="1414830"/>
                  </a:lnTo>
                  <a:close/>
                </a:path>
                <a:path w="3108960" h="1905000">
                  <a:moveTo>
                    <a:pt x="2327148" y="1510030"/>
                  </a:moveTo>
                  <a:lnTo>
                    <a:pt x="2310892" y="1516380"/>
                  </a:lnTo>
                  <a:lnTo>
                    <a:pt x="2302002" y="1515110"/>
                  </a:lnTo>
                  <a:lnTo>
                    <a:pt x="2300808" y="1516697"/>
                  </a:lnTo>
                  <a:lnTo>
                    <a:pt x="2301621" y="1516380"/>
                  </a:lnTo>
                  <a:lnTo>
                    <a:pt x="2300071" y="1517675"/>
                  </a:lnTo>
                  <a:lnTo>
                    <a:pt x="2300808" y="1516697"/>
                  </a:lnTo>
                  <a:lnTo>
                    <a:pt x="2295017" y="1518920"/>
                  </a:lnTo>
                  <a:lnTo>
                    <a:pt x="2298319" y="1520190"/>
                  </a:lnTo>
                  <a:lnTo>
                    <a:pt x="2291143" y="1521574"/>
                  </a:lnTo>
                  <a:lnTo>
                    <a:pt x="2290330" y="1521574"/>
                  </a:lnTo>
                  <a:lnTo>
                    <a:pt x="2291715" y="1520190"/>
                  </a:lnTo>
                  <a:lnTo>
                    <a:pt x="2291816" y="1519110"/>
                  </a:lnTo>
                  <a:lnTo>
                    <a:pt x="2291842" y="1518920"/>
                  </a:lnTo>
                  <a:lnTo>
                    <a:pt x="2285746" y="1520190"/>
                  </a:lnTo>
                  <a:lnTo>
                    <a:pt x="2288082" y="1521574"/>
                  </a:lnTo>
                  <a:lnTo>
                    <a:pt x="2287600" y="1521574"/>
                  </a:lnTo>
                  <a:lnTo>
                    <a:pt x="2284476" y="1522730"/>
                  </a:lnTo>
                  <a:lnTo>
                    <a:pt x="2297430" y="1522730"/>
                  </a:lnTo>
                  <a:lnTo>
                    <a:pt x="2306828" y="1524000"/>
                  </a:lnTo>
                  <a:lnTo>
                    <a:pt x="2307082" y="1522730"/>
                  </a:lnTo>
                  <a:lnTo>
                    <a:pt x="2301621" y="1522730"/>
                  </a:lnTo>
                  <a:lnTo>
                    <a:pt x="2302535" y="1520190"/>
                  </a:lnTo>
                  <a:lnTo>
                    <a:pt x="2309596" y="1518920"/>
                  </a:lnTo>
                  <a:lnTo>
                    <a:pt x="2312505" y="1518081"/>
                  </a:lnTo>
                  <a:lnTo>
                    <a:pt x="2312797" y="1517777"/>
                  </a:lnTo>
                  <a:lnTo>
                    <a:pt x="2313546" y="1517777"/>
                  </a:lnTo>
                  <a:lnTo>
                    <a:pt x="2318347" y="1516380"/>
                  </a:lnTo>
                  <a:lnTo>
                    <a:pt x="2324354" y="1515110"/>
                  </a:lnTo>
                  <a:lnTo>
                    <a:pt x="2317877" y="1515110"/>
                  </a:lnTo>
                  <a:lnTo>
                    <a:pt x="2325751" y="1512570"/>
                  </a:lnTo>
                  <a:lnTo>
                    <a:pt x="2327148" y="1510030"/>
                  </a:lnTo>
                  <a:close/>
                </a:path>
                <a:path w="3108960" h="1905000">
                  <a:moveTo>
                    <a:pt x="2337320" y="1519110"/>
                  </a:moveTo>
                  <a:lnTo>
                    <a:pt x="2337181" y="1518920"/>
                  </a:lnTo>
                  <a:lnTo>
                    <a:pt x="2333752" y="1520190"/>
                  </a:lnTo>
                  <a:lnTo>
                    <a:pt x="2337320" y="1519110"/>
                  </a:lnTo>
                  <a:close/>
                </a:path>
                <a:path w="3108960" h="1905000">
                  <a:moveTo>
                    <a:pt x="2338197" y="1520190"/>
                  </a:moveTo>
                  <a:lnTo>
                    <a:pt x="2337968" y="1519110"/>
                  </a:lnTo>
                  <a:lnTo>
                    <a:pt x="2337943" y="1518920"/>
                  </a:lnTo>
                  <a:lnTo>
                    <a:pt x="2337320" y="1519110"/>
                  </a:lnTo>
                  <a:lnTo>
                    <a:pt x="2338197" y="1520190"/>
                  </a:lnTo>
                  <a:close/>
                </a:path>
                <a:path w="3108960" h="1905000">
                  <a:moveTo>
                    <a:pt x="2341905" y="1411719"/>
                  </a:moveTo>
                  <a:lnTo>
                    <a:pt x="2340864" y="1410970"/>
                  </a:lnTo>
                  <a:lnTo>
                    <a:pt x="2338959" y="1412240"/>
                  </a:lnTo>
                  <a:lnTo>
                    <a:pt x="2341905" y="1411719"/>
                  </a:lnTo>
                  <a:close/>
                </a:path>
                <a:path w="3108960" h="1905000">
                  <a:moveTo>
                    <a:pt x="2343785" y="1504950"/>
                  </a:moveTo>
                  <a:lnTo>
                    <a:pt x="2337816" y="1504950"/>
                  </a:lnTo>
                  <a:lnTo>
                    <a:pt x="2337168" y="1506245"/>
                  </a:lnTo>
                  <a:lnTo>
                    <a:pt x="2343785" y="1504950"/>
                  </a:lnTo>
                  <a:close/>
                </a:path>
                <a:path w="3108960" h="1905000">
                  <a:moveTo>
                    <a:pt x="2343912" y="952754"/>
                  </a:moveTo>
                  <a:lnTo>
                    <a:pt x="2341029" y="950214"/>
                  </a:lnTo>
                  <a:lnTo>
                    <a:pt x="2339848" y="950214"/>
                  </a:lnTo>
                  <a:lnTo>
                    <a:pt x="2336038" y="948944"/>
                  </a:lnTo>
                  <a:lnTo>
                    <a:pt x="2334006" y="947674"/>
                  </a:lnTo>
                  <a:lnTo>
                    <a:pt x="2330577" y="946404"/>
                  </a:lnTo>
                  <a:lnTo>
                    <a:pt x="2329243" y="946404"/>
                  </a:lnTo>
                  <a:lnTo>
                    <a:pt x="2338019" y="950214"/>
                  </a:lnTo>
                  <a:lnTo>
                    <a:pt x="2334768" y="950214"/>
                  </a:lnTo>
                  <a:lnTo>
                    <a:pt x="2338324" y="951484"/>
                  </a:lnTo>
                  <a:lnTo>
                    <a:pt x="2341245" y="951484"/>
                  </a:lnTo>
                  <a:lnTo>
                    <a:pt x="2343912" y="952754"/>
                  </a:lnTo>
                  <a:close/>
                </a:path>
                <a:path w="3108960" h="1905000">
                  <a:moveTo>
                    <a:pt x="2343912" y="950214"/>
                  </a:moveTo>
                  <a:lnTo>
                    <a:pt x="2332355" y="946404"/>
                  </a:lnTo>
                  <a:lnTo>
                    <a:pt x="2339594" y="948944"/>
                  </a:lnTo>
                  <a:lnTo>
                    <a:pt x="2341029" y="950214"/>
                  </a:lnTo>
                  <a:lnTo>
                    <a:pt x="2343912" y="950214"/>
                  </a:lnTo>
                  <a:close/>
                </a:path>
                <a:path w="3108960" h="1905000">
                  <a:moveTo>
                    <a:pt x="2346058" y="1415681"/>
                  </a:moveTo>
                  <a:lnTo>
                    <a:pt x="2345118" y="1415681"/>
                  </a:lnTo>
                  <a:lnTo>
                    <a:pt x="2345601" y="1416100"/>
                  </a:lnTo>
                  <a:lnTo>
                    <a:pt x="2346058" y="1415681"/>
                  </a:lnTo>
                  <a:close/>
                </a:path>
                <a:path w="3108960" h="1905000">
                  <a:moveTo>
                    <a:pt x="2349627" y="1515110"/>
                  </a:moveTo>
                  <a:lnTo>
                    <a:pt x="2349068" y="1514779"/>
                  </a:lnTo>
                  <a:lnTo>
                    <a:pt x="2346198" y="1515110"/>
                  </a:lnTo>
                  <a:lnTo>
                    <a:pt x="2348649" y="1514525"/>
                  </a:lnTo>
                  <a:lnTo>
                    <a:pt x="2345436" y="1512570"/>
                  </a:lnTo>
                  <a:lnTo>
                    <a:pt x="2339975" y="1512570"/>
                  </a:lnTo>
                  <a:lnTo>
                    <a:pt x="2347341" y="1510030"/>
                  </a:lnTo>
                  <a:lnTo>
                    <a:pt x="2349284" y="1508785"/>
                  </a:lnTo>
                  <a:lnTo>
                    <a:pt x="2342261" y="1510030"/>
                  </a:lnTo>
                  <a:lnTo>
                    <a:pt x="2344928" y="1507490"/>
                  </a:lnTo>
                  <a:lnTo>
                    <a:pt x="2342896" y="1507490"/>
                  </a:lnTo>
                  <a:lnTo>
                    <a:pt x="2337828" y="1508785"/>
                  </a:lnTo>
                  <a:lnTo>
                    <a:pt x="2337790" y="1510030"/>
                  </a:lnTo>
                  <a:lnTo>
                    <a:pt x="2338019" y="1511300"/>
                  </a:lnTo>
                  <a:lnTo>
                    <a:pt x="2333752" y="1512570"/>
                  </a:lnTo>
                  <a:lnTo>
                    <a:pt x="2331720" y="1512570"/>
                  </a:lnTo>
                  <a:lnTo>
                    <a:pt x="2327148" y="1515110"/>
                  </a:lnTo>
                  <a:lnTo>
                    <a:pt x="2319274" y="1516380"/>
                  </a:lnTo>
                  <a:lnTo>
                    <a:pt x="2319401" y="1518920"/>
                  </a:lnTo>
                  <a:lnTo>
                    <a:pt x="2313546" y="1517777"/>
                  </a:lnTo>
                  <a:lnTo>
                    <a:pt x="2312505" y="1518081"/>
                  </a:lnTo>
                  <a:lnTo>
                    <a:pt x="2308110" y="1522577"/>
                  </a:lnTo>
                  <a:lnTo>
                    <a:pt x="2314854" y="1521574"/>
                  </a:lnTo>
                  <a:lnTo>
                    <a:pt x="2315413" y="1521294"/>
                  </a:lnTo>
                  <a:lnTo>
                    <a:pt x="2314321" y="1520190"/>
                  </a:lnTo>
                  <a:lnTo>
                    <a:pt x="2317648" y="1520190"/>
                  </a:lnTo>
                  <a:lnTo>
                    <a:pt x="2315413" y="1521294"/>
                  </a:lnTo>
                  <a:lnTo>
                    <a:pt x="2315692" y="1521574"/>
                  </a:lnTo>
                  <a:lnTo>
                    <a:pt x="2314879" y="1521574"/>
                  </a:lnTo>
                  <a:lnTo>
                    <a:pt x="2310600" y="1524000"/>
                  </a:lnTo>
                  <a:lnTo>
                    <a:pt x="2308225" y="1525270"/>
                  </a:lnTo>
                  <a:lnTo>
                    <a:pt x="2314930" y="1524000"/>
                  </a:lnTo>
                  <a:lnTo>
                    <a:pt x="2318334" y="1522730"/>
                  </a:lnTo>
                  <a:lnTo>
                    <a:pt x="2321547" y="1521574"/>
                  </a:lnTo>
                  <a:lnTo>
                    <a:pt x="2321242" y="1521574"/>
                  </a:lnTo>
                  <a:lnTo>
                    <a:pt x="2328926" y="1520190"/>
                  </a:lnTo>
                  <a:lnTo>
                    <a:pt x="2326386" y="1522730"/>
                  </a:lnTo>
                  <a:lnTo>
                    <a:pt x="2329980" y="1521574"/>
                  </a:lnTo>
                  <a:lnTo>
                    <a:pt x="2333752" y="1520190"/>
                  </a:lnTo>
                  <a:lnTo>
                    <a:pt x="2333701" y="1518920"/>
                  </a:lnTo>
                  <a:lnTo>
                    <a:pt x="2333625" y="1516380"/>
                  </a:lnTo>
                  <a:lnTo>
                    <a:pt x="2349627" y="1515110"/>
                  </a:lnTo>
                  <a:close/>
                </a:path>
                <a:path w="3108960" h="1905000">
                  <a:moveTo>
                    <a:pt x="2351532" y="1416100"/>
                  </a:moveTo>
                  <a:lnTo>
                    <a:pt x="2349919" y="1415262"/>
                  </a:lnTo>
                  <a:lnTo>
                    <a:pt x="2348065" y="1415427"/>
                  </a:lnTo>
                  <a:lnTo>
                    <a:pt x="2345309" y="1417320"/>
                  </a:lnTo>
                  <a:lnTo>
                    <a:pt x="2340889" y="1416100"/>
                  </a:lnTo>
                  <a:lnTo>
                    <a:pt x="2340241" y="1416100"/>
                  </a:lnTo>
                  <a:lnTo>
                    <a:pt x="2345118" y="1415681"/>
                  </a:lnTo>
                  <a:lnTo>
                    <a:pt x="2342781" y="1413637"/>
                  </a:lnTo>
                  <a:lnTo>
                    <a:pt x="2342324" y="1413637"/>
                  </a:lnTo>
                  <a:lnTo>
                    <a:pt x="2348992" y="1410970"/>
                  </a:lnTo>
                  <a:lnTo>
                    <a:pt x="2346325" y="1410970"/>
                  </a:lnTo>
                  <a:lnTo>
                    <a:pt x="2341905" y="1411719"/>
                  </a:lnTo>
                  <a:lnTo>
                    <a:pt x="2342642" y="1412240"/>
                  </a:lnTo>
                  <a:lnTo>
                    <a:pt x="2328900" y="1414830"/>
                  </a:lnTo>
                  <a:lnTo>
                    <a:pt x="2324785" y="1415681"/>
                  </a:lnTo>
                  <a:lnTo>
                    <a:pt x="2322868" y="1416100"/>
                  </a:lnTo>
                  <a:lnTo>
                    <a:pt x="2317331" y="1418666"/>
                  </a:lnTo>
                  <a:lnTo>
                    <a:pt x="2320620" y="1418666"/>
                  </a:lnTo>
                  <a:lnTo>
                    <a:pt x="2312924" y="1419974"/>
                  </a:lnTo>
                  <a:lnTo>
                    <a:pt x="2313140" y="1419974"/>
                  </a:lnTo>
                  <a:lnTo>
                    <a:pt x="2308237" y="1421231"/>
                  </a:lnTo>
                  <a:lnTo>
                    <a:pt x="2313305" y="1422400"/>
                  </a:lnTo>
                  <a:lnTo>
                    <a:pt x="2306282" y="1423809"/>
                  </a:lnTo>
                  <a:lnTo>
                    <a:pt x="2306891" y="1423809"/>
                  </a:lnTo>
                  <a:lnTo>
                    <a:pt x="2306447" y="1424940"/>
                  </a:lnTo>
                  <a:lnTo>
                    <a:pt x="2314067" y="1424940"/>
                  </a:lnTo>
                  <a:lnTo>
                    <a:pt x="2314930" y="1419974"/>
                  </a:lnTo>
                  <a:lnTo>
                    <a:pt x="2322906" y="1419974"/>
                  </a:lnTo>
                  <a:lnTo>
                    <a:pt x="2322499" y="1420977"/>
                  </a:lnTo>
                  <a:lnTo>
                    <a:pt x="2322436" y="1421142"/>
                  </a:lnTo>
                  <a:lnTo>
                    <a:pt x="2328024" y="1419974"/>
                  </a:lnTo>
                  <a:lnTo>
                    <a:pt x="2334768" y="1419974"/>
                  </a:lnTo>
                  <a:lnTo>
                    <a:pt x="2340864" y="1417320"/>
                  </a:lnTo>
                  <a:lnTo>
                    <a:pt x="2339581" y="1419872"/>
                  </a:lnTo>
                  <a:lnTo>
                    <a:pt x="2351532" y="1416100"/>
                  </a:lnTo>
                  <a:close/>
                </a:path>
                <a:path w="3108960" h="1905000">
                  <a:moveTo>
                    <a:pt x="2353500" y="954024"/>
                  </a:moveTo>
                  <a:lnTo>
                    <a:pt x="2345690" y="950214"/>
                  </a:lnTo>
                  <a:lnTo>
                    <a:pt x="2344293" y="952754"/>
                  </a:lnTo>
                  <a:lnTo>
                    <a:pt x="2349373" y="954024"/>
                  </a:lnTo>
                  <a:lnTo>
                    <a:pt x="2353500" y="954024"/>
                  </a:lnTo>
                  <a:close/>
                </a:path>
                <a:path w="3108960" h="1905000">
                  <a:moveTo>
                    <a:pt x="2355545" y="955027"/>
                  </a:moveTo>
                  <a:lnTo>
                    <a:pt x="2353818" y="954024"/>
                  </a:lnTo>
                  <a:lnTo>
                    <a:pt x="2353500" y="954024"/>
                  </a:lnTo>
                  <a:lnTo>
                    <a:pt x="2355545" y="955027"/>
                  </a:lnTo>
                  <a:close/>
                </a:path>
                <a:path w="3108960" h="1905000">
                  <a:moveTo>
                    <a:pt x="2358771" y="1412240"/>
                  </a:moveTo>
                  <a:lnTo>
                    <a:pt x="2352294" y="1410970"/>
                  </a:lnTo>
                  <a:lnTo>
                    <a:pt x="2346172" y="1415592"/>
                  </a:lnTo>
                  <a:lnTo>
                    <a:pt x="2348065" y="1415427"/>
                  </a:lnTo>
                  <a:lnTo>
                    <a:pt x="2348928" y="1414830"/>
                  </a:lnTo>
                  <a:lnTo>
                    <a:pt x="2349068" y="1414830"/>
                  </a:lnTo>
                  <a:lnTo>
                    <a:pt x="2349919" y="1415262"/>
                  </a:lnTo>
                  <a:lnTo>
                    <a:pt x="2354961" y="1414830"/>
                  </a:lnTo>
                  <a:lnTo>
                    <a:pt x="2355088" y="1414830"/>
                  </a:lnTo>
                  <a:lnTo>
                    <a:pt x="2355405" y="1414830"/>
                  </a:lnTo>
                  <a:lnTo>
                    <a:pt x="2358771" y="1412240"/>
                  </a:lnTo>
                  <a:close/>
                </a:path>
                <a:path w="3108960" h="1905000">
                  <a:moveTo>
                    <a:pt x="2362454" y="1510030"/>
                  </a:moveTo>
                  <a:lnTo>
                    <a:pt x="2360295" y="1508188"/>
                  </a:lnTo>
                  <a:lnTo>
                    <a:pt x="2356866" y="1510030"/>
                  </a:lnTo>
                  <a:lnTo>
                    <a:pt x="2354834" y="1511300"/>
                  </a:lnTo>
                  <a:lnTo>
                    <a:pt x="2362454" y="1510030"/>
                  </a:lnTo>
                  <a:close/>
                </a:path>
                <a:path w="3108960" h="1905000">
                  <a:moveTo>
                    <a:pt x="2363940" y="1506245"/>
                  </a:moveTo>
                  <a:lnTo>
                    <a:pt x="2358021" y="1506245"/>
                  </a:lnTo>
                  <a:lnTo>
                    <a:pt x="2360295" y="1508188"/>
                  </a:lnTo>
                  <a:lnTo>
                    <a:pt x="2363940" y="1506245"/>
                  </a:lnTo>
                  <a:close/>
                </a:path>
                <a:path w="3108960" h="1905000">
                  <a:moveTo>
                    <a:pt x="2365502" y="1625600"/>
                  </a:moveTo>
                  <a:lnTo>
                    <a:pt x="2364994" y="1625600"/>
                  </a:lnTo>
                  <a:lnTo>
                    <a:pt x="2364409" y="1625790"/>
                  </a:lnTo>
                  <a:lnTo>
                    <a:pt x="2364638" y="1625917"/>
                  </a:lnTo>
                  <a:lnTo>
                    <a:pt x="2365502" y="1625600"/>
                  </a:lnTo>
                  <a:close/>
                </a:path>
                <a:path w="3108960" h="1905000">
                  <a:moveTo>
                    <a:pt x="2367280" y="1504950"/>
                  </a:moveTo>
                  <a:lnTo>
                    <a:pt x="2362200" y="1504950"/>
                  </a:lnTo>
                  <a:lnTo>
                    <a:pt x="2362136" y="1504340"/>
                  </a:lnTo>
                  <a:lnTo>
                    <a:pt x="2362073" y="1503680"/>
                  </a:lnTo>
                  <a:lnTo>
                    <a:pt x="2364232" y="1502410"/>
                  </a:lnTo>
                  <a:lnTo>
                    <a:pt x="2359025" y="1503680"/>
                  </a:lnTo>
                  <a:lnTo>
                    <a:pt x="2347722" y="1504950"/>
                  </a:lnTo>
                  <a:lnTo>
                    <a:pt x="2350668" y="1506245"/>
                  </a:lnTo>
                  <a:lnTo>
                    <a:pt x="2352764" y="1506245"/>
                  </a:lnTo>
                  <a:lnTo>
                    <a:pt x="2350262" y="1507490"/>
                  </a:lnTo>
                  <a:lnTo>
                    <a:pt x="2349360" y="1508785"/>
                  </a:lnTo>
                  <a:lnTo>
                    <a:pt x="2350185" y="1508188"/>
                  </a:lnTo>
                  <a:lnTo>
                    <a:pt x="2351278" y="1507490"/>
                  </a:lnTo>
                  <a:lnTo>
                    <a:pt x="2358021" y="1506245"/>
                  </a:lnTo>
                  <a:lnTo>
                    <a:pt x="2357894" y="1506245"/>
                  </a:lnTo>
                  <a:lnTo>
                    <a:pt x="2367280" y="1504950"/>
                  </a:lnTo>
                  <a:close/>
                </a:path>
                <a:path w="3108960" h="1905000">
                  <a:moveTo>
                    <a:pt x="2368550" y="1628140"/>
                  </a:moveTo>
                  <a:lnTo>
                    <a:pt x="2364638" y="1625917"/>
                  </a:lnTo>
                  <a:lnTo>
                    <a:pt x="2361946" y="1626870"/>
                  </a:lnTo>
                  <a:lnTo>
                    <a:pt x="2362327" y="1628140"/>
                  </a:lnTo>
                  <a:lnTo>
                    <a:pt x="2368550" y="1628140"/>
                  </a:lnTo>
                  <a:close/>
                </a:path>
                <a:path w="3108960" h="1905000">
                  <a:moveTo>
                    <a:pt x="2369807" y="1508785"/>
                  </a:moveTo>
                  <a:lnTo>
                    <a:pt x="2362708" y="1511300"/>
                  </a:lnTo>
                  <a:lnTo>
                    <a:pt x="2356739" y="1512570"/>
                  </a:lnTo>
                  <a:lnTo>
                    <a:pt x="2348649" y="1514525"/>
                  </a:lnTo>
                  <a:lnTo>
                    <a:pt x="2349068" y="1514779"/>
                  </a:lnTo>
                  <a:lnTo>
                    <a:pt x="2357120" y="1513840"/>
                  </a:lnTo>
                  <a:lnTo>
                    <a:pt x="2354453" y="1515110"/>
                  </a:lnTo>
                  <a:lnTo>
                    <a:pt x="2360803" y="1515110"/>
                  </a:lnTo>
                  <a:lnTo>
                    <a:pt x="2363673" y="1513840"/>
                  </a:lnTo>
                  <a:lnTo>
                    <a:pt x="2369439" y="1511300"/>
                  </a:lnTo>
                  <a:lnTo>
                    <a:pt x="2368931" y="1510030"/>
                  </a:lnTo>
                  <a:lnTo>
                    <a:pt x="2369807" y="1508785"/>
                  </a:lnTo>
                  <a:close/>
                </a:path>
                <a:path w="3108960" h="1905000">
                  <a:moveTo>
                    <a:pt x="2370709" y="1416100"/>
                  </a:moveTo>
                  <a:lnTo>
                    <a:pt x="2369134" y="1416100"/>
                  </a:lnTo>
                  <a:lnTo>
                    <a:pt x="2366607" y="1416710"/>
                  </a:lnTo>
                  <a:lnTo>
                    <a:pt x="2370709" y="1416100"/>
                  </a:lnTo>
                  <a:close/>
                </a:path>
                <a:path w="3108960" h="1905000">
                  <a:moveTo>
                    <a:pt x="2373985" y="1501330"/>
                  </a:moveTo>
                  <a:lnTo>
                    <a:pt x="2373465" y="1501330"/>
                  </a:lnTo>
                  <a:lnTo>
                    <a:pt x="2370531" y="1502371"/>
                  </a:lnTo>
                  <a:lnTo>
                    <a:pt x="2370582" y="1499870"/>
                  </a:lnTo>
                  <a:lnTo>
                    <a:pt x="2365603" y="1501330"/>
                  </a:lnTo>
                  <a:lnTo>
                    <a:pt x="2366289" y="1501330"/>
                  </a:lnTo>
                  <a:lnTo>
                    <a:pt x="2366530" y="1502410"/>
                  </a:lnTo>
                  <a:lnTo>
                    <a:pt x="2367877" y="1502410"/>
                  </a:lnTo>
                  <a:lnTo>
                    <a:pt x="2366772" y="1503680"/>
                  </a:lnTo>
                  <a:lnTo>
                    <a:pt x="2369172" y="1502841"/>
                  </a:lnTo>
                  <a:lnTo>
                    <a:pt x="2370531" y="1502410"/>
                  </a:lnTo>
                  <a:lnTo>
                    <a:pt x="2373985" y="1501330"/>
                  </a:lnTo>
                  <a:close/>
                </a:path>
                <a:path w="3108960" h="1905000">
                  <a:moveTo>
                    <a:pt x="2379573" y="1432623"/>
                  </a:moveTo>
                  <a:lnTo>
                    <a:pt x="2373630" y="1431290"/>
                  </a:lnTo>
                  <a:lnTo>
                    <a:pt x="2369261" y="1432623"/>
                  </a:lnTo>
                  <a:lnTo>
                    <a:pt x="2369553" y="1432623"/>
                  </a:lnTo>
                  <a:lnTo>
                    <a:pt x="2375027" y="1435100"/>
                  </a:lnTo>
                  <a:lnTo>
                    <a:pt x="2379256" y="1432623"/>
                  </a:lnTo>
                  <a:lnTo>
                    <a:pt x="2379573" y="1432623"/>
                  </a:lnTo>
                  <a:close/>
                </a:path>
                <a:path w="3108960" h="1905000">
                  <a:moveTo>
                    <a:pt x="2380615" y="1426210"/>
                  </a:moveTo>
                  <a:lnTo>
                    <a:pt x="2380361" y="1424940"/>
                  </a:lnTo>
                  <a:lnTo>
                    <a:pt x="2378964" y="1424940"/>
                  </a:lnTo>
                  <a:lnTo>
                    <a:pt x="2375662" y="1426210"/>
                  </a:lnTo>
                  <a:lnTo>
                    <a:pt x="2380615" y="1426210"/>
                  </a:lnTo>
                  <a:close/>
                </a:path>
                <a:path w="3108960" h="1905000">
                  <a:moveTo>
                    <a:pt x="2386584" y="1410970"/>
                  </a:moveTo>
                  <a:lnTo>
                    <a:pt x="2382901" y="1410970"/>
                  </a:lnTo>
                  <a:lnTo>
                    <a:pt x="2376932" y="1412240"/>
                  </a:lnTo>
                  <a:lnTo>
                    <a:pt x="2378329" y="1413637"/>
                  </a:lnTo>
                  <a:lnTo>
                    <a:pt x="2382583" y="1413637"/>
                  </a:lnTo>
                  <a:lnTo>
                    <a:pt x="2386076" y="1412240"/>
                  </a:lnTo>
                  <a:lnTo>
                    <a:pt x="2380615" y="1412240"/>
                  </a:lnTo>
                  <a:lnTo>
                    <a:pt x="2386584" y="1410970"/>
                  </a:lnTo>
                  <a:close/>
                </a:path>
                <a:path w="3108960" h="1905000">
                  <a:moveTo>
                    <a:pt x="2389505" y="1498600"/>
                  </a:moveTo>
                  <a:lnTo>
                    <a:pt x="2387346" y="1497330"/>
                  </a:lnTo>
                  <a:lnTo>
                    <a:pt x="2373985" y="1501330"/>
                  </a:lnTo>
                  <a:lnTo>
                    <a:pt x="2374481" y="1501330"/>
                  </a:lnTo>
                  <a:lnTo>
                    <a:pt x="2377224" y="1502410"/>
                  </a:lnTo>
                  <a:lnTo>
                    <a:pt x="2376449" y="1503680"/>
                  </a:lnTo>
                  <a:lnTo>
                    <a:pt x="2375154" y="1503680"/>
                  </a:lnTo>
                  <a:lnTo>
                    <a:pt x="2376805" y="1504950"/>
                  </a:lnTo>
                  <a:lnTo>
                    <a:pt x="2380983" y="1503680"/>
                  </a:lnTo>
                  <a:lnTo>
                    <a:pt x="2381974" y="1501330"/>
                  </a:lnTo>
                  <a:lnTo>
                    <a:pt x="2381808" y="1501330"/>
                  </a:lnTo>
                  <a:lnTo>
                    <a:pt x="2383675" y="1499870"/>
                  </a:lnTo>
                  <a:lnTo>
                    <a:pt x="2389505" y="1498600"/>
                  </a:lnTo>
                  <a:close/>
                </a:path>
                <a:path w="3108960" h="1905000">
                  <a:moveTo>
                    <a:pt x="2396350" y="1585023"/>
                  </a:moveTo>
                  <a:lnTo>
                    <a:pt x="2395258" y="1585023"/>
                  </a:lnTo>
                  <a:lnTo>
                    <a:pt x="2394686" y="1586255"/>
                  </a:lnTo>
                  <a:lnTo>
                    <a:pt x="2396350" y="1585023"/>
                  </a:lnTo>
                  <a:close/>
                </a:path>
                <a:path w="3108960" h="1905000">
                  <a:moveTo>
                    <a:pt x="2397734" y="1423809"/>
                  </a:moveTo>
                  <a:lnTo>
                    <a:pt x="2392883" y="1423809"/>
                  </a:lnTo>
                  <a:lnTo>
                    <a:pt x="2391346" y="1422844"/>
                  </a:lnTo>
                  <a:lnTo>
                    <a:pt x="2388920" y="1423200"/>
                  </a:lnTo>
                  <a:lnTo>
                    <a:pt x="2385187" y="1424940"/>
                  </a:lnTo>
                  <a:lnTo>
                    <a:pt x="2380615" y="1426210"/>
                  </a:lnTo>
                  <a:lnTo>
                    <a:pt x="2381631" y="1427480"/>
                  </a:lnTo>
                  <a:lnTo>
                    <a:pt x="2376551" y="1431290"/>
                  </a:lnTo>
                  <a:lnTo>
                    <a:pt x="2387346" y="1426210"/>
                  </a:lnTo>
                  <a:lnTo>
                    <a:pt x="2388108" y="1427480"/>
                  </a:lnTo>
                  <a:lnTo>
                    <a:pt x="2391219" y="1426210"/>
                  </a:lnTo>
                  <a:lnTo>
                    <a:pt x="2394331" y="1424940"/>
                  </a:lnTo>
                  <a:lnTo>
                    <a:pt x="2397633" y="1424940"/>
                  </a:lnTo>
                  <a:lnTo>
                    <a:pt x="2397734" y="1423809"/>
                  </a:lnTo>
                  <a:close/>
                </a:path>
                <a:path w="3108960" h="1905000">
                  <a:moveTo>
                    <a:pt x="2399881" y="1582420"/>
                  </a:moveTo>
                  <a:lnTo>
                    <a:pt x="2398141" y="1582420"/>
                  </a:lnTo>
                  <a:lnTo>
                    <a:pt x="2396744" y="1583690"/>
                  </a:lnTo>
                  <a:lnTo>
                    <a:pt x="2396490" y="1584921"/>
                  </a:lnTo>
                  <a:lnTo>
                    <a:pt x="2399881" y="1582420"/>
                  </a:lnTo>
                  <a:close/>
                </a:path>
                <a:path w="3108960" h="1905000">
                  <a:moveTo>
                    <a:pt x="2402967" y="1582420"/>
                  </a:moveTo>
                  <a:lnTo>
                    <a:pt x="2396490" y="1584960"/>
                  </a:lnTo>
                  <a:lnTo>
                    <a:pt x="2400884" y="1585023"/>
                  </a:lnTo>
                  <a:lnTo>
                    <a:pt x="2402967" y="1582420"/>
                  </a:lnTo>
                  <a:close/>
                </a:path>
                <a:path w="3108960" h="1905000">
                  <a:moveTo>
                    <a:pt x="2404237" y="1582420"/>
                  </a:moveTo>
                  <a:lnTo>
                    <a:pt x="2403348" y="1579880"/>
                  </a:lnTo>
                  <a:lnTo>
                    <a:pt x="2399881" y="1582420"/>
                  </a:lnTo>
                  <a:lnTo>
                    <a:pt x="2402967" y="1582420"/>
                  </a:lnTo>
                  <a:lnTo>
                    <a:pt x="2404237" y="1582420"/>
                  </a:lnTo>
                  <a:close/>
                </a:path>
                <a:path w="3108960" h="1905000">
                  <a:moveTo>
                    <a:pt x="2404427" y="1430375"/>
                  </a:moveTo>
                  <a:lnTo>
                    <a:pt x="2403475" y="1430070"/>
                  </a:lnTo>
                  <a:lnTo>
                    <a:pt x="2403271" y="1430070"/>
                  </a:lnTo>
                  <a:lnTo>
                    <a:pt x="2399195" y="1432623"/>
                  </a:lnTo>
                  <a:lnTo>
                    <a:pt x="2404427" y="1430375"/>
                  </a:lnTo>
                  <a:close/>
                </a:path>
                <a:path w="3108960" h="1905000">
                  <a:moveTo>
                    <a:pt x="2405253" y="1430070"/>
                  </a:moveTo>
                  <a:lnTo>
                    <a:pt x="2404427" y="1430375"/>
                  </a:lnTo>
                  <a:lnTo>
                    <a:pt x="2405253" y="1430642"/>
                  </a:lnTo>
                  <a:lnTo>
                    <a:pt x="2405253" y="1430070"/>
                  </a:lnTo>
                  <a:close/>
                </a:path>
                <a:path w="3108960" h="1905000">
                  <a:moveTo>
                    <a:pt x="2405507" y="1496060"/>
                  </a:moveTo>
                  <a:lnTo>
                    <a:pt x="2400427" y="1499870"/>
                  </a:lnTo>
                  <a:lnTo>
                    <a:pt x="2405507" y="1497330"/>
                  </a:lnTo>
                  <a:lnTo>
                    <a:pt x="2405507" y="1496060"/>
                  </a:lnTo>
                  <a:close/>
                </a:path>
                <a:path w="3108960" h="1905000">
                  <a:moveTo>
                    <a:pt x="2407323" y="970153"/>
                  </a:moveTo>
                  <a:lnTo>
                    <a:pt x="2405888" y="969568"/>
                  </a:lnTo>
                  <a:lnTo>
                    <a:pt x="2401786" y="967994"/>
                  </a:lnTo>
                  <a:lnTo>
                    <a:pt x="2404859" y="969314"/>
                  </a:lnTo>
                  <a:lnTo>
                    <a:pt x="2407323" y="970153"/>
                  </a:lnTo>
                  <a:close/>
                </a:path>
                <a:path w="3108960" h="1905000">
                  <a:moveTo>
                    <a:pt x="2410371" y="1430070"/>
                  </a:moveTo>
                  <a:lnTo>
                    <a:pt x="2407285" y="1431290"/>
                  </a:lnTo>
                  <a:lnTo>
                    <a:pt x="2405253" y="1430642"/>
                  </a:lnTo>
                  <a:lnTo>
                    <a:pt x="2405253" y="1432623"/>
                  </a:lnTo>
                  <a:lnTo>
                    <a:pt x="2406739" y="1431836"/>
                  </a:lnTo>
                  <a:lnTo>
                    <a:pt x="2407856" y="1431290"/>
                  </a:lnTo>
                  <a:lnTo>
                    <a:pt x="2410371" y="1430070"/>
                  </a:lnTo>
                  <a:close/>
                </a:path>
                <a:path w="3108960" h="1905000">
                  <a:moveTo>
                    <a:pt x="2411095" y="1497330"/>
                  </a:moveTo>
                  <a:lnTo>
                    <a:pt x="2409825" y="1497330"/>
                  </a:lnTo>
                  <a:lnTo>
                    <a:pt x="2399957" y="1501330"/>
                  </a:lnTo>
                  <a:lnTo>
                    <a:pt x="2401874" y="1500632"/>
                  </a:lnTo>
                  <a:lnTo>
                    <a:pt x="2411095" y="1497330"/>
                  </a:lnTo>
                  <a:close/>
                </a:path>
                <a:path w="3108960" h="1905000">
                  <a:moveTo>
                    <a:pt x="2413127" y="1492250"/>
                  </a:moveTo>
                  <a:lnTo>
                    <a:pt x="2404364" y="1493520"/>
                  </a:lnTo>
                  <a:lnTo>
                    <a:pt x="2393188" y="1496060"/>
                  </a:lnTo>
                  <a:lnTo>
                    <a:pt x="2393188" y="1498600"/>
                  </a:lnTo>
                  <a:lnTo>
                    <a:pt x="2399538" y="1496060"/>
                  </a:lnTo>
                  <a:lnTo>
                    <a:pt x="2405507" y="1496060"/>
                  </a:lnTo>
                  <a:lnTo>
                    <a:pt x="2410206" y="1496060"/>
                  </a:lnTo>
                  <a:lnTo>
                    <a:pt x="2413127" y="1492250"/>
                  </a:lnTo>
                  <a:close/>
                </a:path>
                <a:path w="3108960" h="1905000">
                  <a:moveTo>
                    <a:pt x="2415832" y="1411389"/>
                  </a:moveTo>
                  <a:lnTo>
                    <a:pt x="2414828" y="1411554"/>
                  </a:lnTo>
                  <a:lnTo>
                    <a:pt x="2414143" y="1412240"/>
                  </a:lnTo>
                  <a:lnTo>
                    <a:pt x="2415832" y="1411389"/>
                  </a:lnTo>
                  <a:close/>
                </a:path>
                <a:path w="3108960" h="1905000">
                  <a:moveTo>
                    <a:pt x="2416581" y="1409801"/>
                  </a:moveTo>
                  <a:lnTo>
                    <a:pt x="2416441" y="1409801"/>
                  </a:lnTo>
                  <a:lnTo>
                    <a:pt x="2410587" y="1412240"/>
                  </a:lnTo>
                  <a:lnTo>
                    <a:pt x="2414828" y="1411554"/>
                  </a:lnTo>
                  <a:lnTo>
                    <a:pt x="2416581" y="1409801"/>
                  </a:lnTo>
                  <a:close/>
                </a:path>
                <a:path w="3108960" h="1905000">
                  <a:moveTo>
                    <a:pt x="2426970" y="1492250"/>
                  </a:moveTo>
                  <a:lnTo>
                    <a:pt x="2423160" y="1493520"/>
                  </a:lnTo>
                  <a:lnTo>
                    <a:pt x="2425700" y="1493520"/>
                  </a:lnTo>
                  <a:lnTo>
                    <a:pt x="2426970" y="1492250"/>
                  </a:lnTo>
                  <a:close/>
                </a:path>
                <a:path w="3108960" h="1905000">
                  <a:moveTo>
                    <a:pt x="2431542" y="1405890"/>
                  </a:moveTo>
                  <a:lnTo>
                    <a:pt x="2424519" y="1408544"/>
                  </a:lnTo>
                  <a:lnTo>
                    <a:pt x="2424811" y="1408544"/>
                  </a:lnTo>
                  <a:lnTo>
                    <a:pt x="2426195" y="1409712"/>
                  </a:lnTo>
                  <a:lnTo>
                    <a:pt x="2429929" y="1408544"/>
                  </a:lnTo>
                  <a:lnTo>
                    <a:pt x="2430208" y="1408544"/>
                  </a:lnTo>
                  <a:lnTo>
                    <a:pt x="2431542" y="1405890"/>
                  </a:lnTo>
                  <a:close/>
                </a:path>
                <a:path w="3108960" h="1905000">
                  <a:moveTo>
                    <a:pt x="2433891" y="1489798"/>
                  </a:moveTo>
                  <a:lnTo>
                    <a:pt x="2432304" y="1490980"/>
                  </a:lnTo>
                  <a:lnTo>
                    <a:pt x="2430653" y="1492250"/>
                  </a:lnTo>
                  <a:lnTo>
                    <a:pt x="2432177" y="1492250"/>
                  </a:lnTo>
                  <a:lnTo>
                    <a:pt x="2433891" y="1489798"/>
                  </a:lnTo>
                  <a:close/>
                </a:path>
                <a:path w="3108960" h="1905000">
                  <a:moveTo>
                    <a:pt x="2435225" y="1412240"/>
                  </a:moveTo>
                  <a:lnTo>
                    <a:pt x="2434920" y="1409979"/>
                  </a:lnTo>
                  <a:lnTo>
                    <a:pt x="2434894" y="1409801"/>
                  </a:lnTo>
                  <a:lnTo>
                    <a:pt x="2432558" y="1410970"/>
                  </a:lnTo>
                  <a:lnTo>
                    <a:pt x="2435225" y="1412240"/>
                  </a:lnTo>
                  <a:close/>
                </a:path>
                <a:path w="3108960" h="1905000">
                  <a:moveTo>
                    <a:pt x="2441537" y="1408544"/>
                  </a:moveTo>
                  <a:lnTo>
                    <a:pt x="2438654" y="1407160"/>
                  </a:lnTo>
                  <a:lnTo>
                    <a:pt x="2439035" y="1405890"/>
                  </a:lnTo>
                  <a:lnTo>
                    <a:pt x="2434336" y="1405890"/>
                  </a:lnTo>
                  <a:lnTo>
                    <a:pt x="2433320" y="1407160"/>
                  </a:lnTo>
                  <a:lnTo>
                    <a:pt x="2431783" y="1409712"/>
                  </a:lnTo>
                  <a:lnTo>
                    <a:pt x="2434793" y="1409052"/>
                  </a:lnTo>
                  <a:lnTo>
                    <a:pt x="2434729" y="1408544"/>
                  </a:lnTo>
                  <a:lnTo>
                    <a:pt x="2437142" y="1408544"/>
                  </a:lnTo>
                  <a:lnTo>
                    <a:pt x="2434793" y="1409052"/>
                  </a:lnTo>
                  <a:lnTo>
                    <a:pt x="2434894" y="1409801"/>
                  </a:lnTo>
                  <a:lnTo>
                    <a:pt x="2437422" y="1408544"/>
                  </a:lnTo>
                  <a:lnTo>
                    <a:pt x="2441537" y="1408544"/>
                  </a:lnTo>
                  <a:close/>
                </a:path>
                <a:path w="3108960" h="1905000">
                  <a:moveTo>
                    <a:pt x="2446566" y="1423809"/>
                  </a:moveTo>
                  <a:lnTo>
                    <a:pt x="2445296" y="1423809"/>
                  </a:lnTo>
                  <a:lnTo>
                    <a:pt x="2444851" y="1424076"/>
                  </a:lnTo>
                  <a:lnTo>
                    <a:pt x="2446566" y="1423809"/>
                  </a:lnTo>
                  <a:close/>
                </a:path>
                <a:path w="3108960" h="1905000">
                  <a:moveTo>
                    <a:pt x="2451150" y="1424076"/>
                  </a:moveTo>
                  <a:lnTo>
                    <a:pt x="2450681" y="1423809"/>
                  </a:lnTo>
                  <a:lnTo>
                    <a:pt x="2450147" y="1423809"/>
                  </a:lnTo>
                  <a:lnTo>
                    <a:pt x="2449525" y="1424076"/>
                  </a:lnTo>
                  <a:lnTo>
                    <a:pt x="2451150" y="1424076"/>
                  </a:lnTo>
                  <a:close/>
                </a:path>
                <a:path w="3108960" h="1905000">
                  <a:moveTo>
                    <a:pt x="2452624" y="1424940"/>
                  </a:moveTo>
                  <a:lnTo>
                    <a:pt x="2447544" y="1424940"/>
                  </a:lnTo>
                  <a:lnTo>
                    <a:pt x="2443480" y="1424940"/>
                  </a:lnTo>
                  <a:lnTo>
                    <a:pt x="2439416" y="1424940"/>
                  </a:lnTo>
                  <a:lnTo>
                    <a:pt x="2433574" y="1426210"/>
                  </a:lnTo>
                  <a:lnTo>
                    <a:pt x="2436495" y="1427480"/>
                  </a:lnTo>
                  <a:lnTo>
                    <a:pt x="2442718" y="1427480"/>
                  </a:lnTo>
                  <a:lnTo>
                    <a:pt x="2438704" y="1430070"/>
                  </a:lnTo>
                  <a:lnTo>
                    <a:pt x="2444750" y="1427480"/>
                  </a:lnTo>
                  <a:lnTo>
                    <a:pt x="2452624" y="1424940"/>
                  </a:lnTo>
                  <a:close/>
                </a:path>
                <a:path w="3108960" h="1905000">
                  <a:moveTo>
                    <a:pt x="2456180" y="1409979"/>
                  </a:moveTo>
                  <a:lnTo>
                    <a:pt x="2447544" y="1412240"/>
                  </a:lnTo>
                  <a:lnTo>
                    <a:pt x="2454275" y="1410970"/>
                  </a:lnTo>
                  <a:lnTo>
                    <a:pt x="2456180" y="1409979"/>
                  </a:lnTo>
                  <a:close/>
                </a:path>
                <a:path w="3108960" h="1905000">
                  <a:moveTo>
                    <a:pt x="2458491" y="1409801"/>
                  </a:moveTo>
                  <a:lnTo>
                    <a:pt x="2457285" y="1409382"/>
                  </a:lnTo>
                  <a:lnTo>
                    <a:pt x="2456180" y="1409979"/>
                  </a:lnTo>
                  <a:lnTo>
                    <a:pt x="2456815" y="1409801"/>
                  </a:lnTo>
                  <a:lnTo>
                    <a:pt x="2458491" y="1409801"/>
                  </a:lnTo>
                  <a:close/>
                </a:path>
                <a:path w="3108960" h="1905000">
                  <a:moveTo>
                    <a:pt x="2458897" y="1408544"/>
                  </a:moveTo>
                  <a:lnTo>
                    <a:pt x="2454833" y="1408544"/>
                  </a:lnTo>
                  <a:lnTo>
                    <a:pt x="2457285" y="1409382"/>
                  </a:lnTo>
                  <a:lnTo>
                    <a:pt x="2458897" y="1408544"/>
                  </a:lnTo>
                  <a:close/>
                </a:path>
                <a:path w="3108960" h="1905000">
                  <a:moveTo>
                    <a:pt x="2466213" y="1427480"/>
                  </a:moveTo>
                  <a:lnTo>
                    <a:pt x="2464943" y="1426210"/>
                  </a:lnTo>
                  <a:lnTo>
                    <a:pt x="2457069" y="1428750"/>
                  </a:lnTo>
                  <a:lnTo>
                    <a:pt x="2450719" y="1427480"/>
                  </a:lnTo>
                  <a:lnTo>
                    <a:pt x="2443988" y="1431290"/>
                  </a:lnTo>
                  <a:lnTo>
                    <a:pt x="2450985" y="1430070"/>
                  </a:lnTo>
                  <a:lnTo>
                    <a:pt x="2461260" y="1428750"/>
                  </a:lnTo>
                  <a:lnTo>
                    <a:pt x="2466213" y="1427480"/>
                  </a:lnTo>
                  <a:close/>
                </a:path>
                <a:path w="3108960" h="1905000">
                  <a:moveTo>
                    <a:pt x="2468486" y="1408747"/>
                  </a:moveTo>
                  <a:lnTo>
                    <a:pt x="2468321" y="1408544"/>
                  </a:lnTo>
                  <a:lnTo>
                    <a:pt x="2466327" y="1408544"/>
                  </a:lnTo>
                  <a:lnTo>
                    <a:pt x="2468486" y="1408747"/>
                  </a:lnTo>
                  <a:close/>
                </a:path>
                <a:path w="3108960" h="1905000">
                  <a:moveTo>
                    <a:pt x="2468829" y="1407160"/>
                  </a:moveTo>
                  <a:lnTo>
                    <a:pt x="2468740" y="1406690"/>
                  </a:lnTo>
                  <a:lnTo>
                    <a:pt x="2464968" y="1408544"/>
                  </a:lnTo>
                  <a:lnTo>
                    <a:pt x="2466124" y="1408544"/>
                  </a:lnTo>
                  <a:lnTo>
                    <a:pt x="2468829" y="1407160"/>
                  </a:lnTo>
                  <a:close/>
                </a:path>
                <a:path w="3108960" h="1905000">
                  <a:moveTo>
                    <a:pt x="2472944" y="1404620"/>
                  </a:moveTo>
                  <a:lnTo>
                    <a:pt x="2468867" y="1405890"/>
                  </a:lnTo>
                  <a:lnTo>
                    <a:pt x="2468588" y="1405890"/>
                  </a:lnTo>
                  <a:lnTo>
                    <a:pt x="2468740" y="1406690"/>
                  </a:lnTo>
                  <a:lnTo>
                    <a:pt x="2472944" y="1404620"/>
                  </a:lnTo>
                  <a:close/>
                </a:path>
                <a:path w="3108960" h="1905000">
                  <a:moveTo>
                    <a:pt x="2484882" y="1405890"/>
                  </a:moveTo>
                  <a:lnTo>
                    <a:pt x="2483866" y="1403350"/>
                  </a:lnTo>
                  <a:lnTo>
                    <a:pt x="2474214" y="1404620"/>
                  </a:lnTo>
                  <a:lnTo>
                    <a:pt x="2480691" y="1404620"/>
                  </a:lnTo>
                  <a:lnTo>
                    <a:pt x="2476246" y="1407160"/>
                  </a:lnTo>
                  <a:lnTo>
                    <a:pt x="2484882" y="1405890"/>
                  </a:lnTo>
                  <a:close/>
                </a:path>
                <a:path w="3108960" h="1905000">
                  <a:moveTo>
                    <a:pt x="2498090" y="1404620"/>
                  </a:moveTo>
                  <a:lnTo>
                    <a:pt x="2489581" y="1407160"/>
                  </a:lnTo>
                  <a:lnTo>
                    <a:pt x="2489454" y="1405890"/>
                  </a:lnTo>
                  <a:lnTo>
                    <a:pt x="2481643" y="1408544"/>
                  </a:lnTo>
                  <a:lnTo>
                    <a:pt x="2481961" y="1408544"/>
                  </a:lnTo>
                  <a:lnTo>
                    <a:pt x="2482075" y="1409712"/>
                  </a:lnTo>
                  <a:lnTo>
                    <a:pt x="2490089" y="1407160"/>
                  </a:lnTo>
                  <a:lnTo>
                    <a:pt x="2498090" y="1404620"/>
                  </a:lnTo>
                  <a:close/>
                </a:path>
                <a:path w="3108960" h="1905000">
                  <a:moveTo>
                    <a:pt x="2510028" y="979424"/>
                  </a:moveTo>
                  <a:lnTo>
                    <a:pt x="2506345" y="976884"/>
                  </a:lnTo>
                  <a:lnTo>
                    <a:pt x="2501265" y="978179"/>
                  </a:lnTo>
                  <a:lnTo>
                    <a:pt x="2502928" y="978179"/>
                  </a:lnTo>
                  <a:lnTo>
                    <a:pt x="2506815" y="979424"/>
                  </a:lnTo>
                  <a:lnTo>
                    <a:pt x="2510028" y="979424"/>
                  </a:lnTo>
                  <a:close/>
                </a:path>
                <a:path w="3108960" h="1905000">
                  <a:moveTo>
                    <a:pt x="2519654" y="1573530"/>
                  </a:moveTo>
                  <a:lnTo>
                    <a:pt x="2429510" y="1573530"/>
                  </a:lnTo>
                  <a:lnTo>
                    <a:pt x="2427732" y="1573530"/>
                  </a:lnTo>
                  <a:lnTo>
                    <a:pt x="2422398" y="1573530"/>
                  </a:lnTo>
                  <a:lnTo>
                    <a:pt x="2419096" y="1576070"/>
                  </a:lnTo>
                  <a:lnTo>
                    <a:pt x="2412873" y="1577340"/>
                  </a:lnTo>
                  <a:lnTo>
                    <a:pt x="2408720" y="1581150"/>
                  </a:lnTo>
                  <a:lnTo>
                    <a:pt x="2406281" y="1583690"/>
                  </a:lnTo>
                  <a:lnTo>
                    <a:pt x="2402192" y="1586255"/>
                  </a:lnTo>
                  <a:lnTo>
                    <a:pt x="2393315" y="1590040"/>
                  </a:lnTo>
                  <a:lnTo>
                    <a:pt x="2390254" y="1588770"/>
                  </a:lnTo>
                  <a:lnTo>
                    <a:pt x="2392197" y="1587500"/>
                  </a:lnTo>
                  <a:lnTo>
                    <a:pt x="2394674" y="1586255"/>
                  </a:lnTo>
                  <a:lnTo>
                    <a:pt x="2393251" y="1585023"/>
                  </a:lnTo>
                  <a:lnTo>
                    <a:pt x="2395258" y="1585023"/>
                  </a:lnTo>
                  <a:lnTo>
                    <a:pt x="2396490" y="1582420"/>
                  </a:lnTo>
                  <a:lnTo>
                    <a:pt x="2394458" y="1583690"/>
                  </a:lnTo>
                  <a:lnTo>
                    <a:pt x="2393696" y="1583690"/>
                  </a:lnTo>
                  <a:lnTo>
                    <a:pt x="2392896" y="1585023"/>
                  </a:lnTo>
                  <a:lnTo>
                    <a:pt x="2393111" y="1585023"/>
                  </a:lnTo>
                  <a:lnTo>
                    <a:pt x="2391778" y="1586255"/>
                  </a:lnTo>
                  <a:lnTo>
                    <a:pt x="2391156" y="1587500"/>
                  </a:lnTo>
                  <a:lnTo>
                    <a:pt x="2385187" y="1588770"/>
                  </a:lnTo>
                  <a:lnTo>
                    <a:pt x="2384298" y="1587500"/>
                  </a:lnTo>
                  <a:lnTo>
                    <a:pt x="2383663" y="1587500"/>
                  </a:lnTo>
                  <a:lnTo>
                    <a:pt x="2382151" y="1586255"/>
                  </a:lnTo>
                  <a:lnTo>
                    <a:pt x="2377059" y="1587500"/>
                  </a:lnTo>
                  <a:lnTo>
                    <a:pt x="2379180" y="1592834"/>
                  </a:lnTo>
                  <a:lnTo>
                    <a:pt x="2381110" y="1592834"/>
                  </a:lnTo>
                  <a:lnTo>
                    <a:pt x="2384298" y="1591310"/>
                  </a:lnTo>
                  <a:lnTo>
                    <a:pt x="2386203" y="1593850"/>
                  </a:lnTo>
                  <a:lnTo>
                    <a:pt x="2370709" y="1596390"/>
                  </a:lnTo>
                  <a:lnTo>
                    <a:pt x="2366010" y="1598930"/>
                  </a:lnTo>
                  <a:lnTo>
                    <a:pt x="2368550" y="1598930"/>
                  </a:lnTo>
                  <a:lnTo>
                    <a:pt x="2377186" y="1596390"/>
                  </a:lnTo>
                  <a:lnTo>
                    <a:pt x="2378583" y="1597660"/>
                  </a:lnTo>
                  <a:lnTo>
                    <a:pt x="2367407" y="1601470"/>
                  </a:lnTo>
                  <a:lnTo>
                    <a:pt x="2372614" y="1604010"/>
                  </a:lnTo>
                  <a:lnTo>
                    <a:pt x="2369693" y="1606550"/>
                  </a:lnTo>
                  <a:lnTo>
                    <a:pt x="2364232" y="1606550"/>
                  </a:lnTo>
                  <a:lnTo>
                    <a:pt x="2363673" y="1605280"/>
                  </a:lnTo>
                  <a:lnTo>
                    <a:pt x="2363990" y="1604010"/>
                  </a:lnTo>
                  <a:lnTo>
                    <a:pt x="2361184" y="1602740"/>
                  </a:lnTo>
                  <a:lnTo>
                    <a:pt x="2349373" y="1602740"/>
                  </a:lnTo>
                  <a:lnTo>
                    <a:pt x="2350516" y="1601470"/>
                  </a:lnTo>
                  <a:lnTo>
                    <a:pt x="2341499" y="1604010"/>
                  </a:lnTo>
                  <a:lnTo>
                    <a:pt x="2341372" y="1606550"/>
                  </a:lnTo>
                  <a:lnTo>
                    <a:pt x="2335784" y="1609090"/>
                  </a:lnTo>
                  <a:lnTo>
                    <a:pt x="2334260" y="1609090"/>
                  </a:lnTo>
                  <a:lnTo>
                    <a:pt x="2325624" y="1612900"/>
                  </a:lnTo>
                  <a:lnTo>
                    <a:pt x="2322830" y="1617980"/>
                  </a:lnTo>
                  <a:lnTo>
                    <a:pt x="2317369" y="1618602"/>
                  </a:lnTo>
                  <a:lnTo>
                    <a:pt x="2317115" y="1619250"/>
                  </a:lnTo>
                  <a:lnTo>
                    <a:pt x="2311781" y="1620520"/>
                  </a:lnTo>
                  <a:lnTo>
                    <a:pt x="2312670" y="1623060"/>
                  </a:lnTo>
                  <a:lnTo>
                    <a:pt x="2310130" y="1621790"/>
                  </a:lnTo>
                  <a:lnTo>
                    <a:pt x="2301417" y="1623060"/>
                  </a:lnTo>
                  <a:lnTo>
                    <a:pt x="2301214" y="1624330"/>
                  </a:lnTo>
                  <a:lnTo>
                    <a:pt x="2295906" y="1628140"/>
                  </a:lnTo>
                  <a:lnTo>
                    <a:pt x="2292223" y="1630680"/>
                  </a:lnTo>
                  <a:lnTo>
                    <a:pt x="2290394" y="1631950"/>
                  </a:lnTo>
                  <a:lnTo>
                    <a:pt x="2289429" y="1634490"/>
                  </a:lnTo>
                  <a:lnTo>
                    <a:pt x="2284603" y="1634490"/>
                  </a:lnTo>
                  <a:lnTo>
                    <a:pt x="2282825" y="1633220"/>
                  </a:lnTo>
                  <a:lnTo>
                    <a:pt x="2281682" y="1631950"/>
                  </a:lnTo>
                  <a:lnTo>
                    <a:pt x="2288413" y="1630680"/>
                  </a:lnTo>
                  <a:lnTo>
                    <a:pt x="2292223" y="1630680"/>
                  </a:lnTo>
                  <a:lnTo>
                    <a:pt x="2291715" y="1628140"/>
                  </a:lnTo>
                  <a:lnTo>
                    <a:pt x="2286762" y="1630680"/>
                  </a:lnTo>
                  <a:lnTo>
                    <a:pt x="2279523" y="1630680"/>
                  </a:lnTo>
                  <a:lnTo>
                    <a:pt x="2280031" y="1633220"/>
                  </a:lnTo>
                  <a:lnTo>
                    <a:pt x="2270506" y="1638300"/>
                  </a:lnTo>
                  <a:lnTo>
                    <a:pt x="2273681" y="1639570"/>
                  </a:lnTo>
                  <a:lnTo>
                    <a:pt x="2267331" y="1640840"/>
                  </a:lnTo>
                  <a:lnTo>
                    <a:pt x="2262251" y="1642110"/>
                  </a:lnTo>
                  <a:lnTo>
                    <a:pt x="2258822" y="1639570"/>
                  </a:lnTo>
                  <a:lnTo>
                    <a:pt x="2256777" y="1643380"/>
                  </a:lnTo>
                  <a:lnTo>
                    <a:pt x="2268334" y="1643380"/>
                  </a:lnTo>
                  <a:lnTo>
                    <a:pt x="2263521" y="1645920"/>
                  </a:lnTo>
                  <a:lnTo>
                    <a:pt x="2258364" y="1647190"/>
                  </a:lnTo>
                  <a:lnTo>
                    <a:pt x="2258123" y="1645920"/>
                  </a:lnTo>
                  <a:lnTo>
                    <a:pt x="2257933" y="1644967"/>
                  </a:lnTo>
                  <a:lnTo>
                    <a:pt x="2257869" y="1644650"/>
                  </a:lnTo>
                  <a:lnTo>
                    <a:pt x="2252726" y="1645920"/>
                  </a:lnTo>
                  <a:lnTo>
                    <a:pt x="2254123" y="1644650"/>
                  </a:lnTo>
                  <a:lnTo>
                    <a:pt x="2245969" y="1645920"/>
                  </a:lnTo>
                  <a:lnTo>
                    <a:pt x="2246909" y="1647190"/>
                  </a:lnTo>
                  <a:lnTo>
                    <a:pt x="2249906" y="1649730"/>
                  </a:lnTo>
                  <a:lnTo>
                    <a:pt x="2247900" y="1652270"/>
                  </a:lnTo>
                  <a:lnTo>
                    <a:pt x="2244674" y="1651000"/>
                  </a:lnTo>
                  <a:lnTo>
                    <a:pt x="2244344" y="1649730"/>
                  </a:lnTo>
                  <a:lnTo>
                    <a:pt x="2238502" y="1649730"/>
                  </a:lnTo>
                  <a:lnTo>
                    <a:pt x="2234095" y="1652270"/>
                  </a:lnTo>
                  <a:lnTo>
                    <a:pt x="2231948" y="1653565"/>
                  </a:lnTo>
                  <a:lnTo>
                    <a:pt x="2238121" y="1656080"/>
                  </a:lnTo>
                  <a:lnTo>
                    <a:pt x="2227961" y="1658620"/>
                  </a:lnTo>
                  <a:lnTo>
                    <a:pt x="2226703" y="1657489"/>
                  </a:lnTo>
                  <a:lnTo>
                    <a:pt x="2226322" y="1657489"/>
                  </a:lnTo>
                  <a:lnTo>
                    <a:pt x="2221865" y="1659890"/>
                  </a:lnTo>
                  <a:lnTo>
                    <a:pt x="2210435" y="1663700"/>
                  </a:lnTo>
                  <a:lnTo>
                    <a:pt x="2205736" y="1664970"/>
                  </a:lnTo>
                  <a:lnTo>
                    <a:pt x="2205228" y="1664970"/>
                  </a:lnTo>
                  <a:lnTo>
                    <a:pt x="2205863" y="1663700"/>
                  </a:lnTo>
                  <a:lnTo>
                    <a:pt x="2200440" y="1666278"/>
                  </a:lnTo>
                  <a:lnTo>
                    <a:pt x="2199500" y="1666278"/>
                  </a:lnTo>
                  <a:lnTo>
                    <a:pt x="2198484" y="1667510"/>
                  </a:lnTo>
                  <a:lnTo>
                    <a:pt x="2192909" y="1668780"/>
                  </a:lnTo>
                  <a:lnTo>
                    <a:pt x="2193798" y="1670050"/>
                  </a:lnTo>
                  <a:lnTo>
                    <a:pt x="2200148" y="1668780"/>
                  </a:lnTo>
                  <a:lnTo>
                    <a:pt x="2210816" y="1666278"/>
                  </a:lnTo>
                  <a:lnTo>
                    <a:pt x="2211451" y="1664970"/>
                  </a:lnTo>
                  <a:lnTo>
                    <a:pt x="2212086" y="1663700"/>
                  </a:lnTo>
                  <a:lnTo>
                    <a:pt x="2210841" y="1666252"/>
                  </a:lnTo>
                  <a:lnTo>
                    <a:pt x="2212898" y="1665744"/>
                  </a:lnTo>
                  <a:lnTo>
                    <a:pt x="2222335" y="1663700"/>
                  </a:lnTo>
                  <a:lnTo>
                    <a:pt x="2228215" y="1662430"/>
                  </a:lnTo>
                  <a:lnTo>
                    <a:pt x="2231390" y="1664970"/>
                  </a:lnTo>
                  <a:lnTo>
                    <a:pt x="2230247" y="1663700"/>
                  </a:lnTo>
                  <a:lnTo>
                    <a:pt x="2238337" y="1662430"/>
                  </a:lnTo>
                  <a:lnTo>
                    <a:pt x="2246426" y="1661160"/>
                  </a:lnTo>
                  <a:lnTo>
                    <a:pt x="2261489" y="1658620"/>
                  </a:lnTo>
                  <a:lnTo>
                    <a:pt x="2285898" y="1652270"/>
                  </a:lnTo>
                  <a:lnTo>
                    <a:pt x="2290826" y="1651000"/>
                  </a:lnTo>
                  <a:lnTo>
                    <a:pt x="2295652" y="1647190"/>
                  </a:lnTo>
                  <a:lnTo>
                    <a:pt x="2303170" y="1644650"/>
                  </a:lnTo>
                  <a:lnTo>
                    <a:pt x="2311209" y="1642110"/>
                  </a:lnTo>
                  <a:lnTo>
                    <a:pt x="2317623" y="1639570"/>
                  </a:lnTo>
                  <a:lnTo>
                    <a:pt x="2311908" y="1637030"/>
                  </a:lnTo>
                  <a:lnTo>
                    <a:pt x="2318385" y="1638300"/>
                  </a:lnTo>
                  <a:lnTo>
                    <a:pt x="2321052" y="1637030"/>
                  </a:lnTo>
                  <a:lnTo>
                    <a:pt x="2326386" y="1634490"/>
                  </a:lnTo>
                  <a:lnTo>
                    <a:pt x="2322322" y="1637030"/>
                  </a:lnTo>
                  <a:lnTo>
                    <a:pt x="2331720" y="1635760"/>
                  </a:lnTo>
                  <a:lnTo>
                    <a:pt x="2335911" y="1635760"/>
                  </a:lnTo>
                  <a:lnTo>
                    <a:pt x="2335784" y="1634490"/>
                  </a:lnTo>
                  <a:lnTo>
                    <a:pt x="2338832" y="1631950"/>
                  </a:lnTo>
                  <a:lnTo>
                    <a:pt x="2343531" y="1631950"/>
                  </a:lnTo>
                  <a:lnTo>
                    <a:pt x="2361819" y="1629410"/>
                  </a:lnTo>
                  <a:lnTo>
                    <a:pt x="2360930" y="1626870"/>
                  </a:lnTo>
                  <a:lnTo>
                    <a:pt x="2364409" y="1625790"/>
                  </a:lnTo>
                  <a:lnTo>
                    <a:pt x="2364105" y="1625600"/>
                  </a:lnTo>
                  <a:lnTo>
                    <a:pt x="2364994" y="1625600"/>
                  </a:lnTo>
                  <a:lnTo>
                    <a:pt x="2369058" y="1624330"/>
                  </a:lnTo>
                  <a:lnTo>
                    <a:pt x="2365502" y="1625600"/>
                  </a:lnTo>
                  <a:lnTo>
                    <a:pt x="2369058" y="1625600"/>
                  </a:lnTo>
                  <a:lnTo>
                    <a:pt x="2375408" y="1624330"/>
                  </a:lnTo>
                  <a:lnTo>
                    <a:pt x="2378519" y="1623060"/>
                  </a:lnTo>
                  <a:lnTo>
                    <a:pt x="2381631" y="1621790"/>
                  </a:lnTo>
                  <a:lnTo>
                    <a:pt x="2388120" y="1620520"/>
                  </a:lnTo>
                  <a:lnTo>
                    <a:pt x="2395347" y="1617980"/>
                  </a:lnTo>
                  <a:lnTo>
                    <a:pt x="2388489" y="1616710"/>
                  </a:lnTo>
                  <a:lnTo>
                    <a:pt x="2401570" y="1614170"/>
                  </a:lnTo>
                  <a:lnTo>
                    <a:pt x="2402967" y="1612900"/>
                  </a:lnTo>
                  <a:lnTo>
                    <a:pt x="2404237" y="1612900"/>
                  </a:lnTo>
                  <a:lnTo>
                    <a:pt x="2411095" y="1611630"/>
                  </a:lnTo>
                  <a:lnTo>
                    <a:pt x="2415159" y="1610360"/>
                  </a:lnTo>
                  <a:lnTo>
                    <a:pt x="2414397" y="1607820"/>
                  </a:lnTo>
                  <a:lnTo>
                    <a:pt x="2414397" y="1606550"/>
                  </a:lnTo>
                  <a:lnTo>
                    <a:pt x="2414397" y="1605280"/>
                  </a:lnTo>
                  <a:lnTo>
                    <a:pt x="2424430" y="1605280"/>
                  </a:lnTo>
                  <a:lnTo>
                    <a:pt x="2428240" y="1602740"/>
                  </a:lnTo>
                  <a:lnTo>
                    <a:pt x="2425319" y="1602740"/>
                  </a:lnTo>
                  <a:lnTo>
                    <a:pt x="2429446" y="1601470"/>
                  </a:lnTo>
                  <a:lnTo>
                    <a:pt x="2436838" y="1600200"/>
                  </a:lnTo>
                  <a:lnTo>
                    <a:pt x="2445423" y="1597660"/>
                  </a:lnTo>
                  <a:lnTo>
                    <a:pt x="2453132" y="1596390"/>
                  </a:lnTo>
                  <a:lnTo>
                    <a:pt x="2463914" y="1591310"/>
                  </a:lnTo>
                  <a:lnTo>
                    <a:pt x="2466606" y="1590040"/>
                  </a:lnTo>
                  <a:lnTo>
                    <a:pt x="2477249" y="1585023"/>
                  </a:lnTo>
                  <a:lnTo>
                    <a:pt x="2506243" y="1577340"/>
                  </a:lnTo>
                  <a:lnTo>
                    <a:pt x="2519654" y="1573530"/>
                  </a:lnTo>
                  <a:close/>
                </a:path>
                <a:path w="3108960" h="1905000">
                  <a:moveTo>
                    <a:pt x="2529586" y="1405890"/>
                  </a:moveTo>
                  <a:lnTo>
                    <a:pt x="2529332" y="1404620"/>
                  </a:lnTo>
                  <a:lnTo>
                    <a:pt x="2529078" y="1404620"/>
                  </a:lnTo>
                  <a:lnTo>
                    <a:pt x="2529586" y="1405890"/>
                  </a:lnTo>
                  <a:close/>
                </a:path>
                <a:path w="3108960" h="1905000">
                  <a:moveTo>
                    <a:pt x="2552560" y="1419974"/>
                  </a:moveTo>
                  <a:lnTo>
                    <a:pt x="2547658" y="1420977"/>
                  </a:lnTo>
                  <a:lnTo>
                    <a:pt x="2547734" y="1421142"/>
                  </a:lnTo>
                  <a:lnTo>
                    <a:pt x="2552560" y="1419974"/>
                  </a:lnTo>
                  <a:close/>
                </a:path>
                <a:path w="3108960" h="1905000">
                  <a:moveTo>
                    <a:pt x="2563711" y="1555178"/>
                  </a:moveTo>
                  <a:lnTo>
                    <a:pt x="2562098" y="1555750"/>
                  </a:lnTo>
                  <a:lnTo>
                    <a:pt x="2562733" y="1555750"/>
                  </a:lnTo>
                  <a:lnTo>
                    <a:pt x="2563711" y="1555178"/>
                  </a:lnTo>
                  <a:close/>
                </a:path>
                <a:path w="3108960" h="1905000">
                  <a:moveTo>
                    <a:pt x="2571242" y="1551940"/>
                  </a:moveTo>
                  <a:lnTo>
                    <a:pt x="2565527" y="1553210"/>
                  </a:lnTo>
                  <a:lnTo>
                    <a:pt x="2567051" y="1553210"/>
                  </a:lnTo>
                  <a:lnTo>
                    <a:pt x="2563711" y="1555178"/>
                  </a:lnTo>
                  <a:lnTo>
                    <a:pt x="2565654" y="1554480"/>
                  </a:lnTo>
                  <a:lnTo>
                    <a:pt x="2567178" y="1554480"/>
                  </a:lnTo>
                  <a:lnTo>
                    <a:pt x="2571242" y="1551940"/>
                  </a:lnTo>
                  <a:close/>
                </a:path>
                <a:path w="3108960" h="1905000">
                  <a:moveTo>
                    <a:pt x="2587904" y="1121943"/>
                  </a:moveTo>
                  <a:lnTo>
                    <a:pt x="2587777" y="1121537"/>
                  </a:lnTo>
                  <a:lnTo>
                    <a:pt x="2587752" y="1120406"/>
                  </a:lnTo>
                  <a:lnTo>
                    <a:pt x="2587180" y="1121537"/>
                  </a:lnTo>
                  <a:lnTo>
                    <a:pt x="2586736" y="1121537"/>
                  </a:lnTo>
                  <a:lnTo>
                    <a:pt x="2587904" y="1121943"/>
                  </a:lnTo>
                  <a:close/>
                </a:path>
                <a:path w="3108960" h="1905000">
                  <a:moveTo>
                    <a:pt x="2589593" y="1413637"/>
                  </a:moveTo>
                  <a:lnTo>
                    <a:pt x="2586621" y="1414830"/>
                  </a:lnTo>
                  <a:lnTo>
                    <a:pt x="2588996" y="1414830"/>
                  </a:lnTo>
                  <a:lnTo>
                    <a:pt x="2589593" y="1413637"/>
                  </a:lnTo>
                  <a:close/>
                </a:path>
                <a:path w="3108960" h="1905000">
                  <a:moveTo>
                    <a:pt x="2595041" y="1121537"/>
                  </a:moveTo>
                  <a:lnTo>
                    <a:pt x="2591816" y="1121537"/>
                  </a:lnTo>
                  <a:lnTo>
                    <a:pt x="2594737" y="1122286"/>
                  </a:lnTo>
                  <a:lnTo>
                    <a:pt x="2595041" y="1121537"/>
                  </a:lnTo>
                  <a:close/>
                </a:path>
                <a:path w="3108960" h="1905000">
                  <a:moveTo>
                    <a:pt x="2598115" y="1548180"/>
                  </a:moveTo>
                  <a:lnTo>
                    <a:pt x="2589276" y="1546860"/>
                  </a:lnTo>
                  <a:lnTo>
                    <a:pt x="2596921" y="1545666"/>
                  </a:lnTo>
                  <a:lnTo>
                    <a:pt x="2597569" y="1545666"/>
                  </a:lnTo>
                  <a:lnTo>
                    <a:pt x="2594787" y="1544459"/>
                  </a:lnTo>
                  <a:lnTo>
                    <a:pt x="2593708" y="1545602"/>
                  </a:lnTo>
                  <a:lnTo>
                    <a:pt x="2594394" y="1544459"/>
                  </a:lnTo>
                  <a:lnTo>
                    <a:pt x="2594483" y="1544320"/>
                  </a:lnTo>
                  <a:lnTo>
                    <a:pt x="2594787" y="1544459"/>
                  </a:lnTo>
                  <a:lnTo>
                    <a:pt x="2594927" y="1544320"/>
                  </a:lnTo>
                  <a:lnTo>
                    <a:pt x="2596134" y="1543050"/>
                  </a:lnTo>
                  <a:lnTo>
                    <a:pt x="2593733" y="1544459"/>
                  </a:lnTo>
                  <a:lnTo>
                    <a:pt x="2591625" y="1545666"/>
                  </a:lnTo>
                  <a:lnTo>
                    <a:pt x="2585326" y="1548180"/>
                  </a:lnTo>
                  <a:lnTo>
                    <a:pt x="2578620" y="1550771"/>
                  </a:lnTo>
                  <a:lnTo>
                    <a:pt x="2582227" y="1550771"/>
                  </a:lnTo>
                  <a:lnTo>
                    <a:pt x="2580640" y="1553210"/>
                  </a:lnTo>
                  <a:lnTo>
                    <a:pt x="2582291" y="1551940"/>
                  </a:lnTo>
                  <a:lnTo>
                    <a:pt x="2588298" y="1548180"/>
                  </a:lnTo>
                  <a:lnTo>
                    <a:pt x="2588425" y="1548180"/>
                  </a:lnTo>
                  <a:lnTo>
                    <a:pt x="2589403" y="1549400"/>
                  </a:lnTo>
                  <a:lnTo>
                    <a:pt x="2597442" y="1548180"/>
                  </a:lnTo>
                  <a:lnTo>
                    <a:pt x="2598115" y="1548180"/>
                  </a:lnTo>
                  <a:close/>
                </a:path>
                <a:path w="3108960" h="1905000">
                  <a:moveTo>
                    <a:pt x="2598877" y="1416100"/>
                  </a:moveTo>
                  <a:lnTo>
                    <a:pt x="2592654" y="1414830"/>
                  </a:lnTo>
                  <a:lnTo>
                    <a:pt x="2592514" y="1414830"/>
                  </a:lnTo>
                  <a:lnTo>
                    <a:pt x="2594673" y="1416100"/>
                  </a:lnTo>
                  <a:lnTo>
                    <a:pt x="2594533" y="1416100"/>
                  </a:lnTo>
                  <a:lnTo>
                    <a:pt x="2592451" y="1417320"/>
                  </a:lnTo>
                  <a:lnTo>
                    <a:pt x="2596261" y="1417320"/>
                  </a:lnTo>
                  <a:lnTo>
                    <a:pt x="2598585" y="1416100"/>
                  </a:lnTo>
                  <a:lnTo>
                    <a:pt x="2598877" y="1416100"/>
                  </a:lnTo>
                  <a:close/>
                </a:path>
                <a:path w="3108960" h="1905000">
                  <a:moveTo>
                    <a:pt x="2607564" y="1394460"/>
                  </a:moveTo>
                  <a:lnTo>
                    <a:pt x="2602357" y="1395730"/>
                  </a:lnTo>
                  <a:lnTo>
                    <a:pt x="2590038" y="1395730"/>
                  </a:lnTo>
                  <a:lnTo>
                    <a:pt x="2589276" y="1397000"/>
                  </a:lnTo>
                  <a:lnTo>
                    <a:pt x="2591562" y="1398270"/>
                  </a:lnTo>
                  <a:lnTo>
                    <a:pt x="2602992" y="1395730"/>
                  </a:lnTo>
                  <a:lnTo>
                    <a:pt x="2607564" y="1394460"/>
                  </a:lnTo>
                  <a:close/>
                </a:path>
                <a:path w="3108960" h="1905000">
                  <a:moveTo>
                    <a:pt x="2607818" y="1148334"/>
                  </a:moveTo>
                  <a:lnTo>
                    <a:pt x="2607386" y="1145794"/>
                  </a:lnTo>
                  <a:lnTo>
                    <a:pt x="2605786" y="1145794"/>
                  </a:lnTo>
                  <a:lnTo>
                    <a:pt x="2605659" y="1147064"/>
                  </a:lnTo>
                  <a:lnTo>
                    <a:pt x="2607818" y="1148334"/>
                  </a:lnTo>
                  <a:close/>
                </a:path>
                <a:path w="3108960" h="1905000">
                  <a:moveTo>
                    <a:pt x="2609342" y="1393190"/>
                  </a:moveTo>
                  <a:lnTo>
                    <a:pt x="2608707" y="1394460"/>
                  </a:lnTo>
                  <a:lnTo>
                    <a:pt x="2608961" y="1394460"/>
                  </a:lnTo>
                  <a:lnTo>
                    <a:pt x="2609342" y="1393190"/>
                  </a:lnTo>
                  <a:close/>
                </a:path>
                <a:path w="3108960" h="1905000">
                  <a:moveTo>
                    <a:pt x="2633256" y="1116253"/>
                  </a:moveTo>
                  <a:lnTo>
                    <a:pt x="2632329" y="1115707"/>
                  </a:lnTo>
                  <a:lnTo>
                    <a:pt x="2632240" y="1116253"/>
                  </a:lnTo>
                  <a:lnTo>
                    <a:pt x="2633256" y="1116253"/>
                  </a:lnTo>
                  <a:close/>
                </a:path>
                <a:path w="3108960" h="1905000">
                  <a:moveTo>
                    <a:pt x="2638183" y="1119225"/>
                  </a:moveTo>
                  <a:lnTo>
                    <a:pt x="2637967" y="1118946"/>
                  </a:lnTo>
                  <a:lnTo>
                    <a:pt x="2637536" y="1117866"/>
                  </a:lnTo>
                  <a:lnTo>
                    <a:pt x="2637472" y="1117701"/>
                  </a:lnTo>
                  <a:lnTo>
                    <a:pt x="2637396" y="1117536"/>
                  </a:lnTo>
                  <a:lnTo>
                    <a:pt x="2637155" y="1117650"/>
                  </a:lnTo>
                  <a:lnTo>
                    <a:pt x="2637320" y="1117384"/>
                  </a:lnTo>
                  <a:lnTo>
                    <a:pt x="2636888" y="1116253"/>
                  </a:lnTo>
                  <a:lnTo>
                    <a:pt x="2636837" y="1116114"/>
                  </a:lnTo>
                  <a:lnTo>
                    <a:pt x="2636736" y="1115885"/>
                  </a:lnTo>
                  <a:lnTo>
                    <a:pt x="2636672" y="1115707"/>
                  </a:lnTo>
                  <a:lnTo>
                    <a:pt x="2636583" y="1115479"/>
                  </a:lnTo>
                  <a:lnTo>
                    <a:pt x="2636380" y="1115479"/>
                  </a:lnTo>
                  <a:lnTo>
                    <a:pt x="2635872" y="1116114"/>
                  </a:lnTo>
                  <a:lnTo>
                    <a:pt x="2635758" y="1116253"/>
                  </a:lnTo>
                  <a:lnTo>
                    <a:pt x="2633256" y="1116253"/>
                  </a:lnTo>
                  <a:lnTo>
                    <a:pt x="2638183" y="1119225"/>
                  </a:lnTo>
                  <a:close/>
                </a:path>
                <a:path w="3108960" h="1905000">
                  <a:moveTo>
                    <a:pt x="2638209" y="1117003"/>
                  </a:moveTo>
                  <a:lnTo>
                    <a:pt x="2638069" y="1117003"/>
                  </a:lnTo>
                  <a:lnTo>
                    <a:pt x="2637663" y="1117003"/>
                  </a:lnTo>
                  <a:lnTo>
                    <a:pt x="2637345" y="1117384"/>
                  </a:lnTo>
                  <a:lnTo>
                    <a:pt x="2637396" y="1117536"/>
                  </a:lnTo>
                  <a:lnTo>
                    <a:pt x="2638209" y="1117003"/>
                  </a:lnTo>
                  <a:close/>
                </a:path>
                <a:path w="3108960" h="1905000">
                  <a:moveTo>
                    <a:pt x="2638590" y="1116253"/>
                  </a:moveTo>
                  <a:lnTo>
                    <a:pt x="2638298" y="1116672"/>
                  </a:lnTo>
                  <a:lnTo>
                    <a:pt x="2638590" y="1116253"/>
                  </a:lnTo>
                  <a:close/>
                </a:path>
                <a:path w="3108960" h="1905000">
                  <a:moveTo>
                    <a:pt x="2639034" y="1115479"/>
                  </a:moveTo>
                  <a:lnTo>
                    <a:pt x="2637066" y="1115479"/>
                  </a:lnTo>
                  <a:lnTo>
                    <a:pt x="2638120" y="1116495"/>
                  </a:lnTo>
                  <a:lnTo>
                    <a:pt x="2639034" y="1115479"/>
                  </a:lnTo>
                  <a:close/>
                </a:path>
                <a:path w="3108960" h="1905000">
                  <a:moveTo>
                    <a:pt x="2639060" y="1117384"/>
                  </a:moveTo>
                  <a:lnTo>
                    <a:pt x="2638653" y="1117003"/>
                  </a:lnTo>
                  <a:lnTo>
                    <a:pt x="2638209" y="1117003"/>
                  </a:lnTo>
                  <a:lnTo>
                    <a:pt x="2638018" y="1117384"/>
                  </a:lnTo>
                  <a:lnTo>
                    <a:pt x="2637942" y="1117536"/>
                  </a:lnTo>
                  <a:lnTo>
                    <a:pt x="2637866" y="1117701"/>
                  </a:lnTo>
                  <a:lnTo>
                    <a:pt x="2637777" y="1117866"/>
                  </a:lnTo>
                  <a:lnTo>
                    <a:pt x="2639060" y="1117384"/>
                  </a:lnTo>
                  <a:close/>
                </a:path>
                <a:path w="3108960" h="1905000">
                  <a:moveTo>
                    <a:pt x="2639911" y="1115885"/>
                  </a:moveTo>
                  <a:lnTo>
                    <a:pt x="2639784" y="1115707"/>
                  </a:lnTo>
                  <a:lnTo>
                    <a:pt x="2639580" y="1115479"/>
                  </a:lnTo>
                  <a:lnTo>
                    <a:pt x="2639301" y="1115479"/>
                  </a:lnTo>
                  <a:lnTo>
                    <a:pt x="2638793" y="1116114"/>
                  </a:lnTo>
                  <a:lnTo>
                    <a:pt x="2638679" y="1116253"/>
                  </a:lnTo>
                  <a:lnTo>
                    <a:pt x="2639352" y="1116253"/>
                  </a:lnTo>
                  <a:lnTo>
                    <a:pt x="2639911" y="1115885"/>
                  </a:lnTo>
                  <a:close/>
                </a:path>
                <a:path w="3108960" h="1905000">
                  <a:moveTo>
                    <a:pt x="2641219" y="1116571"/>
                  </a:moveTo>
                  <a:lnTo>
                    <a:pt x="2640723" y="1116761"/>
                  </a:lnTo>
                  <a:lnTo>
                    <a:pt x="2640279" y="1116253"/>
                  </a:lnTo>
                  <a:lnTo>
                    <a:pt x="2639352" y="1116253"/>
                  </a:lnTo>
                  <a:lnTo>
                    <a:pt x="2638463" y="1116838"/>
                  </a:lnTo>
                  <a:lnTo>
                    <a:pt x="2638653" y="1117003"/>
                  </a:lnTo>
                  <a:lnTo>
                    <a:pt x="2640101" y="1117003"/>
                  </a:lnTo>
                  <a:lnTo>
                    <a:pt x="2639060" y="1117384"/>
                  </a:lnTo>
                  <a:lnTo>
                    <a:pt x="2639580" y="1117866"/>
                  </a:lnTo>
                  <a:lnTo>
                    <a:pt x="2639771" y="1117701"/>
                  </a:lnTo>
                  <a:lnTo>
                    <a:pt x="2640660" y="1117003"/>
                  </a:lnTo>
                  <a:lnTo>
                    <a:pt x="2640952" y="1117003"/>
                  </a:lnTo>
                  <a:lnTo>
                    <a:pt x="2640825" y="1116876"/>
                  </a:lnTo>
                  <a:lnTo>
                    <a:pt x="2641219" y="1116571"/>
                  </a:lnTo>
                  <a:close/>
                </a:path>
                <a:path w="3108960" h="1905000">
                  <a:moveTo>
                    <a:pt x="2641574" y="1117701"/>
                  </a:moveTo>
                  <a:lnTo>
                    <a:pt x="2641511" y="1117003"/>
                  </a:lnTo>
                  <a:lnTo>
                    <a:pt x="2640952" y="1117003"/>
                  </a:lnTo>
                  <a:lnTo>
                    <a:pt x="2641574" y="1117701"/>
                  </a:lnTo>
                  <a:close/>
                </a:path>
                <a:path w="3108960" h="1905000">
                  <a:moveTo>
                    <a:pt x="2642057" y="1116253"/>
                  </a:moveTo>
                  <a:lnTo>
                    <a:pt x="2641447" y="1116495"/>
                  </a:lnTo>
                  <a:lnTo>
                    <a:pt x="2641511" y="1117003"/>
                  </a:lnTo>
                  <a:lnTo>
                    <a:pt x="2641892" y="1117003"/>
                  </a:lnTo>
                  <a:lnTo>
                    <a:pt x="2642057" y="1116253"/>
                  </a:lnTo>
                  <a:close/>
                </a:path>
                <a:path w="3108960" h="1905000">
                  <a:moveTo>
                    <a:pt x="2642705" y="1114145"/>
                  </a:moveTo>
                  <a:lnTo>
                    <a:pt x="2642133" y="1114450"/>
                  </a:lnTo>
                  <a:lnTo>
                    <a:pt x="2640203" y="1115707"/>
                  </a:lnTo>
                  <a:lnTo>
                    <a:pt x="2639949" y="1115885"/>
                  </a:lnTo>
                  <a:lnTo>
                    <a:pt x="2640152" y="1116114"/>
                  </a:lnTo>
                  <a:lnTo>
                    <a:pt x="2640279" y="1116253"/>
                  </a:lnTo>
                  <a:lnTo>
                    <a:pt x="2641435" y="1116253"/>
                  </a:lnTo>
                  <a:lnTo>
                    <a:pt x="2641447" y="1116406"/>
                  </a:lnTo>
                  <a:lnTo>
                    <a:pt x="2641638" y="1116253"/>
                  </a:lnTo>
                  <a:lnTo>
                    <a:pt x="2642057" y="1116253"/>
                  </a:lnTo>
                  <a:lnTo>
                    <a:pt x="2642463" y="1114958"/>
                  </a:lnTo>
                  <a:lnTo>
                    <a:pt x="2642565" y="1114615"/>
                  </a:lnTo>
                  <a:lnTo>
                    <a:pt x="2642616" y="1114450"/>
                  </a:lnTo>
                  <a:lnTo>
                    <a:pt x="2642705" y="1114145"/>
                  </a:lnTo>
                  <a:close/>
                </a:path>
                <a:path w="3108960" h="1905000">
                  <a:moveTo>
                    <a:pt x="2642743" y="890524"/>
                  </a:moveTo>
                  <a:lnTo>
                    <a:pt x="2641981" y="889254"/>
                  </a:lnTo>
                  <a:lnTo>
                    <a:pt x="2641473" y="889254"/>
                  </a:lnTo>
                  <a:lnTo>
                    <a:pt x="2642743" y="890524"/>
                  </a:lnTo>
                  <a:close/>
                </a:path>
                <a:path w="3108960" h="1905000">
                  <a:moveTo>
                    <a:pt x="2643378" y="890524"/>
                  </a:moveTo>
                  <a:lnTo>
                    <a:pt x="2642743" y="890524"/>
                  </a:lnTo>
                  <a:lnTo>
                    <a:pt x="2643251" y="891794"/>
                  </a:lnTo>
                  <a:lnTo>
                    <a:pt x="2643378" y="890524"/>
                  </a:lnTo>
                  <a:close/>
                </a:path>
                <a:path w="3108960" h="1905000">
                  <a:moveTo>
                    <a:pt x="2649728" y="899414"/>
                  </a:moveTo>
                  <a:lnTo>
                    <a:pt x="2645791" y="898144"/>
                  </a:lnTo>
                  <a:lnTo>
                    <a:pt x="2645867" y="896874"/>
                  </a:lnTo>
                  <a:lnTo>
                    <a:pt x="2645956" y="895604"/>
                  </a:lnTo>
                  <a:lnTo>
                    <a:pt x="2646045" y="894334"/>
                  </a:lnTo>
                  <a:lnTo>
                    <a:pt x="2641854" y="894334"/>
                  </a:lnTo>
                  <a:lnTo>
                    <a:pt x="2641981" y="895604"/>
                  </a:lnTo>
                  <a:lnTo>
                    <a:pt x="2642108" y="896874"/>
                  </a:lnTo>
                  <a:lnTo>
                    <a:pt x="2645918" y="900684"/>
                  </a:lnTo>
                  <a:lnTo>
                    <a:pt x="2649728" y="899414"/>
                  </a:lnTo>
                  <a:close/>
                </a:path>
                <a:path w="3108960" h="1905000">
                  <a:moveTo>
                    <a:pt x="2650998" y="896874"/>
                  </a:moveTo>
                  <a:lnTo>
                    <a:pt x="2648585" y="895604"/>
                  </a:lnTo>
                  <a:lnTo>
                    <a:pt x="2646680" y="895604"/>
                  </a:lnTo>
                  <a:lnTo>
                    <a:pt x="2650998" y="896874"/>
                  </a:lnTo>
                  <a:close/>
                </a:path>
                <a:path w="3108960" h="1905000">
                  <a:moveTo>
                    <a:pt x="2652395" y="1393190"/>
                  </a:moveTo>
                  <a:lnTo>
                    <a:pt x="2650363" y="1393190"/>
                  </a:lnTo>
                  <a:lnTo>
                    <a:pt x="2649093" y="1394460"/>
                  </a:lnTo>
                  <a:lnTo>
                    <a:pt x="2652395" y="1393190"/>
                  </a:lnTo>
                  <a:close/>
                </a:path>
                <a:path w="3108960" h="1905000">
                  <a:moveTo>
                    <a:pt x="2652649" y="905764"/>
                  </a:moveTo>
                  <a:lnTo>
                    <a:pt x="2650617" y="905764"/>
                  </a:lnTo>
                  <a:lnTo>
                    <a:pt x="2652268" y="909574"/>
                  </a:lnTo>
                  <a:lnTo>
                    <a:pt x="2652395" y="908304"/>
                  </a:lnTo>
                  <a:lnTo>
                    <a:pt x="2652509" y="907110"/>
                  </a:lnTo>
                  <a:lnTo>
                    <a:pt x="2652560" y="906589"/>
                  </a:lnTo>
                  <a:lnTo>
                    <a:pt x="2652649" y="905764"/>
                  </a:lnTo>
                  <a:close/>
                </a:path>
                <a:path w="3108960" h="1905000">
                  <a:moveTo>
                    <a:pt x="2652776" y="896874"/>
                  </a:moveTo>
                  <a:lnTo>
                    <a:pt x="2648839" y="894334"/>
                  </a:lnTo>
                  <a:lnTo>
                    <a:pt x="2648458" y="894334"/>
                  </a:lnTo>
                  <a:lnTo>
                    <a:pt x="2652776" y="896874"/>
                  </a:lnTo>
                  <a:close/>
                </a:path>
                <a:path w="3108960" h="1905000">
                  <a:moveTo>
                    <a:pt x="2653665" y="905344"/>
                  </a:moveTo>
                  <a:lnTo>
                    <a:pt x="2652903" y="904494"/>
                  </a:lnTo>
                  <a:lnTo>
                    <a:pt x="2653030" y="903224"/>
                  </a:lnTo>
                  <a:lnTo>
                    <a:pt x="2653144" y="902081"/>
                  </a:lnTo>
                  <a:lnTo>
                    <a:pt x="2651760" y="903224"/>
                  </a:lnTo>
                  <a:lnTo>
                    <a:pt x="2649347" y="900684"/>
                  </a:lnTo>
                  <a:lnTo>
                    <a:pt x="2647404" y="902081"/>
                  </a:lnTo>
                  <a:lnTo>
                    <a:pt x="2647772" y="902081"/>
                  </a:lnTo>
                  <a:lnTo>
                    <a:pt x="2653665" y="905344"/>
                  </a:lnTo>
                  <a:close/>
                </a:path>
                <a:path w="3108960" h="1905000">
                  <a:moveTo>
                    <a:pt x="2654427" y="905764"/>
                  </a:moveTo>
                  <a:lnTo>
                    <a:pt x="2653665" y="905344"/>
                  </a:lnTo>
                  <a:lnTo>
                    <a:pt x="2654046" y="905764"/>
                  </a:lnTo>
                  <a:lnTo>
                    <a:pt x="2654427" y="905764"/>
                  </a:lnTo>
                  <a:close/>
                </a:path>
                <a:path w="3108960" h="1905000">
                  <a:moveTo>
                    <a:pt x="2654757" y="1115479"/>
                  </a:moveTo>
                  <a:lnTo>
                    <a:pt x="2653652" y="1115479"/>
                  </a:lnTo>
                  <a:lnTo>
                    <a:pt x="2654096" y="1116114"/>
                  </a:lnTo>
                  <a:lnTo>
                    <a:pt x="2654185" y="1116253"/>
                  </a:lnTo>
                  <a:lnTo>
                    <a:pt x="2654516" y="1116253"/>
                  </a:lnTo>
                  <a:lnTo>
                    <a:pt x="2654630" y="1115885"/>
                  </a:lnTo>
                  <a:lnTo>
                    <a:pt x="2654757" y="1115479"/>
                  </a:lnTo>
                  <a:close/>
                </a:path>
                <a:path w="3108960" h="1905000">
                  <a:moveTo>
                    <a:pt x="2655316" y="907110"/>
                  </a:moveTo>
                  <a:lnTo>
                    <a:pt x="2654782" y="906589"/>
                  </a:lnTo>
                  <a:lnTo>
                    <a:pt x="2654046" y="905764"/>
                  </a:lnTo>
                  <a:lnTo>
                    <a:pt x="2652649" y="905764"/>
                  </a:lnTo>
                  <a:lnTo>
                    <a:pt x="2655316" y="907110"/>
                  </a:lnTo>
                  <a:close/>
                </a:path>
                <a:path w="3108960" h="1905000">
                  <a:moveTo>
                    <a:pt x="2657221" y="903224"/>
                  </a:moveTo>
                  <a:lnTo>
                    <a:pt x="2654808" y="900684"/>
                  </a:lnTo>
                  <a:lnTo>
                    <a:pt x="2653144" y="902081"/>
                  </a:lnTo>
                  <a:lnTo>
                    <a:pt x="2653322" y="902081"/>
                  </a:lnTo>
                  <a:lnTo>
                    <a:pt x="2656967" y="904494"/>
                  </a:lnTo>
                  <a:lnTo>
                    <a:pt x="2657221" y="903224"/>
                  </a:lnTo>
                  <a:close/>
                </a:path>
                <a:path w="3108960" h="1905000">
                  <a:moveTo>
                    <a:pt x="2657348" y="914654"/>
                  </a:moveTo>
                  <a:lnTo>
                    <a:pt x="2656713" y="913384"/>
                  </a:lnTo>
                  <a:lnTo>
                    <a:pt x="2655443" y="914654"/>
                  </a:lnTo>
                  <a:lnTo>
                    <a:pt x="2657348" y="914654"/>
                  </a:lnTo>
                  <a:close/>
                </a:path>
                <a:path w="3108960" h="1905000">
                  <a:moveTo>
                    <a:pt x="2659189" y="1116253"/>
                  </a:moveTo>
                  <a:lnTo>
                    <a:pt x="2657983" y="1115479"/>
                  </a:lnTo>
                  <a:lnTo>
                    <a:pt x="2658084" y="1115707"/>
                  </a:lnTo>
                  <a:lnTo>
                    <a:pt x="2658592" y="1116253"/>
                  </a:lnTo>
                  <a:lnTo>
                    <a:pt x="2659189" y="1116253"/>
                  </a:lnTo>
                  <a:close/>
                </a:path>
                <a:path w="3108960" h="1905000">
                  <a:moveTo>
                    <a:pt x="2660040" y="907961"/>
                  </a:moveTo>
                  <a:lnTo>
                    <a:pt x="2659380" y="908304"/>
                  </a:lnTo>
                  <a:lnTo>
                    <a:pt x="2657475" y="905764"/>
                  </a:lnTo>
                  <a:lnTo>
                    <a:pt x="2658008" y="907110"/>
                  </a:lnTo>
                  <a:lnTo>
                    <a:pt x="2655316" y="907110"/>
                  </a:lnTo>
                  <a:lnTo>
                    <a:pt x="2654223" y="907110"/>
                  </a:lnTo>
                  <a:lnTo>
                    <a:pt x="2655316" y="908304"/>
                  </a:lnTo>
                  <a:lnTo>
                    <a:pt x="2657221" y="912114"/>
                  </a:lnTo>
                  <a:lnTo>
                    <a:pt x="2658618" y="910844"/>
                  </a:lnTo>
                  <a:lnTo>
                    <a:pt x="2658618" y="909574"/>
                  </a:lnTo>
                  <a:lnTo>
                    <a:pt x="2660015" y="909574"/>
                  </a:lnTo>
                  <a:lnTo>
                    <a:pt x="2660015" y="908304"/>
                  </a:lnTo>
                  <a:lnTo>
                    <a:pt x="2660040" y="907961"/>
                  </a:lnTo>
                  <a:close/>
                </a:path>
                <a:path w="3108960" h="1905000">
                  <a:moveTo>
                    <a:pt x="2662720" y="906589"/>
                  </a:moveTo>
                  <a:lnTo>
                    <a:pt x="2660269" y="905764"/>
                  </a:lnTo>
                  <a:lnTo>
                    <a:pt x="2660180" y="906589"/>
                  </a:lnTo>
                  <a:lnTo>
                    <a:pt x="2660129" y="907110"/>
                  </a:lnTo>
                  <a:lnTo>
                    <a:pt x="2660040" y="907961"/>
                  </a:lnTo>
                  <a:lnTo>
                    <a:pt x="2662720" y="906589"/>
                  </a:lnTo>
                  <a:close/>
                </a:path>
                <a:path w="3108960" h="1905000">
                  <a:moveTo>
                    <a:pt x="2664549" y="1116253"/>
                  </a:moveTo>
                  <a:lnTo>
                    <a:pt x="2659189" y="1116253"/>
                  </a:lnTo>
                  <a:lnTo>
                    <a:pt x="2660358" y="1117003"/>
                  </a:lnTo>
                  <a:lnTo>
                    <a:pt x="2664333" y="1117003"/>
                  </a:lnTo>
                  <a:lnTo>
                    <a:pt x="2664549" y="1116253"/>
                  </a:lnTo>
                  <a:close/>
                </a:path>
                <a:path w="3108960" h="1905000">
                  <a:moveTo>
                    <a:pt x="2665984" y="908304"/>
                  </a:moveTo>
                  <a:lnTo>
                    <a:pt x="2664333" y="905764"/>
                  </a:lnTo>
                  <a:lnTo>
                    <a:pt x="2662720" y="906589"/>
                  </a:lnTo>
                  <a:lnTo>
                    <a:pt x="2664168" y="907110"/>
                  </a:lnTo>
                  <a:lnTo>
                    <a:pt x="2665984" y="908304"/>
                  </a:lnTo>
                  <a:close/>
                </a:path>
                <a:path w="3108960" h="1905000">
                  <a:moveTo>
                    <a:pt x="2669336" y="1116253"/>
                  </a:moveTo>
                  <a:lnTo>
                    <a:pt x="2665615" y="1115479"/>
                  </a:lnTo>
                  <a:lnTo>
                    <a:pt x="2664790" y="1115479"/>
                  </a:lnTo>
                  <a:lnTo>
                    <a:pt x="2664663" y="1115885"/>
                  </a:lnTo>
                  <a:lnTo>
                    <a:pt x="2664549" y="1116253"/>
                  </a:lnTo>
                  <a:lnTo>
                    <a:pt x="2669336" y="1116253"/>
                  </a:lnTo>
                  <a:close/>
                </a:path>
                <a:path w="3108960" h="1905000">
                  <a:moveTo>
                    <a:pt x="2671330" y="907110"/>
                  </a:moveTo>
                  <a:lnTo>
                    <a:pt x="2671064" y="905764"/>
                  </a:lnTo>
                  <a:lnTo>
                    <a:pt x="2667127" y="903224"/>
                  </a:lnTo>
                  <a:lnTo>
                    <a:pt x="2665095" y="904494"/>
                  </a:lnTo>
                  <a:lnTo>
                    <a:pt x="2662174" y="904494"/>
                  </a:lnTo>
                  <a:lnTo>
                    <a:pt x="2666492" y="905764"/>
                  </a:lnTo>
                  <a:lnTo>
                    <a:pt x="2666733" y="906589"/>
                  </a:lnTo>
                  <a:lnTo>
                    <a:pt x="2666949" y="907110"/>
                  </a:lnTo>
                  <a:lnTo>
                    <a:pt x="2669578" y="909053"/>
                  </a:lnTo>
                  <a:lnTo>
                    <a:pt x="2670200" y="908672"/>
                  </a:lnTo>
                  <a:lnTo>
                    <a:pt x="2670137" y="907961"/>
                  </a:lnTo>
                  <a:lnTo>
                    <a:pt x="2670048" y="907110"/>
                  </a:lnTo>
                  <a:lnTo>
                    <a:pt x="2671330" y="907110"/>
                  </a:lnTo>
                  <a:close/>
                </a:path>
                <a:path w="3108960" h="1905000">
                  <a:moveTo>
                    <a:pt x="2674188" y="924306"/>
                  </a:moveTo>
                  <a:lnTo>
                    <a:pt x="2673578" y="923721"/>
                  </a:lnTo>
                  <a:lnTo>
                    <a:pt x="2673451" y="924306"/>
                  </a:lnTo>
                  <a:lnTo>
                    <a:pt x="2673350" y="924814"/>
                  </a:lnTo>
                  <a:lnTo>
                    <a:pt x="2674188" y="924306"/>
                  </a:lnTo>
                  <a:close/>
                </a:path>
                <a:path w="3108960" h="1905000">
                  <a:moveTo>
                    <a:pt x="2675001" y="917194"/>
                  </a:moveTo>
                  <a:lnTo>
                    <a:pt x="2672334" y="917194"/>
                  </a:lnTo>
                  <a:lnTo>
                    <a:pt x="2669921" y="915936"/>
                  </a:lnTo>
                  <a:lnTo>
                    <a:pt x="2669997" y="916482"/>
                  </a:lnTo>
                  <a:lnTo>
                    <a:pt x="2670060" y="917194"/>
                  </a:lnTo>
                  <a:lnTo>
                    <a:pt x="2670175" y="918464"/>
                  </a:lnTo>
                  <a:lnTo>
                    <a:pt x="2665984" y="917194"/>
                  </a:lnTo>
                  <a:lnTo>
                    <a:pt x="2663952" y="917194"/>
                  </a:lnTo>
                  <a:lnTo>
                    <a:pt x="2671445" y="919734"/>
                  </a:lnTo>
                  <a:lnTo>
                    <a:pt x="2670937" y="921004"/>
                  </a:lnTo>
                  <a:lnTo>
                    <a:pt x="2669159" y="923544"/>
                  </a:lnTo>
                  <a:lnTo>
                    <a:pt x="2672334" y="923544"/>
                  </a:lnTo>
                  <a:lnTo>
                    <a:pt x="2672080" y="922274"/>
                  </a:lnTo>
                  <a:lnTo>
                    <a:pt x="2673578" y="923721"/>
                  </a:lnTo>
                  <a:lnTo>
                    <a:pt x="2673896" y="922274"/>
                  </a:lnTo>
                  <a:lnTo>
                    <a:pt x="2674442" y="919734"/>
                  </a:lnTo>
                  <a:lnTo>
                    <a:pt x="2673858" y="919734"/>
                  </a:lnTo>
                  <a:lnTo>
                    <a:pt x="2674683" y="918464"/>
                  </a:lnTo>
                  <a:lnTo>
                    <a:pt x="2675001" y="917194"/>
                  </a:lnTo>
                  <a:close/>
                </a:path>
                <a:path w="3108960" h="1905000">
                  <a:moveTo>
                    <a:pt x="2678138" y="911288"/>
                  </a:moveTo>
                  <a:lnTo>
                    <a:pt x="2677922" y="910844"/>
                  </a:lnTo>
                  <a:lnTo>
                    <a:pt x="2677033" y="910844"/>
                  </a:lnTo>
                  <a:lnTo>
                    <a:pt x="2678138" y="911288"/>
                  </a:lnTo>
                  <a:close/>
                </a:path>
                <a:path w="3108960" h="1905000">
                  <a:moveTo>
                    <a:pt x="2678557" y="1520190"/>
                  </a:moveTo>
                  <a:lnTo>
                    <a:pt x="2590673" y="1520190"/>
                  </a:lnTo>
                  <a:lnTo>
                    <a:pt x="2590165" y="1520190"/>
                  </a:lnTo>
                  <a:lnTo>
                    <a:pt x="2588387" y="1521574"/>
                  </a:lnTo>
                  <a:lnTo>
                    <a:pt x="2594940" y="1521574"/>
                  </a:lnTo>
                  <a:lnTo>
                    <a:pt x="2592070" y="1522730"/>
                  </a:lnTo>
                  <a:lnTo>
                    <a:pt x="2587650" y="1521574"/>
                  </a:lnTo>
                  <a:lnTo>
                    <a:pt x="2586977" y="1521574"/>
                  </a:lnTo>
                  <a:lnTo>
                    <a:pt x="2581148" y="1524000"/>
                  </a:lnTo>
                  <a:lnTo>
                    <a:pt x="2574163" y="1525270"/>
                  </a:lnTo>
                  <a:lnTo>
                    <a:pt x="2563723" y="1529080"/>
                  </a:lnTo>
                  <a:lnTo>
                    <a:pt x="2556091" y="1531620"/>
                  </a:lnTo>
                  <a:lnTo>
                    <a:pt x="2548509" y="1535430"/>
                  </a:lnTo>
                  <a:lnTo>
                    <a:pt x="2538222" y="1537970"/>
                  </a:lnTo>
                  <a:lnTo>
                    <a:pt x="2536317" y="1537970"/>
                  </a:lnTo>
                  <a:lnTo>
                    <a:pt x="2538476" y="1536700"/>
                  </a:lnTo>
                  <a:lnTo>
                    <a:pt x="2530106" y="1539417"/>
                  </a:lnTo>
                  <a:lnTo>
                    <a:pt x="2529751" y="1539417"/>
                  </a:lnTo>
                  <a:lnTo>
                    <a:pt x="2523947" y="1540510"/>
                  </a:lnTo>
                  <a:lnTo>
                    <a:pt x="2517775" y="1543050"/>
                  </a:lnTo>
                  <a:lnTo>
                    <a:pt x="2511234" y="1545666"/>
                  </a:lnTo>
                  <a:lnTo>
                    <a:pt x="2510548" y="1545666"/>
                  </a:lnTo>
                  <a:lnTo>
                    <a:pt x="2498610" y="1548180"/>
                  </a:lnTo>
                  <a:lnTo>
                    <a:pt x="2489454" y="1551940"/>
                  </a:lnTo>
                  <a:lnTo>
                    <a:pt x="2481300" y="1557020"/>
                  </a:lnTo>
                  <a:lnTo>
                    <a:pt x="2472563" y="1560830"/>
                  </a:lnTo>
                  <a:lnTo>
                    <a:pt x="2472944" y="1559560"/>
                  </a:lnTo>
                  <a:lnTo>
                    <a:pt x="2470912" y="1559560"/>
                  </a:lnTo>
                  <a:lnTo>
                    <a:pt x="2470912" y="1558290"/>
                  </a:lnTo>
                  <a:lnTo>
                    <a:pt x="2449576" y="1564640"/>
                  </a:lnTo>
                  <a:lnTo>
                    <a:pt x="2450338" y="1568450"/>
                  </a:lnTo>
                  <a:lnTo>
                    <a:pt x="2443276" y="1569720"/>
                  </a:lnTo>
                  <a:lnTo>
                    <a:pt x="2438565" y="1570837"/>
                  </a:lnTo>
                  <a:lnTo>
                    <a:pt x="2437536" y="1571117"/>
                  </a:lnTo>
                  <a:lnTo>
                    <a:pt x="2433345" y="1572374"/>
                  </a:lnTo>
                  <a:lnTo>
                    <a:pt x="2523731" y="1572374"/>
                  </a:lnTo>
                  <a:lnTo>
                    <a:pt x="2537523" y="1568450"/>
                  </a:lnTo>
                  <a:lnTo>
                    <a:pt x="2558554" y="1560830"/>
                  </a:lnTo>
                  <a:lnTo>
                    <a:pt x="2565565" y="1558290"/>
                  </a:lnTo>
                  <a:lnTo>
                    <a:pt x="2569083" y="1557020"/>
                  </a:lnTo>
                  <a:lnTo>
                    <a:pt x="2569845" y="1555750"/>
                  </a:lnTo>
                  <a:lnTo>
                    <a:pt x="2563241" y="1557020"/>
                  </a:lnTo>
                  <a:lnTo>
                    <a:pt x="2562098" y="1555750"/>
                  </a:lnTo>
                  <a:lnTo>
                    <a:pt x="2560701" y="1555750"/>
                  </a:lnTo>
                  <a:lnTo>
                    <a:pt x="2559177" y="1557020"/>
                  </a:lnTo>
                  <a:lnTo>
                    <a:pt x="2558034" y="1557020"/>
                  </a:lnTo>
                  <a:lnTo>
                    <a:pt x="2554986" y="1558290"/>
                  </a:lnTo>
                  <a:lnTo>
                    <a:pt x="2556891" y="1557020"/>
                  </a:lnTo>
                  <a:lnTo>
                    <a:pt x="2552446" y="1555750"/>
                  </a:lnTo>
                  <a:lnTo>
                    <a:pt x="2559939" y="1554480"/>
                  </a:lnTo>
                  <a:lnTo>
                    <a:pt x="2558923" y="1554480"/>
                  </a:lnTo>
                  <a:lnTo>
                    <a:pt x="2563876" y="1553210"/>
                  </a:lnTo>
                  <a:lnTo>
                    <a:pt x="2561336" y="1553210"/>
                  </a:lnTo>
                  <a:lnTo>
                    <a:pt x="2566162" y="1551940"/>
                  </a:lnTo>
                  <a:lnTo>
                    <a:pt x="2571115" y="1550771"/>
                  </a:lnTo>
                  <a:lnTo>
                    <a:pt x="2571369" y="1550771"/>
                  </a:lnTo>
                  <a:lnTo>
                    <a:pt x="2587498" y="1546860"/>
                  </a:lnTo>
                  <a:lnTo>
                    <a:pt x="2587371" y="1545666"/>
                  </a:lnTo>
                  <a:lnTo>
                    <a:pt x="2587256" y="1544459"/>
                  </a:lnTo>
                  <a:lnTo>
                    <a:pt x="2587244" y="1544320"/>
                  </a:lnTo>
                  <a:lnTo>
                    <a:pt x="2587117" y="1543050"/>
                  </a:lnTo>
                  <a:lnTo>
                    <a:pt x="2601341" y="1541780"/>
                  </a:lnTo>
                  <a:lnTo>
                    <a:pt x="2604008" y="1541780"/>
                  </a:lnTo>
                  <a:lnTo>
                    <a:pt x="2607691" y="1543050"/>
                  </a:lnTo>
                  <a:lnTo>
                    <a:pt x="2597023" y="1544320"/>
                  </a:lnTo>
                  <a:lnTo>
                    <a:pt x="2598928" y="1546860"/>
                  </a:lnTo>
                  <a:lnTo>
                    <a:pt x="2606687" y="1545666"/>
                  </a:lnTo>
                  <a:lnTo>
                    <a:pt x="2607399" y="1545666"/>
                  </a:lnTo>
                  <a:lnTo>
                    <a:pt x="2603373" y="1544320"/>
                  </a:lnTo>
                  <a:lnTo>
                    <a:pt x="2610993" y="1543050"/>
                  </a:lnTo>
                  <a:lnTo>
                    <a:pt x="2611374" y="1543050"/>
                  </a:lnTo>
                  <a:lnTo>
                    <a:pt x="2610612" y="1541780"/>
                  </a:lnTo>
                  <a:lnTo>
                    <a:pt x="2614930" y="1541780"/>
                  </a:lnTo>
                  <a:lnTo>
                    <a:pt x="2617178" y="1539417"/>
                  </a:lnTo>
                  <a:lnTo>
                    <a:pt x="2617432" y="1539417"/>
                  </a:lnTo>
                  <a:lnTo>
                    <a:pt x="2618740" y="1541780"/>
                  </a:lnTo>
                  <a:lnTo>
                    <a:pt x="2622677" y="1537970"/>
                  </a:lnTo>
                  <a:lnTo>
                    <a:pt x="2626855" y="1539252"/>
                  </a:lnTo>
                  <a:lnTo>
                    <a:pt x="2636647" y="1536700"/>
                  </a:lnTo>
                  <a:lnTo>
                    <a:pt x="2642451" y="1532890"/>
                  </a:lnTo>
                  <a:lnTo>
                    <a:pt x="2648686" y="1530350"/>
                  </a:lnTo>
                  <a:lnTo>
                    <a:pt x="2659761" y="1527810"/>
                  </a:lnTo>
                  <a:lnTo>
                    <a:pt x="2655316" y="1527810"/>
                  </a:lnTo>
                  <a:lnTo>
                    <a:pt x="2656459" y="1525270"/>
                  </a:lnTo>
                  <a:lnTo>
                    <a:pt x="2661412" y="1524000"/>
                  </a:lnTo>
                  <a:lnTo>
                    <a:pt x="2664714" y="1522730"/>
                  </a:lnTo>
                  <a:lnTo>
                    <a:pt x="2666492" y="1522730"/>
                  </a:lnTo>
                  <a:lnTo>
                    <a:pt x="2666746" y="1524000"/>
                  </a:lnTo>
                  <a:lnTo>
                    <a:pt x="2669654" y="1521574"/>
                  </a:lnTo>
                  <a:lnTo>
                    <a:pt x="2669032" y="1521574"/>
                  </a:lnTo>
                  <a:lnTo>
                    <a:pt x="2678557" y="1520190"/>
                  </a:lnTo>
                  <a:close/>
                </a:path>
                <a:path w="3108960" h="1905000">
                  <a:moveTo>
                    <a:pt x="2678925" y="916482"/>
                  </a:moveTo>
                  <a:lnTo>
                    <a:pt x="2677757" y="915682"/>
                  </a:lnTo>
                  <a:lnTo>
                    <a:pt x="2677668" y="917194"/>
                  </a:lnTo>
                  <a:lnTo>
                    <a:pt x="2678925" y="916482"/>
                  </a:lnTo>
                  <a:close/>
                </a:path>
                <a:path w="3108960" h="1905000">
                  <a:moveTo>
                    <a:pt x="2679331" y="1044194"/>
                  </a:moveTo>
                  <a:lnTo>
                    <a:pt x="2673769" y="1041654"/>
                  </a:lnTo>
                  <a:lnTo>
                    <a:pt x="2665450" y="1037856"/>
                  </a:lnTo>
                  <a:lnTo>
                    <a:pt x="2648102" y="1031494"/>
                  </a:lnTo>
                  <a:lnTo>
                    <a:pt x="2644635" y="1030224"/>
                  </a:lnTo>
                  <a:lnTo>
                    <a:pt x="2623401" y="1021384"/>
                  </a:lnTo>
                  <a:lnTo>
                    <a:pt x="2610167" y="1018794"/>
                  </a:lnTo>
                  <a:lnTo>
                    <a:pt x="2598356" y="1013714"/>
                  </a:lnTo>
                  <a:lnTo>
                    <a:pt x="2586342" y="1009904"/>
                  </a:lnTo>
                  <a:lnTo>
                    <a:pt x="2579484" y="1007364"/>
                  </a:lnTo>
                  <a:lnTo>
                    <a:pt x="2572639" y="1004824"/>
                  </a:lnTo>
                  <a:lnTo>
                    <a:pt x="2568702" y="1007364"/>
                  </a:lnTo>
                  <a:lnTo>
                    <a:pt x="2568956" y="1004824"/>
                  </a:lnTo>
                  <a:lnTo>
                    <a:pt x="2551938" y="999744"/>
                  </a:lnTo>
                  <a:lnTo>
                    <a:pt x="2560955" y="1002284"/>
                  </a:lnTo>
                  <a:lnTo>
                    <a:pt x="2557335" y="999744"/>
                  </a:lnTo>
                  <a:lnTo>
                    <a:pt x="2553716" y="997204"/>
                  </a:lnTo>
                  <a:lnTo>
                    <a:pt x="2548255" y="994664"/>
                  </a:lnTo>
                  <a:lnTo>
                    <a:pt x="2544699" y="994664"/>
                  </a:lnTo>
                  <a:lnTo>
                    <a:pt x="2540762" y="993394"/>
                  </a:lnTo>
                  <a:lnTo>
                    <a:pt x="2536787" y="992200"/>
                  </a:lnTo>
                  <a:lnTo>
                    <a:pt x="2535313" y="991489"/>
                  </a:lnTo>
                  <a:lnTo>
                    <a:pt x="2531567" y="989584"/>
                  </a:lnTo>
                  <a:lnTo>
                    <a:pt x="2522804" y="985774"/>
                  </a:lnTo>
                  <a:lnTo>
                    <a:pt x="2513012" y="981964"/>
                  </a:lnTo>
                  <a:lnTo>
                    <a:pt x="2504948" y="980694"/>
                  </a:lnTo>
                  <a:lnTo>
                    <a:pt x="2503081" y="979424"/>
                  </a:lnTo>
                  <a:lnTo>
                    <a:pt x="2501442" y="978319"/>
                  </a:lnTo>
                  <a:lnTo>
                    <a:pt x="2501265" y="978179"/>
                  </a:lnTo>
                  <a:lnTo>
                    <a:pt x="2498217" y="975614"/>
                  </a:lnTo>
                  <a:lnTo>
                    <a:pt x="2499614" y="975614"/>
                  </a:lnTo>
                  <a:lnTo>
                    <a:pt x="2492514" y="973074"/>
                  </a:lnTo>
                  <a:lnTo>
                    <a:pt x="2488971" y="971804"/>
                  </a:lnTo>
                  <a:lnTo>
                    <a:pt x="2479611" y="969314"/>
                  </a:lnTo>
                  <a:lnTo>
                    <a:pt x="2469832" y="965454"/>
                  </a:lnTo>
                  <a:lnTo>
                    <a:pt x="2464333" y="962914"/>
                  </a:lnTo>
                  <a:lnTo>
                    <a:pt x="2461590" y="961644"/>
                  </a:lnTo>
                  <a:lnTo>
                    <a:pt x="2458847" y="960374"/>
                  </a:lnTo>
                  <a:lnTo>
                    <a:pt x="2455214" y="961644"/>
                  </a:lnTo>
                  <a:lnTo>
                    <a:pt x="2448915" y="959104"/>
                  </a:lnTo>
                  <a:lnTo>
                    <a:pt x="2441638" y="956564"/>
                  </a:lnTo>
                  <a:lnTo>
                    <a:pt x="2435098" y="955294"/>
                  </a:lnTo>
                  <a:lnTo>
                    <a:pt x="2437765" y="955294"/>
                  </a:lnTo>
                  <a:lnTo>
                    <a:pt x="2426208" y="950214"/>
                  </a:lnTo>
                  <a:lnTo>
                    <a:pt x="2421890" y="948944"/>
                  </a:lnTo>
                  <a:lnTo>
                    <a:pt x="2412365" y="947674"/>
                  </a:lnTo>
                  <a:lnTo>
                    <a:pt x="2403221" y="947674"/>
                  </a:lnTo>
                  <a:lnTo>
                    <a:pt x="2400935" y="942594"/>
                  </a:lnTo>
                  <a:lnTo>
                    <a:pt x="2395156" y="941324"/>
                  </a:lnTo>
                  <a:lnTo>
                    <a:pt x="2389378" y="940054"/>
                  </a:lnTo>
                  <a:lnTo>
                    <a:pt x="2391918" y="941324"/>
                  </a:lnTo>
                  <a:lnTo>
                    <a:pt x="2383637" y="938784"/>
                  </a:lnTo>
                  <a:lnTo>
                    <a:pt x="2373185" y="934974"/>
                  </a:lnTo>
                  <a:lnTo>
                    <a:pt x="2368042" y="932434"/>
                  </a:lnTo>
                  <a:lnTo>
                    <a:pt x="2355215" y="926084"/>
                  </a:lnTo>
                  <a:lnTo>
                    <a:pt x="2303538" y="910844"/>
                  </a:lnTo>
                  <a:lnTo>
                    <a:pt x="2213864" y="875284"/>
                  </a:lnTo>
                  <a:lnTo>
                    <a:pt x="2192629" y="867664"/>
                  </a:lnTo>
                  <a:lnTo>
                    <a:pt x="2182012" y="863854"/>
                  </a:lnTo>
                  <a:lnTo>
                    <a:pt x="2171801" y="860196"/>
                  </a:lnTo>
                  <a:lnTo>
                    <a:pt x="2164410" y="860196"/>
                  </a:lnTo>
                  <a:lnTo>
                    <a:pt x="2160092" y="860196"/>
                  </a:lnTo>
                  <a:lnTo>
                    <a:pt x="2158796" y="860196"/>
                  </a:lnTo>
                  <a:lnTo>
                    <a:pt x="2162175" y="861314"/>
                  </a:lnTo>
                  <a:lnTo>
                    <a:pt x="2171573" y="863854"/>
                  </a:lnTo>
                  <a:lnTo>
                    <a:pt x="2164461" y="862584"/>
                  </a:lnTo>
                  <a:lnTo>
                    <a:pt x="2161794" y="863854"/>
                  </a:lnTo>
                  <a:lnTo>
                    <a:pt x="2152993" y="860196"/>
                  </a:lnTo>
                  <a:lnTo>
                    <a:pt x="2154936" y="860196"/>
                  </a:lnTo>
                  <a:lnTo>
                    <a:pt x="2152053" y="858774"/>
                  </a:lnTo>
                  <a:lnTo>
                    <a:pt x="2149475" y="857504"/>
                  </a:lnTo>
                  <a:lnTo>
                    <a:pt x="2148713" y="858774"/>
                  </a:lnTo>
                  <a:lnTo>
                    <a:pt x="2143163" y="856310"/>
                  </a:lnTo>
                  <a:lnTo>
                    <a:pt x="2139505" y="854964"/>
                  </a:lnTo>
                  <a:lnTo>
                    <a:pt x="2137092" y="854100"/>
                  </a:lnTo>
                  <a:lnTo>
                    <a:pt x="2137537" y="854964"/>
                  </a:lnTo>
                  <a:lnTo>
                    <a:pt x="2136013" y="853694"/>
                  </a:lnTo>
                  <a:lnTo>
                    <a:pt x="2137092" y="854100"/>
                  </a:lnTo>
                  <a:lnTo>
                    <a:pt x="2136902" y="853694"/>
                  </a:lnTo>
                  <a:lnTo>
                    <a:pt x="2115058" y="844804"/>
                  </a:lnTo>
                  <a:lnTo>
                    <a:pt x="2106066" y="842264"/>
                  </a:lnTo>
                  <a:lnTo>
                    <a:pt x="2097684" y="839724"/>
                  </a:lnTo>
                  <a:lnTo>
                    <a:pt x="2090864" y="835914"/>
                  </a:lnTo>
                  <a:lnTo>
                    <a:pt x="2086610" y="834644"/>
                  </a:lnTo>
                  <a:lnTo>
                    <a:pt x="2089785" y="833374"/>
                  </a:lnTo>
                  <a:lnTo>
                    <a:pt x="2101596" y="838454"/>
                  </a:lnTo>
                  <a:lnTo>
                    <a:pt x="2104390" y="838454"/>
                  </a:lnTo>
                  <a:lnTo>
                    <a:pt x="2107692" y="838454"/>
                  </a:lnTo>
                  <a:lnTo>
                    <a:pt x="2103945" y="835914"/>
                  </a:lnTo>
                  <a:lnTo>
                    <a:pt x="2100199" y="833374"/>
                  </a:lnTo>
                  <a:lnTo>
                    <a:pt x="2099183" y="835914"/>
                  </a:lnTo>
                  <a:lnTo>
                    <a:pt x="2093531" y="833374"/>
                  </a:lnTo>
                  <a:lnTo>
                    <a:pt x="2090699" y="832104"/>
                  </a:lnTo>
                  <a:lnTo>
                    <a:pt x="2088235" y="830999"/>
                  </a:lnTo>
                  <a:lnTo>
                    <a:pt x="2085467" y="832104"/>
                  </a:lnTo>
                  <a:lnTo>
                    <a:pt x="2082673" y="829564"/>
                  </a:lnTo>
                  <a:lnTo>
                    <a:pt x="2082419" y="829564"/>
                  </a:lnTo>
                  <a:lnTo>
                    <a:pt x="2081403" y="828294"/>
                  </a:lnTo>
                  <a:lnTo>
                    <a:pt x="2082673" y="828294"/>
                  </a:lnTo>
                  <a:lnTo>
                    <a:pt x="2074164" y="827024"/>
                  </a:lnTo>
                  <a:lnTo>
                    <a:pt x="2079498" y="827024"/>
                  </a:lnTo>
                  <a:lnTo>
                    <a:pt x="2067179" y="824484"/>
                  </a:lnTo>
                  <a:lnTo>
                    <a:pt x="2068957" y="821944"/>
                  </a:lnTo>
                  <a:lnTo>
                    <a:pt x="2052091" y="816864"/>
                  </a:lnTo>
                  <a:lnTo>
                    <a:pt x="2038934" y="813054"/>
                  </a:lnTo>
                  <a:lnTo>
                    <a:pt x="2026462" y="809244"/>
                  </a:lnTo>
                  <a:lnTo>
                    <a:pt x="2014486" y="804164"/>
                  </a:lnTo>
                  <a:lnTo>
                    <a:pt x="2015236" y="804164"/>
                  </a:lnTo>
                  <a:lnTo>
                    <a:pt x="2011807" y="802944"/>
                  </a:lnTo>
                  <a:lnTo>
                    <a:pt x="2014232" y="804062"/>
                  </a:lnTo>
                  <a:lnTo>
                    <a:pt x="2003755" y="802944"/>
                  </a:lnTo>
                  <a:lnTo>
                    <a:pt x="2003425" y="802944"/>
                  </a:lnTo>
                  <a:lnTo>
                    <a:pt x="1996186" y="800354"/>
                  </a:lnTo>
                  <a:lnTo>
                    <a:pt x="1992122" y="797814"/>
                  </a:lnTo>
                  <a:lnTo>
                    <a:pt x="1994154" y="797814"/>
                  </a:lnTo>
                  <a:lnTo>
                    <a:pt x="1984375" y="795274"/>
                  </a:lnTo>
                  <a:lnTo>
                    <a:pt x="1975878" y="790194"/>
                  </a:lnTo>
                  <a:lnTo>
                    <a:pt x="1969681" y="787654"/>
                  </a:lnTo>
                  <a:lnTo>
                    <a:pt x="1966595" y="786384"/>
                  </a:lnTo>
                  <a:lnTo>
                    <a:pt x="1956155" y="783844"/>
                  </a:lnTo>
                  <a:lnTo>
                    <a:pt x="1947214" y="780034"/>
                  </a:lnTo>
                  <a:lnTo>
                    <a:pt x="1944243" y="778764"/>
                  </a:lnTo>
                  <a:lnTo>
                    <a:pt x="1945386" y="778764"/>
                  </a:lnTo>
                  <a:lnTo>
                    <a:pt x="1938655" y="777494"/>
                  </a:lnTo>
                  <a:lnTo>
                    <a:pt x="1931416" y="774954"/>
                  </a:lnTo>
                  <a:lnTo>
                    <a:pt x="1926653" y="773684"/>
                  </a:lnTo>
                  <a:lnTo>
                    <a:pt x="1921891" y="772414"/>
                  </a:lnTo>
                  <a:lnTo>
                    <a:pt x="1924177" y="771144"/>
                  </a:lnTo>
                  <a:lnTo>
                    <a:pt x="1917560" y="768604"/>
                  </a:lnTo>
                  <a:lnTo>
                    <a:pt x="1908632" y="768604"/>
                  </a:lnTo>
                  <a:lnTo>
                    <a:pt x="1901317" y="766064"/>
                  </a:lnTo>
                  <a:lnTo>
                    <a:pt x="1900682" y="767334"/>
                  </a:lnTo>
                  <a:lnTo>
                    <a:pt x="1908683" y="771144"/>
                  </a:lnTo>
                  <a:lnTo>
                    <a:pt x="1909318" y="773684"/>
                  </a:lnTo>
                  <a:lnTo>
                    <a:pt x="1906905" y="771144"/>
                  </a:lnTo>
                  <a:lnTo>
                    <a:pt x="1899983" y="768604"/>
                  </a:lnTo>
                  <a:lnTo>
                    <a:pt x="1893062" y="766064"/>
                  </a:lnTo>
                  <a:lnTo>
                    <a:pt x="1895856" y="768604"/>
                  </a:lnTo>
                  <a:lnTo>
                    <a:pt x="1882521" y="764794"/>
                  </a:lnTo>
                  <a:lnTo>
                    <a:pt x="1885823" y="764794"/>
                  </a:lnTo>
                  <a:lnTo>
                    <a:pt x="1881886" y="763524"/>
                  </a:lnTo>
                  <a:lnTo>
                    <a:pt x="1877949" y="762254"/>
                  </a:lnTo>
                  <a:lnTo>
                    <a:pt x="1868805" y="759714"/>
                  </a:lnTo>
                  <a:lnTo>
                    <a:pt x="1871484" y="759231"/>
                  </a:lnTo>
                  <a:lnTo>
                    <a:pt x="1874202" y="758736"/>
                  </a:lnTo>
                  <a:lnTo>
                    <a:pt x="1872665" y="758444"/>
                  </a:lnTo>
                  <a:lnTo>
                    <a:pt x="1865884" y="755904"/>
                  </a:lnTo>
                  <a:lnTo>
                    <a:pt x="1802511" y="755904"/>
                  </a:lnTo>
                  <a:lnTo>
                    <a:pt x="1802511" y="759714"/>
                  </a:lnTo>
                  <a:lnTo>
                    <a:pt x="1801749" y="759714"/>
                  </a:lnTo>
                  <a:lnTo>
                    <a:pt x="1801253" y="759231"/>
                  </a:lnTo>
                  <a:lnTo>
                    <a:pt x="1802511" y="759714"/>
                  </a:lnTo>
                  <a:lnTo>
                    <a:pt x="1802511" y="755904"/>
                  </a:lnTo>
                  <a:lnTo>
                    <a:pt x="1793494" y="755904"/>
                  </a:lnTo>
                  <a:lnTo>
                    <a:pt x="1785239" y="755904"/>
                  </a:lnTo>
                  <a:lnTo>
                    <a:pt x="1791233" y="757174"/>
                  </a:lnTo>
                  <a:lnTo>
                    <a:pt x="1795995" y="757174"/>
                  </a:lnTo>
                  <a:lnTo>
                    <a:pt x="1800923" y="759104"/>
                  </a:lnTo>
                  <a:lnTo>
                    <a:pt x="1800479" y="758444"/>
                  </a:lnTo>
                  <a:lnTo>
                    <a:pt x="1801241" y="759231"/>
                  </a:lnTo>
                  <a:lnTo>
                    <a:pt x="1801025" y="759231"/>
                  </a:lnTo>
                  <a:lnTo>
                    <a:pt x="1801368" y="759714"/>
                  </a:lnTo>
                  <a:lnTo>
                    <a:pt x="1808353" y="763524"/>
                  </a:lnTo>
                  <a:lnTo>
                    <a:pt x="1816354" y="764794"/>
                  </a:lnTo>
                  <a:lnTo>
                    <a:pt x="1818386" y="763524"/>
                  </a:lnTo>
                  <a:lnTo>
                    <a:pt x="1824431" y="767334"/>
                  </a:lnTo>
                  <a:lnTo>
                    <a:pt x="1836331" y="771144"/>
                  </a:lnTo>
                  <a:lnTo>
                    <a:pt x="1837309" y="773684"/>
                  </a:lnTo>
                  <a:lnTo>
                    <a:pt x="1844433" y="774954"/>
                  </a:lnTo>
                  <a:lnTo>
                    <a:pt x="1843341" y="773684"/>
                  </a:lnTo>
                  <a:lnTo>
                    <a:pt x="1839658" y="772414"/>
                  </a:lnTo>
                  <a:lnTo>
                    <a:pt x="1839087" y="771144"/>
                  </a:lnTo>
                  <a:lnTo>
                    <a:pt x="1845475" y="772414"/>
                  </a:lnTo>
                  <a:lnTo>
                    <a:pt x="1852523" y="774954"/>
                  </a:lnTo>
                  <a:lnTo>
                    <a:pt x="1858886" y="777494"/>
                  </a:lnTo>
                  <a:lnTo>
                    <a:pt x="1863217" y="780034"/>
                  </a:lnTo>
                  <a:lnTo>
                    <a:pt x="1858886" y="777494"/>
                  </a:lnTo>
                  <a:lnTo>
                    <a:pt x="1854835" y="777494"/>
                  </a:lnTo>
                  <a:lnTo>
                    <a:pt x="1850771" y="776224"/>
                  </a:lnTo>
                  <a:lnTo>
                    <a:pt x="1853819" y="778764"/>
                  </a:lnTo>
                  <a:lnTo>
                    <a:pt x="1865350" y="783844"/>
                  </a:lnTo>
                  <a:lnTo>
                    <a:pt x="1878088" y="783844"/>
                  </a:lnTo>
                  <a:lnTo>
                    <a:pt x="1889125" y="787654"/>
                  </a:lnTo>
                  <a:lnTo>
                    <a:pt x="1878076" y="785114"/>
                  </a:lnTo>
                  <a:lnTo>
                    <a:pt x="1885061" y="788924"/>
                  </a:lnTo>
                  <a:lnTo>
                    <a:pt x="1879346" y="788924"/>
                  </a:lnTo>
                  <a:lnTo>
                    <a:pt x="1883625" y="790194"/>
                  </a:lnTo>
                  <a:lnTo>
                    <a:pt x="1889137" y="791464"/>
                  </a:lnTo>
                  <a:lnTo>
                    <a:pt x="1892287" y="792734"/>
                  </a:lnTo>
                  <a:lnTo>
                    <a:pt x="1889506" y="790194"/>
                  </a:lnTo>
                  <a:lnTo>
                    <a:pt x="1897126" y="792734"/>
                  </a:lnTo>
                  <a:lnTo>
                    <a:pt x="1902460" y="795274"/>
                  </a:lnTo>
                  <a:lnTo>
                    <a:pt x="1907667" y="797814"/>
                  </a:lnTo>
                  <a:lnTo>
                    <a:pt x="1914906" y="799084"/>
                  </a:lnTo>
                  <a:lnTo>
                    <a:pt x="1922653" y="801624"/>
                  </a:lnTo>
                  <a:lnTo>
                    <a:pt x="1927098" y="800354"/>
                  </a:lnTo>
                  <a:lnTo>
                    <a:pt x="1934603" y="804164"/>
                  </a:lnTo>
                  <a:lnTo>
                    <a:pt x="1940966" y="806704"/>
                  </a:lnTo>
                  <a:lnTo>
                    <a:pt x="1946236" y="810514"/>
                  </a:lnTo>
                  <a:lnTo>
                    <a:pt x="1950466" y="811784"/>
                  </a:lnTo>
                  <a:lnTo>
                    <a:pt x="1967534" y="818134"/>
                  </a:lnTo>
                  <a:lnTo>
                    <a:pt x="2001050" y="829564"/>
                  </a:lnTo>
                  <a:lnTo>
                    <a:pt x="2018919" y="835914"/>
                  </a:lnTo>
                  <a:lnTo>
                    <a:pt x="2017141" y="834644"/>
                  </a:lnTo>
                  <a:lnTo>
                    <a:pt x="2024113" y="837184"/>
                  </a:lnTo>
                  <a:lnTo>
                    <a:pt x="2022830" y="834644"/>
                  </a:lnTo>
                  <a:lnTo>
                    <a:pt x="2021725" y="833374"/>
                  </a:lnTo>
                  <a:lnTo>
                    <a:pt x="2029206" y="835914"/>
                  </a:lnTo>
                  <a:lnTo>
                    <a:pt x="2029574" y="837184"/>
                  </a:lnTo>
                  <a:lnTo>
                    <a:pt x="2034184" y="839724"/>
                  </a:lnTo>
                  <a:lnTo>
                    <a:pt x="2040559" y="842264"/>
                  </a:lnTo>
                  <a:lnTo>
                    <a:pt x="2046224" y="844804"/>
                  </a:lnTo>
                  <a:lnTo>
                    <a:pt x="2063013" y="851154"/>
                  </a:lnTo>
                  <a:lnTo>
                    <a:pt x="2109597" y="866394"/>
                  </a:lnTo>
                  <a:lnTo>
                    <a:pt x="2109216" y="867664"/>
                  </a:lnTo>
                  <a:lnTo>
                    <a:pt x="2107692" y="867664"/>
                  </a:lnTo>
                  <a:lnTo>
                    <a:pt x="2103374" y="866394"/>
                  </a:lnTo>
                  <a:lnTo>
                    <a:pt x="2115286" y="871474"/>
                  </a:lnTo>
                  <a:lnTo>
                    <a:pt x="2148713" y="882904"/>
                  </a:lnTo>
                  <a:lnTo>
                    <a:pt x="2147951" y="882904"/>
                  </a:lnTo>
                  <a:lnTo>
                    <a:pt x="2183269" y="895604"/>
                  </a:lnTo>
                  <a:lnTo>
                    <a:pt x="2219833" y="905764"/>
                  </a:lnTo>
                  <a:lnTo>
                    <a:pt x="2217801" y="905764"/>
                  </a:lnTo>
                  <a:lnTo>
                    <a:pt x="2216861" y="907110"/>
                  </a:lnTo>
                  <a:lnTo>
                    <a:pt x="2215464" y="907110"/>
                  </a:lnTo>
                  <a:lnTo>
                    <a:pt x="2214372" y="905764"/>
                  </a:lnTo>
                  <a:lnTo>
                    <a:pt x="2213864" y="905764"/>
                  </a:lnTo>
                  <a:lnTo>
                    <a:pt x="2215438" y="907110"/>
                  </a:lnTo>
                  <a:lnTo>
                    <a:pt x="2225814" y="910844"/>
                  </a:lnTo>
                  <a:lnTo>
                    <a:pt x="2237498" y="914654"/>
                  </a:lnTo>
                  <a:lnTo>
                    <a:pt x="2248636" y="918464"/>
                  </a:lnTo>
                  <a:lnTo>
                    <a:pt x="2257552" y="919734"/>
                  </a:lnTo>
                  <a:lnTo>
                    <a:pt x="2265438" y="923544"/>
                  </a:lnTo>
                  <a:lnTo>
                    <a:pt x="2270341" y="924814"/>
                  </a:lnTo>
                  <a:lnTo>
                    <a:pt x="2276043" y="926084"/>
                  </a:lnTo>
                  <a:lnTo>
                    <a:pt x="2286381" y="931164"/>
                  </a:lnTo>
                  <a:lnTo>
                    <a:pt x="2287397" y="932434"/>
                  </a:lnTo>
                  <a:lnTo>
                    <a:pt x="2284349" y="931164"/>
                  </a:lnTo>
                  <a:lnTo>
                    <a:pt x="2282952" y="931164"/>
                  </a:lnTo>
                  <a:lnTo>
                    <a:pt x="2289530" y="933704"/>
                  </a:lnTo>
                  <a:lnTo>
                    <a:pt x="2301925" y="938784"/>
                  </a:lnTo>
                  <a:lnTo>
                    <a:pt x="2308733" y="940054"/>
                  </a:lnTo>
                  <a:lnTo>
                    <a:pt x="2322639" y="943864"/>
                  </a:lnTo>
                  <a:lnTo>
                    <a:pt x="2333904" y="945134"/>
                  </a:lnTo>
                  <a:lnTo>
                    <a:pt x="2361184" y="954024"/>
                  </a:lnTo>
                  <a:lnTo>
                    <a:pt x="2361209" y="955027"/>
                  </a:lnTo>
                  <a:lnTo>
                    <a:pt x="2361298" y="957859"/>
                  </a:lnTo>
                  <a:lnTo>
                    <a:pt x="2356104" y="955294"/>
                  </a:lnTo>
                  <a:lnTo>
                    <a:pt x="2358212" y="956564"/>
                  </a:lnTo>
                  <a:lnTo>
                    <a:pt x="2360485" y="957884"/>
                  </a:lnTo>
                  <a:lnTo>
                    <a:pt x="2359164" y="957884"/>
                  </a:lnTo>
                  <a:lnTo>
                    <a:pt x="2355977" y="959104"/>
                  </a:lnTo>
                  <a:lnTo>
                    <a:pt x="2360930" y="961644"/>
                  </a:lnTo>
                  <a:lnTo>
                    <a:pt x="2378456" y="961644"/>
                  </a:lnTo>
                  <a:lnTo>
                    <a:pt x="2376805" y="960374"/>
                  </a:lnTo>
                  <a:lnTo>
                    <a:pt x="2371852" y="959104"/>
                  </a:lnTo>
                  <a:lnTo>
                    <a:pt x="2378583" y="960374"/>
                  </a:lnTo>
                  <a:lnTo>
                    <a:pt x="2387993" y="962914"/>
                  </a:lnTo>
                  <a:lnTo>
                    <a:pt x="2395156" y="965454"/>
                  </a:lnTo>
                  <a:lnTo>
                    <a:pt x="2400084" y="967346"/>
                  </a:lnTo>
                  <a:lnTo>
                    <a:pt x="2398712" y="966724"/>
                  </a:lnTo>
                  <a:lnTo>
                    <a:pt x="2392680" y="964184"/>
                  </a:lnTo>
                  <a:lnTo>
                    <a:pt x="2397760" y="962914"/>
                  </a:lnTo>
                  <a:lnTo>
                    <a:pt x="2408110" y="966724"/>
                  </a:lnTo>
                  <a:lnTo>
                    <a:pt x="2416276" y="967994"/>
                  </a:lnTo>
                  <a:lnTo>
                    <a:pt x="2423922" y="969314"/>
                  </a:lnTo>
                  <a:lnTo>
                    <a:pt x="2431669" y="970534"/>
                  </a:lnTo>
                  <a:lnTo>
                    <a:pt x="2435898" y="973074"/>
                  </a:lnTo>
                  <a:lnTo>
                    <a:pt x="2431389" y="973074"/>
                  </a:lnTo>
                  <a:lnTo>
                    <a:pt x="2424569" y="971804"/>
                  </a:lnTo>
                  <a:lnTo>
                    <a:pt x="2421890" y="973074"/>
                  </a:lnTo>
                  <a:lnTo>
                    <a:pt x="2424049" y="975614"/>
                  </a:lnTo>
                  <a:lnTo>
                    <a:pt x="2429383" y="979424"/>
                  </a:lnTo>
                  <a:lnTo>
                    <a:pt x="2422995" y="978179"/>
                  </a:lnTo>
                  <a:lnTo>
                    <a:pt x="2423287" y="978319"/>
                  </a:lnTo>
                  <a:lnTo>
                    <a:pt x="2432253" y="981964"/>
                  </a:lnTo>
                  <a:lnTo>
                    <a:pt x="2440978" y="984504"/>
                  </a:lnTo>
                  <a:lnTo>
                    <a:pt x="2449487" y="985774"/>
                  </a:lnTo>
                  <a:lnTo>
                    <a:pt x="2458212" y="988314"/>
                  </a:lnTo>
                  <a:lnTo>
                    <a:pt x="2457704" y="988314"/>
                  </a:lnTo>
                  <a:lnTo>
                    <a:pt x="2483269" y="995934"/>
                  </a:lnTo>
                  <a:lnTo>
                    <a:pt x="2495512" y="998474"/>
                  </a:lnTo>
                  <a:lnTo>
                    <a:pt x="2506472" y="1003554"/>
                  </a:lnTo>
                  <a:lnTo>
                    <a:pt x="2499360" y="999744"/>
                  </a:lnTo>
                  <a:lnTo>
                    <a:pt x="2502154" y="999744"/>
                  </a:lnTo>
                  <a:lnTo>
                    <a:pt x="2510536" y="1003554"/>
                  </a:lnTo>
                  <a:lnTo>
                    <a:pt x="2515489" y="1003554"/>
                  </a:lnTo>
                  <a:lnTo>
                    <a:pt x="2514727" y="1004824"/>
                  </a:lnTo>
                  <a:lnTo>
                    <a:pt x="2525141" y="1008634"/>
                  </a:lnTo>
                  <a:lnTo>
                    <a:pt x="2520442" y="1008634"/>
                  </a:lnTo>
                  <a:lnTo>
                    <a:pt x="2530170" y="1009904"/>
                  </a:lnTo>
                  <a:lnTo>
                    <a:pt x="2543975" y="1013714"/>
                  </a:lnTo>
                  <a:lnTo>
                    <a:pt x="2550972" y="1014984"/>
                  </a:lnTo>
                  <a:lnTo>
                    <a:pt x="2553081" y="1014984"/>
                  </a:lnTo>
                  <a:lnTo>
                    <a:pt x="2553728" y="1015492"/>
                  </a:lnTo>
                  <a:lnTo>
                    <a:pt x="2557957" y="1016254"/>
                  </a:lnTo>
                  <a:lnTo>
                    <a:pt x="2568194" y="1017524"/>
                  </a:lnTo>
                  <a:lnTo>
                    <a:pt x="2572385" y="1020064"/>
                  </a:lnTo>
                  <a:lnTo>
                    <a:pt x="2568194" y="1021384"/>
                  </a:lnTo>
                  <a:lnTo>
                    <a:pt x="2566771" y="1021384"/>
                  </a:lnTo>
                  <a:lnTo>
                    <a:pt x="2556383" y="1017524"/>
                  </a:lnTo>
                  <a:lnTo>
                    <a:pt x="2553728" y="1015492"/>
                  </a:lnTo>
                  <a:lnTo>
                    <a:pt x="2550972" y="1014984"/>
                  </a:lnTo>
                  <a:lnTo>
                    <a:pt x="2547112" y="1014984"/>
                  </a:lnTo>
                  <a:lnTo>
                    <a:pt x="2555875" y="1017524"/>
                  </a:lnTo>
                  <a:lnTo>
                    <a:pt x="2561894" y="1021384"/>
                  </a:lnTo>
                  <a:lnTo>
                    <a:pt x="2560586" y="1021384"/>
                  </a:lnTo>
                  <a:lnTo>
                    <a:pt x="2569108" y="1022604"/>
                  </a:lnTo>
                  <a:lnTo>
                    <a:pt x="2579662" y="1025144"/>
                  </a:lnTo>
                  <a:lnTo>
                    <a:pt x="2589873" y="1026477"/>
                  </a:lnTo>
                  <a:lnTo>
                    <a:pt x="2589720" y="1026477"/>
                  </a:lnTo>
                  <a:lnTo>
                    <a:pt x="2595880" y="1027684"/>
                  </a:lnTo>
                  <a:lnTo>
                    <a:pt x="2601849" y="1030224"/>
                  </a:lnTo>
                  <a:lnTo>
                    <a:pt x="2607691" y="1034034"/>
                  </a:lnTo>
                  <a:lnTo>
                    <a:pt x="2604897" y="1035304"/>
                  </a:lnTo>
                  <a:lnTo>
                    <a:pt x="2615006" y="1036574"/>
                  </a:lnTo>
                  <a:lnTo>
                    <a:pt x="2613152" y="1034034"/>
                  </a:lnTo>
                  <a:lnTo>
                    <a:pt x="2611856" y="1031494"/>
                  </a:lnTo>
                  <a:lnTo>
                    <a:pt x="2623693" y="1034034"/>
                  </a:lnTo>
                  <a:lnTo>
                    <a:pt x="2627274" y="1036574"/>
                  </a:lnTo>
                  <a:lnTo>
                    <a:pt x="2621457" y="1036574"/>
                  </a:lnTo>
                  <a:lnTo>
                    <a:pt x="2628265" y="1039114"/>
                  </a:lnTo>
                  <a:lnTo>
                    <a:pt x="2624582" y="1039114"/>
                  </a:lnTo>
                  <a:lnTo>
                    <a:pt x="2631630" y="1042924"/>
                  </a:lnTo>
                  <a:lnTo>
                    <a:pt x="2636418" y="1042924"/>
                  </a:lnTo>
                  <a:lnTo>
                    <a:pt x="2641828" y="1041654"/>
                  </a:lnTo>
                  <a:lnTo>
                    <a:pt x="2650744" y="1042924"/>
                  </a:lnTo>
                  <a:lnTo>
                    <a:pt x="2650198" y="1044194"/>
                  </a:lnTo>
                  <a:lnTo>
                    <a:pt x="2679331" y="1044194"/>
                  </a:lnTo>
                  <a:close/>
                </a:path>
                <a:path w="3108960" h="1905000">
                  <a:moveTo>
                    <a:pt x="2680335" y="943864"/>
                  </a:moveTo>
                  <a:lnTo>
                    <a:pt x="2679065" y="941324"/>
                  </a:lnTo>
                  <a:lnTo>
                    <a:pt x="2677160" y="941324"/>
                  </a:lnTo>
                  <a:lnTo>
                    <a:pt x="2677922" y="945134"/>
                  </a:lnTo>
                  <a:lnTo>
                    <a:pt x="2680335" y="943864"/>
                  </a:lnTo>
                  <a:close/>
                </a:path>
                <a:path w="3108960" h="1905000">
                  <a:moveTo>
                    <a:pt x="2680462" y="928624"/>
                  </a:moveTo>
                  <a:lnTo>
                    <a:pt x="2676144" y="927354"/>
                  </a:lnTo>
                  <a:lnTo>
                    <a:pt x="2676652" y="928624"/>
                  </a:lnTo>
                  <a:lnTo>
                    <a:pt x="2680462" y="928624"/>
                  </a:lnTo>
                  <a:close/>
                </a:path>
                <a:path w="3108960" h="1905000">
                  <a:moveTo>
                    <a:pt x="2681097" y="913384"/>
                  </a:moveTo>
                  <a:lnTo>
                    <a:pt x="2680208" y="912114"/>
                  </a:lnTo>
                  <a:lnTo>
                    <a:pt x="2678138" y="911288"/>
                  </a:lnTo>
                  <a:lnTo>
                    <a:pt x="2678557" y="912114"/>
                  </a:lnTo>
                  <a:lnTo>
                    <a:pt x="2673477" y="913384"/>
                  </a:lnTo>
                  <a:lnTo>
                    <a:pt x="2672804" y="912114"/>
                  </a:lnTo>
                  <a:lnTo>
                    <a:pt x="2671470" y="909574"/>
                  </a:lnTo>
                  <a:lnTo>
                    <a:pt x="2670810" y="908304"/>
                  </a:lnTo>
                  <a:lnTo>
                    <a:pt x="2670200" y="908672"/>
                  </a:lnTo>
                  <a:lnTo>
                    <a:pt x="2670302" y="909574"/>
                  </a:lnTo>
                  <a:lnTo>
                    <a:pt x="2669578" y="909053"/>
                  </a:lnTo>
                  <a:lnTo>
                    <a:pt x="2666619" y="910844"/>
                  </a:lnTo>
                  <a:lnTo>
                    <a:pt x="2667762" y="912114"/>
                  </a:lnTo>
                  <a:lnTo>
                    <a:pt x="2666238" y="910844"/>
                  </a:lnTo>
                  <a:lnTo>
                    <a:pt x="2664714" y="909574"/>
                  </a:lnTo>
                  <a:lnTo>
                    <a:pt x="2662047" y="909574"/>
                  </a:lnTo>
                  <a:lnTo>
                    <a:pt x="2663825" y="912114"/>
                  </a:lnTo>
                  <a:lnTo>
                    <a:pt x="2660269" y="912114"/>
                  </a:lnTo>
                  <a:lnTo>
                    <a:pt x="2662809" y="915936"/>
                  </a:lnTo>
                  <a:lnTo>
                    <a:pt x="2665222" y="910844"/>
                  </a:lnTo>
                  <a:lnTo>
                    <a:pt x="2667889" y="913384"/>
                  </a:lnTo>
                  <a:lnTo>
                    <a:pt x="2667381" y="914654"/>
                  </a:lnTo>
                  <a:lnTo>
                    <a:pt x="2669921" y="915936"/>
                  </a:lnTo>
                  <a:lnTo>
                    <a:pt x="2670200" y="915936"/>
                  </a:lnTo>
                  <a:lnTo>
                    <a:pt x="2675001" y="917194"/>
                  </a:lnTo>
                  <a:lnTo>
                    <a:pt x="2675509" y="917194"/>
                  </a:lnTo>
                  <a:lnTo>
                    <a:pt x="2674721" y="918464"/>
                  </a:lnTo>
                  <a:lnTo>
                    <a:pt x="2674442" y="919734"/>
                  </a:lnTo>
                  <a:lnTo>
                    <a:pt x="2679700" y="919734"/>
                  </a:lnTo>
                  <a:lnTo>
                    <a:pt x="2679573" y="918464"/>
                  </a:lnTo>
                  <a:lnTo>
                    <a:pt x="2679446" y="917194"/>
                  </a:lnTo>
                  <a:lnTo>
                    <a:pt x="2677287" y="918464"/>
                  </a:lnTo>
                  <a:lnTo>
                    <a:pt x="2676271" y="914654"/>
                  </a:lnTo>
                  <a:lnTo>
                    <a:pt x="2677757" y="915682"/>
                  </a:lnTo>
                  <a:lnTo>
                    <a:pt x="2677833" y="914654"/>
                  </a:lnTo>
                  <a:lnTo>
                    <a:pt x="2677922" y="913384"/>
                  </a:lnTo>
                  <a:lnTo>
                    <a:pt x="2681097" y="913384"/>
                  </a:lnTo>
                  <a:close/>
                </a:path>
                <a:path w="3108960" h="1905000">
                  <a:moveTo>
                    <a:pt x="2683764" y="918464"/>
                  </a:moveTo>
                  <a:lnTo>
                    <a:pt x="2682113" y="914654"/>
                  </a:lnTo>
                  <a:lnTo>
                    <a:pt x="2678925" y="916482"/>
                  </a:lnTo>
                  <a:lnTo>
                    <a:pt x="2681859" y="918464"/>
                  </a:lnTo>
                  <a:lnTo>
                    <a:pt x="2683764" y="918464"/>
                  </a:lnTo>
                  <a:close/>
                </a:path>
                <a:path w="3108960" h="1905000">
                  <a:moveTo>
                    <a:pt x="2684526" y="937514"/>
                  </a:moveTo>
                  <a:lnTo>
                    <a:pt x="2682875" y="937514"/>
                  </a:lnTo>
                  <a:lnTo>
                    <a:pt x="2683510" y="938784"/>
                  </a:lnTo>
                  <a:lnTo>
                    <a:pt x="2684399" y="938784"/>
                  </a:lnTo>
                  <a:lnTo>
                    <a:pt x="2684526" y="937514"/>
                  </a:lnTo>
                  <a:close/>
                </a:path>
                <a:path w="3108960" h="1905000">
                  <a:moveTo>
                    <a:pt x="2684894" y="1116253"/>
                  </a:moveTo>
                  <a:lnTo>
                    <a:pt x="2674607" y="1116253"/>
                  </a:lnTo>
                  <a:lnTo>
                    <a:pt x="2674899" y="1117003"/>
                  </a:lnTo>
                  <a:lnTo>
                    <a:pt x="2683484" y="1117003"/>
                  </a:lnTo>
                  <a:lnTo>
                    <a:pt x="2684894" y="1116253"/>
                  </a:lnTo>
                  <a:close/>
                </a:path>
                <a:path w="3108960" h="1905000">
                  <a:moveTo>
                    <a:pt x="2686685" y="1058164"/>
                  </a:moveTo>
                  <a:lnTo>
                    <a:pt x="2674721" y="1053134"/>
                  </a:lnTo>
                  <a:lnTo>
                    <a:pt x="2676398" y="1054354"/>
                  </a:lnTo>
                  <a:lnTo>
                    <a:pt x="2677795" y="1055624"/>
                  </a:lnTo>
                  <a:lnTo>
                    <a:pt x="2686685" y="1058164"/>
                  </a:lnTo>
                  <a:close/>
                </a:path>
                <a:path w="3108960" h="1905000">
                  <a:moveTo>
                    <a:pt x="2686723" y="1386928"/>
                  </a:moveTo>
                  <a:lnTo>
                    <a:pt x="2686685" y="1385570"/>
                  </a:lnTo>
                  <a:lnTo>
                    <a:pt x="2686050" y="1385570"/>
                  </a:lnTo>
                  <a:lnTo>
                    <a:pt x="2686723" y="1386928"/>
                  </a:lnTo>
                  <a:close/>
                </a:path>
                <a:path w="3108960" h="1905000">
                  <a:moveTo>
                    <a:pt x="2689479" y="952754"/>
                  </a:moveTo>
                  <a:lnTo>
                    <a:pt x="2689377" y="950963"/>
                  </a:lnTo>
                  <a:lnTo>
                    <a:pt x="2687955" y="952754"/>
                  </a:lnTo>
                  <a:lnTo>
                    <a:pt x="2689479" y="952754"/>
                  </a:lnTo>
                  <a:close/>
                </a:path>
                <a:path w="3108960" h="1905000">
                  <a:moveTo>
                    <a:pt x="2689987" y="950214"/>
                  </a:moveTo>
                  <a:lnTo>
                    <a:pt x="2689352" y="950214"/>
                  </a:lnTo>
                  <a:lnTo>
                    <a:pt x="2689377" y="950963"/>
                  </a:lnTo>
                  <a:lnTo>
                    <a:pt x="2689987" y="950214"/>
                  </a:lnTo>
                  <a:close/>
                </a:path>
                <a:path w="3108960" h="1905000">
                  <a:moveTo>
                    <a:pt x="2690622" y="942594"/>
                  </a:moveTo>
                  <a:lnTo>
                    <a:pt x="2690114" y="941324"/>
                  </a:lnTo>
                  <a:lnTo>
                    <a:pt x="2689479" y="940054"/>
                  </a:lnTo>
                  <a:lnTo>
                    <a:pt x="2689225" y="938784"/>
                  </a:lnTo>
                  <a:lnTo>
                    <a:pt x="2684399" y="938784"/>
                  </a:lnTo>
                  <a:lnTo>
                    <a:pt x="2684145" y="940054"/>
                  </a:lnTo>
                  <a:lnTo>
                    <a:pt x="2680335" y="941324"/>
                  </a:lnTo>
                  <a:lnTo>
                    <a:pt x="2686558" y="941324"/>
                  </a:lnTo>
                  <a:lnTo>
                    <a:pt x="2686304" y="942594"/>
                  </a:lnTo>
                  <a:lnTo>
                    <a:pt x="2689098" y="942594"/>
                  </a:lnTo>
                  <a:lnTo>
                    <a:pt x="2690241" y="943864"/>
                  </a:lnTo>
                  <a:lnTo>
                    <a:pt x="2690495" y="942594"/>
                  </a:lnTo>
                  <a:lnTo>
                    <a:pt x="2690622" y="942594"/>
                  </a:lnTo>
                  <a:close/>
                </a:path>
                <a:path w="3108960" h="1905000">
                  <a:moveTo>
                    <a:pt x="2692781" y="1116253"/>
                  </a:moveTo>
                  <a:lnTo>
                    <a:pt x="2687739" y="1115479"/>
                  </a:lnTo>
                  <a:lnTo>
                    <a:pt x="2686367" y="1115479"/>
                  </a:lnTo>
                  <a:lnTo>
                    <a:pt x="2684894" y="1116253"/>
                  </a:lnTo>
                  <a:lnTo>
                    <a:pt x="2692781" y="1116253"/>
                  </a:lnTo>
                  <a:close/>
                </a:path>
                <a:path w="3108960" h="1905000">
                  <a:moveTo>
                    <a:pt x="2693416" y="927354"/>
                  </a:moveTo>
                  <a:lnTo>
                    <a:pt x="2691130" y="926084"/>
                  </a:lnTo>
                  <a:lnTo>
                    <a:pt x="2692654" y="926084"/>
                  </a:lnTo>
                  <a:lnTo>
                    <a:pt x="2689987" y="924814"/>
                  </a:lnTo>
                  <a:lnTo>
                    <a:pt x="2689987" y="926084"/>
                  </a:lnTo>
                  <a:lnTo>
                    <a:pt x="2691638" y="927354"/>
                  </a:lnTo>
                  <a:lnTo>
                    <a:pt x="2693416" y="927354"/>
                  </a:lnTo>
                  <a:close/>
                </a:path>
                <a:path w="3108960" h="1905000">
                  <a:moveTo>
                    <a:pt x="2695156" y="1482725"/>
                  </a:moveTo>
                  <a:lnTo>
                    <a:pt x="2691892" y="1482090"/>
                  </a:lnTo>
                  <a:lnTo>
                    <a:pt x="2684018" y="1485900"/>
                  </a:lnTo>
                  <a:lnTo>
                    <a:pt x="2695156" y="1482725"/>
                  </a:lnTo>
                  <a:close/>
                </a:path>
                <a:path w="3108960" h="1905000">
                  <a:moveTo>
                    <a:pt x="2697924" y="1483258"/>
                  </a:moveTo>
                  <a:lnTo>
                    <a:pt x="2697353" y="1482090"/>
                  </a:lnTo>
                  <a:lnTo>
                    <a:pt x="2695156" y="1482725"/>
                  </a:lnTo>
                  <a:lnTo>
                    <a:pt x="2697924" y="1483258"/>
                  </a:lnTo>
                  <a:close/>
                </a:path>
                <a:path w="3108960" h="1905000">
                  <a:moveTo>
                    <a:pt x="2703487" y="936942"/>
                  </a:moveTo>
                  <a:lnTo>
                    <a:pt x="2702864" y="936307"/>
                  </a:lnTo>
                  <a:lnTo>
                    <a:pt x="2701925" y="936307"/>
                  </a:lnTo>
                  <a:lnTo>
                    <a:pt x="2703487" y="936942"/>
                  </a:lnTo>
                  <a:close/>
                </a:path>
                <a:path w="3108960" h="1905000">
                  <a:moveTo>
                    <a:pt x="2703779" y="937221"/>
                  </a:moveTo>
                  <a:lnTo>
                    <a:pt x="2703576" y="937031"/>
                  </a:lnTo>
                  <a:lnTo>
                    <a:pt x="2703233" y="937221"/>
                  </a:lnTo>
                  <a:lnTo>
                    <a:pt x="2702687" y="937514"/>
                  </a:lnTo>
                  <a:lnTo>
                    <a:pt x="2703779" y="937221"/>
                  </a:lnTo>
                  <a:close/>
                </a:path>
                <a:path w="3108960" h="1905000">
                  <a:moveTo>
                    <a:pt x="2704871" y="936307"/>
                  </a:moveTo>
                  <a:lnTo>
                    <a:pt x="2703017" y="936307"/>
                  </a:lnTo>
                  <a:lnTo>
                    <a:pt x="2704287" y="936625"/>
                  </a:lnTo>
                  <a:lnTo>
                    <a:pt x="2704871" y="936307"/>
                  </a:lnTo>
                  <a:close/>
                </a:path>
                <a:path w="3108960" h="1905000">
                  <a:moveTo>
                    <a:pt x="2706370" y="959104"/>
                  </a:moveTo>
                  <a:lnTo>
                    <a:pt x="2705747" y="958088"/>
                  </a:lnTo>
                  <a:lnTo>
                    <a:pt x="2705620" y="957884"/>
                  </a:lnTo>
                  <a:lnTo>
                    <a:pt x="2703461" y="957884"/>
                  </a:lnTo>
                  <a:lnTo>
                    <a:pt x="2703588" y="958088"/>
                  </a:lnTo>
                  <a:lnTo>
                    <a:pt x="2706370" y="959104"/>
                  </a:lnTo>
                  <a:close/>
                </a:path>
                <a:path w="3108960" h="1905000">
                  <a:moveTo>
                    <a:pt x="2707132" y="960374"/>
                  </a:moveTo>
                  <a:lnTo>
                    <a:pt x="2705100" y="960374"/>
                  </a:lnTo>
                  <a:lnTo>
                    <a:pt x="2704211" y="959104"/>
                  </a:lnTo>
                  <a:lnTo>
                    <a:pt x="2703588" y="958088"/>
                  </a:lnTo>
                  <a:lnTo>
                    <a:pt x="2703042" y="957884"/>
                  </a:lnTo>
                  <a:lnTo>
                    <a:pt x="2703258" y="957884"/>
                  </a:lnTo>
                  <a:lnTo>
                    <a:pt x="2700909" y="956564"/>
                  </a:lnTo>
                  <a:lnTo>
                    <a:pt x="2701048" y="957884"/>
                  </a:lnTo>
                  <a:lnTo>
                    <a:pt x="2702560" y="960374"/>
                  </a:lnTo>
                  <a:lnTo>
                    <a:pt x="2700020" y="961644"/>
                  </a:lnTo>
                  <a:lnTo>
                    <a:pt x="2705862" y="961644"/>
                  </a:lnTo>
                  <a:lnTo>
                    <a:pt x="2706878" y="961644"/>
                  </a:lnTo>
                  <a:lnTo>
                    <a:pt x="2707132" y="960374"/>
                  </a:lnTo>
                  <a:close/>
                </a:path>
                <a:path w="3108960" h="1905000">
                  <a:moveTo>
                    <a:pt x="2707398" y="936625"/>
                  </a:moveTo>
                  <a:lnTo>
                    <a:pt x="2707271" y="936307"/>
                  </a:lnTo>
                  <a:lnTo>
                    <a:pt x="2707055" y="936307"/>
                  </a:lnTo>
                  <a:lnTo>
                    <a:pt x="2707398" y="936625"/>
                  </a:lnTo>
                  <a:close/>
                </a:path>
                <a:path w="3108960" h="1905000">
                  <a:moveTo>
                    <a:pt x="2707767" y="937514"/>
                  </a:moveTo>
                  <a:lnTo>
                    <a:pt x="2707640" y="937221"/>
                  </a:lnTo>
                  <a:lnTo>
                    <a:pt x="2707398" y="936625"/>
                  </a:lnTo>
                  <a:lnTo>
                    <a:pt x="2707043" y="936307"/>
                  </a:lnTo>
                  <a:lnTo>
                    <a:pt x="2705125" y="936853"/>
                  </a:lnTo>
                  <a:lnTo>
                    <a:pt x="2704287" y="936625"/>
                  </a:lnTo>
                  <a:lnTo>
                    <a:pt x="2703626" y="936993"/>
                  </a:lnTo>
                  <a:lnTo>
                    <a:pt x="2704020" y="937158"/>
                  </a:lnTo>
                  <a:lnTo>
                    <a:pt x="2703779" y="937221"/>
                  </a:lnTo>
                  <a:lnTo>
                    <a:pt x="2704490" y="937933"/>
                  </a:lnTo>
                  <a:lnTo>
                    <a:pt x="2704973" y="937514"/>
                  </a:lnTo>
                  <a:lnTo>
                    <a:pt x="2704211" y="937221"/>
                  </a:lnTo>
                  <a:lnTo>
                    <a:pt x="2706573" y="937221"/>
                  </a:lnTo>
                  <a:lnTo>
                    <a:pt x="2707767" y="937514"/>
                  </a:lnTo>
                  <a:close/>
                </a:path>
                <a:path w="3108960" h="1905000">
                  <a:moveTo>
                    <a:pt x="2708402" y="937514"/>
                  </a:moveTo>
                  <a:lnTo>
                    <a:pt x="2707411" y="936625"/>
                  </a:lnTo>
                  <a:lnTo>
                    <a:pt x="2707767" y="937221"/>
                  </a:lnTo>
                  <a:lnTo>
                    <a:pt x="2708021" y="937514"/>
                  </a:lnTo>
                  <a:lnTo>
                    <a:pt x="2708402" y="937514"/>
                  </a:lnTo>
                  <a:close/>
                </a:path>
                <a:path w="3108960" h="1905000">
                  <a:moveTo>
                    <a:pt x="2709418" y="967994"/>
                  </a:moveTo>
                  <a:lnTo>
                    <a:pt x="2705862" y="966724"/>
                  </a:lnTo>
                  <a:lnTo>
                    <a:pt x="2704338" y="964184"/>
                  </a:lnTo>
                  <a:lnTo>
                    <a:pt x="2700655" y="964184"/>
                  </a:lnTo>
                  <a:lnTo>
                    <a:pt x="2702941" y="965454"/>
                  </a:lnTo>
                  <a:lnTo>
                    <a:pt x="2706878" y="967994"/>
                  </a:lnTo>
                  <a:lnTo>
                    <a:pt x="2709227" y="969314"/>
                  </a:lnTo>
                  <a:lnTo>
                    <a:pt x="2709418" y="967994"/>
                  </a:lnTo>
                  <a:close/>
                </a:path>
                <a:path w="3108960" h="1905000">
                  <a:moveTo>
                    <a:pt x="2710129" y="942594"/>
                  </a:moveTo>
                  <a:lnTo>
                    <a:pt x="2709291" y="942594"/>
                  </a:lnTo>
                  <a:lnTo>
                    <a:pt x="2709367" y="943394"/>
                  </a:lnTo>
                  <a:lnTo>
                    <a:pt x="2709608" y="943533"/>
                  </a:lnTo>
                  <a:lnTo>
                    <a:pt x="2710129" y="942594"/>
                  </a:lnTo>
                  <a:close/>
                </a:path>
                <a:path w="3108960" h="1905000">
                  <a:moveTo>
                    <a:pt x="2710599" y="1145120"/>
                  </a:moveTo>
                  <a:lnTo>
                    <a:pt x="2710434" y="1144524"/>
                  </a:lnTo>
                  <a:lnTo>
                    <a:pt x="2710307" y="1144524"/>
                  </a:lnTo>
                  <a:lnTo>
                    <a:pt x="2709545" y="1144524"/>
                  </a:lnTo>
                  <a:lnTo>
                    <a:pt x="2707716" y="1145603"/>
                  </a:lnTo>
                  <a:lnTo>
                    <a:pt x="2707767" y="1145794"/>
                  </a:lnTo>
                  <a:lnTo>
                    <a:pt x="2709189" y="1145120"/>
                  </a:lnTo>
                  <a:lnTo>
                    <a:pt x="2710535" y="1145120"/>
                  </a:lnTo>
                  <a:close/>
                </a:path>
                <a:path w="3108960" h="1905000">
                  <a:moveTo>
                    <a:pt x="2711577" y="937514"/>
                  </a:moveTo>
                  <a:lnTo>
                    <a:pt x="2708402" y="937514"/>
                  </a:lnTo>
                  <a:lnTo>
                    <a:pt x="2707513" y="940054"/>
                  </a:lnTo>
                  <a:lnTo>
                    <a:pt x="2709799" y="940054"/>
                  </a:lnTo>
                  <a:lnTo>
                    <a:pt x="2711577" y="937514"/>
                  </a:lnTo>
                  <a:close/>
                </a:path>
                <a:path w="3108960" h="1905000">
                  <a:moveTo>
                    <a:pt x="2712212" y="1144524"/>
                  </a:moveTo>
                  <a:lnTo>
                    <a:pt x="2709799" y="1143254"/>
                  </a:lnTo>
                  <a:lnTo>
                    <a:pt x="2710307" y="1144524"/>
                  </a:lnTo>
                  <a:lnTo>
                    <a:pt x="2710434" y="1144524"/>
                  </a:lnTo>
                  <a:lnTo>
                    <a:pt x="2712212" y="1144524"/>
                  </a:lnTo>
                  <a:close/>
                </a:path>
                <a:path w="3108960" h="1905000">
                  <a:moveTo>
                    <a:pt x="2712212" y="942594"/>
                  </a:moveTo>
                  <a:lnTo>
                    <a:pt x="2710967" y="941133"/>
                  </a:lnTo>
                  <a:lnTo>
                    <a:pt x="2710129" y="942594"/>
                  </a:lnTo>
                  <a:lnTo>
                    <a:pt x="2712212" y="942594"/>
                  </a:lnTo>
                  <a:close/>
                </a:path>
                <a:path w="3108960" h="1905000">
                  <a:moveTo>
                    <a:pt x="2714244" y="940054"/>
                  </a:moveTo>
                  <a:lnTo>
                    <a:pt x="2712466" y="938784"/>
                  </a:lnTo>
                  <a:lnTo>
                    <a:pt x="2711450" y="938784"/>
                  </a:lnTo>
                  <a:lnTo>
                    <a:pt x="2710053" y="940054"/>
                  </a:lnTo>
                  <a:lnTo>
                    <a:pt x="2710967" y="941133"/>
                  </a:lnTo>
                  <a:lnTo>
                    <a:pt x="2711577" y="940054"/>
                  </a:lnTo>
                  <a:lnTo>
                    <a:pt x="2713736" y="942594"/>
                  </a:lnTo>
                  <a:lnTo>
                    <a:pt x="2713228" y="941324"/>
                  </a:lnTo>
                  <a:lnTo>
                    <a:pt x="2714244" y="940054"/>
                  </a:lnTo>
                  <a:close/>
                </a:path>
                <a:path w="3108960" h="1905000">
                  <a:moveTo>
                    <a:pt x="2716352" y="949807"/>
                  </a:moveTo>
                  <a:lnTo>
                    <a:pt x="2715006" y="948944"/>
                  </a:lnTo>
                  <a:lnTo>
                    <a:pt x="2714498" y="949299"/>
                  </a:lnTo>
                  <a:lnTo>
                    <a:pt x="2713228" y="948944"/>
                  </a:lnTo>
                  <a:lnTo>
                    <a:pt x="2714294" y="949439"/>
                  </a:lnTo>
                  <a:lnTo>
                    <a:pt x="2715018" y="949439"/>
                  </a:lnTo>
                  <a:lnTo>
                    <a:pt x="2716352" y="949807"/>
                  </a:lnTo>
                  <a:close/>
                </a:path>
                <a:path w="3108960" h="1905000">
                  <a:moveTo>
                    <a:pt x="2717038" y="948944"/>
                  </a:moveTo>
                  <a:lnTo>
                    <a:pt x="2716530" y="947674"/>
                  </a:lnTo>
                  <a:lnTo>
                    <a:pt x="2715514" y="947674"/>
                  </a:lnTo>
                  <a:lnTo>
                    <a:pt x="2717038" y="949299"/>
                  </a:lnTo>
                  <a:lnTo>
                    <a:pt x="2717038" y="948944"/>
                  </a:lnTo>
                  <a:close/>
                </a:path>
                <a:path w="3108960" h="1905000">
                  <a:moveTo>
                    <a:pt x="2717927" y="950214"/>
                  </a:moveTo>
                  <a:lnTo>
                    <a:pt x="2717038" y="949985"/>
                  </a:lnTo>
                  <a:lnTo>
                    <a:pt x="2717038" y="950214"/>
                  </a:lnTo>
                  <a:lnTo>
                    <a:pt x="2717927" y="950214"/>
                  </a:lnTo>
                  <a:close/>
                </a:path>
                <a:path w="3108960" h="1905000">
                  <a:moveTo>
                    <a:pt x="2718435" y="950214"/>
                  </a:moveTo>
                  <a:lnTo>
                    <a:pt x="2718384" y="949985"/>
                  </a:lnTo>
                  <a:lnTo>
                    <a:pt x="2718270" y="949439"/>
                  </a:lnTo>
                  <a:lnTo>
                    <a:pt x="2718054" y="949439"/>
                  </a:lnTo>
                  <a:lnTo>
                    <a:pt x="2717406" y="949693"/>
                  </a:lnTo>
                  <a:lnTo>
                    <a:pt x="2717177" y="949439"/>
                  </a:lnTo>
                  <a:lnTo>
                    <a:pt x="2717038" y="949439"/>
                  </a:lnTo>
                  <a:lnTo>
                    <a:pt x="2717038" y="949833"/>
                  </a:lnTo>
                  <a:lnTo>
                    <a:pt x="2716796" y="949934"/>
                  </a:lnTo>
                  <a:lnTo>
                    <a:pt x="2717038" y="949985"/>
                  </a:lnTo>
                  <a:lnTo>
                    <a:pt x="2717698" y="949985"/>
                  </a:lnTo>
                  <a:lnTo>
                    <a:pt x="2717927" y="950214"/>
                  </a:lnTo>
                  <a:lnTo>
                    <a:pt x="2718435" y="950214"/>
                  </a:lnTo>
                  <a:close/>
                </a:path>
                <a:path w="3108960" h="1905000">
                  <a:moveTo>
                    <a:pt x="2719324" y="948944"/>
                  </a:moveTo>
                  <a:lnTo>
                    <a:pt x="2717927" y="947674"/>
                  </a:lnTo>
                  <a:lnTo>
                    <a:pt x="2718181" y="948944"/>
                  </a:lnTo>
                  <a:lnTo>
                    <a:pt x="2718244" y="949363"/>
                  </a:lnTo>
                  <a:lnTo>
                    <a:pt x="2719324" y="948944"/>
                  </a:lnTo>
                  <a:close/>
                </a:path>
                <a:path w="3108960" h="1905000">
                  <a:moveTo>
                    <a:pt x="2720467" y="975042"/>
                  </a:moveTo>
                  <a:lnTo>
                    <a:pt x="2720086" y="974344"/>
                  </a:lnTo>
                  <a:lnTo>
                    <a:pt x="2719705" y="974344"/>
                  </a:lnTo>
                  <a:lnTo>
                    <a:pt x="2720467" y="975042"/>
                  </a:lnTo>
                  <a:close/>
                </a:path>
                <a:path w="3108960" h="1905000">
                  <a:moveTo>
                    <a:pt x="2720467" y="972058"/>
                  </a:moveTo>
                  <a:lnTo>
                    <a:pt x="2718689" y="970534"/>
                  </a:lnTo>
                  <a:lnTo>
                    <a:pt x="2717165" y="974051"/>
                  </a:lnTo>
                  <a:lnTo>
                    <a:pt x="2717254" y="974204"/>
                  </a:lnTo>
                  <a:lnTo>
                    <a:pt x="2720467" y="972058"/>
                  </a:lnTo>
                  <a:close/>
                </a:path>
                <a:path w="3108960" h="1905000">
                  <a:moveTo>
                    <a:pt x="2721102" y="975614"/>
                  </a:moveTo>
                  <a:lnTo>
                    <a:pt x="2720467" y="975042"/>
                  </a:lnTo>
                  <a:lnTo>
                    <a:pt x="2720784" y="975614"/>
                  </a:lnTo>
                  <a:lnTo>
                    <a:pt x="2721102" y="975614"/>
                  </a:lnTo>
                  <a:close/>
                </a:path>
                <a:path w="3108960" h="1905000">
                  <a:moveTo>
                    <a:pt x="2722956" y="974204"/>
                  </a:moveTo>
                  <a:lnTo>
                    <a:pt x="2722918" y="974051"/>
                  </a:lnTo>
                  <a:lnTo>
                    <a:pt x="2721140" y="971613"/>
                  </a:lnTo>
                  <a:lnTo>
                    <a:pt x="2720467" y="972058"/>
                  </a:lnTo>
                  <a:lnTo>
                    <a:pt x="2722956" y="974204"/>
                  </a:lnTo>
                  <a:close/>
                </a:path>
                <a:path w="3108960" h="1905000">
                  <a:moveTo>
                    <a:pt x="2724912" y="952754"/>
                  </a:moveTo>
                  <a:lnTo>
                    <a:pt x="2724467" y="951484"/>
                  </a:lnTo>
                  <a:lnTo>
                    <a:pt x="2724277" y="950963"/>
                  </a:lnTo>
                  <a:lnTo>
                    <a:pt x="2724200" y="950747"/>
                  </a:lnTo>
                  <a:lnTo>
                    <a:pt x="2721483" y="951484"/>
                  </a:lnTo>
                  <a:lnTo>
                    <a:pt x="2722308" y="953084"/>
                  </a:lnTo>
                  <a:lnTo>
                    <a:pt x="2722372" y="952754"/>
                  </a:lnTo>
                  <a:lnTo>
                    <a:pt x="2721737" y="951484"/>
                  </a:lnTo>
                  <a:lnTo>
                    <a:pt x="2721991" y="951484"/>
                  </a:lnTo>
                  <a:lnTo>
                    <a:pt x="2724912" y="952754"/>
                  </a:lnTo>
                  <a:close/>
                </a:path>
                <a:path w="3108960" h="1905000">
                  <a:moveTo>
                    <a:pt x="2726182" y="950214"/>
                  </a:moveTo>
                  <a:lnTo>
                    <a:pt x="2723134" y="947674"/>
                  </a:lnTo>
                  <a:lnTo>
                    <a:pt x="2724200" y="950747"/>
                  </a:lnTo>
                  <a:lnTo>
                    <a:pt x="2726182" y="950214"/>
                  </a:lnTo>
                  <a:close/>
                </a:path>
                <a:path w="3108960" h="1905000">
                  <a:moveTo>
                    <a:pt x="2729852" y="957884"/>
                  </a:moveTo>
                  <a:lnTo>
                    <a:pt x="2725915" y="957884"/>
                  </a:lnTo>
                  <a:lnTo>
                    <a:pt x="2729725" y="958494"/>
                  </a:lnTo>
                  <a:lnTo>
                    <a:pt x="2729852" y="957884"/>
                  </a:lnTo>
                  <a:close/>
                </a:path>
                <a:path w="3108960" h="1905000">
                  <a:moveTo>
                    <a:pt x="2730246" y="952754"/>
                  </a:moveTo>
                  <a:lnTo>
                    <a:pt x="2726436" y="951484"/>
                  </a:lnTo>
                  <a:lnTo>
                    <a:pt x="2728341" y="954024"/>
                  </a:lnTo>
                  <a:lnTo>
                    <a:pt x="2725166" y="954024"/>
                  </a:lnTo>
                  <a:lnTo>
                    <a:pt x="2728722" y="956564"/>
                  </a:lnTo>
                  <a:lnTo>
                    <a:pt x="2730246" y="952754"/>
                  </a:lnTo>
                  <a:close/>
                </a:path>
                <a:path w="3108960" h="1905000">
                  <a:moveTo>
                    <a:pt x="2732786" y="1149604"/>
                  </a:moveTo>
                  <a:lnTo>
                    <a:pt x="2732709" y="1149464"/>
                  </a:lnTo>
                  <a:lnTo>
                    <a:pt x="2732405" y="1149604"/>
                  </a:lnTo>
                  <a:lnTo>
                    <a:pt x="2732786" y="1149604"/>
                  </a:lnTo>
                  <a:close/>
                </a:path>
                <a:path w="3108960" h="1905000">
                  <a:moveTo>
                    <a:pt x="2732913" y="1501330"/>
                  </a:moveTo>
                  <a:lnTo>
                    <a:pt x="2732875" y="1500632"/>
                  </a:lnTo>
                  <a:lnTo>
                    <a:pt x="2731363" y="1501330"/>
                  </a:lnTo>
                  <a:lnTo>
                    <a:pt x="2732214" y="1501330"/>
                  </a:lnTo>
                  <a:lnTo>
                    <a:pt x="2732913" y="1501330"/>
                  </a:lnTo>
                  <a:close/>
                </a:path>
                <a:path w="3108960" h="1905000">
                  <a:moveTo>
                    <a:pt x="2733548" y="959104"/>
                  </a:moveTo>
                  <a:lnTo>
                    <a:pt x="2729725" y="958494"/>
                  </a:lnTo>
                  <a:lnTo>
                    <a:pt x="2729611" y="959104"/>
                  </a:lnTo>
                  <a:lnTo>
                    <a:pt x="2733548" y="959104"/>
                  </a:lnTo>
                  <a:close/>
                </a:path>
                <a:path w="3108960" h="1905000">
                  <a:moveTo>
                    <a:pt x="2734818" y="1502410"/>
                  </a:moveTo>
                  <a:lnTo>
                    <a:pt x="2732214" y="1501330"/>
                  </a:lnTo>
                  <a:lnTo>
                    <a:pt x="2728214" y="1502410"/>
                  </a:lnTo>
                  <a:lnTo>
                    <a:pt x="2727883" y="1501330"/>
                  </a:lnTo>
                  <a:lnTo>
                    <a:pt x="2727756" y="1501330"/>
                  </a:lnTo>
                  <a:lnTo>
                    <a:pt x="2726817" y="1503680"/>
                  </a:lnTo>
                  <a:lnTo>
                    <a:pt x="2734818" y="1502410"/>
                  </a:lnTo>
                  <a:close/>
                </a:path>
                <a:path w="3108960" h="1905000">
                  <a:moveTo>
                    <a:pt x="2737231" y="1498600"/>
                  </a:moveTo>
                  <a:lnTo>
                    <a:pt x="2732786" y="1498600"/>
                  </a:lnTo>
                  <a:lnTo>
                    <a:pt x="2732875" y="1500632"/>
                  </a:lnTo>
                  <a:lnTo>
                    <a:pt x="2737231" y="1498600"/>
                  </a:lnTo>
                  <a:close/>
                </a:path>
                <a:path w="3108960" h="1905000">
                  <a:moveTo>
                    <a:pt x="2738513" y="992200"/>
                  </a:moveTo>
                  <a:lnTo>
                    <a:pt x="2738297" y="991489"/>
                  </a:lnTo>
                  <a:lnTo>
                    <a:pt x="2735834" y="990638"/>
                  </a:lnTo>
                  <a:lnTo>
                    <a:pt x="2735707" y="990854"/>
                  </a:lnTo>
                  <a:lnTo>
                    <a:pt x="2737574" y="992200"/>
                  </a:lnTo>
                  <a:lnTo>
                    <a:pt x="2738513" y="992200"/>
                  </a:lnTo>
                  <a:close/>
                </a:path>
                <a:path w="3108960" h="1905000">
                  <a:moveTo>
                    <a:pt x="2740406" y="1074674"/>
                  </a:moveTo>
                  <a:lnTo>
                    <a:pt x="2734437" y="1072134"/>
                  </a:lnTo>
                  <a:lnTo>
                    <a:pt x="2727071" y="1069594"/>
                  </a:lnTo>
                  <a:lnTo>
                    <a:pt x="2719222" y="1065784"/>
                  </a:lnTo>
                  <a:lnTo>
                    <a:pt x="2711831" y="1064514"/>
                  </a:lnTo>
                  <a:lnTo>
                    <a:pt x="2713799" y="1064514"/>
                  </a:lnTo>
                  <a:lnTo>
                    <a:pt x="2709608" y="1060704"/>
                  </a:lnTo>
                  <a:lnTo>
                    <a:pt x="2704642" y="1056894"/>
                  </a:lnTo>
                  <a:lnTo>
                    <a:pt x="2704338" y="1055624"/>
                  </a:lnTo>
                  <a:lnTo>
                    <a:pt x="2702306" y="1055624"/>
                  </a:lnTo>
                  <a:lnTo>
                    <a:pt x="2684907" y="1046734"/>
                  </a:lnTo>
                  <a:lnTo>
                    <a:pt x="2682125" y="1045464"/>
                  </a:lnTo>
                  <a:lnTo>
                    <a:pt x="2649651" y="1045464"/>
                  </a:lnTo>
                  <a:lnTo>
                    <a:pt x="2645562" y="1045464"/>
                  </a:lnTo>
                  <a:lnTo>
                    <a:pt x="2649474" y="1048004"/>
                  </a:lnTo>
                  <a:lnTo>
                    <a:pt x="2659151" y="1049274"/>
                  </a:lnTo>
                  <a:lnTo>
                    <a:pt x="2675813" y="1051814"/>
                  </a:lnTo>
                  <a:lnTo>
                    <a:pt x="2685288" y="1055624"/>
                  </a:lnTo>
                  <a:lnTo>
                    <a:pt x="2682748" y="1055624"/>
                  </a:lnTo>
                  <a:lnTo>
                    <a:pt x="2690888" y="1058164"/>
                  </a:lnTo>
                  <a:lnTo>
                    <a:pt x="2710281" y="1065784"/>
                  </a:lnTo>
                  <a:lnTo>
                    <a:pt x="2718435" y="1068324"/>
                  </a:lnTo>
                  <a:lnTo>
                    <a:pt x="2715641" y="1068324"/>
                  </a:lnTo>
                  <a:lnTo>
                    <a:pt x="2723896" y="1070864"/>
                  </a:lnTo>
                  <a:lnTo>
                    <a:pt x="2727096" y="1072134"/>
                  </a:lnTo>
                  <a:lnTo>
                    <a:pt x="2729674" y="1072134"/>
                  </a:lnTo>
                  <a:lnTo>
                    <a:pt x="2736088" y="1075944"/>
                  </a:lnTo>
                  <a:lnTo>
                    <a:pt x="2740406" y="1074674"/>
                  </a:lnTo>
                  <a:close/>
                </a:path>
                <a:path w="3108960" h="1905000">
                  <a:moveTo>
                    <a:pt x="2743454" y="1468120"/>
                  </a:moveTo>
                  <a:lnTo>
                    <a:pt x="2737612" y="1466850"/>
                  </a:lnTo>
                  <a:lnTo>
                    <a:pt x="2733421" y="1465580"/>
                  </a:lnTo>
                  <a:lnTo>
                    <a:pt x="2730246" y="1466850"/>
                  </a:lnTo>
                  <a:lnTo>
                    <a:pt x="2733916" y="1469478"/>
                  </a:lnTo>
                  <a:lnTo>
                    <a:pt x="2737142" y="1469478"/>
                  </a:lnTo>
                  <a:lnTo>
                    <a:pt x="2743454" y="1468120"/>
                  </a:lnTo>
                  <a:close/>
                </a:path>
                <a:path w="3108960" h="1905000">
                  <a:moveTo>
                    <a:pt x="2745486" y="1498600"/>
                  </a:moveTo>
                  <a:lnTo>
                    <a:pt x="2745232" y="1497330"/>
                  </a:lnTo>
                  <a:lnTo>
                    <a:pt x="2740152" y="1497330"/>
                  </a:lnTo>
                  <a:lnTo>
                    <a:pt x="2742438" y="1499870"/>
                  </a:lnTo>
                  <a:lnTo>
                    <a:pt x="2743835" y="1498600"/>
                  </a:lnTo>
                  <a:lnTo>
                    <a:pt x="2745486" y="1498600"/>
                  </a:lnTo>
                  <a:close/>
                </a:path>
                <a:path w="3108960" h="1905000">
                  <a:moveTo>
                    <a:pt x="2747264" y="1463040"/>
                  </a:moveTo>
                  <a:lnTo>
                    <a:pt x="2743327" y="1461770"/>
                  </a:lnTo>
                  <a:lnTo>
                    <a:pt x="2742565" y="1463040"/>
                  </a:lnTo>
                  <a:lnTo>
                    <a:pt x="2737739" y="1464310"/>
                  </a:lnTo>
                  <a:lnTo>
                    <a:pt x="2739898" y="1464310"/>
                  </a:lnTo>
                  <a:lnTo>
                    <a:pt x="2747264" y="1463040"/>
                  </a:lnTo>
                  <a:close/>
                </a:path>
                <a:path w="3108960" h="1905000">
                  <a:moveTo>
                    <a:pt x="2749423" y="976884"/>
                  </a:moveTo>
                  <a:lnTo>
                    <a:pt x="2749296" y="975614"/>
                  </a:lnTo>
                  <a:lnTo>
                    <a:pt x="2748915" y="975614"/>
                  </a:lnTo>
                  <a:lnTo>
                    <a:pt x="2749423" y="976884"/>
                  </a:lnTo>
                  <a:close/>
                </a:path>
                <a:path w="3108960" h="1905000">
                  <a:moveTo>
                    <a:pt x="2751150" y="999464"/>
                  </a:moveTo>
                  <a:lnTo>
                    <a:pt x="2749791" y="998474"/>
                  </a:lnTo>
                  <a:lnTo>
                    <a:pt x="2750820" y="999744"/>
                  </a:lnTo>
                  <a:lnTo>
                    <a:pt x="2751150" y="999464"/>
                  </a:lnTo>
                  <a:close/>
                </a:path>
                <a:path w="3108960" h="1905000">
                  <a:moveTo>
                    <a:pt x="2755265" y="1152144"/>
                  </a:moveTo>
                  <a:lnTo>
                    <a:pt x="2754884" y="1150874"/>
                  </a:lnTo>
                  <a:lnTo>
                    <a:pt x="2754503" y="1150874"/>
                  </a:lnTo>
                  <a:lnTo>
                    <a:pt x="2754884" y="1152144"/>
                  </a:lnTo>
                  <a:lnTo>
                    <a:pt x="2755265" y="1152144"/>
                  </a:lnTo>
                  <a:close/>
                </a:path>
                <a:path w="3108960" h="1905000">
                  <a:moveTo>
                    <a:pt x="2757805" y="1456690"/>
                  </a:moveTo>
                  <a:lnTo>
                    <a:pt x="2754503" y="1457960"/>
                  </a:lnTo>
                  <a:lnTo>
                    <a:pt x="2753233" y="1459230"/>
                  </a:lnTo>
                  <a:lnTo>
                    <a:pt x="2757805" y="1456690"/>
                  </a:lnTo>
                  <a:close/>
                </a:path>
                <a:path w="3108960" h="1905000">
                  <a:moveTo>
                    <a:pt x="2758186" y="1492250"/>
                  </a:moveTo>
                  <a:lnTo>
                    <a:pt x="2752915" y="1492250"/>
                  </a:lnTo>
                  <a:lnTo>
                    <a:pt x="2752293" y="1493367"/>
                  </a:lnTo>
                  <a:lnTo>
                    <a:pt x="2752115" y="1494599"/>
                  </a:lnTo>
                  <a:lnTo>
                    <a:pt x="2752077" y="1494802"/>
                  </a:lnTo>
                  <a:lnTo>
                    <a:pt x="2756281" y="1493520"/>
                  </a:lnTo>
                  <a:lnTo>
                    <a:pt x="2758186" y="1492250"/>
                  </a:lnTo>
                  <a:close/>
                </a:path>
                <a:path w="3108960" h="1905000">
                  <a:moveTo>
                    <a:pt x="2759202" y="1371714"/>
                  </a:moveTo>
                  <a:lnTo>
                    <a:pt x="2751201" y="1370330"/>
                  </a:lnTo>
                  <a:lnTo>
                    <a:pt x="2742514" y="1372971"/>
                  </a:lnTo>
                  <a:lnTo>
                    <a:pt x="2742742" y="1372971"/>
                  </a:lnTo>
                  <a:lnTo>
                    <a:pt x="2740152" y="1376680"/>
                  </a:lnTo>
                  <a:lnTo>
                    <a:pt x="2734564" y="1376680"/>
                  </a:lnTo>
                  <a:lnTo>
                    <a:pt x="2731770" y="1379220"/>
                  </a:lnTo>
                  <a:lnTo>
                    <a:pt x="2727833" y="1379220"/>
                  </a:lnTo>
                  <a:lnTo>
                    <a:pt x="2730627" y="1377950"/>
                  </a:lnTo>
                  <a:lnTo>
                    <a:pt x="2725928" y="1377950"/>
                  </a:lnTo>
                  <a:lnTo>
                    <a:pt x="2724912" y="1379220"/>
                  </a:lnTo>
                  <a:lnTo>
                    <a:pt x="2716276" y="1380490"/>
                  </a:lnTo>
                  <a:lnTo>
                    <a:pt x="2713482" y="1383030"/>
                  </a:lnTo>
                  <a:lnTo>
                    <a:pt x="2703068" y="1384300"/>
                  </a:lnTo>
                  <a:lnTo>
                    <a:pt x="2710815" y="1384300"/>
                  </a:lnTo>
                  <a:lnTo>
                    <a:pt x="2712085" y="1385570"/>
                  </a:lnTo>
                  <a:lnTo>
                    <a:pt x="2723515" y="1383030"/>
                  </a:lnTo>
                  <a:lnTo>
                    <a:pt x="2719451" y="1383030"/>
                  </a:lnTo>
                  <a:lnTo>
                    <a:pt x="2725204" y="1381760"/>
                  </a:lnTo>
                  <a:lnTo>
                    <a:pt x="2733510" y="1380490"/>
                  </a:lnTo>
                  <a:lnTo>
                    <a:pt x="2741193" y="1379220"/>
                  </a:lnTo>
                  <a:lnTo>
                    <a:pt x="2745041" y="1375473"/>
                  </a:lnTo>
                  <a:lnTo>
                    <a:pt x="2749804" y="1375473"/>
                  </a:lnTo>
                  <a:lnTo>
                    <a:pt x="2756954" y="1371714"/>
                  </a:lnTo>
                  <a:lnTo>
                    <a:pt x="2759202" y="1371714"/>
                  </a:lnTo>
                  <a:close/>
                </a:path>
                <a:path w="3108960" h="1905000">
                  <a:moveTo>
                    <a:pt x="2759456" y="1492250"/>
                  </a:moveTo>
                  <a:lnTo>
                    <a:pt x="2758948" y="1491830"/>
                  </a:lnTo>
                  <a:lnTo>
                    <a:pt x="2758186" y="1492250"/>
                  </a:lnTo>
                  <a:lnTo>
                    <a:pt x="2759456" y="1492250"/>
                  </a:lnTo>
                  <a:close/>
                </a:path>
                <a:path w="3108960" h="1905000">
                  <a:moveTo>
                    <a:pt x="2760472" y="1490980"/>
                  </a:moveTo>
                  <a:lnTo>
                    <a:pt x="2756674" y="1489798"/>
                  </a:lnTo>
                  <a:lnTo>
                    <a:pt x="2756509" y="1489798"/>
                  </a:lnTo>
                  <a:lnTo>
                    <a:pt x="2758948" y="1491830"/>
                  </a:lnTo>
                  <a:lnTo>
                    <a:pt x="2760472" y="1490980"/>
                  </a:lnTo>
                  <a:close/>
                </a:path>
                <a:path w="3108960" h="1905000">
                  <a:moveTo>
                    <a:pt x="2764028" y="1376680"/>
                  </a:moveTo>
                  <a:lnTo>
                    <a:pt x="2758998" y="1376680"/>
                  </a:lnTo>
                  <a:lnTo>
                    <a:pt x="2760459" y="1375905"/>
                  </a:lnTo>
                  <a:lnTo>
                    <a:pt x="2753360" y="1376680"/>
                  </a:lnTo>
                  <a:lnTo>
                    <a:pt x="2753487" y="1377950"/>
                  </a:lnTo>
                  <a:lnTo>
                    <a:pt x="2764028" y="1376680"/>
                  </a:lnTo>
                  <a:close/>
                </a:path>
                <a:path w="3108960" h="1905000">
                  <a:moveTo>
                    <a:pt x="2764282" y="1455420"/>
                  </a:moveTo>
                  <a:lnTo>
                    <a:pt x="2761996" y="1455420"/>
                  </a:lnTo>
                  <a:lnTo>
                    <a:pt x="2759075" y="1459230"/>
                  </a:lnTo>
                  <a:lnTo>
                    <a:pt x="2764282" y="1455420"/>
                  </a:lnTo>
                  <a:close/>
                </a:path>
                <a:path w="3108960" h="1905000">
                  <a:moveTo>
                    <a:pt x="2765298" y="1375473"/>
                  </a:moveTo>
                  <a:lnTo>
                    <a:pt x="2762745" y="1375067"/>
                  </a:lnTo>
                  <a:lnTo>
                    <a:pt x="2761132" y="1375473"/>
                  </a:lnTo>
                  <a:lnTo>
                    <a:pt x="2761259" y="1375473"/>
                  </a:lnTo>
                  <a:lnTo>
                    <a:pt x="2760459" y="1375905"/>
                  </a:lnTo>
                  <a:lnTo>
                    <a:pt x="2764358" y="1375473"/>
                  </a:lnTo>
                  <a:lnTo>
                    <a:pt x="2765298" y="1375473"/>
                  </a:lnTo>
                  <a:close/>
                </a:path>
                <a:path w="3108960" h="1905000">
                  <a:moveTo>
                    <a:pt x="2769489" y="989584"/>
                  </a:moveTo>
                  <a:lnTo>
                    <a:pt x="2765806" y="985774"/>
                  </a:lnTo>
                  <a:lnTo>
                    <a:pt x="2764409" y="987044"/>
                  </a:lnTo>
                  <a:lnTo>
                    <a:pt x="2764409" y="988314"/>
                  </a:lnTo>
                  <a:lnTo>
                    <a:pt x="2769489" y="989584"/>
                  </a:lnTo>
                  <a:close/>
                </a:path>
                <a:path w="3108960" h="1905000">
                  <a:moveTo>
                    <a:pt x="2771902" y="1454150"/>
                  </a:moveTo>
                  <a:lnTo>
                    <a:pt x="2764917" y="1457960"/>
                  </a:lnTo>
                  <a:lnTo>
                    <a:pt x="2768092" y="1456690"/>
                  </a:lnTo>
                  <a:lnTo>
                    <a:pt x="2771902" y="1454150"/>
                  </a:lnTo>
                  <a:close/>
                </a:path>
                <a:path w="3108960" h="1905000">
                  <a:moveTo>
                    <a:pt x="2777109" y="1116253"/>
                  </a:moveTo>
                  <a:lnTo>
                    <a:pt x="2774899" y="1115479"/>
                  </a:lnTo>
                  <a:lnTo>
                    <a:pt x="2774556" y="1115479"/>
                  </a:lnTo>
                  <a:lnTo>
                    <a:pt x="2775000" y="1116114"/>
                  </a:lnTo>
                  <a:lnTo>
                    <a:pt x="2775089" y="1116253"/>
                  </a:lnTo>
                  <a:lnTo>
                    <a:pt x="2777109" y="1116253"/>
                  </a:lnTo>
                  <a:close/>
                </a:path>
                <a:path w="3108960" h="1905000">
                  <a:moveTo>
                    <a:pt x="2778633" y="1450340"/>
                  </a:moveTo>
                  <a:lnTo>
                    <a:pt x="2778290" y="1449679"/>
                  </a:lnTo>
                  <a:lnTo>
                    <a:pt x="2777363" y="1450340"/>
                  </a:lnTo>
                  <a:lnTo>
                    <a:pt x="2778633" y="1450340"/>
                  </a:lnTo>
                  <a:close/>
                </a:path>
                <a:path w="3108960" h="1905000">
                  <a:moveTo>
                    <a:pt x="2782697" y="1446530"/>
                  </a:moveTo>
                  <a:lnTo>
                    <a:pt x="2776093" y="1447800"/>
                  </a:lnTo>
                  <a:lnTo>
                    <a:pt x="2771902" y="1450340"/>
                  </a:lnTo>
                  <a:lnTo>
                    <a:pt x="2774061" y="1450340"/>
                  </a:lnTo>
                  <a:lnTo>
                    <a:pt x="2777998" y="1449070"/>
                  </a:lnTo>
                  <a:lnTo>
                    <a:pt x="2778290" y="1449679"/>
                  </a:lnTo>
                  <a:lnTo>
                    <a:pt x="2779141" y="1449070"/>
                  </a:lnTo>
                  <a:lnTo>
                    <a:pt x="2782697" y="1446530"/>
                  </a:lnTo>
                  <a:close/>
                </a:path>
                <a:path w="3108960" h="1905000">
                  <a:moveTo>
                    <a:pt x="2784094" y="1120406"/>
                  </a:moveTo>
                  <a:lnTo>
                    <a:pt x="2783090" y="1119352"/>
                  </a:lnTo>
                  <a:lnTo>
                    <a:pt x="2782963" y="1119225"/>
                  </a:lnTo>
                  <a:lnTo>
                    <a:pt x="2782671" y="1119225"/>
                  </a:lnTo>
                  <a:lnTo>
                    <a:pt x="2784094" y="1120406"/>
                  </a:lnTo>
                  <a:close/>
                </a:path>
                <a:path w="3108960" h="1905000">
                  <a:moveTo>
                    <a:pt x="2787040" y="1119225"/>
                  </a:moveTo>
                  <a:lnTo>
                    <a:pt x="2786507" y="1117866"/>
                  </a:lnTo>
                  <a:lnTo>
                    <a:pt x="2782709" y="1118946"/>
                  </a:lnTo>
                  <a:lnTo>
                    <a:pt x="2782963" y="1119225"/>
                  </a:lnTo>
                  <a:lnTo>
                    <a:pt x="2787040" y="1119225"/>
                  </a:lnTo>
                  <a:close/>
                </a:path>
                <a:path w="3108960" h="1905000">
                  <a:moveTo>
                    <a:pt x="2791815" y="1149464"/>
                  </a:moveTo>
                  <a:lnTo>
                    <a:pt x="2791460" y="1149604"/>
                  </a:lnTo>
                  <a:lnTo>
                    <a:pt x="2791714" y="1149604"/>
                  </a:lnTo>
                  <a:lnTo>
                    <a:pt x="2791815" y="1149464"/>
                  </a:lnTo>
                  <a:close/>
                </a:path>
                <a:path w="3108960" h="1905000">
                  <a:moveTo>
                    <a:pt x="2791968" y="1152144"/>
                  </a:moveTo>
                  <a:lnTo>
                    <a:pt x="2791460" y="1149604"/>
                  </a:lnTo>
                  <a:lnTo>
                    <a:pt x="2789555" y="1149604"/>
                  </a:lnTo>
                  <a:lnTo>
                    <a:pt x="2789936" y="1148334"/>
                  </a:lnTo>
                  <a:lnTo>
                    <a:pt x="2788031" y="1150874"/>
                  </a:lnTo>
                  <a:lnTo>
                    <a:pt x="2791968" y="1152144"/>
                  </a:lnTo>
                  <a:close/>
                </a:path>
                <a:path w="3108960" h="1905000">
                  <a:moveTo>
                    <a:pt x="2794508" y="1148334"/>
                  </a:moveTo>
                  <a:lnTo>
                    <a:pt x="2792603" y="1148334"/>
                  </a:lnTo>
                  <a:lnTo>
                    <a:pt x="2791815" y="1149464"/>
                  </a:lnTo>
                  <a:lnTo>
                    <a:pt x="2794508" y="1148334"/>
                  </a:lnTo>
                  <a:close/>
                </a:path>
                <a:path w="3108960" h="1905000">
                  <a:moveTo>
                    <a:pt x="2795651" y="1445260"/>
                  </a:moveTo>
                  <a:lnTo>
                    <a:pt x="2792895" y="1444117"/>
                  </a:lnTo>
                  <a:lnTo>
                    <a:pt x="2788780" y="1444117"/>
                  </a:lnTo>
                  <a:lnTo>
                    <a:pt x="2789936" y="1442720"/>
                  </a:lnTo>
                  <a:lnTo>
                    <a:pt x="2783332" y="1442720"/>
                  </a:lnTo>
                  <a:lnTo>
                    <a:pt x="2789555" y="1445260"/>
                  </a:lnTo>
                  <a:lnTo>
                    <a:pt x="2779903" y="1446530"/>
                  </a:lnTo>
                  <a:lnTo>
                    <a:pt x="2782697" y="1446530"/>
                  </a:lnTo>
                  <a:lnTo>
                    <a:pt x="2792603" y="1446530"/>
                  </a:lnTo>
                  <a:lnTo>
                    <a:pt x="2795651" y="1445260"/>
                  </a:lnTo>
                  <a:close/>
                </a:path>
                <a:path w="3108960" h="1905000">
                  <a:moveTo>
                    <a:pt x="2797429" y="1150874"/>
                  </a:moveTo>
                  <a:lnTo>
                    <a:pt x="2795651" y="1149604"/>
                  </a:lnTo>
                  <a:lnTo>
                    <a:pt x="2795524" y="1152144"/>
                  </a:lnTo>
                  <a:lnTo>
                    <a:pt x="2797048" y="1152144"/>
                  </a:lnTo>
                  <a:lnTo>
                    <a:pt x="2797429" y="1150874"/>
                  </a:lnTo>
                  <a:close/>
                </a:path>
                <a:path w="3108960" h="1905000">
                  <a:moveTo>
                    <a:pt x="2798953" y="1366520"/>
                  </a:moveTo>
                  <a:lnTo>
                    <a:pt x="2797302" y="1366520"/>
                  </a:lnTo>
                  <a:lnTo>
                    <a:pt x="2790571" y="1367790"/>
                  </a:lnTo>
                  <a:lnTo>
                    <a:pt x="2788920" y="1369060"/>
                  </a:lnTo>
                  <a:lnTo>
                    <a:pt x="2794254" y="1367790"/>
                  </a:lnTo>
                  <a:lnTo>
                    <a:pt x="2798953" y="1366520"/>
                  </a:lnTo>
                  <a:close/>
                </a:path>
                <a:path w="3108960" h="1905000">
                  <a:moveTo>
                    <a:pt x="2800464" y="1366227"/>
                  </a:moveTo>
                  <a:lnTo>
                    <a:pt x="2798953" y="1366520"/>
                  </a:lnTo>
                  <a:lnTo>
                    <a:pt x="2800350" y="1366520"/>
                  </a:lnTo>
                  <a:lnTo>
                    <a:pt x="2800464" y="1366227"/>
                  </a:lnTo>
                  <a:close/>
                </a:path>
                <a:path w="3108960" h="1905000">
                  <a:moveTo>
                    <a:pt x="2801607" y="1021384"/>
                  </a:moveTo>
                  <a:lnTo>
                    <a:pt x="2801239" y="1021384"/>
                  </a:lnTo>
                  <a:lnTo>
                    <a:pt x="2801493" y="1022604"/>
                  </a:lnTo>
                  <a:lnTo>
                    <a:pt x="2801607" y="1021384"/>
                  </a:lnTo>
                  <a:close/>
                </a:path>
                <a:path w="3108960" h="1905000">
                  <a:moveTo>
                    <a:pt x="2802483" y="1117866"/>
                  </a:moveTo>
                  <a:lnTo>
                    <a:pt x="2802344" y="1117701"/>
                  </a:lnTo>
                  <a:lnTo>
                    <a:pt x="2801645" y="1117003"/>
                  </a:lnTo>
                  <a:lnTo>
                    <a:pt x="2798153" y="1117003"/>
                  </a:lnTo>
                  <a:lnTo>
                    <a:pt x="2800616" y="1119124"/>
                  </a:lnTo>
                  <a:lnTo>
                    <a:pt x="2802483" y="1117866"/>
                  </a:lnTo>
                  <a:close/>
                </a:path>
                <a:path w="3108960" h="1905000">
                  <a:moveTo>
                    <a:pt x="2804922" y="1150874"/>
                  </a:moveTo>
                  <a:lnTo>
                    <a:pt x="2802382" y="1148334"/>
                  </a:lnTo>
                  <a:lnTo>
                    <a:pt x="2801366" y="1150874"/>
                  </a:lnTo>
                  <a:lnTo>
                    <a:pt x="2804922" y="1150874"/>
                  </a:lnTo>
                  <a:close/>
                </a:path>
                <a:path w="3108960" h="1905000">
                  <a:moveTo>
                    <a:pt x="2805430" y="1365250"/>
                  </a:moveTo>
                  <a:lnTo>
                    <a:pt x="2800858" y="1365250"/>
                  </a:lnTo>
                  <a:lnTo>
                    <a:pt x="2800464" y="1366227"/>
                  </a:lnTo>
                  <a:lnTo>
                    <a:pt x="2805430" y="1365250"/>
                  </a:lnTo>
                  <a:close/>
                </a:path>
                <a:path w="3108960" h="1905000">
                  <a:moveTo>
                    <a:pt x="2805557" y="1150874"/>
                  </a:moveTo>
                  <a:lnTo>
                    <a:pt x="2805049" y="1147064"/>
                  </a:lnTo>
                  <a:lnTo>
                    <a:pt x="2804922" y="1150874"/>
                  </a:lnTo>
                  <a:lnTo>
                    <a:pt x="2805557" y="1150874"/>
                  </a:lnTo>
                  <a:close/>
                </a:path>
                <a:path w="3108960" h="1905000">
                  <a:moveTo>
                    <a:pt x="2806484" y="1117003"/>
                  </a:moveTo>
                  <a:lnTo>
                    <a:pt x="2806408" y="1116253"/>
                  </a:lnTo>
                  <a:lnTo>
                    <a:pt x="2800896" y="1116253"/>
                  </a:lnTo>
                  <a:lnTo>
                    <a:pt x="2801645" y="1117003"/>
                  </a:lnTo>
                  <a:lnTo>
                    <a:pt x="2806484" y="1117003"/>
                  </a:lnTo>
                  <a:close/>
                </a:path>
                <a:path w="3108960" h="1905000">
                  <a:moveTo>
                    <a:pt x="2807208" y="1446530"/>
                  </a:moveTo>
                  <a:lnTo>
                    <a:pt x="2806458" y="1446212"/>
                  </a:lnTo>
                  <a:lnTo>
                    <a:pt x="2803271" y="1446530"/>
                  </a:lnTo>
                  <a:lnTo>
                    <a:pt x="2804909" y="1447215"/>
                  </a:lnTo>
                  <a:lnTo>
                    <a:pt x="2807208" y="1446530"/>
                  </a:lnTo>
                  <a:close/>
                </a:path>
                <a:path w="3108960" h="1905000">
                  <a:moveTo>
                    <a:pt x="2809875" y="1441450"/>
                  </a:moveTo>
                  <a:lnTo>
                    <a:pt x="2804312" y="1438910"/>
                  </a:lnTo>
                  <a:lnTo>
                    <a:pt x="2805049" y="1438910"/>
                  </a:lnTo>
                  <a:lnTo>
                    <a:pt x="2807081" y="1437640"/>
                  </a:lnTo>
                  <a:lnTo>
                    <a:pt x="2803906" y="1438910"/>
                  </a:lnTo>
                  <a:lnTo>
                    <a:pt x="2796717" y="1440243"/>
                  </a:lnTo>
                  <a:lnTo>
                    <a:pt x="2792349" y="1441450"/>
                  </a:lnTo>
                  <a:lnTo>
                    <a:pt x="2792349" y="1442720"/>
                  </a:lnTo>
                  <a:lnTo>
                    <a:pt x="2803525" y="1442720"/>
                  </a:lnTo>
                  <a:lnTo>
                    <a:pt x="2804147" y="1444002"/>
                  </a:lnTo>
                  <a:lnTo>
                    <a:pt x="2809875" y="1441450"/>
                  </a:lnTo>
                  <a:close/>
                </a:path>
                <a:path w="3108960" h="1905000">
                  <a:moveTo>
                    <a:pt x="2812719" y="1117003"/>
                  </a:moveTo>
                  <a:lnTo>
                    <a:pt x="2811018" y="1116253"/>
                  </a:lnTo>
                  <a:lnTo>
                    <a:pt x="2810484" y="1116253"/>
                  </a:lnTo>
                  <a:lnTo>
                    <a:pt x="2809824" y="1115707"/>
                  </a:lnTo>
                  <a:lnTo>
                    <a:pt x="2809875" y="1115885"/>
                  </a:lnTo>
                  <a:lnTo>
                    <a:pt x="2810078" y="1116114"/>
                  </a:lnTo>
                  <a:lnTo>
                    <a:pt x="2810205" y="1116253"/>
                  </a:lnTo>
                  <a:lnTo>
                    <a:pt x="2807881" y="1116253"/>
                  </a:lnTo>
                  <a:lnTo>
                    <a:pt x="2808630" y="1117003"/>
                  </a:lnTo>
                  <a:lnTo>
                    <a:pt x="2812719" y="1117003"/>
                  </a:lnTo>
                  <a:close/>
                </a:path>
                <a:path w="3108960" h="1905000">
                  <a:moveTo>
                    <a:pt x="2813507" y="1028560"/>
                  </a:moveTo>
                  <a:lnTo>
                    <a:pt x="2813367" y="1028268"/>
                  </a:lnTo>
                  <a:lnTo>
                    <a:pt x="2813278" y="1028077"/>
                  </a:lnTo>
                  <a:lnTo>
                    <a:pt x="2811145" y="1027684"/>
                  </a:lnTo>
                  <a:lnTo>
                    <a:pt x="2813507" y="1028560"/>
                  </a:lnTo>
                  <a:close/>
                </a:path>
                <a:path w="3108960" h="1905000">
                  <a:moveTo>
                    <a:pt x="2813901" y="1028712"/>
                  </a:moveTo>
                  <a:lnTo>
                    <a:pt x="2813507" y="1028560"/>
                  </a:lnTo>
                  <a:lnTo>
                    <a:pt x="2813672" y="1028954"/>
                  </a:lnTo>
                  <a:lnTo>
                    <a:pt x="2813901" y="1028712"/>
                  </a:lnTo>
                  <a:close/>
                </a:path>
                <a:path w="3108960" h="1905000">
                  <a:moveTo>
                    <a:pt x="2814180" y="1437563"/>
                  </a:moveTo>
                  <a:lnTo>
                    <a:pt x="2812542" y="1435100"/>
                  </a:lnTo>
                  <a:lnTo>
                    <a:pt x="2805049" y="1436370"/>
                  </a:lnTo>
                  <a:lnTo>
                    <a:pt x="2814180" y="1437563"/>
                  </a:lnTo>
                  <a:close/>
                </a:path>
                <a:path w="3108960" h="1905000">
                  <a:moveTo>
                    <a:pt x="2814726" y="1117866"/>
                  </a:moveTo>
                  <a:lnTo>
                    <a:pt x="2813926" y="1117003"/>
                  </a:lnTo>
                  <a:lnTo>
                    <a:pt x="2812719" y="1117003"/>
                  </a:lnTo>
                  <a:lnTo>
                    <a:pt x="2814726" y="1117866"/>
                  </a:lnTo>
                  <a:close/>
                </a:path>
                <a:path w="3108960" h="1905000">
                  <a:moveTo>
                    <a:pt x="2815082" y="1438910"/>
                  </a:moveTo>
                  <a:lnTo>
                    <a:pt x="2814231" y="1437640"/>
                  </a:lnTo>
                  <a:lnTo>
                    <a:pt x="2813901" y="1437640"/>
                  </a:lnTo>
                  <a:lnTo>
                    <a:pt x="2809367" y="1438910"/>
                  </a:lnTo>
                  <a:lnTo>
                    <a:pt x="2815082" y="1438910"/>
                  </a:lnTo>
                  <a:close/>
                </a:path>
                <a:path w="3108960" h="1905000">
                  <a:moveTo>
                    <a:pt x="2815844" y="1445260"/>
                  </a:moveTo>
                  <a:lnTo>
                    <a:pt x="2811907" y="1442720"/>
                  </a:lnTo>
                  <a:lnTo>
                    <a:pt x="2804287" y="1445260"/>
                  </a:lnTo>
                  <a:lnTo>
                    <a:pt x="2806458" y="1446212"/>
                  </a:lnTo>
                  <a:lnTo>
                    <a:pt x="2815844" y="1445260"/>
                  </a:lnTo>
                  <a:close/>
                </a:path>
                <a:path w="3108960" h="1905000">
                  <a:moveTo>
                    <a:pt x="2818307" y="1445958"/>
                  </a:moveTo>
                  <a:lnTo>
                    <a:pt x="2813050" y="1446530"/>
                  </a:lnTo>
                  <a:lnTo>
                    <a:pt x="2814370" y="1446949"/>
                  </a:lnTo>
                  <a:lnTo>
                    <a:pt x="2818257" y="1446530"/>
                  </a:lnTo>
                  <a:lnTo>
                    <a:pt x="2818307" y="1445958"/>
                  </a:lnTo>
                  <a:close/>
                </a:path>
                <a:path w="3108960" h="1905000">
                  <a:moveTo>
                    <a:pt x="2822016" y="1432623"/>
                  </a:moveTo>
                  <a:lnTo>
                    <a:pt x="2820124" y="1432623"/>
                  </a:lnTo>
                  <a:lnTo>
                    <a:pt x="2816479" y="1433830"/>
                  </a:lnTo>
                  <a:lnTo>
                    <a:pt x="2818384" y="1435100"/>
                  </a:lnTo>
                  <a:lnTo>
                    <a:pt x="2818003" y="1433830"/>
                  </a:lnTo>
                  <a:lnTo>
                    <a:pt x="2822016" y="1432623"/>
                  </a:lnTo>
                  <a:close/>
                </a:path>
                <a:path w="3108960" h="1905000">
                  <a:moveTo>
                    <a:pt x="2825610" y="1440599"/>
                  </a:moveTo>
                  <a:lnTo>
                    <a:pt x="2825280" y="1440243"/>
                  </a:lnTo>
                  <a:lnTo>
                    <a:pt x="2824734" y="1438910"/>
                  </a:lnTo>
                  <a:lnTo>
                    <a:pt x="2818384" y="1438910"/>
                  </a:lnTo>
                  <a:lnTo>
                    <a:pt x="2818892" y="1441450"/>
                  </a:lnTo>
                  <a:lnTo>
                    <a:pt x="2825610" y="1440599"/>
                  </a:lnTo>
                  <a:close/>
                </a:path>
                <a:path w="3108960" h="1905000">
                  <a:moveTo>
                    <a:pt x="2825953" y="1026325"/>
                  </a:moveTo>
                  <a:lnTo>
                    <a:pt x="2824861" y="1023874"/>
                  </a:lnTo>
                  <a:lnTo>
                    <a:pt x="2824353" y="1022604"/>
                  </a:lnTo>
                  <a:lnTo>
                    <a:pt x="2823857" y="1021384"/>
                  </a:lnTo>
                  <a:lnTo>
                    <a:pt x="2820060" y="1021384"/>
                  </a:lnTo>
                  <a:lnTo>
                    <a:pt x="2816987" y="1022604"/>
                  </a:lnTo>
                  <a:lnTo>
                    <a:pt x="2815132" y="1021384"/>
                  </a:lnTo>
                  <a:lnTo>
                    <a:pt x="2815005" y="1021384"/>
                  </a:lnTo>
                  <a:lnTo>
                    <a:pt x="2812669" y="1022604"/>
                  </a:lnTo>
                  <a:lnTo>
                    <a:pt x="2811678" y="1021384"/>
                  </a:lnTo>
                  <a:lnTo>
                    <a:pt x="2813291" y="1021384"/>
                  </a:lnTo>
                  <a:lnTo>
                    <a:pt x="2813431" y="1020064"/>
                  </a:lnTo>
                  <a:lnTo>
                    <a:pt x="2811780" y="1018794"/>
                  </a:lnTo>
                  <a:lnTo>
                    <a:pt x="2811653" y="1020064"/>
                  </a:lnTo>
                  <a:lnTo>
                    <a:pt x="2808732" y="1018794"/>
                  </a:lnTo>
                  <a:lnTo>
                    <a:pt x="2806065" y="1020064"/>
                  </a:lnTo>
                  <a:lnTo>
                    <a:pt x="2802255" y="1017524"/>
                  </a:lnTo>
                  <a:lnTo>
                    <a:pt x="2804033" y="1020064"/>
                  </a:lnTo>
                  <a:lnTo>
                    <a:pt x="2803410" y="1021384"/>
                  </a:lnTo>
                  <a:lnTo>
                    <a:pt x="2807970" y="1022604"/>
                  </a:lnTo>
                  <a:lnTo>
                    <a:pt x="2807474" y="1021384"/>
                  </a:lnTo>
                  <a:lnTo>
                    <a:pt x="2810268" y="1021384"/>
                  </a:lnTo>
                  <a:lnTo>
                    <a:pt x="2813278" y="1028077"/>
                  </a:lnTo>
                  <a:lnTo>
                    <a:pt x="2814320" y="1028268"/>
                  </a:lnTo>
                  <a:lnTo>
                    <a:pt x="2818384" y="1023874"/>
                  </a:lnTo>
                  <a:lnTo>
                    <a:pt x="2820035" y="1025144"/>
                  </a:lnTo>
                  <a:lnTo>
                    <a:pt x="2823972" y="1025144"/>
                  </a:lnTo>
                  <a:lnTo>
                    <a:pt x="2825953" y="1026325"/>
                  </a:lnTo>
                  <a:close/>
                </a:path>
                <a:path w="3108960" h="1905000">
                  <a:moveTo>
                    <a:pt x="2826410" y="1029081"/>
                  </a:moveTo>
                  <a:lnTo>
                    <a:pt x="2826004" y="1029081"/>
                  </a:lnTo>
                  <a:lnTo>
                    <a:pt x="2826004" y="1027684"/>
                  </a:lnTo>
                  <a:lnTo>
                    <a:pt x="2822117" y="1026477"/>
                  </a:lnTo>
                  <a:lnTo>
                    <a:pt x="2821952" y="1026477"/>
                  </a:lnTo>
                  <a:lnTo>
                    <a:pt x="2823591" y="1030224"/>
                  </a:lnTo>
                  <a:lnTo>
                    <a:pt x="2821698" y="1029081"/>
                  </a:lnTo>
                  <a:lnTo>
                    <a:pt x="2823781" y="1030897"/>
                  </a:lnTo>
                  <a:lnTo>
                    <a:pt x="2824835" y="1031049"/>
                  </a:lnTo>
                  <a:lnTo>
                    <a:pt x="2825496" y="1030224"/>
                  </a:lnTo>
                  <a:lnTo>
                    <a:pt x="2826410" y="1029081"/>
                  </a:lnTo>
                  <a:close/>
                </a:path>
                <a:path w="3108960" h="1905000">
                  <a:moveTo>
                    <a:pt x="2826766" y="1027684"/>
                  </a:moveTo>
                  <a:lnTo>
                    <a:pt x="2826093" y="1026477"/>
                  </a:lnTo>
                  <a:lnTo>
                    <a:pt x="2826258" y="1027684"/>
                  </a:lnTo>
                  <a:lnTo>
                    <a:pt x="2826766" y="1027684"/>
                  </a:lnTo>
                  <a:close/>
                </a:path>
                <a:path w="3108960" h="1905000">
                  <a:moveTo>
                    <a:pt x="2827680" y="1444117"/>
                  </a:moveTo>
                  <a:lnTo>
                    <a:pt x="2818638" y="1442720"/>
                  </a:lnTo>
                  <a:lnTo>
                    <a:pt x="2818498" y="1444117"/>
                  </a:lnTo>
                  <a:lnTo>
                    <a:pt x="2818409" y="1445006"/>
                  </a:lnTo>
                  <a:lnTo>
                    <a:pt x="2818307" y="1445958"/>
                  </a:lnTo>
                  <a:lnTo>
                    <a:pt x="2824734" y="1445260"/>
                  </a:lnTo>
                  <a:lnTo>
                    <a:pt x="2826677" y="1444117"/>
                  </a:lnTo>
                  <a:lnTo>
                    <a:pt x="2827680" y="1444117"/>
                  </a:lnTo>
                  <a:close/>
                </a:path>
                <a:path w="3108960" h="1905000">
                  <a:moveTo>
                    <a:pt x="2828709" y="1117003"/>
                  </a:moveTo>
                  <a:lnTo>
                    <a:pt x="2828518" y="1116253"/>
                  </a:lnTo>
                  <a:lnTo>
                    <a:pt x="2823832" y="1116253"/>
                  </a:lnTo>
                  <a:lnTo>
                    <a:pt x="2823197" y="1116596"/>
                  </a:lnTo>
                  <a:lnTo>
                    <a:pt x="2823070" y="1116253"/>
                  </a:lnTo>
                  <a:lnTo>
                    <a:pt x="2819831" y="1116253"/>
                  </a:lnTo>
                  <a:lnTo>
                    <a:pt x="2821152" y="1115479"/>
                  </a:lnTo>
                  <a:lnTo>
                    <a:pt x="2820581" y="1115707"/>
                  </a:lnTo>
                  <a:lnTo>
                    <a:pt x="2819362" y="1116253"/>
                  </a:lnTo>
                  <a:lnTo>
                    <a:pt x="2813253" y="1116253"/>
                  </a:lnTo>
                  <a:lnTo>
                    <a:pt x="2813926" y="1117003"/>
                  </a:lnTo>
                  <a:lnTo>
                    <a:pt x="2822422" y="1117003"/>
                  </a:lnTo>
                  <a:lnTo>
                    <a:pt x="2820771" y="1117866"/>
                  </a:lnTo>
                  <a:lnTo>
                    <a:pt x="2823718" y="1117866"/>
                  </a:lnTo>
                  <a:lnTo>
                    <a:pt x="2823362" y="1117003"/>
                  </a:lnTo>
                  <a:lnTo>
                    <a:pt x="2828709" y="1117003"/>
                  </a:lnTo>
                  <a:close/>
                </a:path>
                <a:path w="3108960" h="1905000">
                  <a:moveTo>
                    <a:pt x="2828887" y="1440243"/>
                  </a:moveTo>
                  <a:lnTo>
                    <a:pt x="2828493" y="1440243"/>
                  </a:lnTo>
                  <a:lnTo>
                    <a:pt x="2825610" y="1440599"/>
                  </a:lnTo>
                  <a:lnTo>
                    <a:pt x="2826385" y="1441450"/>
                  </a:lnTo>
                  <a:lnTo>
                    <a:pt x="2828290" y="1441450"/>
                  </a:lnTo>
                  <a:lnTo>
                    <a:pt x="2828887" y="1440243"/>
                  </a:lnTo>
                  <a:close/>
                </a:path>
                <a:path w="3108960" h="1905000">
                  <a:moveTo>
                    <a:pt x="2829814" y="1441450"/>
                  </a:moveTo>
                  <a:lnTo>
                    <a:pt x="2828290" y="1441450"/>
                  </a:lnTo>
                  <a:lnTo>
                    <a:pt x="2827655" y="1442720"/>
                  </a:lnTo>
                  <a:lnTo>
                    <a:pt x="2828163" y="1442720"/>
                  </a:lnTo>
                  <a:lnTo>
                    <a:pt x="2829814" y="1441450"/>
                  </a:lnTo>
                  <a:close/>
                </a:path>
                <a:path w="3108960" h="1905000">
                  <a:moveTo>
                    <a:pt x="2836405" y="1113612"/>
                  </a:moveTo>
                  <a:lnTo>
                    <a:pt x="2836316" y="1113282"/>
                  </a:lnTo>
                  <a:lnTo>
                    <a:pt x="2836189" y="1112888"/>
                  </a:lnTo>
                  <a:lnTo>
                    <a:pt x="2834868" y="1112888"/>
                  </a:lnTo>
                  <a:lnTo>
                    <a:pt x="2836405" y="1113612"/>
                  </a:lnTo>
                  <a:close/>
                </a:path>
                <a:path w="3108960" h="1905000">
                  <a:moveTo>
                    <a:pt x="2837116" y="1039114"/>
                  </a:moveTo>
                  <a:lnTo>
                    <a:pt x="2837103" y="1037856"/>
                  </a:lnTo>
                  <a:lnTo>
                    <a:pt x="2836672" y="1037856"/>
                  </a:lnTo>
                  <a:lnTo>
                    <a:pt x="2837116" y="1039114"/>
                  </a:lnTo>
                  <a:close/>
                </a:path>
                <a:path w="3108960" h="1905000">
                  <a:moveTo>
                    <a:pt x="2837561" y="1431290"/>
                  </a:moveTo>
                  <a:lnTo>
                    <a:pt x="2835402" y="1431290"/>
                  </a:lnTo>
                  <a:lnTo>
                    <a:pt x="2830449" y="1433830"/>
                  </a:lnTo>
                  <a:lnTo>
                    <a:pt x="2833243" y="1433830"/>
                  </a:lnTo>
                  <a:lnTo>
                    <a:pt x="2835795" y="1432623"/>
                  </a:lnTo>
                  <a:lnTo>
                    <a:pt x="2837561" y="1431290"/>
                  </a:lnTo>
                  <a:close/>
                </a:path>
                <a:path w="3108960" h="1905000">
                  <a:moveTo>
                    <a:pt x="2838577" y="1034034"/>
                  </a:moveTo>
                  <a:lnTo>
                    <a:pt x="2837688" y="1032764"/>
                  </a:lnTo>
                  <a:lnTo>
                    <a:pt x="2833751" y="1032764"/>
                  </a:lnTo>
                  <a:lnTo>
                    <a:pt x="2835910" y="1034034"/>
                  </a:lnTo>
                  <a:lnTo>
                    <a:pt x="2838577" y="1034034"/>
                  </a:lnTo>
                  <a:close/>
                </a:path>
                <a:path w="3108960" h="1905000">
                  <a:moveTo>
                    <a:pt x="2838805" y="1112888"/>
                  </a:moveTo>
                  <a:lnTo>
                    <a:pt x="2835783" y="1111504"/>
                  </a:lnTo>
                  <a:lnTo>
                    <a:pt x="2835973" y="1112139"/>
                  </a:lnTo>
                  <a:lnTo>
                    <a:pt x="2836087" y="1112532"/>
                  </a:lnTo>
                  <a:lnTo>
                    <a:pt x="2836189" y="1112888"/>
                  </a:lnTo>
                  <a:lnTo>
                    <a:pt x="2838805" y="1112888"/>
                  </a:lnTo>
                  <a:close/>
                </a:path>
                <a:path w="3108960" h="1905000">
                  <a:moveTo>
                    <a:pt x="2839847" y="1034034"/>
                  </a:moveTo>
                  <a:lnTo>
                    <a:pt x="2839466" y="1032764"/>
                  </a:lnTo>
                  <a:lnTo>
                    <a:pt x="2838577" y="1034034"/>
                  </a:lnTo>
                  <a:lnTo>
                    <a:pt x="2839847" y="1034034"/>
                  </a:lnTo>
                  <a:close/>
                </a:path>
                <a:path w="3108960" h="1905000">
                  <a:moveTo>
                    <a:pt x="2841294" y="1116253"/>
                  </a:moveTo>
                  <a:lnTo>
                    <a:pt x="2841066" y="1115885"/>
                  </a:lnTo>
                  <a:lnTo>
                    <a:pt x="2840964" y="1115707"/>
                  </a:lnTo>
                  <a:lnTo>
                    <a:pt x="2837586" y="1114145"/>
                  </a:lnTo>
                  <a:lnTo>
                    <a:pt x="2836570" y="1114145"/>
                  </a:lnTo>
                  <a:lnTo>
                    <a:pt x="2836913" y="1115314"/>
                  </a:lnTo>
                  <a:lnTo>
                    <a:pt x="2833268" y="1112888"/>
                  </a:lnTo>
                  <a:lnTo>
                    <a:pt x="2833395" y="1113282"/>
                  </a:lnTo>
                  <a:lnTo>
                    <a:pt x="2833751" y="1113942"/>
                  </a:lnTo>
                  <a:lnTo>
                    <a:pt x="2831554" y="1112888"/>
                  </a:lnTo>
                  <a:lnTo>
                    <a:pt x="2831109" y="1112888"/>
                  </a:lnTo>
                  <a:lnTo>
                    <a:pt x="2828467" y="1114145"/>
                  </a:lnTo>
                  <a:lnTo>
                    <a:pt x="2828709" y="1114145"/>
                  </a:lnTo>
                  <a:lnTo>
                    <a:pt x="2829242" y="1115479"/>
                  </a:lnTo>
                  <a:lnTo>
                    <a:pt x="2831033" y="1115479"/>
                  </a:lnTo>
                  <a:lnTo>
                    <a:pt x="2830906" y="1115885"/>
                  </a:lnTo>
                  <a:lnTo>
                    <a:pt x="2830792" y="1116253"/>
                  </a:lnTo>
                  <a:lnTo>
                    <a:pt x="2833865" y="1114145"/>
                  </a:lnTo>
                  <a:lnTo>
                    <a:pt x="2834602" y="1115479"/>
                  </a:lnTo>
                  <a:lnTo>
                    <a:pt x="2834970" y="1115479"/>
                  </a:lnTo>
                  <a:lnTo>
                    <a:pt x="2837129" y="1116253"/>
                  </a:lnTo>
                  <a:lnTo>
                    <a:pt x="2830792" y="1116253"/>
                  </a:lnTo>
                  <a:lnTo>
                    <a:pt x="2830068" y="1116253"/>
                  </a:lnTo>
                  <a:lnTo>
                    <a:pt x="2828594" y="1115479"/>
                  </a:lnTo>
                  <a:lnTo>
                    <a:pt x="2828328" y="1115479"/>
                  </a:lnTo>
                  <a:lnTo>
                    <a:pt x="2828429" y="1115885"/>
                  </a:lnTo>
                  <a:lnTo>
                    <a:pt x="2828518" y="1116253"/>
                  </a:lnTo>
                  <a:lnTo>
                    <a:pt x="2829750" y="1116253"/>
                  </a:lnTo>
                  <a:lnTo>
                    <a:pt x="2831007" y="1117003"/>
                  </a:lnTo>
                  <a:lnTo>
                    <a:pt x="2837408" y="1117003"/>
                  </a:lnTo>
                  <a:lnTo>
                    <a:pt x="2838589" y="1116253"/>
                  </a:lnTo>
                  <a:lnTo>
                    <a:pt x="2841294" y="1116253"/>
                  </a:lnTo>
                  <a:close/>
                </a:path>
                <a:path w="3108960" h="1905000">
                  <a:moveTo>
                    <a:pt x="2842145" y="1440243"/>
                  </a:moveTo>
                  <a:lnTo>
                    <a:pt x="2839593" y="1437640"/>
                  </a:lnTo>
                  <a:lnTo>
                    <a:pt x="2841371" y="1436370"/>
                  </a:lnTo>
                  <a:lnTo>
                    <a:pt x="2834386" y="1437640"/>
                  </a:lnTo>
                  <a:lnTo>
                    <a:pt x="2838069" y="1437640"/>
                  </a:lnTo>
                  <a:lnTo>
                    <a:pt x="2835529" y="1438910"/>
                  </a:lnTo>
                  <a:lnTo>
                    <a:pt x="2834335" y="1440243"/>
                  </a:lnTo>
                  <a:lnTo>
                    <a:pt x="2842145" y="1440243"/>
                  </a:lnTo>
                  <a:close/>
                </a:path>
                <a:path w="3108960" h="1905000">
                  <a:moveTo>
                    <a:pt x="2842260" y="1122934"/>
                  </a:moveTo>
                  <a:lnTo>
                    <a:pt x="2842158" y="1121943"/>
                  </a:lnTo>
                  <a:lnTo>
                    <a:pt x="2842056" y="1120940"/>
                  </a:lnTo>
                  <a:lnTo>
                    <a:pt x="2841371" y="1120406"/>
                  </a:lnTo>
                  <a:lnTo>
                    <a:pt x="2841371" y="1122641"/>
                  </a:lnTo>
                  <a:lnTo>
                    <a:pt x="2842260" y="1122934"/>
                  </a:lnTo>
                  <a:close/>
                </a:path>
                <a:path w="3108960" h="1905000">
                  <a:moveTo>
                    <a:pt x="2845778" y="1117003"/>
                  </a:moveTo>
                  <a:lnTo>
                    <a:pt x="2841739" y="1117003"/>
                  </a:lnTo>
                  <a:lnTo>
                    <a:pt x="2842907" y="1118946"/>
                  </a:lnTo>
                  <a:lnTo>
                    <a:pt x="2842945" y="1119352"/>
                  </a:lnTo>
                  <a:lnTo>
                    <a:pt x="2842628" y="1120406"/>
                  </a:lnTo>
                  <a:lnTo>
                    <a:pt x="2845701" y="1119225"/>
                  </a:lnTo>
                  <a:lnTo>
                    <a:pt x="2845778" y="1117003"/>
                  </a:lnTo>
                  <a:close/>
                </a:path>
                <a:path w="3108960" h="1905000">
                  <a:moveTo>
                    <a:pt x="2845778" y="1114145"/>
                  </a:moveTo>
                  <a:lnTo>
                    <a:pt x="2842882" y="1112888"/>
                  </a:lnTo>
                  <a:lnTo>
                    <a:pt x="2840037" y="1112888"/>
                  </a:lnTo>
                  <a:lnTo>
                    <a:pt x="2839415" y="1114145"/>
                  </a:lnTo>
                  <a:lnTo>
                    <a:pt x="2839555" y="1114145"/>
                  </a:lnTo>
                  <a:lnTo>
                    <a:pt x="2840367" y="1114958"/>
                  </a:lnTo>
                  <a:lnTo>
                    <a:pt x="2840825" y="1115479"/>
                  </a:lnTo>
                  <a:lnTo>
                    <a:pt x="2840964" y="1115707"/>
                  </a:lnTo>
                  <a:lnTo>
                    <a:pt x="2842171" y="1116253"/>
                  </a:lnTo>
                  <a:lnTo>
                    <a:pt x="2841294" y="1116253"/>
                  </a:lnTo>
                  <a:lnTo>
                    <a:pt x="2841663" y="1116876"/>
                  </a:lnTo>
                  <a:lnTo>
                    <a:pt x="2844279" y="1116253"/>
                  </a:lnTo>
                  <a:lnTo>
                    <a:pt x="2845727" y="1116253"/>
                  </a:lnTo>
                  <a:lnTo>
                    <a:pt x="2845600" y="1114615"/>
                  </a:lnTo>
                  <a:lnTo>
                    <a:pt x="2845562" y="1114145"/>
                  </a:lnTo>
                  <a:lnTo>
                    <a:pt x="2845778" y="1114145"/>
                  </a:lnTo>
                  <a:close/>
                </a:path>
                <a:path w="3108960" h="1905000">
                  <a:moveTo>
                    <a:pt x="2845943" y="1361440"/>
                  </a:moveTo>
                  <a:lnTo>
                    <a:pt x="2844800" y="1361440"/>
                  </a:lnTo>
                  <a:lnTo>
                    <a:pt x="2842006" y="1362710"/>
                  </a:lnTo>
                  <a:lnTo>
                    <a:pt x="2839085" y="1362710"/>
                  </a:lnTo>
                  <a:lnTo>
                    <a:pt x="2839085" y="1363980"/>
                  </a:lnTo>
                  <a:lnTo>
                    <a:pt x="2840228" y="1363980"/>
                  </a:lnTo>
                  <a:lnTo>
                    <a:pt x="2845943" y="1361440"/>
                  </a:lnTo>
                  <a:close/>
                </a:path>
                <a:path w="3108960" h="1905000">
                  <a:moveTo>
                    <a:pt x="2846197" y="1124204"/>
                  </a:moveTo>
                  <a:lnTo>
                    <a:pt x="2846082" y="1123429"/>
                  </a:lnTo>
                  <a:lnTo>
                    <a:pt x="2845981" y="1122641"/>
                  </a:lnTo>
                  <a:lnTo>
                    <a:pt x="2845892" y="1121943"/>
                  </a:lnTo>
                  <a:lnTo>
                    <a:pt x="2845828" y="1121537"/>
                  </a:lnTo>
                  <a:lnTo>
                    <a:pt x="2845752" y="1120940"/>
                  </a:lnTo>
                  <a:lnTo>
                    <a:pt x="2845689" y="1120406"/>
                  </a:lnTo>
                  <a:lnTo>
                    <a:pt x="2842628" y="1120406"/>
                  </a:lnTo>
                  <a:lnTo>
                    <a:pt x="2842006" y="1120406"/>
                  </a:lnTo>
                  <a:lnTo>
                    <a:pt x="2842056" y="1120940"/>
                  </a:lnTo>
                  <a:lnTo>
                    <a:pt x="2846197" y="1124204"/>
                  </a:lnTo>
                  <a:close/>
                </a:path>
                <a:path w="3108960" h="1905000">
                  <a:moveTo>
                    <a:pt x="2846552" y="1125296"/>
                  </a:moveTo>
                  <a:lnTo>
                    <a:pt x="2844673" y="1124204"/>
                  </a:lnTo>
                  <a:lnTo>
                    <a:pt x="2844838" y="1125080"/>
                  </a:lnTo>
                  <a:lnTo>
                    <a:pt x="2846451" y="1125474"/>
                  </a:lnTo>
                  <a:lnTo>
                    <a:pt x="2846552" y="1125296"/>
                  </a:lnTo>
                  <a:close/>
                </a:path>
                <a:path w="3108960" h="1905000">
                  <a:moveTo>
                    <a:pt x="2846832" y="1042924"/>
                  </a:moveTo>
                  <a:lnTo>
                    <a:pt x="2844165" y="1040384"/>
                  </a:lnTo>
                  <a:lnTo>
                    <a:pt x="2842768" y="1040384"/>
                  </a:lnTo>
                  <a:lnTo>
                    <a:pt x="2846832" y="1042924"/>
                  </a:lnTo>
                  <a:close/>
                </a:path>
                <a:path w="3108960" h="1905000">
                  <a:moveTo>
                    <a:pt x="2848406" y="1117003"/>
                  </a:moveTo>
                  <a:lnTo>
                    <a:pt x="2846946" y="1115479"/>
                  </a:lnTo>
                  <a:lnTo>
                    <a:pt x="2845765" y="1115479"/>
                  </a:lnTo>
                  <a:lnTo>
                    <a:pt x="2846781" y="1116253"/>
                  </a:lnTo>
                  <a:lnTo>
                    <a:pt x="2845727" y="1116253"/>
                  </a:lnTo>
                  <a:lnTo>
                    <a:pt x="2845778" y="1117003"/>
                  </a:lnTo>
                  <a:lnTo>
                    <a:pt x="2848406" y="1117003"/>
                  </a:lnTo>
                  <a:close/>
                </a:path>
                <a:path w="3108960" h="1905000">
                  <a:moveTo>
                    <a:pt x="2849118" y="1129284"/>
                  </a:moveTo>
                  <a:lnTo>
                    <a:pt x="2848889" y="1128153"/>
                  </a:lnTo>
                  <a:lnTo>
                    <a:pt x="2847975" y="1128153"/>
                  </a:lnTo>
                  <a:lnTo>
                    <a:pt x="2849118" y="1129284"/>
                  </a:lnTo>
                  <a:close/>
                </a:path>
                <a:path w="3108960" h="1905000">
                  <a:moveTo>
                    <a:pt x="2849384" y="1117003"/>
                  </a:moveTo>
                  <a:lnTo>
                    <a:pt x="2848406" y="1117003"/>
                  </a:lnTo>
                  <a:lnTo>
                    <a:pt x="2849245" y="1117866"/>
                  </a:lnTo>
                  <a:lnTo>
                    <a:pt x="2849321" y="1117384"/>
                  </a:lnTo>
                  <a:lnTo>
                    <a:pt x="2849384" y="1117003"/>
                  </a:lnTo>
                  <a:close/>
                </a:path>
                <a:path w="3108960" h="1905000">
                  <a:moveTo>
                    <a:pt x="2850108" y="1112888"/>
                  </a:moveTo>
                  <a:lnTo>
                    <a:pt x="2846781" y="1112888"/>
                  </a:lnTo>
                  <a:lnTo>
                    <a:pt x="2849143" y="1116114"/>
                  </a:lnTo>
                  <a:lnTo>
                    <a:pt x="2849245" y="1116253"/>
                  </a:lnTo>
                  <a:lnTo>
                    <a:pt x="2849524" y="1116253"/>
                  </a:lnTo>
                  <a:lnTo>
                    <a:pt x="2850045" y="1113282"/>
                  </a:lnTo>
                  <a:lnTo>
                    <a:pt x="2850108" y="1112888"/>
                  </a:lnTo>
                  <a:close/>
                </a:path>
                <a:path w="3108960" h="1905000">
                  <a:moveTo>
                    <a:pt x="2850642" y="1125474"/>
                  </a:moveTo>
                  <a:lnTo>
                    <a:pt x="2847975" y="1122934"/>
                  </a:lnTo>
                  <a:lnTo>
                    <a:pt x="2846552" y="1125296"/>
                  </a:lnTo>
                  <a:lnTo>
                    <a:pt x="2849105" y="1126756"/>
                  </a:lnTo>
                  <a:lnTo>
                    <a:pt x="2850642" y="1125474"/>
                  </a:lnTo>
                  <a:close/>
                </a:path>
                <a:path w="3108960" h="1905000">
                  <a:moveTo>
                    <a:pt x="2852509" y="1114145"/>
                  </a:moveTo>
                  <a:lnTo>
                    <a:pt x="2851924" y="1114145"/>
                  </a:lnTo>
                  <a:lnTo>
                    <a:pt x="2851988" y="1114450"/>
                  </a:lnTo>
                  <a:lnTo>
                    <a:pt x="2852089" y="1114958"/>
                  </a:lnTo>
                  <a:lnTo>
                    <a:pt x="2852191" y="1115479"/>
                  </a:lnTo>
                  <a:lnTo>
                    <a:pt x="2852267" y="1114958"/>
                  </a:lnTo>
                  <a:lnTo>
                    <a:pt x="2852369" y="1114615"/>
                  </a:lnTo>
                  <a:lnTo>
                    <a:pt x="2852420" y="1114450"/>
                  </a:lnTo>
                  <a:lnTo>
                    <a:pt x="2852509" y="1114145"/>
                  </a:lnTo>
                  <a:close/>
                </a:path>
                <a:path w="3108960" h="1905000">
                  <a:moveTo>
                    <a:pt x="2852826" y="1121537"/>
                  </a:moveTo>
                  <a:lnTo>
                    <a:pt x="2852039" y="1120406"/>
                  </a:lnTo>
                  <a:lnTo>
                    <a:pt x="2849994" y="1120406"/>
                  </a:lnTo>
                  <a:lnTo>
                    <a:pt x="2849435" y="1121537"/>
                  </a:lnTo>
                  <a:lnTo>
                    <a:pt x="2849181" y="1121537"/>
                  </a:lnTo>
                  <a:lnTo>
                    <a:pt x="2851734" y="1123315"/>
                  </a:lnTo>
                  <a:lnTo>
                    <a:pt x="2851785" y="1122934"/>
                  </a:lnTo>
                  <a:lnTo>
                    <a:pt x="2852343" y="1121537"/>
                  </a:lnTo>
                  <a:lnTo>
                    <a:pt x="2852826" y="1121537"/>
                  </a:lnTo>
                  <a:close/>
                </a:path>
                <a:path w="3108960" h="1905000">
                  <a:moveTo>
                    <a:pt x="2853055" y="1124204"/>
                  </a:moveTo>
                  <a:lnTo>
                    <a:pt x="2851912" y="1123429"/>
                  </a:lnTo>
                  <a:lnTo>
                    <a:pt x="2851734" y="1123429"/>
                  </a:lnTo>
                  <a:lnTo>
                    <a:pt x="2851658" y="1124204"/>
                  </a:lnTo>
                  <a:lnTo>
                    <a:pt x="2851569" y="1125080"/>
                  </a:lnTo>
                  <a:lnTo>
                    <a:pt x="2851531" y="1125474"/>
                  </a:lnTo>
                  <a:lnTo>
                    <a:pt x="2852026" y="1125791"/>
                  </a:lnTo>
                  <a:lnTo>
                    <a:pt x="2853055" y="1124204"/>
                  </a:lnTo>
                  <a:close/>
                </a:path>
                <a:path w="3108960" h="1905000">
                  <a:moveTo>
                    <a:pt x="2853309" y="1129792"/>
                  </a:moveTo>
                  <a:lnTo>
                    <a:pt x="2852801" y="1129284"/>
                  </a:lnTo>
                  <a:lnTo>
                    <a:pt x="2852851" y="1129792"/>
                  </a:lnTo>
                  <a:lnTo>
                    <a:pt x="2853029" y="1130338"/>
                  </a:lnTo>
                  <a:lnTo>
                    <a:pt x="2853309" y="1129792"/>
                  </a:lnTo>
                  <a:close/>
                </a:path>
                <a:path w="3108960" h="1905000">
                  <a:moveTo>
                    <a:pt x="2854833" y="1044194"/>
                  </a:moveTo>
                  <a:lnTo>
                    <a:pt x="2854706" y="1042924"/>
                  </a:lnTo>
                  <a:lnTo>
                    <a:pt x="2852293" y="1042924"/>
                  </a:lnTo>
                  <a:lnTo>
                    <a:pt x="2851912" y="1044194"/>
                  </a:lnTo>
                  <a:lnTo>
                    <a:pt x="2854833" y="1044194"/>
                  </a:lnTo>
                  <a:close/>
                </a:path>
                <a:path w="3108960" h="1905000">
                  <a:moveTo>
                    <a:pt x="2855087" y="1435100"/>
                  </a:moveTo>
                  <a:lnTo>
                    <a:pt x="2854782" y="1434833"/>
                  </a:lnTo>
                  <a:lnTo>
                    <a:pt x="2854071" y="1435100"/>
                  </a:lnTo>
                  <a:lnTo>
                    <a:pt x="2852293" y="1433830"/>
                  </a:lnTo>
                  <a:lnTo>
                    <a:pt x="2853525" y="1433690"/>
                  </a:lnTo>
                  <a:lnTo>
                    <a:pt x="2852343" y="1432623"/>
                  </a:lnTo>
                  <a:lnTo>
                    <a:pt x="2849245" y="1433830"/>
                  </a:lnTo>
                  <a:lnTo>
                    <a:pt x="2842387" y="1435100"/>
                  </a:lnTo>
                  <a:lnTo>
                    <a:pt x="2844038" y="1435100"/>
                  </a:lnTo>
                  <a:lnTo>
                    <a:pt x="2845422" y="1436268"/>
                  </a:lnTo>
                  <a:lnTo>
                    <a:pt x="2852039" y="1435100"/>
                  </a:lnTo>
                  <a:lnTo>
                    <a:pt x="2851277" y="1435608"/>
                  </a:lnTo>
                  <a:lnTo>
                    <a:pt x="2855087" y="1435100"/>
                  </a:lnTo>
                  <a:close/>
                </a:path>
                <a:path w="3108960" h="1905000">
                  <a:moveTo>
                    <a:pt x="2855353" y="1115479"/>
                  </a:moveTo>
                  <a:lnTo>
                    <a:pt x="2854147" y="1114145"/>
                  </a:lnTo>
                  <a:lnTo>
                    <a:pt x="2852661" y="1114145"/>
                  </a:lnTo>
                  <a:lnTo>
                    <a:pt x="2854401" y="1115479"/>
                  </a:lnTo>
                  <a:lnTo>
                    <a:pt x="2855353" y="1115479"/>
                  </a:lnTo>
                  <a:close/>
                </a:path>
                <a:path w="3108960" h="1905000">
                  <a:moveTo>
                    <a:pt x="2855722" y="1431290"/>
                  </a:moveTo>
                  <a:lnTo>
                    <a:pt x="2850896" y="1431290"/>
                  </a:lnTo>
                  <a:lnTo>
                    <a:pt x="2852343" y="1432623"/>
                  </a:lnTo>
                  <a:lnTo>
                    <a:pt x="2855722" y="1431290"/>
                  </a:lnTo>
                  <a:close/>
                </a:path>
                <a:path w="3108960" h="1905000">
                  <a:moveTo>
                    <a:pt x="2859024" y="1125474"/>
                  </a:moveTo>
                  <a:lnTo>
                    <a:pt x="2857627" y="1124204"/>
                  </a:lnTo>
                  <a:lnTo>
                    <a:pt x="2856446" y="1125080"/>
                  </a:lnTo>
                  <a:lnTo>
                    <a:pt x="2855976" y="1125474"/>
                  </a:lnTo>
                  <a:lnTo>
                    <a:pt x="2855087" y="1125474"/>
                  </a:lnTo>
                  <a:lnTo>
                    <a:pt x="2856687" y="1128153"/>
                  </a:lnTo>
                  <a:lnTo>
                    <a:pt x="2857550" y="1128153"/>
                  </a:lnTo>
                  <a:lnTo>
                    <a:pt x="2857779" y="1126807"/>
                  </a:lnTo>
                  <a:lnTo>
                    <a:pt x="2857830" y="1126515"/>
                  </a:lnTo>
                  <a:lnTo>
                    <a:pt x="2857944" y="1125791"/>
                  </a:lnTo>
                  <a:lnTo>
                    <a:pt x="2858008" y="1125474"/>
                  </a:lnTo>
                  <a:lnTo>
                    <a:pt x="2859024" y="1125474"/>
                  </a:lnTo>
                  <a:close/>
                </a:path>
                <a:path w="3108960" h="1905000">
                  <a:moveTo>
                    <a:pt x="2859570" y="1432991"/>
                  </a:moveTo>
                  <a:lnTo>
                    <a:pt x="2853525" y="1433690"/>
                  </a:lnTo>
                  <a:lnTo>
                    <a:pt x="2854782" y="1434833"/>
                  </a:lnTo>
                  <a:lnTo>
                    <a:pt x="2859570" y="1432991"/>
                  </a:lnTo>
                  <a:close/>
                </a:path>
                <a:path w="3108960" h="1905000">
                  <a:moveTo>
                    <a:pt x="2860281" y="1117866"/>
                  </a:moveTo>
                  <a:lnTo>
                    <a:pt x="2856611" y="1117866"/>
                  </a:lnTo>
                  <a:lnTo>
                    <a:pt x="2857970" y="1119225"/>
                  </a:lnTo>
                  <a:lnTo>
                    <a:pt x="2859062" y="1119225"/>
                  </a:lnTo>
                  <a:lnTo>
                    <a:pt x="2860281" y="1117866"/>
                  </a:lnTo>
                  <a:close/>
                </a:path>
                <a:path w="3108960" h="1905000">
                  <a:moveTo>
                    <a:pt x="2861945" y="1436370"/>
                  </a:moveTo>
                  <a:lnTo>
                    <a:pt x="2860421" y="1435100"/>
                  </a:lnTo>
                  <a:lnTo>
                    <a:pt x="2854579" y="1436370"/>
                  </a:lnTo>
                  <a:lnTo>
                    <a:pt x="2861945" y="1436370"/>
                  </a:lnTo>
                  <a:close/>
                </a:path>
                <a:path w="3108960" h="1905000">
                  <a:moveTo>
                    <a:pt x="2863253" y="1432623"/>
                  </a:moveTo>
                  <a:lnTo>
                    <a:pt x="2862554" y="1431836"/>
                  </a:lnTo>
                  <a:lnTo>
                    <a:pt x="2859570" y="1432991"/>
                  </a:lnTo>
                  <a:lnTo>
                    <a:pt x="2862757" y="1432623"/>
                  </a:lnTo>
                  <a:lnTo>
                    <a:pt x="2863253" y="1432623"/>
                  </a:lnTo>
                  <a:close/>
                </a:path>
                <a:path w="3108960" h="1905000">
                  <a:moveTo>
                    <a:pt x="2864802" y="1125918"/>
                  </a:moveTo>
                  <a:lnTo>
                    <a:pt x="2864777" y="1125474"/>
                  </a:lnTo>
                  <a:lnTo>
                    <a:pt x="2864688" y="1124204"/>
                  </a:lnTo>
                  <a:lnTo>
                    <a:pt x="2864662" y="1123721"/>
                  </a:lnTo>
                  <a:lnTo>
                    <a:pt x="2864523" y="1123721"/>
                  </a:lnTo>
                  <a:lnTo>
                    <a:pt x="2863215" y="1124204"/>
                  </a:lnTo>
                  <a:lnTo>
                    <a:pt x="2860167" y="1122934"/>
                  </a:lnTo>
                  <a:lnTo>
                    <a:pt x="2859659" y="1122934"/>
                  </a:lnTo>
                  <a:lnTo>
                    <a:pt x="2860548" y="1124204"/>
                  </a:lnTo>
                  <a:lnTo>
                    <a:pt x="2860713" y="1125080"/>
                  </a:lnTo>
                  <a:lnTo>
                    <a:pt x="2860802" y="1125474"/>
                  </a:lnTo>
                  <a:lnTo>
                    <a:pt x="2864104" y="1126515"/>
                  </a:lnTo>
                  <a:lnTo>
                    <a:pt x="2864104" y="1125474"/>
                  </a:lnTo>
                  <a:lnTo>
                    <a:pt x="2864802" y="1125918"/>
                  </a:lnTo>
                  <a:close/>
                </a:path>
                <a:path w="3108960" h="1905000">
                  <a:moveTo>
                    <a:pt x="2865336" y="1123429"/>
                  </a:moveTo>
                  <a:lnTo>
                    <a:pt x="2864612" y="1122934"/>
                  </a:lnTo>
                  <a:lnTo>
                    <a:pt x="2864650" y="1123683"/>
                  </a:lnTo>
                  <a:lnTo>
                    <a:pt x="2865336" y="1123429"/>
                  </a:lnTo>
                  <a:close/>
                </a:path>
                <a:path w="3108960" h="1905000">
                  <a:moveTo>
                    <a:pt x="2866136" y="1083564"/>
                  </a:moveTo>
                  <a:lnTo>
                    <a:pt x="2865501" y="1082294"/>
                  </a:lnTo>
                  <a:lnTo>
                    <a:pt x="2864993" y="1083564"/>
                  </a:lnTo>
                  <a:lnTo>
                    <a:pt x="2866136" y="1083564"/>
                  </a:lnTo>
                  <a:close/>
                </a:path>
                <a:path w="3108960" h="1905000">
                  <a:moveTo>
                    <a:pt x="2866517" y="1129284"/>
                  </a:moveTo>
                  <a:lnTo>
                    <a:pt x="2863469" y="1129284"/>
                  </a:lnTo>
                  <a:lnTo>
                    <a:pt x="2865120" y="1131036"/>
                  </a:lnTo>
                  <a:lnTo>
                    <a:pt x="2865996" y="1131354"/>
                  </a:lnTo>
                  <a:lnTo>
                    <a:pt x="2866390" y="1129792"/>
                  </a:lnTo>
                  <a:lnTo>
                    <a:pt x="2866517" y="1129284"/>
                  </a:lnTo>
                  <a:close/>
                </a:path>
                <a:path w="3108960" h="1905000">
                  <a:moveTo>
                    <a:pt x="2866733" y="1117003"/>
                  </a:moveTo>
                  <a:lnTo>
                    <a:pt x="2865793" y="1116253"/>
                  </a:lnTo>
                  <a:lnTo>
                    <a:pt x="2849524" y="1116253"/>
                  </a:lnTo>
                  <a:lnTo>
                    <a:pt x="2849384" y="1117003"/>
                  </a:lnTo>
                  <a:lnTo>
                    <a:pt x="2866733" y="1117003"/>
                  </a:lnTo>
                  <a:close/>
                </a:path>
                <a:path w="3108960" h="1905000">
                  <a:moveTo>
                    <a:pt x="2866961" y="1413637"/>
                  </a:moveTo>
                  <a:lnTo>
                    <a:pt x="2866669" y="1413637"/>
                  </a:lnTo>
                  <a:lnTo>
                    <a:pt x="2862161" y="1414830"/>
                  </a:lnTo>
                  <a:lnTo>
                    <a:pt x="2862415" y="1414830"/>
                  </a:lnTo>
                  <a:lnTo>
                    <a:pt x="2864015" y="1415605"/>
                  </a:lnTo>
                  <a:lnTo>
                    <a:pt x="2866961" y="1413637"/>
                  </a:lnTo>
                  <a:close/>
                </a:path>
                <a:path w="3108960" h="1905000">
                  <a:moveTo>
                    <a:pt x="2867164" y="1430070"/>
                  </a:moveTo>
                  <a:lnTo>
                    <a:pt x="2862072" y="1431290"/>
                  </a:lnTo>
                  <a:lnTo>
                    <a:pt x="2862554" y="1431836"/>
                  </a:lnTo>
                  <a:lnTo>
                    <a:pt x="2867164" y="1430070"/>
                  </a:lnTo>
                  <a:close/>
                </a:path>
                <a:path w="3108960" h="1905000">
                  <a:moveTo>
                    <a:pt x="2869895" y="1115479"/>
                  </a:moveTo>
                  <a:lnTo>
                    <a:pt x="2864815" y="1115479"/>
                  </a:lnTo>
                  <a:lnTo>
                    <a:pt x="2865793" y="1116253"/>
                  </a:lnTo>
                  <a:lnTo>
                    <a:pt x="2869704" y="1116253"/>
                  </a:lnTo>
                  <a:lnTo>
                    <a:pt x="2869793" y="1115885"/>
                  </a:lnTo>
                  <a:lnTo>
                    <a:pt x="2869895" y="1115479"/>
                  </a:lnTo>
                  <a:close/>
                </a:path>
                <a:path w="3108960" h="1905000">
                  <a:moveTo>
                    <a:pt x="2870949" y="1128153"/>
                  </a:moveTo>
                  <a:lnTo>
                    <a:pt x="2868511" y="1126807"/>
                  </a:lnTo>
                  <a:lnTo>
                    <a:pt x="2868218" y="1127747"/>
                  </a:lnTo>
                  <a:lnTo>
                    <a:pt x="2868155" y="1128026"/>
                  </a:lnTo>
                  <a:lnTo>
                    <a:pt x="2866212" y="1126807"/>
                  </a:lnTo>
                  <a:lnTo>
                    <a:pt x="2864802" y="1125918"/>
                  </a:lnTo>
                  <a:lnTo>
                    <a:pt x="2864853" y="1126756"/>
                  </a:lnTo>
                  <a:lnTo>
                    <a:pt x="2864104" y="1126515"/>
                  </a:lnTo>
                  <a:lnTo>
                    <a:pt x="2864104" y="1128153"/>
                  </a:lnTo>
                  <a:lnTo>
                    <a:pt x="2868130" y="1128153"/>
                  </a:lnTo>
                  <a:lnTo>
                    <a:pt x="2868384" y="1128153"/>
                  </a:lnTo>
                  <a:lnTo>
                    <a:pt x="2870949" y="1128153"/>
                  </a:lnTo>
                  <a:close/>
                </a:path>
                <a:path w="3108960" h="1905000">
                  <a:moveTo>
                    <a:pt x="2873273" y="1414830"/>
                  </a:moveTo>
                  <a:lnTo>
                    <a:pt x="2870085" y="1414830"/>
                  </a:lnTo>
                  <a:lnTo>
                    <a:pt x="2864523" y="1415846"/>
                  </a:lnTo>
                  <a:lnTo>
                    <a:pt x="2864193" y="1415681"/>
                  </a:lnTo>
                  <a:lnTo>
                    <a:pt x="2863900" y="1415681"/>
                  </a:lnTo>
                  <a:lnTo>
                    <a:pt x="2863342" y="1416062"/>
                  </a:lnTo>
                  <a:lnTo>
                    <a:pt x="2863100" y="1416100"/>
                  </a:lnTo>
                  <a:lnTo>
                    <a:pt x="2863278" y="1416100"/>
                  </a:lnTo>
                  <a:lnTo>
                    <a:pt x="2865082" y="1416100"/>
                  </a:lnTo>
                  <a:lnTo>
                    <a:pt x="2867660" y="1417320"/>
                  </a:lnTo>
                  <a:lnTo>
                    <a:pt x="2873273" y="1414830"/>
                  </a:lnTo>
                  <a:close/>
                </a:path>
                <a:path w="3108960" h="1905000">
                  <a:moveTo>
                    <a:pt x="2873464" y="1117003"/>
                  </a:moveTo>
                  <a:lnTo>
                    <a:pt x="2873184" y="1116253"/>
                  </a:lnTo>
                  <a:lnTo>
                    <a:pt x="2869704" y="1116253"/>
                  </a:lnTo>
                  <a:lnTo>
                    <a:pt x="2869514" y="1117003"/>
                  </a:lnTo>
                  <a:lnTo>
                    <a:pt x="2873464" y="1117003"/>
                  </a:lnTo>
                  <a:close/>
                </a:path>
                <a:path w="3108960" h="1905000">
                  <a:moveTo>
                    <a:pt x="2873654" y="1126807"/>
                  </a:moveTo>
                  <a:lnTo>
                    <a:pt x="2872905" y="1127747"/>
                  </a:lnTo>
                  <a:lnTo>
                    <a:pt x="2873222" y="1128064"/>
                  </a:lnTo>
                  <a:lnTo>
                    <a:pt x="2873654" y="1126807"/>
                  </a:lnTo>
                  <a:close/>
                </a:path>
                <a:path w="3108960" h="1905000">
                  <a:moveTo>
                    <a:pt x="2874276" y="1430070"/>
                  </a:moveTo>
                  <a:lnTo>
                    <a:pt x="2870822" y="1430070"/>
                  </a:lnTo>
                  <a:lnTo>
                    <a:pt x="2871216" y="1431290"/>
                  </a:lnTo>
                  <a:lnTo>
                    <a:pt x="2874276" y="1430070"/>
                  </a:lnTo>
                  <a:close/>
                </a:path>
                <a:path w="3108960" h="1905000">
                  <a:moveTo>
                    <a:pt x="2875026" y="1427480"/>
                  </a:moveTo>
                  <a:lnTo>
                    <a:pt x="2872232" y="1427480"/>
                  </a:lnTo>
                  <a:lnTo>
                    <a:pt x="2871216" y="1428750"/>
                  </a:lnTo>
                  <a:lnTo>
                    <a:pt x="2872994" y="1428750"/>
                  </a:lnTo>
                  <a:lnTo>
                    <a:pt x="2875026" y="1427480"/>
                  </a:lnTo>
                  <a:close/>
                </a:path>
                <a:path w="3108960" h="1905000">
                  <a:moveTo>
                    <a:pt x="2878455" y="1111504"/>
                  </a:moveTo>
                  <a:lnTo>
                    <a:pt x="2876423" y="1111504"/>
                  </a:lnTo>
                  <a:lnTo>
                    <a:pt x="2876499" y="1112139"/>
                  </a:lnTo>
                  <a:lnTo>
                    <a:pt x="2876562" y="1112685"/>
                  </a:lnTo>
                  <a:lnTo>
                    <a:pt x="2878455" y="1111504"/>
                  </a:lnTo>
                  <a:close/>
                </a:path>
                <a:path w="3108960" h="1905000">
                  <a:moveTo>
                    <a:pt x="2879217" y="1116253"/>
                  </a:moveTo>
                  <a:lnTo>
                    <a:pt x="2878340" y="1115479"/>
                  </a:lnTo>
                  <a:lnTo>
                    <a:pt x="2876943" y="1115479"/>
                  </a:lnTo>
                  <a:lnTo>
                    <a:pt x="2876829" y="1114615"/>
                  </a:lnTo>
                  <a:lnTo>
                    <a:pt x="2876766" y="1114145"/>
                  </a:lnTo>
                  <a:lnTo>
                    <a:pt x="2875394" y="1112888"/>
                  </a:lnTo>
                  <a:lnTo>
                    <a:pt x="2873286" y="1112888"/>
                  </a:lnTo>
                  <a:lnTo>
                    <a:pt x="2872968" y="1113282"/>
                  </a:lnTo>
                  <a:lnTo>
                    <a:pt x="2872384" y="1114145"/>
                  </a:lnTo>
                  <a:lnTo>
                    <a:pt x="2872892" y="1115479"/>
                  </a:lnTo>
                  <a:lnTo>
                    <a:pt x="2872968" y="1115707"/>
                  </a:lnTo>
                  <a:lnTo>
                    <a:pt x="2873044" y="1115885"/>
                  </a:lnTo>
                  <a:lnTo>
                    <a:pt x="2873133" y="1116114"/>
                  </a:lnTo>
                  <a:lnTo>
                    <a:pt x="2873184" y="1116253"/>
                  </a:lnTo>
                  <a:lnTo>
                    <a:pt x="2879217" y="1116253"/>
                  </a:lnTo>
                  <a:close/>
                </a:path>
                <a:path w="3108960" h="1905000">
                  <a:moveTo>
                    <a:pt x="2880360" y="1115479"/>
                  </a:moveTo>
                  <a:lnTo>
                    <a:pt x="2879293" y="1114145"/>
                  </a:lnTo>
                  <a:lnTo>
                    <a:pt x="2879420" y="1114145"/>
                  </a:lnTo>
                  <a:lnTo>
                    <a:pt x="2876651" y="1112888"/>
                  </a:lnTo>
                  <a:lnTo>
                    <a:pt x="2876651" y="1113282"/>
                  </a:lnTo>
                  <a:lnTo>
                    <a:pt x="2876816" y="1114145"/>
                  </a:lnTo>
                  <a:lnTo>
                    <a:pt x="2878340" y="1115479"/>
                  </a:lnTo>
                  <a:lnTo>
                    <a:pt x="2880360" y="1115479"/>
                  </a:lnTo>
                  <a:close/>
                </a:path>
                <a:path w="3108960" h="1905000">
                  <a:moveTo>
                    <a:pt x="2883027" y="1413637"/>
                  </a:moveTo>
                  <a:lnTo>
                    <a:pt x="2882036" y="1414246"/>
                  </a:lnTo>
                  <a:lnTo>
                    <a:pt x="2881858" y="1414830"/>
                  </a:lnTo>
                  <a:lnTo>
                    <a:pt x="2883027" y="1413637"/>
                  </a:lnTo>
                  <a:close/>
                </a:path>
                <a:path w="3108960" h="1905000">
                  <a:moveTo>
                    <a:pt x="2885021" y="1117003"/>
                  </a:moveTo>
                  <a:lnTo>
                    <a:pt x="2882074" y="1115479"/>
                  </a:lnTo>
                  <a:lnTo>
                    <a:pt x="2881477" y="1115479"/>
                  </a:lnTo>
                  <a:lnTo>
                    <a:pt x="2880156" y="1116253"/>
                  </a:lnTo>
                  <a:lnTo>
                    <a:pt x="2883408" y="1116253"/>
                  </a:lnTo>
                  <a:lnTo>
                    <a:pt x="2883408" y="1117003"/>
                  </a:lnTo>
                  <a:lnTo>
                    <a:pt x="2885021" y="1117003"/>
                  </a:lnTo>
                  <a:close/>
                </a:path>
                <a:path w="3108960" h="1905000">
                  <a:moveTo>
                    <a:pt x="2885706" y="1116253"/>
                  </a:moveTo>
                  <a:lnTo>
                    <a:pt x="2885617" y="1116114"/>
                  </a:lnTo>
                  <a:lnTo>
                    <a:pt x="2885338" y="1116253"/>
                  </a:lnTo>
                  <a:lnTo>
                    <a:pt x="2885706" y="1116253"/>
                  </a:lnTo>
                  <a:close/>
                </a:path>
                <a:path w="3108960" h="1905000">
                  <a:moveTo>
                    <a:pt x="2886037" y="1414246"/>
                  </a:moveTo>
                  <a:lnTo>
                    <a:pt x="2882100" y="1414830"/>
                  </a:lnTo>
                  <a:lnTo>
                    <a:pt x="2881858" y="1414830"/>
                  </a:lnTo>
                  <a:lnTo>
                    <a:pt x="2880779" y="1414830"/>
                  </a:lnTo>
                  <a:lnTo>
                    <a:pt x="2881947" y="1414246"/>
                  </a:lnTo>
                  <a:lnTo>
                    <a:pt x="2882227" y="1413637"/>
                  </a:lnTo>
                  <a:lnTo>
                    <a:pt x="2881909" y="1413637"/>
                  </a:lnTo>
                  <a:lnTo>
                    <a:pt x="2877007" y="1414830"/>
                  </a:lnTo>
                  <a:lnTo>
                    <a:pt x="2877134" y="1414830"/>
                  </a:lnTo>
                  <a:lnTo>
                    <a:pt x="2874391" y="1417320"/>
                  </a:lnTo>
                  <a:lnTo>
                    <a:pt x="2867660" y="1417320"/>
                  </a:lnTo>
                  <a:lnTo>
                    <a:pt x="2862199" y="1417320"/>
                  </a:lnTo>
                  <a:lnTo>
                    <a:pt x="2857766" y="1418666"/>
                  </a:lnTo>
                  <a:lnTo>
                    <a:pt x="2858008" y="1418666"/>
                  </a:lnTo>
                  <a:lnTo>
                    <a:pt x="2858008" y="1421231"/>
                  </a:lnTo>
                  <a:lnTo>
                    <a:pt x="2858566" y="1421231"/>
                  </a:lnTo>
                  <a:lnTo>
                    <a:pt x="2865755" y="1422400"/>
                  </a:lnTo>
                  <a:lnTo>
                    <a:pt x="2855087" y="1424940"/>
                  </a:lnTo>
                  <a:lnTo>
                    <a:pt x="2853563" y="1422400"/>
                  </a:lnTo>
                  <a:lnTo>
                    <a:pt x="2849511" y="1424940"/>
                  </a:lnTo>
                  <a:lnTo>
                    <a:pt x="2850019" y="1426210"/>
                  </a:lnTo>
                  <a:lnTo>
                    <a:pt x="2850642" y="1427480"/>
                  </a:lnTo>
                  <a:lnTo>
                    <a:pt x="2846959" y="1428750"/>
                  </a:lnTo>
                  <a:lnTo>
                    <a:pt x="2851150" y="1428750"/>
                  </a:lnTo>
                  <a:lnTo>
                    <a:pt x="2849245" y="1431290"/>
                  </a:lnTo>
                  <a:lnTo>
                    <a:pt x="2855849" y="1428750"/>
                  </a:lnTo>
                  <a:lnTo>
                    <a:pt x="2855772" y="1430070"/>
                  </a:lnTo>
                  <a:lnTo>
                    <a:pt x="2855722" y="1431290"/>
                  </a:lnTo>
                  <a:lnTo>
                    <a:pt x="2861183" y="1431290"/>
                  </a:lnTo>
                  <a:lnTo>
                    <a:pt x="2859151" y="1428750"/>
                  </a:lnTo>
                  <a:lnTo>
                    <a:pt x="2866898" y="1427480"/>
                  </a:lnTo>
                  <a:lnTo>
                    <a:pt x="2870200" y="1427480"/>
                  </a:lnTo>
                  <a:lnTo>
                    <a:pt x="2866898" y="1426210"/>
                  </a:lnTo>
                  <a:lnTo>
                    <a:pt x="2870962" y="1424940"/>
                  </a:lnTo>
                  <a:lnTo>
                    <a:pt x="2873222" y="1423809"/>
                  </a:lnTo>
                  <a:lnTo>
                    <a:pt x="2872994" y="1423809"/>
                  </a:lnTo>
                  <a:lnTo>
                    <a:pt x="2878328" y="1422400"/>
                  </a:lnTo>
                  <a:lnTo>
                    <a:pt x="2884919" y="1418666"/>
                  </a:lnTo>
                  <a:lnTo>
                    <a:pt x="2885071" y="1418666"/>
                  </a:lnTo>
                  <a:lnTo>
                    <a:pt x="2884805" y="1417320"/>
                  </a:lnTo>
                  <a:lnTo>
                    <a:pt x="2884678" y="1416710"/>
                  </a:lnTo>
                  <a:lnTo>
                    <a:pt x="2884551" y="1416100"/>
                  </a:lnTo>
                  <a:lnTo>
                    <a:pt x="2884474" y="1415681"/>
                  </a:lnTo>
                  <a:lnTo>
                    <a:pt x="2884386" y="1415262"/>
                  </a:lnTo>
                  <a:lnTo>
                    <a:pt x="2884297" y="1414830"/>
                  </a:lnTo>
                  <a:lnTo>
                    <a:pt x="2884157" y="1414830"/>
                  </a:lnTo>
                  <a:lnTo>
                    <a:pt x="2886037" y="1414246"/>
                  </a:lnTo>
                  <a:close/>
                </a:path>
                <a:path w="3108960" h="1905000">
                  <a:moveTo>
                    <a:pt x="2886722" y="1117866"/>
                  </a:moveTo>
                  <a:lnTo>
                    <a:pt x="2886164" y="1117003"/>
                  </a:lnTo>
                  <a:lnTo>
                    <a:pt x="2885021" y="1117003"/>
                  </a:lnTo>
                  <a:lnTo>
                    <a:pt x="2886722" y="1117866"/>
                  </a:lnTo>
                  <a:close/>
                </a:path>
                <a:path w="3108960" h="1905000">
                  <a:moveTo>
                    <a:pt x="2887256" y="1115479"/>
                  </a:moveTo>
                  <a:lnTo>
                    <a:pt x="2886608" y="1113282"/>
                  </a:lnTo>
                  <a:lnTo>
                    <a:pt x="2886481" y="1112888"/>
                  </a:lnTo>
                  <a:lnTo>
                    <a:pt x="2883598" y="1112888"/>
                  </a:lnTo>
                  <a:lnTo>
                    <a:pt x="2885617" y="1116114"/>
                  </a:lnTo>
                  <a:lnTo>
                    <a:pt x="2886887" y="1115479"/>
                  </a:lnTo>
                  <a:lnTo>
                    <a:pt x="2887256" y="1115479"/>
                  </a:lnTo>
                  <a:close/>
                </a:path>
                <a:path w="3108960" h="1905000">
                  <a:moveTo>
                    <a:pt x="2887726" y="1410970"/>
                  </a:moveTo>
                  <a:lnTo>
                    <a:pt x="2883979" y="1409801"/>
                  </a:lnTo>
                  <a:lnTo>
                    <a:pt x="2883535" y="1409801"/>
                  </a:lnTo>
                  <a:lnTo>
                    <a:pt x="2882112" y="1410970"/>
                  </a:lnTo>
                  <a:lnTo>
                    <a:pt x="2882900" y="1412240"/>
                  </a:lnTo>
                  <a:lnTo>
                    <a:pt x="2882392" y="1413637"/>
                  </a:lnTo>
                  <a:lnTo>
                    <a:pt x="2883027" y="1413637"/>
                  </a:lnTo>
                  <a:lnTo>
                    <a:pt x="2883192" y="1413637"/>
                  </a:lnTo>
                  <a:lnTo>
                    <a:pt x="2887726" y="1410970"/>
                  </a:lnTo>
                  <a:close/>
                </a:path>
                <a:path w="3108960" h="1905000">
                  <a:moveTo>
                    <a:pt x="2888081" y="1116253"/>
                  </a:moveTo>
                  <a:lnTo>
                    <a:pt x="2885706" y="1116253"/>
                  </a:lnTo>
                  <a:lnTo>
                    <a:pt x="2886164" y="1117003"/>
                  </a:lnTo>
                  <a:lnTo>
                    <a:pt x="2887726" y="1117003"/>
                  </a:lnTo>
                  <a:lnTo>
                    <a:pt x="2888081" y="1116253"/>
                  </a:lnTo>
                  <a:close/>
                </a:path>
                <a:path w="3108960" h="1905000">
                  <a:moveTo>
                    <a:pt x="2888996" y="1059434"/>
                  </a:moveTo>
                  <a:lnTo>
                    <a:pt x="2887726" y="1058164"/>
                  </a:lnTo>
                  <a:lnTo>
                    <a:pt x="2887472" y="1058164"/>
                  </a:lnTo>
                  <a:lnTo>
                    <a:pt x="2888234" y="1059434"/>
                  </a:lnTo>
                  <a:lnTo>
                    <a:pt x="2888996" y="1059434"/>
                  </a:lnTo>
                  <a:close/>
                </a:path>
                <a:path w="3108960" h="1905000">
                  <a:moveTo>
                    <a:pt x="2889707" y="1112888"/>
                  </a:moveTo>
                  <a:lnTo>
                    <a:pt x="2888030" y="1112888"/>
                  </a:lnTo>
                  <a:lnTo>
                    <a:pt x="2889326" y="1113663"/>
                  </a:lnTo>
                  <a:lnTo>
                    <a:pt x="2889707" y="1112888"/>
                  </a:lnTo>
                  <a:close/>
                </a:path>
                <a:path w="3108960" h="1905000">
                  <a:moveTo>
                    <a:pt x="2889923" y="1116253"/>
                  </a:moveTo>
                  <a:lnTo>
                    <a:pt x="2889821" y="1114145"/>
                  </a:lnTo>
                  <a:lnTo>
                    <a:pt x="2889097" y="1114145"/>
                  </a:lnTo>
                  <a:lnTo>
                    <a:pt x="2888450" y="1115479"/>
                  </a:lnTo>
                  <a:lnTo>
                    <a:pt x="2888348" y="1115707"/>
                  </a:lnTo>
                  <a:lnTo>
                    <a:pt x="2888259" y="1115885"/>
                  </a:lnTo>
                  <a:lnTo>
                    <a:pt x="2888145" y="1116114"/>
                  </a:lnTo>
                  <a:lnTo>
                    <a:pt x="2888081" y="1116253"/>
                  </a:lnTo>
                  <a:lnTo>
                    <a:pt x="2889923" y="1116253"/>
                  </a:lnTo>
                  <a:close/>
                </a:path>
                <a:path w="3108960" h="1905000">
                  <a:moveTo>
                    <a:pt x="2890012" y="1117866"/>
                  </a:moveTo>
                  <a:lnTo>
                    <a:pt x="2889961" y="1117003"/>
                  </a:lnTo>
                  <a:lnTo>
                    <a:pt x="2887726" y="1117003"/>
                  </a:lnTo>
                  <a:lnTo>
                    <a:pt x="2887535" y="1117384"/>
                  </a:lnTo>
                  <a:lnTo>
                    <a:pt x="2887472" y="1117536"/>
                  </a:lnTo>
                  <a:lnTo>
                    <a:pt x="2887395" y="1117701"/>
                  </a:lnTo>
                  <a:lnTo>
                    <a:pt x="2887307" y="1117866"/>
                  </a:lnTo>
                  <a:lnTo>
                    <a:pt x="2890012" y="1117866"/>
                  </a:lnTo>
                  <a:close/>
                </a:path>
                <a:path w="3108960" h="1905000">
                  <a:moveTo>
                    <a:pt x="2890913" y="1412722"/>
                  </a:moveTo>
                  <a:lnTo>
                    <a:pt x="2886037" y="1414246"/>
                  </a:lnTo>
                  <a:lnTo>
                    <a:pt x="2890050" y="1413637"/>
                  </a:lnTo>
                  <a:lnTo>
                    <a:pt x="2890888" y="1413637"/>
                  </a:lnTo>
                  <a:lnTo>
                    <a:pt x="2890913" y="1412722"/>
                  </a:lnTo>
                  <a:close/>
                </a:path>
                <a:path w="3108960" h="1905000">
                  <a:moveTo>
                    <a:pt x="2890939" y="1112888"/>
                  </a:moveTo>
                  <a:lnTo>
                    <a:pt x="2889758" y="1112888"/>
                  </a:lnTo>
                  <a:lnTo>
                    <a:pt x="2889808" y="1113942"/>
                  </a:lnTo>
                  <a:lnTo>
                    <a:pt x="2889935" y="1114018"/>
                  </a:lnTo>
                  <a:lnTo>
                    <a:pt x="2890621" y="1113282"/>
                  </a:lnTo>
                  <a:lnTo>
                    <a:pt x="2890939" y="1112888"/>
                  </a:lnTo>
                  <a:close/>
                </a:path>
                <a:path w="3108960" h="1905000">
                  <a:moveTo>
                    <a:pt x="2892044" y="1353820"/>
                  </a:moveTo>
                  <a:lnTo>
                    <a:pt x="2889123" y="1353820"/>
                  </a:lnTo>
                  <a:lnTo>
                    <a:pt x="2889796" y="1354340"/>
                  </a:lnTo>
                  <a:lnTo>
                    <a:pt x="2892044" y="1353820"/>
                  </a:lnTo>
                  <a:close/>
                </a:path>
                <a:path w="3108960" h="1905000">
                  <a:moveTo>
                    <a:pt x="2892298" y="1405890"/>
                  </a:moveTo>
                  <a:lnTo>
                    <a:pt x="2886430" y="1408442"/>
                  </a:lnTo>
                  <a:lnTo>
                    <a:pt x="2891015" y="1407426"/>
                  </a:lnTo>
                  <a:lnTo>
                    <a:pt x="2891028" y="1407160"/>
                  </a:lnTo>
                  <a:lnTo>
                    <a:pt x="2891294" y="1407363"/>
                  </a:lnTo>
                  <a:lnTo>
                    <a:pt x="2892171" y="1407160"/>
                  </a:lnTo>
                  <a:lnTo>
                    <a:pt x="2892298" y="1405890"/>
                  </a:lnTo>
                  <a:close/>
                </a:path>
                <a:path w="3108960" h="1905000">
                  <a:moveTo>
                    <a:pt x="2896489" y="1410970"/>
                  </a:moveTo>
                  <a:lnTo>
                    <a:pt x="2891383" y="1407426"/>
                  </a:lnTo>
                  <a:lnTo>
                    <a:pt x="2891015" y="1407426"/>
                  </a:lnTo>
                  <a:lnTo>
                    <a:pt x="2890913" y="1412722"/>
                  </a:lnTo>
                  <a:lnTo>
                    <a:pt x="2896489" y="1410970"/>
                  </a:lnTo>
                  <a:close/>
                </a:path>
                <a:path w="3108960" h="1905000">
                  <a:moveTo>
                    <a:pt x="2899664" y="1383030"/>
                  </a:moveTo>
                  <a:lnTo>
                    <a:pt x="2898902" y="1383030"/>
                  </a:lnTo>
                  <a:lnTo>
                    <a:pt x="2897886" y="1384300"/>
                  </a:lnTo>
                  <a:lnTo>
                    <a:pt x="2899664" y="1383030"/>
                  </a:lnTo>
                  <a:close/>
                </a:path>
                <a:path w="3108960" h="1905000">
                  <a:moveTo>
                    <a:pt x="2901759" y="1117003"/>
                  </a:moveTo>
                  <a:lnTo>
                    <a:pt x="2899880" y="1116253"/>
                  </a:lnTo>
                  <a:lnTo>
                    <a:pt x="2895396" y="1116253"/>
                  </a:lnTo>
                  <a:lnTo>
                    <a:pt x="2895460" y="1116584"/>
                  </a:lnTo>
                  <a:lnTo>
                    <a:pt x="2895269" y="1116253"/>
                  </a:lnTo>
                  <a:lnTo>
                    <a:pt x="2889923" y="1116253"/>
                  </a:lnTo>
                  <a:lnTo>
                    <a:pt x="2889961" y="1117003"/>
                  </a:lnTo>
                  <a:lnTo>
                    <a:pt x="2895549" y="1117003"/>
                  </a:lnTo>
                  <a:lnTo>
                    <a:pt x="2895625" y="1117384"/>
                  </a:lnTo>
                  <a:lnTo>
                    <a:pt x="2895739" y="1117866"/>
                  </a:lnTo>
                  <a:lnTo>
                    <a:pt x="2896616" y="1118489"/>
                  </a:lnTo>
                  <a:lnTo>
                    <a:pt x="2895714" y="1117003"/>
                  </a:lnTo>
                  <a:lnTo>
                    <a:pt x="2901759" y="1117003"/>
                  </a:lnTo>
                  <a:close/>
                </a:path>
                <a:path w="3108960" h="1905000">
                  <a:moveTo>
                    <a:pt x="2904058" y="1114615"/>
                  </a:moveTo>
                  <a:lnTo>
                    <a:pt x="2903778" y="1114145"/>
                  </a:lnTo>
                  <a:lnTo>
                    <a:pt x="2903029" y="1112888"/>
                  </a:lnTo>
                  <a:lnTo>
                    <a:pt x="2902737" y="1112888"/>
                  </a:lnTo>
                  <a:lnTo>
                    <a:pt x="2898229" y="1114983"/>
                  </a:lnTo>
                  <a:lnTo>
                    <a:pt x="2898229" y="1115479"/>
                  </a:lnTo>
                  <a:lnTo>
                    <a:pt x="2898051" y="1115479"/>
                  </a:lnTo>
                  <a:lnTo>
                    <a:pt x="2897873" y="1115314"/>
                  </a:lnTo>
                  <a:lnTo>
                    <a:pt x="2898229" y="1115479"/>
                  </a:lnTo>
                  <a:lnTo>
                    <a:pt x="2898229" y="1114983"/>
                  </a:lnTo>
                  <a:lnTo>
                    <a:pt x="2897746" y="1115199"/>
                  </a:lnTo>
                  <a:lnTo>
                    <a:pt x="2895320" y="1112888"/>
                  </a:lnTo>
                  <a:lnTo>
                    <a:pt x="2895219" y="1114145"/>
                  </a:lnTo>
                  <a:lnTo>
                    <a:pt x="2895409" y="1114145"/>
                  </a:lnTo>
                  <a:lnTo>
                    <a:pt x="2897682" y="1115237"/>
                  </a:lnTo>
                  <a:lnTo>
                    <a:pt x="2897149" y="1115479"/>
                  </a:lnTo>
                  <a:lnTo>
                    <a:pt x="2897911" y="1115479"/>
                  </a:lnTo>
                  <a:lnTo>
                    <a:pt x="2899880" y="1116253"/>
                  </a:lnTo>
                  <a:lnTo>
                    <a:pt x="2903029" y="1116253"/>
                  </a:lnTo>
                  <a:lnTo>
                    <a:pt x="2901023" y="1114145"/>
                  </a:lnTo>
                  <a:lnTo>
                    <a:pt x="2901454" y="1114145"/>
                  </a:lnTo>
                  <a:lnTo>
                    <a:pt x="2904058" y="1114615"/>
                  </a:lnTo>
                  <a:close/>
                </a:path>
                <a:path w="3108960" h="1905000">
                  <a:moveTo>
                    <a:pt x="2904921" y="1118247"/>
                  </a:moveTo>
                  <a:lnTo>
                    <a:pt x="2903728" y="1117003"/>
                  </a:lnTo>
                  <a:lnTo>
                    <a:pt x="2901759" y="1117003"/>
                  </a:lnTo>
                  <a:lnTo>
                    <a:pt x="2904921" y="1118247"/>
                  </a:lnTo>
                  <a:close/>
                </a:path>
                <a:path w="3108960" h="1905000">
                  <a:moveTo>
                    <a:pt x="2905887" y="1114958"/>
                  </a:moveTo>
                  <a:lnTo>
                    <a:pt x="2904058" y="1114615"/>
                  </a:lnTo>
                  <a:lnTo>
                    <a:pt x="2904579" y="1115479"/>
                  </a:lnTo>
                  <a:lnTo>
                    <a:pt x="2905137" y="1115479"/>
                  </a:lnTo>
                  <a:lnTo>
                    <a:pt x="2905887" y="1114958"/>
                  </a:lnTo>
                  <a:close/>
                </a:path>
                <a:path w="3108960" h="1905000">
                  <a:moveTo>
                    <a:pt x="2906852" y="1111504"/>
                  </a:moveTo>
                  <a:lnTo>
                    <a:pt x="2906433" y="1110957"/>
                  </a:lnTo>
                  <a:lnTo>
                    <a:pt x="2906649" y="1111504"/>
                  </a:lnTo>
                  <a:lnTo>
                    <a:pt x="2906852" y="1111504"/>
                  </a:lnTo>
                  <a:close/>
                </a:path>
                <a:path w="3108960" h="1905000">
                  <a:moveTo>
                    <a:pt x="2907093" y="1114145"/>
                  </a:moveTo>
                  <a:lnTo>
                    <a:pt x="2906153" y="1114145"/>
                  </a:lnTo>
                  <a:lnTo>
                    <a:pt x="2906598" y="1114450"/>
                  </a:lnTo>
                  <a:lnTo>
                    <a:pt x="2907093" y="1114145"/>
                  </a:lnTo>
                  <a:close/>
                </a:path>
                <a:path w="3108960" h="1905000">
                  <a:moveTo>
                    <a:pt x="2907385" y="1119225"/>
                  </a:moveTo>
                  <a:lnTo>
                    <a:pt x="2904921" y="1118247"/>
                  </a:lnTo>
                  <a:lnTo>
                    <a:pt x="2905836" y="1119225"/>
                  </a:lnTo>
                  <a:lnTo>
                    <a:pt x="2905963" y="1119352"/>
                  </a:lnTo>
                  <a:lnTo>
                    <a:pt x="2906674" y="1119225"/>
                  </a:lnTo>
                  <a:lnTo>
                    <a:pt x="2907385" y="1119225"/>
                  </a:lnTo>
                  <a:close/>
                </a:path>
                <a:path w="3108960" h="1905000">
                  <a:moveTo>
                    <a:pt x="2907665" y="1112532"/>
                  </a:moveTo>
                  <a:lnTo>
                    <a:pt x="2907601" y="1112139"/>
                  </a:lnTo>
                  <a:lnTo>
                    <a:pt x="2907538" y="1111504"/>
                  </a:lnTo>
                  <a:lnTo>
                    <a:pt x="2907284" y="1111504"/>
                  </a:lnTo>
                  <a:lnTo>
                    <a:pt x="2906852" y="1111504"/>
                  </a:lnTo>
                  <a:lnTo>
                    <a:pt x="2907169" y="1111999"/>
                  </a:lnTo>
                  <a:lnTo>
                    <a:pt x="2906649" y="1111504"/>
                  </a:lnTo>
                  <a:lnTo>
                    <a:pt x="2907474" y="1112888"/>
                  </a:lnTo>
                  <a:lnTo>
                    <a:pt x="2907665" y="1112888"/>
                  </a:lnTo>
                  <a:lnTo>
                    <a:pt x="2907639" y="1112532"/>
                  </a:lnTo>
                  <a:close/>
                </a:path>
                <a:path w="3108960" h="1905000">
                  <a:moveTo>
                    <a:pt x="2907919" y="1402080"/>
                  </a:moveTo>
                  <a:lnTo>
                    <a:pt x="2901569" y="1403350"/>
                  </a:lnTo>
                  <a:lnTo>
                    <a:pt x="2902585" y="1404620"/>
                  </a:lnTo>
                  <a:lnTo>
                    <a:pt x="2907919" y="1402080"/>
                  </a:lnTo>
                  <a:close/>
                </a:path>
                <a:path w="3108960" h="1905000">
                  <a:moveTo>
                    <a:pt x="2907919" y="1115326"/>
                  </a:moveTo>
                  <a:lnTo>
                    <a:pt x="2906598" y="1114450"/>
                  </a:lnTo>
                  <a:lnTo>
                    <a:pt x="2905887" y="1114958"/>
                  </a:lnTo>
                  <a:lnTo>
                    <a:pt x="2907919" y="1115326"/>
                  </a:lnTo>
                  <a:close/>
                </a:path>
                <a:path w="3108960" h="1905000">
                  <a:moveTo>
                    <a:pt x="2908046" y="1121537"/>
                  </a:moveTo>
                  <a:lnTo>
                    <a:pt x="2905963" y="1119352"/>
                  </a:lnTo>
                  <a:lnTo>
                    <a:pt x="2900464" y="1120406"/>
                  </a:lnTo>
                  <a:lnTo>
                    <a:pt x="2907385" y="1121537"/>
                  </a:lnTo>
                  <a:lnTo>
                    <a:pt x="2908046" y="1121537"/>
                  </a:lnTo>
                  <a:close/>
                </a:path>
                <a:path w="3108960" h="1905000">
                  <a:moveTo>
                    <a:pt x="2908973" y="1406690"/>
                  </a:moveTo>
                  <a:lnTo>
                    <a:pt x="2905760" y="1405890"/>
                  </a:lnTo>
                  <a:lnTo>
                    <a:pt x="2907411" y="1407160"/>
                  </a:lnTo>
                  <a:lnTo>
                    <a:pt x="2908973" y="1406690"/>
                  </a:lnTo>
                  <a:close/>
                </a:path>
                <a:path w="3108960" h="1905000">
                  <a:moveTo>
                    <a:pt x="2909100" y="1117003"/>
                  </a:moveTo>
                  <a:lnTo>
                    <a:pt x="2909024" y="1116253"/>
                  </a:lnTo>
                  <a:lnTo>
                    <a:pt x="2903029" y="1116253"/>
                  </a:lnTo>
                  <a:lnTo>
                    <a:pt x="2903728" y="1117003"/>
                  </a:lnTo>
                  <a:lnTo>
                    <a:pt x="2909100" y="1117003"/>
                  </a:lnTo>
                  <a:close/>
                </a:path>
                <a:path w="3108960" h="1905000">
                  <a:moveTo>
                    <a:pt x="2909570" y="1111377"/>
                  </a:moveTo>
                  <a:lnTo>
                    <a:pt x="2908211" y="1110437"/>
                  </a:lnTo>
                  <a:lnTo>
                    <a:pt x="2906128" y="1110437"/>
                  </a:lnTo>
                  <a:lnTo>
                    <a:pt x="2909570" y="1111377"/>
                  </a:lnTo>
                  <a:close/>
                </a:path>
                <a:path w="3108960" h="1905000">
                  <a:moveTo>
                    <a:pt x="2909633" y="1112888"/>
                  </a:moveTo>
                  <a:lnTo>
                    <a:pt x="2909189" y="1112139"/>
                  </a:lnTo>
                  <a:lnTo>
                    <a:pt x="2908046" y="1111504"/>
                  </a:lnTo>
                  <a:lnTo>
                    <a:pt x="2908871" y="1112888"/>
                  </a:lnTo>
                  <a:lnTo>
                    <a:pt x="2909608" y="1112888"/>
                  </a:lnTo>
                  <a:close/>
                </a:path>
                <a:path w="3108960" h="1905000">
                  <a:moveTo>
                    <a:pt x="2909646" y="1114145"/>
                  </a:moveTo>
                  <a:lnTo>
                    <a:pt x="2908516" y="1112888"/>
                  </a:lnTo>
                  <a:lnTo>
                    <a:pt x="2907906" y="1112888"/>
                  </a:lnTo>
                  <a:lnTo>
                    <a:pt x="2908871" y="1114145"/>
                  </a:lnTo>
                  <a:lnTo>
                    <a:pt x="2909646" y="1114145"/>
                  </a:lnTo>
                  <a:close/>
                </a:path>
                <a:path w="3108960" h="1905000">
                  <a:moveTo>
                    <a:pt x="2910611" y="1113282"/>
                  </a:moveTo>
                  <a:lnTo>
                    <a:pt x="2910370" y="1112888"/>
                  </a:lnTo>
                  <a:lnTo>
                    <a:pt x="2910078" y="1112888"/>
                  </a:lnTo>
                  <a:lnTo>
                    <a:pt x="2910586" y="1113282"/>
                  </a:lnTo>
                  <a:close/>
                </a:path>
                <a:path w="3108960" h="1905000">
                  <a:moveTo>
                    <a:pt x="2911602" y="1120406"/>
                  </a:moveTo>
                  <a:lnTo>
                    <a:pt x="2911335" y="1119352"/>
                  </a:lnTo>
                  <a:lnTo>
                    <a:pt x="2911233" y="1118946"/>
                  </a:lnTo>
                  <a:lnTo>
                    <a:pt x="2911119" y="1118489"/>
                  </a:lnTo>
                  <a:lnTo>
                    <a:pt x="2911056" y="1118247"/>
                  </a:lnTo>
                  <a:lnTo>
                    <a:pt x="2910967" y="1117866"/>
                  </a:lnTo>
                  <a:lnTo>
                    <a:pt x="2910268" y="1117003"/>
                  </a:lnTo>
                  <a:lnTo>
                    <a:pt x="2909100" y="1117003"/>
                  </a:lnTo>
                  <a:lnTo>
                    <a:pt x="2909189" y="1117866"/>
                  </a:lnTo>
                  <a:lnTo>
                    <a:pt x="2909570" y="1117866"/>
                  </a:lnTo>
                  <a:lnTo>
                    <a:pt x="2911602" y="1120406"/>
                  </a:lnTo>
                  <a:close/>
                </a:path>
                <a:path w="3108960" h="1905000">
                  <a:moveTo>
                    <a:pt x="2913024" y="1115479"/>
                  </a:moveTo>
                  <a:lnTo>
                    <a:pt x="2911691" y="1114145"/>
                  </a:lnTo>
                  <a:lnTo>
                    <a:pt x="2911894" y="1114145"/>
                  </a:lnTo>
                  <a:lnTo>
                    <a:pt x="2912110" y="1114145"/>
                  </a:lnTo>
                  <a:lnTo>
                    <a:pt x="2912300" y="1114145"/>
                  </a:lnTo>
                  <a:lnTo>
                    <a:pt x="2912110" y="1114056"/>
                  </a:lnTo>
                  <a:lnTo>
                    <a:pt x="2912110" y="1112888"/>
                  </a:lnTo>
                  <a:lnTo>
                    <a:pt x="2910649" y="1112888"/>
                  </a:lnTo>
                  <a:lnTo>
                    <a:pt x="2909773" y="1111504"/>
                  </a:lnTo>
                  <a:lnTo>
                    <a:pt x="2908808" y="1111504"/>
                  </a:lnTo>
                  <a:lnTo>
                    <a:pt x="2909189" y="1112139"/>
                  </a:lnTo>
                  <a:lnTo>
                    <a:pt x="2909874" y="1112532"/>
                  </a:lnTo>
                  <a:lnTo>
                    <a:pt x="2910624" y="1112888"/>
                  </a:lnTo>
                  <a:lnTo>
                    <a:pt x="2910827" y="1113409"/>
                  </a:lnTo>
                  <a:lnTo>
                    <a:pt x="2910586" y="1113282"/>
                  </a:lnTo>
                  <a:lnTo>
                    <a:pt x="2910865" y="1113510"/>
                  </a:lnTo>
                  <a:lnTo>
                    <a:pt x="2910636" y="1113459"/>
                  </a:lnTo>
                  <a:lnTo>
                    <a:pt x="2909608" y="1112888"/>
                  </a:lnTo>
                  <a:lnTo>
                    <a:pt x="2910103" y="1113282"/>
                  </a:lnTo>
                  <a:lnTo>
                    <a:pt x="2910814" y="1113853"/>
                  </a:lnTo>
                  <a:lnTo>
                    <a:pt x="2910967" y="1114145"/>
                  </a:lnTo>
                  <a:lnTo>
                    <a:pt x="2911602" y="1115479"/>
                  </a:lnTo>
                  <a:lnTo>
                    <a:pt x="2910217" y="1115479"/>
                  </a:lnTo>
                  <a:lnTo>
                    <a:pt x="2910789" y="1116114"/>
                  </a:lnTo>
                  <a:lnTo>
                    <a:pt x="2910916" y="1116253"/>
                  </a:lnTo>
                  <a:lnTo>
                    <a:pt x="2909684" y="1116253"/>
                  </a:lnTo>
                  <a:lnTo>
                    <a:pt x="2910268" y="1117003"/>
                  </a:lnTo>
                  <a:lnTo>
                    <a:pt x="2911322" y="1117003"/>
                  </a:lnTo>
                  <a:lnTo>
                    <a:pt x="2911132" y="1116253"/>
                  </a:lnTo>
                  <a:lnTo>
                    <a:pt x="2912694" y="1116253"/>
                  </a:lnTo>
                  <a:lnTo>
                    <a:pt x="2911678" y="1115479"/>
                  </a:lnTo>
                  <a:lnTo>
                    <a:pt x="2913024" y="1115479"/>
                  </a:lnTo>
                  <a:close/>
                </a:path>
                <a:path w="3108960" h="1905000">
                  <a:moveTo>
                    <a:pt x="2915856" y="1117003"/>
                  </a:moveTo>
                  <a:lnTo>
                    <a:pt x="2914815" y="1116253"/>
                  </a:lnTo>
                  <a:lnTo>
                    <a:pt x="2912694" y="1116253"/>
                  </a:lnTo>
                  <a:lnTo>
                    <a:pt x="2913646" y="1117003"/>
                  </a:lnTo>
                  <a:lnTo>
                    <a:pt x="2915856" y="1117003"/>
                  </a:lnTo>
                  <a:close/>
                </a:path>
                <a:path w="3108960" h="1905000">
                  <a:moveTo>
                    <a:pt x="2915983" y="1116253"/>
                  </a:moveTo>
                  <a:lnTo>
                    <a:pt x="2914358" y="1115479"/>
                  </a:lnTo>
                  <a:lnTo>
                    <a:pt x="2913735" y="1115479"/>
                  </a:lnTo>
                  <a:lnTo>
                    <a:pt x="2914815" y="1116253"/>
                  </a:lnTo>
                  <a:lnTo>
                    <a:pt x="2915983" y="1116253"/>
                  </a:lnTo>
                  <a:close/>
                </a:path>
                <a:path w="3108960" h="1905000">
                  <a:moveTo>
                    <a:pt x="2917774" y="1116253"/>
                  </a:moveTo>
                  <a:lnTo>
                    <a:pt x="2914789" y="1114450"/>
                  </a:lnTo>
                  <a:lnTo>
                    <a:pt x="2914904" y="1114615"/>
                  </a:lnTo>
                  <a:lnTo>
                    <a:pt x="2917113" y="1116253"/>
                  </a:lnTo>
                  <a:lnTo>
                    <a:pt x="2917774" y="1116253"/>
                  </a:lnTo>
                  <a:close/>
                </a:path>
                <a:path w="3108960" h="1905000">
                  <a:moveTo>
                    <a:pt x="2918206" y="1108964"/>
                  </a:moveTo>
                  <a:lnTo>
                    <a:pt x="2916593" y="1107821"/>
                  </a:lnTo>
                  <a:lnTo>
                    <a:pt x="2906014" y="1107821"/>
                  </a:lnTo>
                  <a:lnTo>
                    <a:pt x="2907284" y="1108964"/>
                  </a:lnTo>
                  <a:lnTo>
                    <a:pt x="2918206" y="1108964"/>
                  </a:lnTo>
                  <a:close/>
                </a:path>
                <a:path w="3108960" h="1905000">
                  <a:moveTo>
                    <a:pt x="2920149" y="1110437"/>
                  </a:moveTo>
                  <a:lnTo>
                    <a:pt x="2918968" y="1110437"/>
                  </a:lnTo>
                  <a:lnTo>
                    <a:pt x="2919946" y="1110957"/>
                  </a:lnTo>
                  <a:lnTo>
                    <a:pt x="2920149" y="1110437"/>
                  </a:lnTo>
                  <a:close/>
                </a:path>
                <a:path w="3108960" h="1905000">
                  <a:moveTo>
                    <a:pt x="2921381" y="1110437"/>
                  </a:moveTo>
                  <a:lnTo>
                    <a:pt x="2919476" y="1108964"/>
                  </a:lnTo>
                  <a:lnTo>
                    <a:pt x="2920517" y="1107821"/>
                  </a:lnTo>
                  <a:lnTo>
                    <a:pt x="2917736" y="1107821"/>
                  </a:lnTo>
                  <a:lnTo>
                    <a:pt x="2918206" y="1108964"/>
                  </a:lnTo>
                  <a:lnTo>
                    <a:pt x="2918968" y="1108964"/>
                  </a:lnTo>
                  <a:lnTo>
                    <a:pt x="2920428" y="1110437"/>
                  </a:lnTo>
                  <a:lnTo>
                    <a:pt x="2921381" y="1110437"/>
                  </a:lnTo>
                  <a:close/>
                </a:path>
                <a:path w="3108960" h="1905000">
                  <a:moveTo>
                    <a:pt x="2924492" y="1396250"/>
                  </a:moveTo>
                  <a:lnTo>
                    <a:pt x="2924213" y="1395730"/>
                  </a:lnTo>
                  <a:lnTo>
                    <a:pt x="2918841" y="1397000"/>
                  </a:lnTo>
                  <a:lnTo>
                    <a:pt x="2924492" y="1396250"/>
                  </a:lnTo>
                  <a:close/>
                </a:path>
                <a:path w="3108960" h="1905000">
                  <a:moveTo>
                    <a:pt x="2924568" y="1402080"/>
                  </a:moveTo>
                  <a:lnTo>
                    <a:pt x="2923730" y="1399540"/>
                  </a:lnTo>
                  <a:lnTo>
                    <a:pt x="2922587" y="1398270"/>
                  </a:lnTo>
                  <a:lnTo>
                    <a:pt x="2916555" y="1398270"/>
                  </a:lnTo>
                  <a:lnTo>
                    <a:pt x="2914612" y="1400810"/>
                  </a:lnTo>
                  <a:lnTo>
                    <a:pt x="2918345" y="1400810"/>
                  </a:lnTo>
                  <a:lnTo>
                    <a:pt x="2921533" y="1402080"/>
                  </a:lnTo>
                  <a:lnTo>
                    <a:pt x="2917952" y="1404620"/>
                  </a:lnTo>
                  <a:lnTo>
                    <a:pt x="2924568" y="1402080"/>
                  </a:lnTo>
                  <a:close/>
                </a:path>
                <a:path w="3108960" h="1905000">
                  <a:moveTo>
                    <a:pt x="2925572" y="1398270"/>
                  </a:moveTo>
                  <a:lnTo>
                    <a:pt x="2925000" y="1397215"/>
                  </a:lnTo>
                  <a:lnTo>
                    <a:pt x="2922587" y="1398270"/>
                  </a:lnTo>
                  <a:lnTo>
                    <a:pt x="2925572" y="1398270"/>
                  </a:lnTo>
                  <a:close/>
                </a:path>
                <a:path w="3108960" h="1905000">
                  <a:moveTo>
                    <a:pt x="2928366" y="1395730"/>
                  </a:moveTo>
                  <a:lnTo>
                    <a:pt x="2924492" y="1396250"/>
                  </a:lnTo>
                  <a:lnTo>
                    <a:pt x="2924886" y="1397000"/>
                  </a:lnTo>
                  <a:lnTo>
                    <a:pt x="2925000" y="1397215"/>
                  </a:lnTo>
                  <a:lnTo>
                    <a:pt x="2928366" y="1395730"/>
                  </a:lnTo>
                  <a:close/>
                </a:path>
                <a:path w="3108960" h="1905000">
                  <a:moveTo>
                    <a:pt x="2929763" y="1393190"/>
                  </a:moveTo>
                  <a:lnTo>
                    <a:pt x="2923540" y="1394460"/>
                  </a:lnTo>
                  <a:lnTo>
                    <a:pt x="2924213" y="1395730"/>
                  </a:lnTo>
                  <a:lnTo>
                    <a:pt x="2929509" y="1394460"/>
                  </a:lnTo>
                  <a:lnTo>
                    <a:pt x="2929763" y="1393190"/>
                  </a:lnTo>
                  <a:close/>
                </a:path>
                <a:path w="3108960" h="1905000">
                  <a:moveTo>
                    <a:pt x="2943860" y="1395730"/>
                  </a:moveTo>
                  <a:lnTo>
                    <a:pt x="2942590" y="1394460"/>
                  </a:lnTo>
                  <a:lnTo>
                    <a:pt x="2940050" y="1393190"/>
                  </a:lnTo>
                  <a:lnTo>
                    <a:pt x="2934081" y="1395730"/>
                  </a:lnTo>
                  <a:lnTo>
                    <a:pt x="2934462" y="1397000"/>
                  </a:lnTo>
                  <a:lnTo>
                    <a:pt x="2936494" y="1395730"/>
                  </a:lnTo>
                  <a:lnTo>
                    <a:pt x="2943860" y="1395730"/>
                  </a:lnTo>
                  <a:close/>
                </a:path>
                <a:path w="3108960" h="1905000">
                  <a:moveTo>
                    <a:pt x="2952839" y="1385811"/>
                  </a:moveTo>
                  <a:lnTo>
                    <a:pt x="2946171" y="1386662"/>
                  </a:lnTo>
                  <a:lnTo>
                    <a:pt x="2945638" y="1384300"/>
                  </a:lnTo>
                  <a:lnTo>
                    <a:pt x="2944609" y="1386852"/>
                  </a:lnTo>
                  <a:lnTo>
                    <a:pt x="2944012" y="1386928"/>
                  </a:lnTo>
                  <a:lnTo>
                    <a:pt x="2944584" y="1386928"/>
                  </a:lnTo>
                  <a:lnTo>
                    <a:pt x="2946247" y="1386928"/>
                  </a:lnTo>
                  <a:lnTo>
                    <a:pt x="2946527" y="1388110"/>
                  </a:lnTo>
                  <a:lnTo>
                    <a:pt x="2952839" y="1385811"/>
                  </a:lnTo>
                  <a:close/>
                </a:path>
                <a:path w="3108960" h="1905000">
                  <a:moveTo>
                    <a:pt x="2953131" y="1383030"/>
                  </a:moveTo>
                  <a:lnTo>
                    <a:pt x="2952877" y="1383030"/>
                  </a:lnTo>
                  <a:lnTo>
                    <a:pt x="2952750" y="1384300"/>
                  </a:lnTo>
                  <a:lnTo>
                    <a:pt x="2953131" y="1383030"/>
                  </a:lnTo>
                  <a:close/>
                </a:path>
                <a:path w="3108960" h="1905000">
                  <a:moveTo>
                    <a:pt x="2956941" y="1384300"/>
                  </a:moveTo>
                  <a:lnTo>
                    <a:pt x="2952839" y="1385811"/>
                  </a:lnTo>
                  <a:lnTo>
                    <a:pt x="2954655" y="1385570"/>
                  </a:lnTo>
                  <a:lnTo>
                    <a:pt x="2956941" y="1384300"/>
                  </a:lnTo>
                  <a:close/>
                </a:path>
                <a:path w="3108960" h="1905000">
                  <a:moveTo>
                    <a:pt x="2964103" y="1116253"/>
                  </a:moveTo>
                  <a:lnTo>
                    <a:pt x="2964015" y="1115479"/>
                  </a:lnTo>
                  <a:lnTo>
                    <a:pt x="2963888" y="1114450"/>
                  </a:lnTo>
                  <a:lnTo>
                    <a:pt x="2963849" y="1114145"/>
                  </a:lnTo>
                  <a:lnTo>
                    <a:pt x="2963748" y="1113282"/>
                  </a:lnTo>
                  <a:lnTo>
                    <a:pt x="2963697" y="1112888"/>
                  </a:lnTo>
                  <a:lnTo>
                    <a:pt x="2962618" y="1103884"/>
                  </a:lnTo>
                  <a:lnTo>
                    <a:pt x="2960751" y="1087374"/>
                  </a:lnTo>
                  <a:lnTo>
                    <a:pt x="2957220" y="1086104"/>
                  </a:lnTo>
                  <a:lnTo>
                    <a:pt x="2936113" y="1078484"/>
                  </a:lnTo>
                  <a:lnTo>
                    <a:pt x="2932049" y="1075944"/>
                  </a:lnTo>
                  <a:lnTo>
                    <a:pt x="2927985" y="1074674"/>
                  </a:lnTo>
                  <a:lnTo>
                    <a:pt x="2899181" y="1061974"/>
                  </a:lnTo>
                  <a:lnTo>
                    <a:pt x="2893441" y="1059434"/>
                  </a:lnTo>
                  <a:lnTo>
                    <a:pt x="2889631" y="1059434"/>
                  </a:lnTo>
                  <a:lnTo>
                    <a:pt x="2890139" y="1061974"/>
                  </a:lnTo>
                  <a:lnTo>
                    <a:pt x="2885567" y="1061974"/>
                  </a:lnTo>
                  <a:lnTo>
                    <a:pt x="2882773" y="1060704"/>
                  </a:lnTo>
                  <a:lnTo>
                    <a:pt x="2883535" y="1059434"/>
                  </a:lnTo>
                  <a:lnTo>
                    <a:pt x="2886329" y="1059434"/>
                  </a:lnTo>
                  <a:lnTo>
                    <a:pt x="2885694" y="1058164"/>
                  </a:lnTo>
                  <a:lnTo>
                    <a:pt x="2886710" y="1058164"/>
                  </a:lnTo>
                  <a:lnTo>
                    <a:pt x="2882900" y="1055624"/>
                  </a:lnTo>
                  <a:lnTo>
                    <a:pt x="2878963" y="1051814"/>
                  </a:lnTo>
                  <a:lnTo>
                    <a:pt x="2874645" y="1051814"/>
                  </a:lnTo>
                  <a:lnTo>
                    <a:pt x="2876423" y="1055624"/>
                  </a:lnTo>
                  <a:lnTo>
                    <a:pt x="2874645" y="1055624"/>
                  </a:lnTo>
                  <a:lnTo>
                    <a:pt x="2872892" y="1053134"/>
                  </a:lnTo>
                  <a:lnTo>
                    <a:pt x="2872232" y="1050544"/>
                  </a:lnTo>
                  <a:lnTo>
                    <a:pt x="2863723" y="1050544"/>
                  </a:lnTo>
                  <a:lnTo>
                    <a:pt x="2867812" y="1046734"/>
                  </a:lnTo>
                  <a:lnTo>
                    <a:pt x="2869184" y="1045464"/>
                  </a:lnTo>
                  <a:lnTo>
                    <a:pt x="2862326" y="1044194"/>
                  </a:lnTo>
                  <a:lnTo>
                    <a:pt x="2858897" y="1046734"/>
                  </a:lnTo>
                  <a:lnTo>
                    <a:pt x="2849499" y="1045464"/>
                  </a:lnTo>
                  <a:lnTo>
                    <a:pt x="2844165" y="1045464"/>
                  </a:lnTo>
                  <a:lnTo>
                    <a:pt x="2842768" y="1045464"/>
                  </a:lnTo>
                  <a:lnTo>
                    <a:pt x="2840863" y="1042924"/>
                  </a:lnTo>
                  <a:lnTo>
                    <a:pt x="2844165" y="1045464"/>
                  </a:lnTo>
                  <a:lnTo>
                    <a:pt x="2843466" y="1042924"/>
                  </a:lnTo>
                  <a:lnTo>
                    <a:pt x="2842768" y="1040384"/>
                  </a:lnTo>
                  <a:lnTo>
                    <a:pt x="2839974" y="1040384"/>
                  </a:lnTo>
                  <a:lnTo>
                    <a:pt x="2837192" y="1037856"/>
                  </a:lnTo>
                  <a:lnTo>
                    <a:pt x="2837116" y="1039114"/>
                  </a:lnTo>
                  <a:lnTo>
                    <a:pt x="2836037" y="1040384"/>
                  </a:lnTo>
                  <a:lnTo>
                    <a:pt x="2834386" y="1039114"/>
                  </a:lnTo>
                  <a:lnTo>
                    <a:pt x="2832874" y="1037856"/>
                  </a:lnTo>
                  <a:lnTo>
                    <a:pt x="2834132" y="1036574"/>
                  </a:lnTo>
                  <a:lnTo>
                    <a:pt x="2832100" y="1035304"/>
                  </a:lnTo>
                  <a:lnTo>
                    <a:pt x="2835148" y="1035304"/>
                  </a:lnTo>
                  <a:lnTo>
                    <a:pt x="2834767" y="1034034"/>
                  </a:lnTo>
                  <a:lnTo>
                    <a:pt x="2830576" y="1034034"/>
                  </a:lnTo>
                  <a:lnTo>
                    <a:pt x="2831465" y="1032764"/>
                  </a:lnTo>
                  <a:lnTo>
                    <a:pt x="2830004" y="1031494"/>
                  </a:lnTo>
                  <a:lnTo>
                    <a:pt x="2828544" y="1030224"/>
                  </a:lnTo>
                  <a:lnTo>
                    <a:pt x="2830372" y="1029081"/>
                  </a:lnTo>
                  <a:lnTo>
                    <a:pt x="2826575" y="1029081"/>
                  </a:lnTo>
                  <a:lnTo>
                    <a:pt x="2827782" y="1031494"/>
                  </a:lnTo>
                  <a:lnTo>
                    <a:pt x="2824835" y="1031049"/>
                  </a:lnTo>
                  <a:lnTo>
                    <a:pt x="2824480" y="1031494"/>
                  </a:lnTo>
                  <a:lnTo>
                    <a:pt x="2823781" y="1030897"/>
                  </a:lnTo>
                  <a:lnTo>
                    <a:pt x="2819400" y="1030224"/>
                  </a:lnTo>
                  <a:lnTo>
                    <a:pt x="2823845" y="1032764"/>
                  </a:lnTo>
                  <a:lnTo>
                    <a:pt x="2817749" y="1030224"/>
                  </a:lnTo>
                  <a:lnTo>
                    <a:pt x="2818092" y="1029081"/>
                  </a:lnTo>
                  <a:lnTo>
                    <a:pt x="2818561" y="1029081"/>
                  </a:lnTo>
                  <a:lnTo>
                    <a:pt x="2818815" y="1029081"/>
                  </a:lnTo>
                  <a:lnTo>
                    <a:pt x="2819044" y="1029081"/>
                  </a:lnTo>
                  <a:lnTo>
                    <a:pt x="2822702" y="1030224"/>
                  </a:lnTo>
                  <a:lnTo>
                    <a:pt x="2821076" y="1028712"/>
                  </a:lnTo>
                  <a:lnTo>
                    <a:pt x="2821698" y="1029081"/>
                  </a:lnTo>
                  <a:lnTo>
                    <a:pt x="2820098" y="1027684"/>
                  </a:lnTo>
                  <a:lnTo>
                    <a:pt x="2820403" y="1028077"/>
                  </a:lnTo>
                  <a:lnTo>
                    <a:pt x="2820606" y="1028268"/>
                  </a:lnTo>
                  <a:lnTo>
                    <a:pt x="2820771" y="1028496"/>
                  </a:lnTo>
                  <a:lnTo>
                    <a:pt x="2820352" y="1028268"/>
                  </a:lnTo>
                  <a:lnTo>
                    <a:pt x="2819400" y="1027684"/>
                  </a:lnTo>
                  <a:lnTo>
                    <a:pt x="2818574" y="1029042"/>
                  </a:lnTo>
                  <a:lnTo>
                    <a:pt x="2814320" y="1028268"/>
                  </a:lnTo>
                  <a:lnTo>
                    <a:pt x="2813901" y="1028712"/>
                  </a:lnTo>
                  <a:lnTo>
                    <a:pt x="2814917" y="1029081"/>
                  </a:lnTo>
                  <a:lnTo>
                    <a:pt x="2813735" y="1029081"/>
                  </a:lnTo>
                  <a:lnTo>
                    <a:pt x="2813558" y="1029081"/>
                  </a:lnTo>
                  <a:lnTo>
                    <a:pt x="2810268" y="1029081"/>
                  </a:lnTo>
                  <a:lnTo>
                    <a:pt x="2809849" y="1029081"/>
                  </a:lnTo>
                  <a:lnTo>
                    <a:pt x="2809189" y="1029081"/>
                  </a:lnTo>
                  <a:lnTo>
                    <a:pt x="2809875" y="1030224"/>
                  </a:lnTo>
                  <a:lnTo>
                    <a:pt x="2805938" y="1027684"/>
                  </a:lnTo>
                  <a:lnTo>
                    <a:pt x="2809862" y="1028954"/>
                  </a:lnTo>
                  <a:lnTo>
                    <a:pt x="2809976" y="1028268"/>
                  </a:lnTo>
                  <a:lnTo>
                    <a:pt x="2810065" y="1027684"/>
                  </a:lnTo>
                  <a:lnTo>
                    <a:pt x="2810243" y="1026477"/>
                  </a:lnTo>
                  <a:lnTo>
                    <a:pt x="2808224" y="1025144"/>
                  </a:lnTo>
                  <a:lnTo>
                    <a:pt x="2809113" y="1023874"/>
                  </a:lnTo>
                  <a:lnTo>
                    <a:pt x="2805430" y="1023874"/>
                  </a:lnTo>
                  <a:lnTo>
                    <a:pt x="2803575" y="1021702"/>
                  </a:lnTo>
                  <a:lnTo>
                    <a:pt x="2804668" y="1023874"/>
                  </a:lnTo>
                  <a:lnTo>
                    <a:pt x="2801620" y="1025144"/>
                  </a:lnTo>
                  <a:lnTo>
                    <a:pt x="2802382" y="1022604"/>
                  </a:lnTo>
                  <a:lnTo>
                    <a:pt x="2801493" y="1022604"/>
                  </a:lnTo>
                  <a:lnTo>
                    <a:pt x="2800604" y="1022604"/>
                  </a:lnTo>
                  <a:lnTo>
                    <a:pt x="2801213" y="1021384"/>
                  </a:lnTo>
                  <a:lnTo>
                    <a:pt x="2798838" y="1021384"/>
                  </a:lnTo>
                  <a:lnTo>
                    <a:pt x="2796413" y="1017524"/>
                  </a:lnTo>
                  <a:lnTo>
                    <a:pt x="2802763" y="1018794"/>
                  </a:lnTo>
                  <a:lnTo>
                    <a:pt x="2801112" y="1016254"/>
                  </a:lnTo>
                  <a:lnTo>
                    <a:pt x="2801175" y="1014984"/>
                  </a:lnTo>
                  <a:lnTo>
                    <a:pt x="2801239" y="1013714"/>
                  </a:lnTo>
                  <a:lnTo>
                    <a:pt x="2797302" y="1014984"/>
                  </a:lnTo>
                  <a:lnTo>
                    <a:pt x="2797048" y="1013714"/>
                  </a:lnTo>
                  <a:lnTo>
                    <a:pt x="2796667" y="1013714"/>
                  </a:lnTo>
                  <a:lnTo>
                    <a:pt x="2795397" y="1012444"/>
                  </a:lnTo>
                  <a:lnTo>
                    <a:pt x="2795854" y="1013625"/>
                  </a:lnTo>
                  <a:lnTo>
                    <a:pt x="2793873" y="1012444"/>
                  </a:lnTo>
                  <a:lnTo>
                    <a:pt x="2793047" y="1011174"/>
                  </a:lnTo>
                  <a:lnTo>
                    <a:pt x="2792222" y="1009904"/>
                  </a:lnTo>
                  <a:lnTo>
                    <a:pt x="2789809" y="1011174"/>
                  </a:lnTo>
                  <a:lnTo>
                    <a:pt x="2790571" y="1009904"/>
                  </a:lnTo>
                  <a:lnTo>
                    <a:pt x="2786761" y="1009904"/>
                  </a:lnTo>
                  <a:lnTo>
                    <a:pt x="2784983" y="1008634"/>
                  </a:lnTo>
                  <a:lnTo>
                    <a:pt x="2780284" y="1008634"/>
                  </a:lnTo>
                  <a:lnTo>
                    <a:pt x="2781109" y="1007364"/>
                  </a:lnTo>
                  <a:lnTo>
                    <a:pt x="2781833" y="1006259"/>
                  </a:lnTo>
                  <a:lnTo>
                    <a:pt x="2782024" y="1006259"/>
                  </a:lnTo>
                  <a:lnTo>
                    <a:pt x="2782697" y="1007364"/>
                  </a:lnTo>
                  <a:lnTo>
                    <a:pt x="2782468" y="1006259"/>
                  </a:lnTo>
                  <a:lnTo>
                    <a:pt x="2782290" y="1006259"/>
                  </a:lnTo>
                  <a:lnTo>
                    <a:pt x="2780411" y="1003554"/>
                  </a:lnTo>
                  <a:lnTo>
                    <a:pt x="2779649" y="1002284"/>
                  </a:lnTo>
                  <a:lnTo>
                    <a:pt x="2781173" y="1001014"/>
                  </a:lnTo>
                  <a:lnTo>
                    <a:pt x="2778506" y="998474"/>
                  </a:lnTo>
                  <a:lnTo>
                    <a:pt x="2781554" y="997204"/>
                  </a:lnTo>
                  <a:lnTo>
                    <a:pt x="2777617" y="994664"/>
                  </a:lnTo>
                  <a:lnTo>
                    <a:pt x="2776347" y="995934"/>
                  </a:lnTo>
                  <a:lnTo>
                    <a:pt x="2771521" y="994664"/>
                  </a:lnTo>
                  <a:lnTo>
                    <a:pt x="2770886" y="992581"/>
                  </a:lnTo>
                  <a:lnTo>
                    <a:pt x="2770886" y="995934"/>
                  </a:lnTo>
                  <a:lnTo>
                    <a:pt x="2769616" y="997204"/>
                  </a:lnTo>
                  <a:lnTo>
                    <a:pt x="2768854" y="997204"/>
                  </a:lnTo>
                  <a:lnTo>
                    <a:pt x="2768727" y="995934"/>
                  </a:lnTo>
                  <a:lnTo>
                    <a:pt x="2768473" y="995934"/>
                  </a:lnTo>
                  <a:lnTo>
                    <a:pt x="2768346" y="997204"/>
                  </a:lnTo>
                  <a:lnTo>
                    <a:pt x="2765298" y="997204"/>
                  </a:lnTo>
                  <a:lnTo>
                    <a:pt x="2765145" y="995934"/>
                  </a:lnTo>
                  <a:lnTo>
                    <a:pt x="2764701" y="992200"/>
                  </a:lnTo>
                  <a:lnTo>
                    <a:pt x="2763990" y="991235"/>
                  </a:lnTo>
                  <a:lnTo>
                    <a:pt x="2763761" y="992136"/>
                  </a:lnTo>
                  <a:lnTo>
                    <a:pt x="2759710" y="989584"/>
                  </a:lnTo>
                  <a:lnTo>
                    <a:pt x="2762123" y="990854"/>
                  </a:lnTo>
                  <a:lnTo>
                    <a:pt x="2762758" y="989584"/>
                  </a:lnTo>
                  <a:lnTo>
                    <a:pt x="2763990" y="991235"/>
                  </a:lnTo>
                  <a:lnTo>
                    <a:pt x="2764409" y="989584"/>
                  </a:lnTo>
                  <a:lnTo>
                    <a:pt x="2764523" y="990638"/>
                  </a:lnTo>
                  <a:lnTo>
                    <a:pt x="2764625" y="991489"/>
                  </a:lnTo>
                  <a:lnTo>
                    <a:pt x="2764790" y="992200"/>
                  </a:lnTo>
                  <a:lnTo>
                    <a:pt x="2767076" y="993394"/>
                  </a:lnTo>
                  <a:lnTo>
                    <a:pt x="2768473" y="995934"/>
                  </a:lnTo>
                  <a:lnTo>
                    <a:pt x="2768727" y="994664"/>
                  </a:lnTo>
                  <a:lnTo>
                    <a:pt x="2769870" y="994664"/>
                  </a:lnTo>
                  <a:lnTo>
                    <a:pt x="2770632" y="995934"/>
                  </a:lnTo>
                  <a:lnTo>
                    <a:pt x="2770886" y="995934"/>
                  </a:lnTo>
                  <a:lnTo>
                    <a:pt x="2770886" y="992581"/>
                  </a:lnTo>
                  <a:lnTo>
                    <a:pt x="2770771" y="992200"/>
                  </a:lnTo>
                  <a:lnTo>
                    <a:pt x="2769476" y="991489"/>
                  </a:lnTo>
                  <a:lnTo>
                    <a:pt x="2763139" y="988314"/>
                  </a:lnTo>
                  <a:lnTo>
                    <a:pt x="2761869" y="988314"/>
                  </a:lnTo>
                  <a:lnTo>
                    <a:pt x="2762123" y="989584"/>
                  </a:lnTo>
                  <a:lnTo>
                    <a:pt x="2760980" y="988314"/>
                  </a:lnTo>
                  <a:lnTo>
                    <a:pt x="2759837" y="987044"/>
                  </a:lnTo>
                  <a:lnTo>
                    <a:pt x="2758694" y="988314"/>
                  </a:lnTo>
                  <a:lnTo>
                    <a:pt x="2757868" y="987044"/>
                  </a:lnTo>
                  <a:lnTo>
                    <a:pt x="2757043" y="985774"/>
                  </a:lnTo>
                  <a:lnTo>
                    <a:pt x="2756916" y="987044"/>
                  </a:lnTo>
                  <a:lnTo>
                    <a:pt x="2756789" y="986624"/>
                  </a:lnTo>
                  <a:lnTo>
                    <a:pt x="2756789" y="987044"/>
                  </a:lnTo>
                  <a:lnTo>
                    <a:pt x="2756281" y="985774"/>
                  </a:lnTo>
                  <a:lnTo>
                    <a:pt x="2756027" y="985774"/>
                  </a:lnTo>
                  <a:lnTo>
                    <a:pt x="2755773" y="984504"/>
                  </a:lnTo>
                  <a:lnTo>
                    <a:pt x="2756027" y="984504"/>
                  </a:lnTo>
                  <a:lnTo>
                    <a:pt x="2756789" y="987044"/>
                  </a:lnTo>
                  <a:lnTo>
                    <a:pt x="2756789" y="986624"/>
                  </a:lnTo>
                  <a:lnTo>
                    <a:pt x="2756535" y="985774"/>
                  </a:lnTo>
                  <a:lnTo>
                    <a:pt x="2757170" y="984504"/>
                  </a:lnTo>
                  <a:lnTo>
                    <a:pt x="2757551" y="983234"/>
                  </a:lnTo>
                  <a:lnTo>
                    <a:pt x="2757932" y="981964"/>
                  </a:lnTo>
                  <a:lnTo>
                    <a:pt x="2752471" y="983234"/>
                  </a:lnTo>
                  <a:lnTo>
                    <a:pt x="2751455" y="980694"/>
                  </a:lnTo>
                  <a:lnTo>
                    <a:pt x="2752217" y="980694"/>
                  </a:lnTo>
                  <a:lnTo>
                    <a:pt x="2751963" y="979424"/>
                  </a:lnTo>
                  <a:lnTo>
                    <a:pt x="2753995" y="976884"/>
                  </a:lnTo>
                  <a:lnTo>
                    <a:pt x="2749423" y="976884"/>
                  </a:lnTo>
                  <a:lnTo>
                    <a:pt x="2746629" y="976884"/>
                  </a:lnTo>
                  <a:lnTo>
                    <a:pt x="2747137" y="975614"/>
                  </a:lnTo>
                  <a:lnTo>
                    <a:pt x="2744724" y="973074"/>
                  </a:lnTo>
                  <a:lnTo>
                    <a:pt x="2743454" y="971804"/>
                  </a:lnTo>
                  <a:lnTo>
                    <a:pt x="2742438" y="971804"/>
                  </a:lnTo>
                  <a:lnTo>
                    <a:pt x="2743073" y="970534"/>
                  </a:lnTo>
                  <a:lnTo>
                    <a:pt x="2742692" y="970534"/>
                  </a:lnTo>
                  <a:lnTo>
                    <a:pt x="2742692" y="970153"/>
                  </a:lnTo>
                  <a:lnTo>
                    <a:pt x="2742057" y="969530"/>
                  </a:lnTo>
                  <a:lnTo>
                    <a:pt x="2742057" y="971804"/>
                  </a:lnTo>
                  <a:lnTo>
                    <a:pt x="2740660" y="971804"/>
                  </a:lnTo>
                  <a:lnTo>
                    <a:pt x="2739644" y="970534"/>
                  </a:lnTo>
                  <a:lnTo>
                    <a:pt x="2742057" y="971804"/>
                  </a:lnTo>
                  <a:lnTo>
                    <a:pt x="2742057" y="969530"/>
                  </a:lnTo>
                  <a:lnTo>
                    <a:pt x="2741841" y="969314"/>
                  </a:lnTo>
                  <a:lnTo>
                    <a:pt x="2742692" y="969314"/>
                  </a:lnTo>
                  <a:lnTo>
                    <a:pt x="2742692" y="970153"/>
                  </a:lnTo>
                  <a:lnTo>
                    <a:pt x="2743073" y="970534"/>
                  </a:lnTo>
                  <a:lnTo>
                    <a:pt x="2742971" y="967994"/>
                  </a:lnTo>
                  <a:lnTo>
                    <a:pt x="2743009" y="966724"/>
                  </a:lnTo>
                  <a:lnTo>
                    <a:pt x="2743073" y="964184"/>
                  </a:lnTo>
                  <a:lnTo>
                    <a:pt x="2735072" y="965454"/>
                  </a:lnTo>
                  <a:lnTo>
                    <a:pt x="2734437" y="960374"/>
                  </a:lnTo>
                  <a:lnTo>
                    <a:pt x="2731897" y="960374"/>
                  </a:lnTo>
                  <a:lnTo>
                    <a:pt x="2732659" y="961644"/>
                  </a:lnTo>
                  <a:lnTo>
                    <a:pt x="2731770" y="962914"/>
                  </a:lnTo>
                  <a:lnTo>
                    <a:pt x="2729738" y="962914"/>
                  </a:lnTo>
                  <a:lnTo>
                    <a:pt x="2726182" y="960374"/>
                  </a:lnTo>
                  <a:lnTo>
                    <a:pt x="2724023" y="960374"/>
                  </a:lnTo>
                  <a:lnTo>
                    <a:pt x="2724581" y="958494"/>
                  </a:lnTo>
                  <a:lnTo>
                    <a:pt x="2724708" y="958088"/>
                  </a:lnTo>
                  <a:lnTo>
                    <a:pt x="2724772" y="957884"/>
                  </a:lnTo>
                  <a:lnTo>
                    <a:pt x="2724124" y="956564"/>
                  </a:lnTo>
                  <a:lnTo>
                    <a:pt x="2722308" y="953084"/>
                  </a:lnTo>
                  <a:lnTo>
                    <a:pt x="2722118" y="954024"/>
                  </a:lnTo>
                  <a:lnTo>
                    <a:pt x="2721229" y="955294"/>
                  </a:lnTo>
                  <a:lnTo>
                    <a:pt x="2719451" y="956564"/>
                  </a:lnTo>
                  <a:lnTo>
                    <a:pt x="2715895" y="952754"/>
                  </a:lnTo>
                  <a:lnTo>
                    <a:pt x="2715641" y="952754"/>
                  </a:lnTo>
                  <a:lnTo>
                    <a:pt x="2719070" y="951484"/>
                  </a:lnTo>
                  <a:lnTo>
                    <a:pt x="2717038" y="950214"/>
                  </a:lnTo>
                  <a:lnTo>
                    <a:pt x="2716644" y="949985"/>
                  </a:lnTo>
                  <a:lnTo>
                    <a:pt x="2716022" y="950214"/>
                  </a:lnTo>
                  <a:lnTo>
                    <a:pt x="2714294" y="949439"/>
                  </a:lnTo>
                  <a:lnTo>
                    <a:pt x="2711323" y="951484"/>
                  </a:lnTo>
                  <a:lnTo>
                    <a:pt x="2706497" y="950214"/>
                  </a:lnTo>
                  <a:lnTo>
                    <a:pt x="2705354" y="947674"/>
                  </a:lnTo>
                  <a:lnTo>
                    <a:pt x="2709291" y="948944"/>
                  </a:lnTo>
                  <a:lnTo>
                    <a:pt x="2711323" y="946404"/>
                  </a:lnTo>
                  <a:lnTo>
                    <a:pt x="2708021" y="945134"/>
                  </a:lnTo>
                  <a:lnTo>
                    <a:pt x="2710180" y="943864"/>
                  </a:lnTo>
                  <a:lnTo>
                    <a:pt x="2709608" y="943533"/>
                  </a:lnTo>
                  <a:lnTo>
                    <a:pt x="2709418" y="943864"/>
                  </a:lnTo>
                  <a:lnTo>
                    <a:pt x="2709367" y="943394"/>
                  </a:lnTo>
                  <a:lnTo>
                    <a:pt x="2708021" y="942594"/>
                  </a:lnTo>
                  <a:lnTo>
                    <a:pt x="2705608" y="942594"/>
                  </a:lnTo>
                  <a:lnTo>
                    <a:pt x="2704211" y="940054"/>
                  </a:lnTo>
                  <a:lnTo>
                    <a:pt x="2707894" y="941324"/>
                  </a:lnTo>
                  <a:lnTo>
                    <a:pt x="2704490" y="937933"/>
                  </a:lnTo>
                  <a:lnTo>
                    <a:pt x="2702052" y="940054"/>
                  </a:lnTo>
                  <a:lnTo>
                    <a:pt x="2700413" y="936307"/>
                  </a:lnTo>
                  <a:lnTo>
                    <a:pt x="2698115" y="934974"/>
                  </a:lnTo>
                  <a:lnTo>
                    <a:pt x="2699639" y="933704"/>
                  </a:lnTo>
                  <a:lnTo>
                    <a:pt x="2701163" y="934974"/>
                  </a:lnTo>
                  <a:lnTo>
                    <a:pt x="2700528" y="932434"/>
                  </a:lnTo>
                  <a:lnTo>
                    <a:pt x="2698877" y="933704"/>
                  </a:lnTo>
                  <a:lnTo>
                    <a:pt x="2696591" y="932434"/>
                  </a:lnTo>
                  <a:lnTo>
                    <a:pt x="2697226" y="931164"/>
                  </a:lnTo>
                  <a:lnTo>
                    <a:pt x="2694940" y="931164"/>
                  </a:lnTo>
                  <a:lnTo>
                    <a:pt x="2694686" y="928624"/>
                  </a:lnTo>
                  <a:lnTo>
                    <a:pt x="2693924" y="928624"/>
                  </a:lnTo>
                  <a:lnTo>
                    <a:pt x="2694559" y="929894"/>
                  </a:lnTo>
                  <a:lnTo>
                    <a:pt x="2694686" y="931164"/>
                  </a:lnTo>
                  <a:lnTo>
                    <a:pt x="2688971" y="931164"/>
                  </a:lnTo>
                  <a:lnTo>
                    <a:pt x="2688145" y="929894"/>
                  </a:lnTo>
                  <a:lnTo>
                    <a:pt x="2687320" y="928624"/>
                  </a:lnTo>
                  <a:lnTo>
                    <a:pt x="2687701" y="929894"/>
                  </a:lnTo>
                  <a:lnTo>
                    <a:pt x="2682621" y="929894"/>
                  </a:lnTo>
                  <a:lnTo>
                    <a:pt x="2687066" y="926084"/>
                  </a:lnTo>
                  <a:lnTo>
                    <a:pt x="2686685" y="926084"/>
                  </a:lnTo>
                  <a:lnTo>
                    <a:pt x="2686570" y="925906"/>
                  </a:lnTo>
                  <a:lnTo>
                    <a:pt x="2683637" y="924814"/>
                  </a:lnTo>
                  <a:lnTo>
                    <a:pt x="2685923" y="924814"/>
                  </a:lnTo>
                  <a:lnTo>
                    <a:pt x="2686570" y="925906"/>
                  </a:lnTo>
                  <a:lnTo>
                    <a:pt x="2687066" y="926084"/>
                  </a:lnTo>
                  <a:lnTo>
                    <a:pt x="2689098" y="926084"/>
                  </a:lnTo>
                  <a:lnTo>
                    <a:pt x="2686939" y="924814"/>
                  </a:lnTo>
                  <a:lnTo>
                    <a:pt x="2683129" y="923544"/>
                  </a:lnTo>
                  <a:lnTo>
                    <a:pt x="2680335" y="922274"/>
                  </a:lnTo>
                  <a:lnTo>
                    <a:pt x="2681478" y="919734"/>
                  </a:lnTo>
                  <a:lnTo>
                    <a:pt x="2679954" y="919734"/>
                  </a:lnTo>
                  <a:lnTo>
                    <a:pt x="2679573" y="921004"/>
                  </a:lnTo>
                  <a:lnTo>
                    <a:pt x="2674188" y="924306"/>
                  </a:lnTo>
                  <a:lnTo>
                    <a:pt x="2674747" y="924814"/>
                  </a:lnTo>
                  <a:lnTo>
                    <a:pt x="2676906" y="923544"/>
                  </a:lnTo>
                  <a:lnTo>
                    <a:pt x="2677541" y="924814"/>
                  </a:lnTo>
                  <a:lnTo>
                    <a:pt x="2675255" y="924814"/>
                  </a:lnTo>
                  <a:lnTo>
                    <a:pt x="2676144" y="927354"/>
                  </a:lnTo>
                  <a:lnTo>
                    <a:pt x="2677922" y="926084"/>
                  </a:lnTo>
                  <a:lnTo>
                    <a:pt x="2679446" y="926084"/>
                  </a:lnTo>
                  <a:lnTo>
                    <a:pt x="2680462" y="928624"/>
                  </a:lnTo>
                  <a:lnTo>
                    <a:pt x="2680970" y="928624"/>
                  </a:lnTo>
                  <a:lnTo>
                    <a:pt x="2678938" y="931164"/>
                  </a:lnTo>
                  <a:lnTo>
                    <a:pt x="2680589" y="932434"/>
                  </a:lnTo>
                  <a:lnTo>
                    <a:pt x="2683637" y="931164"/>
                  </a:lnTo>
                  <a:lnTo>
                    <a:pt x="2689187" y="934694"/>
                  </a:lnTo>
                  <a:lnTo>
                    <a:pt x="2689987" y="933704"/>
                  </a:lnTo>
                  <a:lnTo>
                    <a:pt x="2691561" y="934288"/>
                  </a:lnTo>
                  <a:lnTo>
                    <a:pt x="2691549" y="933704"/>
                  </a:lnTo>
                  <a:lnTo>
                    <a:pt x="2691511" y="932434"/>
                  </a:lnTo>
                  <a:lnTo>
                    <a:pt x="2697607" y="934974"/>
                  </a:lnTo>
                  <a:lnTo>
                    <a:pt x="2696959" y="936256"/>
                  </a:lnTo>
                  <a:lnTo>
                    <a:pt x="2691561" y="934288"/>
                  </a:lnTo>
                  <a:lnTo>
                    <a:pt x="2691625" y="936269"/>
                  </a:lnTo>
                  <a:lnTo>
                    <a:pt x="2689187" y="934694"/>
                  </a:lnTo>
                  <a:lnTo>
                    <a:pt x="2687942" y="936256"/>
                  </a:lnTo>
                  <a:lnTo>
                    <a:pt x="2685161" y="933704"/>
                  </a:lnTo>
                  <a:lnTo>
                    <a:pt x="2681008" y="936307"/>
                  </a:lnTo>
                  <a:lnTo>
                    <a:pt x="2681376" y="936307"/>
                  </a:lnTo>
                  <a:lnTo>
                    <a:pt x="2694305" y="938784"/>
                  </a:lnTo>
                  <a:lnTo>
                    <a:pt x="2691130" y="942594"/>
                  </a:lnTo>
                  <a:lnTo>
                    <a:pt x="2692527" y="943864"/>
                  </a:lnTo>
                  <a:lnTo>
                    <a:pt x="2692565" y="943394"/>
                  </a:lnTo>
                  <a:lnTo>
                    <a:pt x="2692654" y="942594"/>
                  </a:lnTo>
                  <a:lnTo>
                    <a:pt x="2693543" y="946404"/>
                  </a:lnTo>
                  <a:lnTo>
                    <a:pt x="2696972" y="945134"/>
                  </a:lnTo>
                  <a:lnTo>
                    <a:pt x="2697607" y="946404"/>
                  </a:lnTo>
                  <a:lnTo>
                    <a:pt x="2695956" y="947674"/>
                  </a:lnTo>
                  <a:lnTo>
                    <a:pt x="2695321" y="947674"/>
                  </a:lnTo>
                  <a:lnTo>
                    <a:pt x="2696464" y="948944"/>
                  </a:lnTo>
                  <a:lnTo>
                    <a:pt x="2697226" y="950214"/>
                  </a:lnTo>
                  <a:lnTo>
                    <a:pt x="2695448" y="950214"/>
                  </a:lnTo>
                  <a:lnTo>
                    <a:pt x="2694305" y="951484"/>
                  </a:lnTo>
                  <a:lnTo>
                    <a:pt x="2698750" y="951484"/>
                  </a:lnTo>
                  <a:lnTo>
                    <a:pt x="2699512" y="952754"/>
                  </a:lnTo>
                  <a:lnTo>
                    <a:pt x="2700528" y="954024"/>
                  </a:lnTo>
                  <a:lnTo>
                    <a:pt x="2701163" y="954024"/>
                  </a:lnTo>
                  <a:lnTo>
                    <a:pt x="2701925" y="955294"/>
                  </a:lnTo>
                  <a:lnTo>
                    <a:pt x="2703068" y="955294"/>
                  </a:lnTo>
                  <a:lnTo>
                    <a:pt x="2704846" y="952754"/>
                  </a:lnTo>
                  <a:lnTo>
                    <a:pt x="2704465" y="951484"/>
                  </a:lnTo>
                  <a:lnTo>
                    <a:pt x="2706370" y="955294"/>
                  </a:lnTo>
                  <a:lnTo>
                    <a:pt x="2708275" y="956564"/>
                  </a:lnTo>
                  <a:lnTo>
                    <a:pt x="2710167" y="957884"/>
                  </a:lnTo>
                  <a:lnTo>
                    <a:pt x="2710129" y="958494"/>
                  </a:lnTo>
                  <a:lnTo>
                    <a:pt x="2710002" y="960374"/>
                  </a:lnTo>
                  <a:lnTo>
                    <a:pt x="2709926" y="961644"/>
                  </a:lnTo>
                  <a:lnTo>
                    <a:pt x="2708656" y="962914"/>
                  </a:lnTo>
                  <a:lnTo>
                    <a:pt x="2705862" y="961644"/>
                  </a:lnTo>
                  <a:lnTo>
                    <a:pt x="2706116" y="962914"/>
                  </a:lnTo>
                  <a:lnTo>
                    <a:pt x="2707132" y="964184"/>
                  </a:lnTo>
                  <a:lnTo>
                    <a:pt x="2713101" y="964184"/>
                  </a:lnTo>
                  <a:lnTo>
                    <a:pt x="2713609" y="962914"/>
                  </a:lnTo>
                  <a:lnTo>
                    <a:pt x="2714371" y="964184"/>
                  </a:lnTo>
                  <a:lnTo>
                    <a:pt x="2713863" y="964184"/>
                  </a:lnTo>
                  <a:lnTo>
                    <a:pt x="2713228" y="965454"/>
                  </a:lnTo>
                  <a:lnTo>
                    <a:pt x="2713164" y="964819"/>
                  </a:lnTo>
                  <a:lnTo>
                    <a:pt x="2712847" y="965454"/>
                  </a:lnTo>
                  <a:lnTo>
                    <a:pt x="2712085" y="965454"/>
                  </a:lnTo>
                  <a:lnTo>
                    <a:pt x="2712593" y="966724"/>
                  </a:lnTo>
                  <a:lnTo>
                    <a:pt x="2712466" y="967346"/>
                  </a:lnTo>
                  <a:lnTo>
                    <a:pt x="2712389" y="967714"/>
                  </a:lnTo>
                  <a:lnTo>
                    <a:pt x="2712339" y="967994"/>
                  </a:lnTo>
                  <a:lnTo>
                    <a:pt x="2712720" y="967994"/>
                  </a:lnTo>
                  <a:lnTo>
                    <a:pt x="2716403" y="966724"/>
                  </a:lnTo>
                  <a:lnTo>
                    <a:pt x="2717800" y="970534"/>
                  </a:lnTo>
                  <a:lnTo>
                    <a:pt x="2718689" y="970534"/>
                  </a:lnTo>
                  <a:lnTo>
                    <a:pt x="2719959" y="970534"/>
                  </a:lnTo>
                  <a:lnTo>
                    <a:pt x="2719667" y="969568"/>
                  </a:lnTo>
                  <a:lnTo>
                    <a:pt x="2719476" y="969314"/>
                  </a:lnTo>
                  <a:lnTo>
                    <a:pt x="2718714" y="969314"/>
                  </a:lnTo>
                  <a:lnTo>
                    <a:pt x="2717673" y="967994"/>
                  </a:lnTo>
                  <a:lnTo>
                    <a:pt x="2721076" y="969314"/>
                  </a:lnTo>
                  <a:lnTo>
                    <a:pt x="2724505" y="969314"/>
                  </a:lnTo>
                  <a:lnTo>
                    <a:pt x="2723769" y="970534"/>
                  </a:lnTo>
                  <a:lnTo>
                    <a:pt x="2719578" y="969314"/>
                  </a:lnTo>
                  <a:lnTo>
                    <a:pt x="2719667" y="969568"/>
                  </a:lnTo>
                  <a:lnTo>
                    <a:pt x="2721140" y="971613"/>
                  </a:lnTo>
                  <a:lnTo>
                    <a:pt x="2722753" y="970534"/>
                  </a:lnTo>
                  <a:lnTo>
                    <a:pt x="2723921" y="974051"/>
                  </a:lnTo>
                  <a:lnTo>
                    <a:pt x="2724023" y="975614"/>
                  </a:lnTo>
                  <a:lnTo>
                    <a:pt x="2721483" y="976884"/>
                  </a:lnTo>
                  <a:lnTo>
                    <a:pt x="2720784" y="975614"/>
                  </a:lnTo>
                  <a:lnTo>
                    <a:pt x="2718181" y="975614"/>
                  </a:lnTo>
                  <a:lnTo>
                    <a:pt x="2717355" y="974344"/>
                  </a:lnTo>
                  <a:lnTo>
                    <a:pt x="2717254" y="974204"/>
                  </a:lnTo>
                  <a:lnTo>
                    <a:pt x="2717038" y="974344"/>
                  </a:lnTo>
                  <a:lnTo>
                    <a:pt x="2717165" y="974051"/>
                  </a:lnTo>
                  <a:lnTo>
                    <a:pt x="2714879" y="970534"/>
                  </a:lnTo>
                  <a:lnTo>
                    <a:pt x="2709837" y="969314"/>
                  </a:lnTo>
                  <a:lnTo>
                    <a:pt x="2709697" y="969314"/>
                  </a:lnTo>
                  <a:lnTo>
                    <a:pt x="2713863" y="975614"/>
                  </a:lnTo>
                  <a:lnTo>
                    <a:pt x="2720505" y="979424"/>
                  </a:lnTo>
                  <a:lnTo>
                    <a:pt x="2726525" y="984504"/>
                  </a:lnTo>
                  <a:lnTo>
                    <a:pt x="2732786" y="989584"/>
                  </a:lnTo>
                  <a:lnTo>
                    <a:pt x="2735834" y="990638"/>
                  </a:lnTo>
                  <a:lnTo>
                    <a:pt x="2736469" y="989584"/>
                  </a:lnTo>
                  <a:lnTo>
                    <a:pt x="2738120" y="990854"/>
                  </a:lnTo>
                  <a:lnTo>
                    <a:pt x="2738234" y="991235"/>
                  </a:lnTo>
                  <a:lnTo>
                    <a:pt x="2738297" y="991489"/>
                  </a:lnTo>
                  <a:lnTo>
                    <a:pt x="2740342" y="992200"/>
                  </a:lnTo>
                  <a:lnTo>
                    <a:pt x="2741320" y="992200"/>
                  </a:lnTo>
                  <a:lnTo>
                    <a:pt x="2744089" y="993394"/>
                  </a:lnTo>
                  <a:lnTo>
                    <a:pt x="2743327" y="994664"/>
                  </a:lnTo>
                  <a:lnTo>
                    <a:pt x="2745359" y="997204"/>
                  </a:lnTo>
                  <a:lnTo>
                    <a:pt x="2745917" y="999464"/>
                  </a:lnTo>
                  <a:lnTo>
                    <a:pt x="2745867" y="998474"/>
                  </a:lnTo>
                  <a:lnTo>
                    <a:pt x="2747518" y="997204"/>
                  </a:lnTo>
                  <a:lnTo>
                    <a:pt x="2750058" y="997204"/>
                  </a:lnTo>
                  <a:lnTo>
                    <a:pt x="2751201" y="995934"/>
                  </a:lnTo>
                  <a:lnTo>
                    <a:pt x="2752344" y="998474"/>
                  </a:lnTo>
                  <a:lnTo>
                    <a:pt x="2751150" y="999464"/>
                  </a:lnTo>
                  <a:lnTo>
                    <a:pt x="2751582" y="999744"/>
                  </a:lnTo>
                  <a:lnTo>
                    <a:pt x="2752725" y="999744"/>
                  </a:lnTo>
                  <a:lnTo>
                    <a:pt x="2752852" y="1001014"/>
                  </a:lnTo>
                  <a:lnTo>
                    <a:pt x="2754503" y="1003554"/>
                  </a:lnTo>
                  <a:lnTo>
                    <a:pt x="2752090" y="1003554"/>
                  </a:lnTo>
                  <a:lnTo>
                    <a:pt x="2751963" y="1002284"/>
                  </a:lnTo>
                  <a:lnTo>
                    <a:pt x="2750947" y="1002284"/>
                  </a:lnTo>
                  <a:lnTo>
                    <a:pt x="2752725" y="1004824"/>
                  </a:lnTo>
                  <a:lnTo>
                    <a:pt x="2751074" y="1004824"/>
                  </a:lnTo>
                  <a:lnTo>
                    <a:pt x="2750566" y="1002284"/>
                  </a:lnTo>
                  <a:lnTo>
                    <a:pt x="2750058" y="1003554"/>
                  </a:lnTo>
                  <a:lnTo>
                    <a:pt x="2748661" y="1003554"/>
                  </a:lnTo>
                  <a:lnTo>
                    <a:pt x="2749778" y="1006259"/>
                  </a:lnTo>
                  <a:lnTo>
                    <a:pt x="2749550" y="1004824"/>
                  </a:lnTo>
                  <a:lnTo>
                    <a:pt x="2749804" y="1004824"/>
                  </a:lnTo>
                  <a:lnTo>
                    <a:pt x="2752648" y="1006259"/>
                  </a:lnTo>
                  <a:lnTo>
                    <a:pt x="2752318" y="1006259"/>
                  </a:lnTo>
                  <a:lnTo>
                    <a:pt x="2752217" y="1007364"/>
                  </a:lnTo>
                  <a:lnTo>
                    <a:pt x="2749867" y="1006259"/>
                  </a:lnTo>
                  <a:lnTo>
                    <a:pt x="2749499" y="1006259"/>
                  </a:lnTo>
                  <a:lnTo>
                    <a:pt x="2749169" y="1007364"/>
                  </a:lnTo>
                  <a:lnTo>
                    <a:pt x="2753614" y="1009904"/>
                  </a:lnTo>
                  <a:lnTo>
                    <a:pt x="2759075" y="1009904"/>
                  </a:lnTo>
                  <a:lnTo>
                    <a:pt x="2763266" y="1011174"/>
                  </a:lnTo>
                  <a:lnTo>
                    <a:pt x="2762377" y="1012444"/>
                  </a:lnTo>
                  <a:lnTo>
                    <a:pt x="2758821" y="1013714"/>
                  </a:lnTo>
                  <a:lnTo>
                    <a:pt x="2759964" y="1013714"/>
                  </a:lnTo>
                  <a:lnTo>
                    <a:pt x="2761234" y="1016254"/>
                  </a:lnTo>
                  <a:lnTo>
                    <a:pt x="2768600" y="1016254"/>
                  </a:lnTo>
                  <a:lnTo>
                    <a:pt x="2768981" y="1016254"/>
                  </a:lnTo>
                  <a:lnTo>
                    <a:pt x="2772029" y="1017524"/>
                  </a:lnTo>
                  <a:lnTo>
                    <a:pt x="2769997" y="1017524"/>
                  </a:lnTo>
                  <a:lnTo>
                    <a:pt x="2768600" y="1016254"/>
                  </a:lnTo>
                  <a:lnTo>
                    <a:pt x="2774175" y="1022604"/>
                  </a:lnTo>
                  <a:lnTo>
                    <a:pt x="2785135" y="1032764"/>
                  </a:lnTo>
                  <a:lnTo>
                    <a:pt x="2790571" y="1039114"/>
                  </a:lnTo>
                  <a:lnTo>
                    <a:pt x="2796032" y="1039114"/>
                  </a:lnTo>
                  <a:lnTo>
                    <a:pt x="2826385" y="1058164"/>
                  </a:lnTo>
                  <a:lnTo>
                    <a:pt x="2829687" y="1060704"/>
                  </a:lnTo>
                  <a:lnTo>
                    <a:pt x="2826766" y="1061974"/>
                  </a:lnTo>
                  <a:lnTo>
                    <a:pt x="2827655" y="1063244"/>
                  </a:lnTo>
                  <a:lnTo>
                    <a:pt x="2834513" y="1067054"/>
                  </a:lnTo>
                  <a:lnTo>
                    <a:pt x="2838577" y="1065784"/>
                  </a:lnTo>
                  <a:lnTo>
                    <a:pt x="2845816" y="1068324"/>
                  </a:lnTo>
                  <a:lnTo>
                    <a:pt x="2844419" y="1068324"/>
                  </a:lnTo>
                  <a:lnTo>
                    <a:pt x="2840990" y="1069594"/>
                  </a:lnTo>
                  <a:lnTo>
                    <a:pt x="2843784" y="1070864"/>
                  </a:lnTo>
                  <a:lnTo>
                    <a:pt x="2845054" y="1070864"/>
                  </a:lnTo>
                  <a:lnTo>
                    <a:pt x="2846197" y="1069594"/>
                  </a:lnTo>
                  <a:lnTo>
                    <a:pt x="2847721" y="1070864"/>
                  </a:lnTo>
                  <a:lnTo>
                    <a:pt x="2846197" y="1072134"/>
                  </a:lnTo>
                  <a:lnTo>
                    <a:pt x="2847086" y="1073404"/>
                  </a:lnTo>
                  <a:lnTo>
                    <a:pt x="2849499" y="1073404"/>
                  </a:lnTo>
                  <a:lnTo>
                    <a:pt x="2852674" y="1075944"/>
                  </a:lnTo>
                  <a:lnTo>
                    <a:pt x="2858897" y="1078484"/>
                  </a:lnTo>
                  <a:lnTo>
                    <a:pt x="2866263" y="1079754"/>
                  </a:lnTo>
                  <a:lnTo>
                    <a:pt x="2873248" y="1078484"/>
                  </a:lnTo>
                  <a:lnTo>
                    <a:pt x="2878582" y="1082294"/>
                  </a:lnTo>
                  <a:lnTo>
                    <a:pt x="2870835" y="1081024"/>
                  </a:lnTo>
                  <a:lnTo>
                    <a:pt x="2871470" y="1082294"/>
                  </a:lnTo>
                  <a:lnTo>
                    <a:pt x="2868041" y="1079754"/>
                  </a:lnTo>
                  <a:lnTo>
                    <a:pt x="2868168" y="1081024"/>
                  </a:lnTo>
                  <a:lnTo>
                    <a:pt x="2868295" y="1082294"/>
                  </a:lnTo>
                  <a:lnTo>
                    <a:pt x="2869438" y="1082294"/>
                  </a:lnTo>
                  <a:lnTo>
                    <a:pt x="2872232" y="1083564"/>
                  </a:lnTo>
                  <a:lnTo>
                    <a:pt x="2872105" y="1086104"/>
                  </a:lnTo>
                  <a:lnTo>
                    <a:pt x="2875026" y="1087374"/>
                  </a:lnTo>
                  <a:lnTo>
                    <a:pt x="2878074" y="1087374"/>
                  </a:lnTo>
                  <a:lnTo>
                    <a:pt x="2877566" y="1086104"/>
                  </a:lnTo>
                  <a:lnTo>
                    <a:pt x="2879471" y="1086104"/>
                  </a:lnTo>
                  <a:lnTo>
                    <a:pt x="2881376" y="1087374"/>
                  </a:lnTo>
                  <a:lnTo>
                    <a:pt x="2887853" y="1089914"/>
                  </a:lnTo>
                  <a:lnTo>
                    <a:pt x="2886075" y="1092454"/>
                  </a:lnTo>
                  <a:lnTo>
                    <a:pt x="2909570" y="1101344"/>
                  </a:lnTo>
                  <a:lnTo>
                    <a:pt x="2910586" y="1102614"/>
                  </a:lnTo>
                  <a:lnTo>
                    <a:pt x="2912745" y="1102614"/>
                  </a:lnTo>
                  <a:lnTo>
                    <a:pt x="2912834" y="1103617"/>
                  </a:lnTo>
                  <a:lnTo>
                    <a:pt x="2912872" y="1103884"/>
                  </a:lnTo>
                  <a:lnTo>
                    <a:pt x="2913761" y="1103884"/>
                  </a:lnTo>
                  <a:lnTo>
                    <a:pt x="2914726" y="1103617"/>
                  </a:lnTo>
                  <a:lnTo>
                    <a:pt x="2913634" y="1102614"/>
                  </a:lnTo>
                  <a:lnTo>
                    <a:pt x="2918206" y="1102614"/>
                  </a:lnTo>
                  <a:lnTo>
                    <a:pt x="2914726" y="1103617"/>
                  </a:lnTo>
                  <a:lnTo>
                    <a:pt x="2915031" y="1103884"/>
                  </a:lnTo>
                  <a:lnTo>
                    <a:pt x="2913761" y="1103884"/>
                  </a:lnTo>
                  <a:lnTo>
                    <a:pt x="2913380" y="1105154"/>
                  </a:lnTo>
                  <a:lnTo>
                    <a:pt x="2918079" y="1106424"/>
                  </a:lnTo>
                  <a:lnTo>
                    <a:pt x="2920720" y="1107821"/>
                  </a:lnTo>
                  <a:lnTo>
                    <a:pt x="2922943" y="1110437"/>
                  </a:lnTo>
                  <a:lnTo>
                    <a:pt x="2923222" y="1110437"/>
                  </a:lnTo>
                  <a:lnTo>
                    <a:pt x="2922270" y="1111504"/>
                  </a:lnTo>
                  <a:lnTo>
                    <a:pt x="2921000" y="1111504"/>
                  </a:lnTo>
                  <a:lnTo>
                    <a:pt x="2919946" y="1110957"/>
                  </a:lnTo>
                  <a:lnTo>
                    <a:pt x="2919730" y="1111504"/>
                  </a:lnTo>
                  <a:lnTo>
                    <a:pt x="2920492" y="1111504"/>
                  </a:lnTo>
                  <a:lnTo>
                    <a:pt x="2918320" y="1112786"/>
                  </a:lnTo>
                  <a:lnTo>
                    <a:pt x="2915539" y="1111504"/>
                  </a:lnTo>
                  <a:lnTo>
                    <a:pt x="2915539" y="1112786"/>
                  </a:lnTo>
                  <a:lnTo>
                    <a:pt x="2912618" y="1111504"/>
                  </a:lnTo>
                  <a:lnTo>
                    <a:pt x="2913253" y="1111504"/>
                  </a:lnTo>
                  <a:lnTo>
                    <a:pt x="2908973" y="1110437"/>
                  </a:lnTo>
                  <a:lnTo>
                    <a:pt x="2908465" y="1110437"/>
                  </a:lnTo>
                  <a:lnTo>
                    <a:pt x="2910078" y="1111504"/>
                  </a:lnTo>
                  <a:lnTo>
                    <a:pt x="2911983" y="1111504"/>
                  </a:lnTo>
                  <a:lnTo>
                    <a:pt x="2915907" y="1114056"/>
                  </a:lnTo>
                  <a:lnTo>
                    <a:pt x="2913354" y="1112888"/>
                  </a:lnTo>
                  <a:lnTo>
                    <a:pt x="2913837" y="1113282"/>
                  </a:lnTo>
                  <a:lnTo>
                    <a:pt x="2915018" y="1114145"/>
                  </a:lnTo>
                  <a:lnTo>
                    <a:pt x="2916783" y="1115479"/>
                  </a:lnTo>
                  <a:lnTo>
                    <a:pt x="2917863" y="1116253"/>
                  </a:lnTo>
                  <a:lnTo>
                    <a:pt x="2964103" y="1116253"/>
                  </a:lnTo>
                  <a:close/>
                </a:path>
                <a:path w="3108960" h="1905000">
                  <a:moveTo>
                    <a:pt x="2966974" y="1149604"/>
                  </a:moveTo>
                  <a:lnTo>
                    <a:pt x="2966872" y="1148334"/>
                  </a:lnTo>
                  <a:lnTo>
                    <a:pt x="2966783" y="1147064"/>
                  </a:lnTo>
                  <a:lnTo>
                    <a:pt x="2966682" y="1145794"/>
                  </a:lnTo>
                  <a:lnTo>
                    <a:pt x="2966593" y="1144524"/>
                  </a:lnTo>
                  <a:lnTo>
                    <a:pt x="2966466" y="1143254"/>
                  </a:lnTo>
                  <a:lnTo>
                    <a:pt x="2966339" y="1141984"/>
                  </a:lnTo>
                  <a:lnTo>
                    <a:pt x="2966212" y="1140714"/>
                  </a:lnTo>
                  <a:lnTo>
                    <a:pt x="2966085" y="1139444"/>
                  </a:lnTo>
                  <a:lnTo>
                    <a:pt x="2966008" y="1138174"/>
                  </a:lnTo>
                  <a:lnTo>
                    <a:pt x="2965780" y="1134364"/>
                  </a:lnTo>
                  <a:lnTo>
                    <a:pt x="2965704" y="1133094"/>
                  </a:lnTo>
                  <a:lnTo>
                    <a:pt x="2965577" y="1131824"/>
                  </a:lnTo>
                  <a:lnTo>
                    <a:pt x="2965462" y="1130554"/>
                  </a:lnTo>
                  <a:lnTo>
                    <a:pt x="2965348" y="1129284"/>
                  </a:lnTo>
                  <a:lnTo>
                    <a:pt x="2965246" y="1128153"/>
                  </a:lnTo>
                  <a:lnTo>
                    <a:pt x="2965119" y="1126807"/>
                  </a:lnTo>
                  <a:lnTo>
                    <a:pt x="2965005" y="1125474"/>
                  </a:lnTo>
                  <a:lnTo>
                    <a:pt x="2964878" y="1124204"/>
                  </a:lnTo>
                  <a:lnTo>
                    <a:pt x="2964764" y="1122934"/>
                  </a:lnTo>
                  <a:lnTo>
                    <a:pt x="2964675" y="1121943"/>
                  </a:lnTo>
                  <a:lnTo>
                    <a:pt x="2964586" y="1120940"/>
                  </a:lnTo>
                  <a:lnTo>
                    <a:pt x="2964535" y="1120406"/>
                  </a:lnTo>
                  <a:lnTo>
                    <a:pt x="2964421" y="1119225"/>
                  </a:lnTo>
                  <a:lnTo>
                    <a:pt x="2964307" y="1117866"/>
                  </a:lnTo>
                  <a:lnTo>
                    <a:pt x="2964192" y="1117003"/>
                  </a:lnTo>
                  <a:lnTo>
                    <a:pt x="2915856" y="1117003"/>
                  </a:lnTo>
                  <a:lnTo>
                    <a:pt x="2917063" y="1117866"/>
                  </a:lnTo>
                  <a:lnTo>
                    <a:pt x="2919349" y="1120406"/>
                  </a:lnTo>
                  <a:lnTo>
                    <a:pt x="2915793" y="1120406"/>
                  </a:lnTo>
                  <a:lnTo>
                    <a:pt x="2912122" y="1117866"/>
                  </a:lnTo>
                  <a:lnTo>
                    <a:pt x="2914789" y="1117866"/>
                  </a:lnTo>
                  <a:lnTo>
                    <a:pt x="2913646" y="1117003"/>
                  </a:lnTo>
                  <a:lnTo>
                    <a:pt x="2911322" y="1117003"/>
                  </a:lnTo>
                  <a:lnTo>
                    <a:pt x="2911411" y="1117384"/>
                  </a:lnTo>
                  <a:lnTo>
                    <a:pt x="2911538" y="1117866"/>
                  </a:lnTo>
                  <a:lnTo>
                    <a:pt x="2911627" y="1118247"/>
                  </a:lnTo>
                  <a:lnTo>
                    <a:pt x="2911691" y="1118489"/>
                  </a:lnTo>
                  <a:lnTo>
                    <a:pt x="2911805" y="1118946"/>
                  </a:lnTo>
                  <a:lnTo>
                    <a:pt x="2911906" y="1119225"/>
                  </a:lnTo>
                  <a:lnTo>
                    <a:pt x="2912618" y="1120406"/>
                  </a:lnTo>
                  <a:lnTo>
                    <a:pt x="2912694" y="1120940"/>
                  </a:lnTo>
                  <a:lnTo>
                    <a:pt x="2912783" y="1121537"/>
                  </a:lnTo>
                  <a:lnTo>
                    <a:pt x="2912897" y="1122286"/>
                  </a:lnTo>
                  <a:lnTo>
                    <a:pt x="2912999" y="1122934"/>
                  </a:lnTo>
                  <a:lnTo>
                    <a:pt x="2911856" y="1122934"/>
                  </a:lnTo>
                  <a:lnTo>
                    <a:pt x="2908160" y="1121943"/>
                  </a:lnTo>
                  <a:lnTo>
                    <a:pt x="2907144" y="1121676"/>
                  </a:lnTo>
                  <a:lnTo>
                    <a:pt x="2907258" y="1121943"/>
                  </a:lnTo>
                  <a:lnTo>
                    <a:pt x="2908173" y="1124204"/>
                  </a:lnTo>
                  <a:lnTo>
                    <a:pt x="2903601" y="1124204"/>
                  </a:lnTo>
                  <a:lnTo>
                    <a:pt x="2903982" y="1122934"/>
                  </a:lnTo>
                  <a:lnTo>
                    <a:pt x="2904071" y="1122641"/>
                  </a:lnTo>
                  <a:lnTo>
                    <a:pt x="2904172" y="1122286"/>
                  </a:lnTo>
                  <a:lnTo>
                    <a:pt x="2904274" y="1121943"/>
                  </a:lnTo>
                  <a:lnTo>
                    <a:pt x="2904401" y="1121537"/>
                  </a:lnTo>
                  <a:lnTo>
                    <a:pt x="2899219" y="1121537"/>
                  </a:lnTo>
                  <a:lnTo>
                    <a:pt x="2897632" y="1120406"/>
                  </a:lnTo>
                  <a:lnTo>
                    <a:pt x="2898635" y="1117866"/>
                  </a:lnTo>
                  <a:lnTo>
                    <a:pt x="2897492" y="1119136"/>
                  </a:lnTo>
                  <a:lnTo>
                    <a:pt x="2896616" y="1118489"/>
                  </a:lnTo>
                  <a:lnTo>
                    <a:pt x="2897047" y="1119225"/>
                  </a:lnTo>
                  <a:lnTo>
                    <a:pt x="2890189" y="1119225"/>
                  </a:lnTo>
                  <a:lnTo>
                    <a:pt x="2887599" y="1120406"/>
                  </a:lnTo>
                  <a:lnTo>
                    <a:pt x="2889250" y="1122934"/>
                  </a:lnTo>
                  <a:lnTo>
                    <a:pt x="2886964" y="1122934"/>
                  </a:lnTo>
                  <a:lnTo>
                    <a:pt x="2884043" y="1124204"/>
                  </a:lnTo>
                  <a:lnTo>
                    <a:pt x="2880995" y="1124204"/>
                  </a:lnTo>
                  <a:lnTo>
                    <a:pt x="2877312" y="1125474"/>
                  </a:lnTo>
                  <a:lnTo>
                    <a:pt x="2878747" y="1126515"/>
                  </a:lnTo>
                  <a:lnTo>
                    <a:pt x="2879039" y="1126807"/>
                  </a:lnTo>
                  <a:lnTo>
                    <a:pt x="2877058" y="1129284"/>
                  </a:lnTo>
                  <a:lnTo>
                    <a:pt x="2874441" y="1126807"/>
                  </a:lnTo>
                  <a:lnTo>
                    <a:pt x="2873502" y="1125474"/>
                  </a:lnTo>
                  <a:lnTo>
                    <a:pt x="2873184" y="1124204"/>
                  </a:lnTo>
                  <a:lnTo>
                    <a:pt x="2873057" y="1123721"/>
                  </a:lnTo>
                  <a:lnTo>
                    <a:pt x="2872981" y="1123429"/>
                  </a:lnTo>
                  <a:lnTo>
                    <a:pt x="2872867" y="1122934"/>
                  </a:lnTo>
                  <a:lnTo>
                    <a:pt x="2874518" y="1124204"/>
                  </a:lnTo>
                  <a:lnTo>
                    <a:pt x="2876042" y="1122934"/>
                  </a:lnTo>
                  <a:lnTo>
                    <a:pt x="2878201" y="1124204"/>
                  </a:lnTo>
                  <a:lnTo>
                    <a:pt x="2880296" y="1122934"/>
                  </a:lnTo>
                  <a:lnTo>
                    <a:pt x="2882595" y="1121537"/>
                  </a:lnTo>
                  <a:lnTo>
                    <a:pt x="2882455" y="1121537"/>
                  </a:lnTo>
                  <a:lnTo>
                    <a:pt x="2883979" y="1118489"/>
                  </a:lnTo>
                  <a:lnTo>
                    <a:pt x="2884093" y="1118247"/>
                  </a:lnTo>
                  <a:lnTo>
                    <a:pt x="2884411" y="1118247"/>
                  </a:lnTo>
                  <a:lnTo>
                    <a:pt x="2886697" y="1119136"/>
                  </a:lnTo>
                  <a:lnTo>
                    <a:pt x="2887307" y="1117866"/>
                  </a:lnTo>
                  <a:lnTo>
                    <a:pt x="2886722" y="1117866"/>
                  </a:lnTo>
                  <a:lnTo>
                    <a:pt x="2884284" y="1117866"/>
                  </a:lnTo>
                  <a:lnTo>
                    <a:pt x="2884144" y="1118146"/>
                  </a:lnTo>
                  <a:lnTo>
                    <a:pt x="2883433" y="1117866"/>
                  </a:lnTo>
                  <a:lnTo>
                    <a:pt x="2883408" y="1117003"/>
                  </a:lnTo>
                  <a:lnTo>
                    <a:pt x="2873464" y="1117003"/>
                  </a:lnTo>
                  <a:lnTo>
                    <a:pt x="2874187" y="1118946"/>
                  </a:lnTo>
                  <a:lnTo>
                    <a:pt x="2874251" y="1119136"/>
                  </a:lnTo>
                  <a:lnTo>
                    <a:pt x="2869349" y="1117866"/>
                  </a:lnTo>
                  <a:lnTo>
                    <a:pt x="2869425" y="1117384"/>
                  </a:lnTo>
                  <a:lnTo>
                    <a:pt x="2869514" y="1117003"/>
                  </a:lnTo>
                  <a:lnTo>
                    <a:pt x="2866733" y="1117003"/>
                  </a:lnTo>
                  <a:lnTo>
                    <a:pt x="2869552" y="1119225"/>
                  </a:lnTo>
                  <a:lnTo>
                    <a:pt x="2866301" y="1119225"/>
                  </a:lnTo>
                  <a:lnTo>
                    <a:pt x="2864332" y="1121537"/>
                  </a:lnTo>
                  <a:lnTo>
                    <a:pt x="2867622" y="1121537"/>
                  </a:lnTo>
                  <a:lnTo>
                    <a:pt x="2866644" y="1122934"/>
                  </a:lnTo>
                  <a:lnTo>
                    <a:pt x="2865336" y="1123429"/>
                  </a:lnTo>
                  <a:lnTo>
                    <a:pt x="2868422" y="1125474"/>
                  </a:lnTo>
                  <a:lnTo>
                    <a:pt x="2868676" y="1124204"/>
                  </a:lnTo>
                  <a:lnTo>
                    <a:pt x="2868765" y="1123721"/>
                  </a:lnTo>
                  <a:lnTo>
                    <a:pt x="2868828" y="1123429"/>
                  </a:lnTo>
                  <a:lnTo>
                    <a:pt x="2868930" y="1122934"/>
                  </a:lnTo>
                  <a:lnTo>
                    <a:pt x="2872232" y="1124204"/>
                  </a:lnTo>
                  <a:lnTo>
                    <a:pt x="2873565" y="1126515"/>
                  </a:lnTo>
                  <a:lnTo>
                    <a:pt x="2873654" y="1126807"/>
                  </a:lnTo>
                  <a:lnTo>
                    <a:pt x="2874619" y="1128153"/>
                  </a:lnTo>
                  <a:lnTo>
                    <a:pt x="2877312" y="1131824"/>
                  </a:lnTo>
                  <a:lnTo>
                    <a:pt x="2873337" y="1128153"/>
                  </a:lnTo>
                  <a:lnTo>
                    <a:pt x="2873197" y="1128153"/>
                  </a:lnTo>
                  <a:lnTo>
                    <a:pt x="2872498" y="1128153"/>
                  </a:lnTo>
                  <a:lnTo>
                    <a:pt x="2872816" y="1127747"/>
                  </a:lnTo>
                  <a:lnTo>
                    <a:pt x="2871876" y="1126807"/>
                  </a:lnTo>
                  <a:lnTo>
                    <a:pt x="2870454" y="1125474"/>
                  </a:lnTo>
                  <a:lnTo>
                    <a:pt x="2871406" y="1129093"/>
                  </a:lnTo>
                  <a:lnTo>
                    <a:pt x="2871470" y="1129284"/>
                  </a:lnTo>
                  <a:lnTo>
                    <a:pt x="2873248" y="1129284"/>
                  </a:lnTo>
                  <a:lnTo>
                    <a:pt x="2875407" y="1133094"/>
                  </a:lnTo>
                  <a:lnTo>
                    <a:pt x="2869946" y="1131824"/>
                  </a:lnTo>
                  <a:lnTo>
                    <a:pt x="2867279" y="1131824"/>
                  </a:lnTo>
                  <a:lnTo>
                    <a:pt x="2865996" y="1131354"/>
                  </a:lnTo>
                  <a:lnTo>
                    <a:pt x="2865882" y="1131824"/>
                  </a:lnTo>
                  <a:lnTo>
                    <a:pt x="2865120" y="1131036"/>
                  </a:lnTo>
                  <a:lnTo>
                    <a:pt x="2863850" y="1130554"/>
                  </a:lnTo>
                  <a:lnTo>
                    <a:pt x="2860929" y="1130554"/>
                  </a:lnTo>
                  <a:lnTo>
                    <a:pt x="2859836" y="1128153"/>
                  </a:lnTo>
                  <a:lnTo>
                    <a:pt x="2859417" y="1128153"/>
                  </a:lnTo>
                  <a:lnTo>
                    <a:pt x="2862948" y="1126807"/>
                  </a:lnTo>
                  <a:lnTo>
                    <a:pt x="2863202" y="1126807"/>
                  </a:lnTo>
                  <a:lnTo>
                    <a:pt x="2860294" y="1125474"/>
                  </a:lnTo>
                  <a:lnTo>
                    <a:pt x="2858541" y="1128153"/>
                  </a:lnTo>
                  <a:lnTo>
                    <a:pt x="2857550" y="1128153"/>
                  </a:lnTo>
                  <a:lnTo>
                    <a:pt x="2857398" y="1129093"/>
                  </a:lnTo>
                  <a:lnTo>
                    <a:pt x="2857373" y="1129284"/>
                  </a:lnTo>
                  <a:lnTo>
                    <a:pt x="2856687" y="1128153"/>
                  </a:lnTo>
                  <a:lnTo>
                    <a:pt x="2855518" y="1128153"/>
                  </a:lnTo>
                  <a:lnTo>
                    <a:pt x="2854972" y="1126807"/>
                  </a:lnTo>
                  <a:lnTo>
                    <a:pt x="2854337" y="1126807"/>
                  </a:lnTo>
                  <a:lnTo>
                    <a:pt x="2854883" y="1128153"/>
                  </a:lnTo>
                  <a:lnTo>
                    <a:pt x="2854223" y="1128153"/>
                  </a:lnTo>
                  <a:lnTo>
                    <a:pt x="2853944" y="1126807"/>
                  </a:lnTo>
                  <a:lnTo>
                    <a:pt x="2853639" y="1126807"/>
                  </a:lnTo>
                  <a:lnTo>
                    <a:pt x="2852026" y="1125791"/>
                  </a:lnTo>
                  <a:lnTo>
                    <a:pt x="2851366" y="1126807"/>
                  </a:lnTo>
                  <a:lnTo>
                    <a:pt x="2852191" y="1126807"/>
                  </a:lnTo>
                  <a:lnTo>
                    <a:pt x="2849753" y="1128153"/>
                  </a:lnTo>
                  <a:lnTo>
                    <a:pt x="2850845" y="1128153"/>
                  </a:lnTo>
                  <a:lnTo>
                    <a:pt x="2853563" y="1129284"/>
                  </a:lnTo>
                  <a:lnTo>
                    <a:pt x="2853309" y="1129792"/>
                  </a:lnTo>
                  <a:lnTo>
                    <a:pt x="2854071" y="1130554"/>
                  </a:lnTo>
                  <a:lnTo>
                    <a:pt x="2855087" y="1130554"/>
                  </a:lnTo>
                  <a:lnTo>
                    <a:pt x="2854325" y="1129284"/>
                  </a:lnTo>
                  <a:lnTo>
                    <a:pt x="2855214" y="1129284"/>
                  </a:lnTo>
                  <a:lnTo>
                    <a:pt x="2855087" y="1130554"/>
                  </a:lnTo>
                  <a:lnTo>
                    <a:pt x="2855595" y="1130554"/>
                  </a:lnTo>
                  <a:lnTo>
                    <a:pt x="2856611" y="1131824"/>
                  </a:lnTo>
                  <a:lnTo>
                    <a:pt x="2856484" y="1133094"/>
                  </a:lnTo>
                  <a:lnTo>
                    <a:pt x="2856992" y="1134364"/>
                  </a:lnTo>
                  <a:lnTo>
                    <a:pt x="2854452" y="1134364"/>
                  </a:lnTo>
                  <a:lnTo>
                    <a:pt x="2854007" y="1133094"/>
                  </a:lnTo>
                  <a:lnTo>
                    <a:pt x="2853118" y="1130554"/>
                  </a:lnTo>
                  <a:lnTo>
                    <a:pt x="2852928" y="1130554"/>
                  </a:lnTo>
                  <a:lnTo>
                    <a:pt x="2849626" y="1133094"/>
                  </a:lnTo>
                  <a:lnTo>
                    <a:pt x="2848737" y="1131824"/>
                  </a:lnTo>
                  <a:lnTo>
                    <a:pt x="2847848" y="1130554"/>
                  </a:lnTo>
                  <a:lnTo>
                    <a:pt x="2845206" y="1126807"/>
                  </a:lnTo>
                  <a:lnTo>
                    <a:pt x="2845130" y="1126515"/>
                  </a:lnTo>
                  <a:lnTo>
                    <a:pt x="2845003" y="1125918"/>
                  </a:lnTo>
                  <a:lnTo>
                    <a:pt x="2844889" y="1125296"/>
                  </a:lnTo>
                  <a:lnTo>
                    <a:pt x="2844838" y="1125080"/>
                  </a:lnTo>
                  <a:lnTo>
                    <a:pt x="2841371" y="1124204"/>
                  </a:lnTo>
                  <a:lnTo>
                    <a:pt x="2841371" y="1122641"/>
                  </a:lnTo>
                  <a:lnTo>
                    <a:pt x="2838056" y="1121537"/>
                  </a:lnTo>
                  <a:lnTo>
                    <a:pt x="2838399" y="1121537"/>
                  </a:lnTo>
                  <a:lnTo>
                    <a:pt x="2838069" y="1120406"/>
                  </a:lnTo>
                  <a:lnTo>
                    <a:pt x="2841371" y="1120406"/>
                  </a:lnTo>
                  <a:lnTo>
                    <a:pt x="2840228" y="1117866"/>
                  </a:lnTo>
                  <a:lnTo>
                    <a:pt x="2837497" y="1117866"/>
                  </a:lnTo>
                  <a:lnTo>
                    <a:pt x="2841117" y="1117003"/>
                  </a:lnTo>
                  <a:lnTo>
                    <a:pt x="2837408" y="1117003"/>
                  </a:lnTo>
                  <a:lnTo>
                    <a:pt x="2836011" y="1117866"/>
                  </a:lnTo>
                  <a:lnTo>
                    <a:pt x="2832493" y="1117866"/>
                  </a:lnTo>
                  <a:lnTo>
                    <a:pt x="2831007" y="1117003"/>
                  </a:lnTo>
                  <a:lnTo>
                    <a:pt x="2828709" y="1117003"/>
                  </a:lnTo>
                  <a:lnTo>
                    <a:pt x="2829547" y="1120406"/>
                  </a:lnTo>
                  <a:lnTo>
                    <a:pt x="2828074" y="1121537"/>
                  </a:lnTo>
                  <a:lnTo>
                    <a:pt x="2824480" y="1121537"/>
                  </a:lnTo>
                  <a:lnTo>
                    <a:pt x="2823464" y="1120406"/>
                  </a:lnTo>
                  <a:lnTo>
                    <a:pt x="2820416" y="1122934"/>
                  </a:lnTo>
                  <a:lnTo>
                    <a:pt x="2814701" y="1122934"/>
                  </a:lnTo>
                  <a:lnTo>
                    <a:pt x="2814116" y="1123721"/>
                  </a:lnTo>
                  <a:lnTo>
                    <a:pt x="2813812" y="1124204"/>
                  </a:lnTo>
                  <a:lnTo>
                    <a:pt x="2811856" y="1126807"/>
                  </a:lnTo>
                  <a:lnTo>
                    <a:pt x="2813761" y="1124204"/>
                  </a:lnTo>
                  <a:lnTo>
                    <a:pt x="2810256" y="1122934"/>
                  </a:lnTo>
                  <a:lnTo>
                    <a:pt x="2807589" y="1121537"/>
                  </a:lnTo>
                  <a:lnTo>
                    <a:pt x="2810840" y="1121537"/>
                  </a:lnTo>
                  <a:lnTo>
                    <a:pt x="2810421" y="1120406"/>
                  </a:lnTo>
                  <a:lnTo>
                    <a:pt x="2809494" y="1117866"/>
                  </a:lnTo>
                  <a:lnTo>
                    <a:pt x="2808630" y="1117003"/>
                  </a:lnTo>
                  <a:lnTo>
                    <a:pt x="2806484" y="1117003"/>
                  </a:lnTo>
                  <a:lnTo>
                    <a:pt x="2806547" y="1117701"/>
                  </a:lnTo>
                  <a:lnTo>
                    <a:pt x="2806674" y="1118946"/>
                  </a:lnTo>
                  <a:lnTo>
                    <a:pt x="2806801" y="1119225"/>
                  </a:lnTo>
                  <a:lnTo>
                    <a:pt x="2808211" y="1120406"/>
                  </a:lnTo>
                  <a:lnTo>
                    <a:pt x="2804566" y="1119225"/>
                  </a:lnTo>
                  <a:lnTo>
                    <a:pt x="2804337" y="1119225"/>
                  </a:lnTo>
                  <a:lnTo>
                    <a:pt x="2806827" y="1122934"/>
                  </a:lnTo>
                  <a:lnTo>
                    <a:pt x="2803017" y="1120406"/>
                  </a:lnTo>
                  <a:lnTo>
                    <a:pt x="2801023" y="1119352"/>
                  </a:lnTo>
                  <a:lnTo>
                    <a:pt x="2802115" y="1120406"/>
                  </a:lnTo>
                  <a:lnTo>
                    <a:pt x="2798229" y="1119225"/>
                  </a:lnTo>
                  <a:lnTo>
                    <a:pt x="2797556" y="1117866"/>
                  </a:lnTo>
                  <a:lnTo>
                    <a:pt x="2795117" y="1117866"/>
                  </a:lnTo>
                  <a:lnTo>
                    <a:pt x="2793949" y="1118946"/>
                  </a:lnTo>
                  <a:lnTo>
                    <a:pt x="2793758" y="1119225"/>
                  </a:lnTo>
                  <a:lnTo>
                    <a:pt x="2794000" y="1120406"/>
                  </a:lnTo>
                  <a:lnTo>
                    <a:pt x="2790253" y="1117003"/>
                  </a:lnTo>
                  <a:lnTo>
                    <a:pt x="2798153" y="1117003"/>
                  </a:lnTo>
                  <a:lnTo>
                    <a:pt x="2797289" y="1116253"/>
                  </a:lnTo>
                  <a:lnTo>
                    <a:pt x="2789923" y="1116253"/>
                  </a:lnTo>
                  <a:lnTo>
                    <a:pt x="2789796" y="1116596"/>
                  </a:lnTo>
                  <a:lnTo>
                    <a:pt x="2789440" y="1116253"/>
                  </a:lnTo>
                  <a:lnTo>
                    <a:pt x="2777109" y="1116253"/>
                  </a:lnTo>
                  <a:lnTo>
                    <a:pt x="2779217" y="1117003"/>
                  </a:lnTo>
                  <a:lnTo>
                    <a:pt x="2789656" y="1117003"/>
                  </a:lnTo>
                  <a:lnTo>
                    <a:pt x="2788285" y="1120940"/>
                  </a:lnTo>
                  <a:lnTo>
                    <a:pt x="2788056" y="1121346"/>
                  </a:lnTo>
                  <a:lnTo>
                    <a:pt x="2788107" y="1120406"/>
                  </a:lnTo>
                  <a:lnTo>
                    <a:pt x="2788247" y="1119352"/>
                  </a:lnTo>
                  <a:lnTo>
                    <a:pt x="2788272" y="1119225"/>
                  </a:lnTo>
                  <a:lnTo>
                    <a:pt x="2787040" y="1119225"/>
                  </a:lnTo>
                  <a:lnTo>
                    <a:pt x="2787726" y="1120940"/>
                  </a:lnTo>
                  <a:lnTo>
                    <a:pt x="2787853" y="1121537"/>
                  </a:lnTo>
                  <a:lnTo>
                    <a:pt x="2787916" y="1121740"/>
                  </a:lnTo>
                  <a:lnTo>
                    <a:pt x="2787993" y="1121943"/>
                  </a:lnTo>
                  <a:lnTo>
                    <a:pt x="2787777" y="1121943"/>
                  </a:lnTo>
                  <a:lnTo>
                    <a:pt x="2786761" y="1122934"/>
                  </a:lnTo>
                  <a:lnTo>
                    <a:pt x="2781858" y="1121537"/>
                  </a:lnTo>
                  <a:lnTo>
                    <a:pt x="2782151" y="1121537"/>
                  </a:lnTo>
                  <a:lnTo>
                    <a:pt x="2780792" y="1120406"/>
                  </a:lnTo>
                  <a:lnTo>
                    <a:pt x="2781922" y="1120406"/>
                  </a:lnTo>
                  <a:lnTo>
                    <a:pt x="2782455" y="1119352"/>
                  </a:lnTo>
                  <a:lnTo>
                    <a:pt x="2782519" y="1119225"/>
                  </a:lnTo>
                  <a:lnTo>
                    <a:pt x="2781744" y="1119225"/>
                  </a:lnTo>
                  <a:lnTo>
                    <a:pt x="2782709" y="1118946"/>
                  </a:lnTo>
                  <a:lnTo>
                    <a:pt x="2781681" y="1117866"/>
                  </a:lnTo>
                  <a:lnTo>
                    <a:pt x="2779217" y="1117003"/>
                  </a:lnTo>
                  <a:lnTo>
                    <a:pt x="2775610" y="1117003"/>
                  </a:lnTo>
                  <a:lnTo>
                    <a:pt x="2780665" y="1124204"/>
                  </a:lnTo>
                  <a:lnTo>
                    <a:pt x="2773184" y="1121537"/>
                  </a:lnTo>
                  <a:lnTo>
                    <a:pt x="2773781" y="1121537"/>
                  </a:lnTo>
                  <a:lnTo>
                    <a:pt x="2775813" y="1120406"/>
                  </a:lnTo>
                  <a:lnTo>
                    <a:pt x="2773705" y="1119225"/>
                  </a:lnTo>
                  <a:lnTo>
                    <a:pt x="2773502" y="1119225"/>
                  </a:lnTo>
                  <a:lnTo>
                    <a:pt x="2774175" y="1117866"/>
                  </a:lnTo>
                  <a:lnTo>
                    <a:pt x="2768498" y="1117866"/>
                  </a:lnTo>
                  <a:lnTo>
                    <a:pt x="2772549" y="1119225"/>
                  </a:lnTo>
                  <a:lnTo>
                    <a:pt x="2768079" y="1119225"/>
                  </a:lnTo>
                  <a:lnTo>
                    <a:pt x="2766326" y="1117866"/>
                  </a:lnTo>
                  <a:lnTo>
                    <a:pt x="2764650" y="1119225"/>
                  </a:lnTo>
                  <a:lnTo>
                    <a:pt x="2762872" y="1120406"/>
                  </a:lnTo>
                  <a:lnTo>
                    <a:pt x="2762542" y="1121537"/>
                  </a:lnTo>
                  <a:lnTo>
                    <a:pt x="2759037" y="1121537"/>
                  </a:lnTo>
                  <a:lnTo>
                    <a:pt x="2757614" y="1120406"/>
                  </a:lnTo>
                  <a:lnTo>
                    <a:pt x="2756128" y="1119225"/>
                  </a:lnTo>
                  <a:lnTo>
                    <a:pt x="2753449" y="1119225"/>
                  </a:lnTo>
                  <a:lnTo>
                    <a:pt x="2748165" y="1120406"/>
                  </a:lnTo>
                  <a:lnTo>
                    <a:pt x="2740317" y="1117866"/>
                  </a:lnTo>
                  <a:lnTo>
                    <a:pt x="2738882" y="1118171"/>
                  </a:lnTo>
                  <a:lnTo>
                    <a:pt x="2738882" y="1122934"/>
                  </a:lnTo>
                  <a:lnTo>
                    <a:pt x="2733167" y="1122934"/>
                  </a:lnTo>
                  <a:lnTo>
                    <a:pt x="2732405" y="1120432"/>
                  </a:lnTo>
                  <a:lnTo>
                    <a:pt x="2738882" y="1122934"/>
                  </a:lnTo>
                  <a:lnTo>
                    <a:pt x="2738882" y="1118171"/>
                  </a:lnTo>
                  <a:lnTo>
                    <a:pt x="2738450" y="1118247"/>
                  </a:lnTo>
                  <a:lnTo>
                    <a:pt x="2733878" y="1119225"/>
                  </a:lnTo>
                  <a:lnTo>
                    <a:pt x="2729331" y="1119225"/>
                  </a:lnTo>
                  <a:lnTo>
                    <a:pt x="2732379" y="1120419"/>
                  </a:lnTo>
                  <a:lnTo>
                    <a:pt x="2729090" y="1121537"/>
                  </a:lnTo>
                  <a:lnTo>
                    <a:pt x="2728582" y="1121537"/>
                  </a:lnTo>
                  <a:lnTo>
                    <a:pt x="2726144" y="1119225"/>
                  </a:lnTo>
                  <a:lnTo>
                    <a:pt x="2726601" y="1119225"/>
                  </a:lnTo>
                  <a:lnTo>
                    <a:pt x="2718384" y="1117866"/>
                  </a:lnTo>
                  <a:lnTo>
                    <a:pt x="2717977" y="1118247"/>
                  </a:lnTo>
                  <a:lnTo>
                    <a:pt x="2715234" y="1121537"/>
                  </a:lnTo>
                  <a:lnTo>
                    <a:pt x="2714752" y="1121537"/>
                  </a:lnTo>
                  <a:lnTo>
                    <a:pt x="2707906" y="1119225"/>
                  </a:lnTo>
                  <a:lnTo>
                    <a:pt x="2707386" y="1119225"/>
                  </a:lnTo>
                  <a:lnTo>
                    <a:pt x="2707386" y="1117866"/>
                  </a:lnTo>
                  <a:lnTo>
                    <a:pt x="2708706" y="1117866"/>
                  </a:lnTo>
                  <a:lnTo>
                    <a:pt x="2704985" y="1117003"/>
                  </a:lnTo>
                  <a:lnTo>
                    <a:pt x="2775610" y="1117003"/>
                  </a:lnTo>
                  <a:lnTo>
                    <a:pt x="2775089" y="1116253"/>
                  </a:lnTo>
                  <a:lnTo>
                    <a:pt x="2704147" y="1116253"/>
                  </a:lnTo>
                  <a:lnTo>
                    <a:pt x="2703182" y="1116596"/>
                  </a:lnTo>
                  <a:lnTo>
                    <a:pt x="2701760" y="1116253"/>
                  </a:lnTo>
                  <a:lnTo>
                    <a:pt x="2694902" y="1116253"/>
                  </a:lnTo>
                  <a:lnTo>
                    <a:pt x="2694978" y="1117003"/>
                  </a:lnTo>
                  <a:lnTo>
                    <a:pt x="2702001" y="1117003"/>
                  </a:lnTo>
                  <a:lnTo>
                    <a:pt x="2699474" y="1117866"/>
                  </a:lnTo>
                  <a:lnTo>
                    <a:pt x="2695067" y="1117866"/>
                  </a:lnTo>
                  <a:lnTo>
                    <a:pt x="2694978" y="1117003"/>
                  </a:lnTo>
                  <a:lnTo>
                    <a:pt x="2683484" y="1117003"/>
                  </a:lnTo>
                  <a:lnTo>
                    <a:pt x="2682151" y="1117701"/>
                  </a:lnTo>
                  <a:lnTo>
                    <a:pt x="2681782" y="1117866"/>
                  </a:lnTo>
                  <a:lnTo>
                    <a:pt x="2674861" y="1119136"/>
                  </a:lnTo>
                  <a:lnTo>
                    <a:pt x="2675064" y="1118489"/>
                  </a:lnTo>
                  <a:lnTo>
                    <a:pt x="2675064" y="1117384"/>
                  </a:lnTo>
                  <a:lnTo>
                    <a:pt x="2674899" y="1117003"/>
                  </a:lnTo>
                  <a:lnTo>
                    <a:pt x="2664333" y="1117003"/>
                  </a:lnTo>
                  <a:lnTo>
                    <a:pt x="2663748" y="1118946"/>
                  </a:lnTo>
                  <a:lnTo>
                    <a:pt x="2663685" y="1119136"/>
                  </a:lnTo>
                  <a:lnTo>
                    <a:pt x="2660358" y="1117003"/>
                  </a:lnTo>
                  <a:lnTo>
                    <a:pt x="2659291" y="1117003"/>
                  </a:lnTo>
                  <a:lnTo>
                    <a:pt x="2661272" y="1119136"/>
                  </a:lnTo>
                  <a:lnTo>
                    <a:pt x="2655201" y="1117003"/>
                  </a:lnTo>
                  <a:lnTo>
                    <a:pt x="2654706" y="1117003"/>
                  </a:lnTo>
                  <a:lnTo>
                    <a:pt x="2654541" y="1116774"/>
                  </a:lnTo>
                  <a:lnTo>
                    <a:pt x="2655201" y="1117003"/>
                  </a:lnTo>
                  <a:lnTo>
                    <a:pt x="2659291" y="1117003"/>
                  </a:lnTo>
                  <a:lnTo>
                    <a:pt x="2658592" y="1116253"/>
                  </a:lnTo>
                  <a:lnTo>
                    <a:pt x="2654516" y="1116253"/>
                  </a:lnTo>
                  <a:lnTo>
                    <a:pt x="2654414" y="1116584"/>
                  </a:lnTo>
                  <a:lnTo>
                    <a:pt x="2654185" y="1116253"/>
                  </a:lnTo>
                  <a:lnTo>
                    <a:pt x="2653906" y="1116253"/>
                  </a:lnTo>
                  <a:lnTo>
                    <a:pt x="2653855" y="1116114"/>
                  </a:lnTo>
                  <a:lnTo>
                    <a:pt x="2653754" y="1115885"/>
                  </a:lnTo>
                  <a:lnTo>
                    <a:pt x="2653690" y="1115707"/>
                  </a:lnTo>
                  <a:lnTo>
                    <a:pt x="2653601" y="1115479"/>
                  </a:lnTo>
                  <a:lnTo>
                    <a:pt x="2646007" y="1115479"/>
                  </a:lnTo>
                  <a:lnTo>
                    <a:pt x="2642819" y="1116253"/>
                  </a:lnTo>
                  <a:lnTo>
                    <a:pt x="2653093" y="1116253"/>
                  </a:lnTo>
                  <a:lnTo>
                    <a:pt x="2654376" y="1116711"/>
                  </a:lnTo>
                  <a:lnTo>
                    <a:pt x="2654287" y="1117003"/>
                  </a:lnTo>
                  <a:lnTo>
                    <a:pt x="2641892" y="1117003"/>
                  </a:lnTo>
                  <a:lnTo>
                    <a:pt x="2641955" y="1121537"/>
                  </a:lnTo>
                  <a:lnTo>
                    <a:pt x="2641181" y="1121537"/>
                  </a:lnTo>
                  <a:lnTo>
                    <a:pt x="2634145" y="1120406"/>
                  </a:lnTo>
                  <a:lnTo>
                    <a:pt x="2633599" y="1119352"/>
                  </a:lnTo>
                  <a:lnTo>
                    <a:pt x="2632138" y="1116253"/>
                  </a:lnTo>
                  <a:lnTo>
                    <a:pt x="2632062" y="1116114"/>
                  </a:lnTo>
                  <a:lnTo>
                    <a:pt x="2631960" y="1115885"/>
                  </a:lnTo>
                  <a:lnTo>
                    <a:pt x="2631948" y="1115479"/>
                  </a:lnTo>
                  <a:lnTo>
                    <a:pt x="2632329" y="1115707"/>
                  </a:lnTo>
                  <a:lnTo>
                    <a:pt x="2632443" y="1114958"/>
                  </a:lnTo>
                  <a:lnTo>
                    <a:pt x="2632557" y="1114145"/>
                  </a:lnTo>
                  <a:lnTo>
                    <a:pt x="2632354" y="1114450"/>
                  </a:lnTo>
                  <a:lnTo>
                    <a:pt x="2631948" y="1115161"/>
                  </a:lnTo>
                  <a:lnTo>
                    <a:pt x="2631935" y="1112888"/>
                  </a:lnTo>
                  <a:lnTo>
                    <a:pt x="2629751" y="1112888"/>
                  </a:lnTo>
                  <a:lnTo>
                    <a:pt x="2628176" y="1117384"/>
                  </a:lnTo>
                  <a:lnTo>
                    <a:pt x="2628125" y="1117536"/>
                  </a:lnTo>
                  <a:lnTo>
                    <a:pt x="2627998" y="1117866"/>
                  </a:lnTo>
                  <a:lnTo>
                    <a:pt x="2628265" y="1117866"/>
                  </a:lnTo>
                  <a:lnTo>
                    <a:pt x="2629077" y="1119225"/>
                  </a:lnTo>
                  <a:lnTo>
                    <a:pt x="2630284" y="1119225"/>
                  </a:lnTo>
                  <a:lnTo>
                    <a:pt x="2630157" y="1120406"/>
                  </a:lnTo>
                  <a:lnTo>
                    <a:pt x="2630055" y="1121537"/>
                  </a:lnTo>
                  <a:lnTo>
                    <a:pt x="2629700" y="1121537"/>
                  </a:lnTo>
                  <a:lnTo>
                    <a:pt x="2623667" y="1119225"/>
                  </a:lnTo>
                  <a:lnTo>
                    <a:pt x="2623223" y="1119225"/>
                  </a:lnTo>
                  <a:lnTo>
                    <a:pt x="2620492" y="1120406"/>
                  </a:lnTo>
                  <a:lnTo>
                    <a:pt x="2621546" y="1120406"/>
                  </a:lnTo>
                  <a:lnTo>
                    <a:pt x="2625179" y="1121537"/>
                  </a:lnTo>
                  <a:lnTo>
                    <a:pt x="2625623" y="1121537"/>
                  </a:lnTo>
                  <a:lnTo>
                    <a:pt x="2625534" y="1121943"/>
                  </a:lnTo>
                  <a:lnTo>
                    <a:pt x="2625471" y="1122286"/>
                  </a:lnTo>
                  <a:lnTo>
                    <a:pt x="2625394" y="1122641"/>
                  </a:lnTo>
                  <a:lnTo>
                    <a:pt x="2625344" y="1122934"/>
                  </a:lnTo>
                  <a:lnTo>
                    <a:pt x="2620137" y="1122934"/>
                  </a:lnTo>
                  <a:lnTo>
                    <a:pt x="2620492" y="1125080"/>
                  </a:lnTo>
                  <a:lnTo>
                    <a:pt x="2620556" y="1125474"/>
                  </a:lnTo>
                  <a:lnTo>
                    <a:pt x="2620657" y="1126807"/>
                  </a:lnTo>
                  <a:lnTo>
                    <a:pt x="2618346" y="1128026"/>
                  </a:lnTo>
                  <a:lnTo>
                    <a:pt x="2613241" y="1126807"/>
                  </a:lnTo>
                  <a:lnTo>
                    <a:pt x="2612885" y="1126807"/>
                  </a:lnTo>
                  <a:lnTo>
                    <a:pt x="2616327" y="1125474"/>
                  </a:lnTo>
                  <a:lnTo>
                    <a:pt x="2619629" y="1124204"/>
                  </a:lnTo>
                  <a:lnTo>
                    <a:pt x="2617216" y="1121537"/>
                  </a:lnTo>
                  <a:lnTo>
                    <a:pt x="2616073" y="1120406"/>
                  </a:lnTo>
                  <a:lnTo>
                    <a:pt x="2613164" y="1117866"/>
                  </a:lnTo>
                  <a:lnTo>
                    <a:pt x="2613291" y="1117701"/>
                  </a:lnTo>
                  <a:lnTo>
                    <a:pt x="2614587" y="1116253"/>
                  </a:lnTo>
                  <a:lnTo>
                    <a:pt x="2610434" y="1116253"/>
                  </a:lnTo>
                  <a:lnTo>
                    <a:pt x="2608516" y="1119225"/>
                  </a:lnTo>
                  <a:lnTo>
                    <a:pt x="2600490" y="1119225"/>
                  </a:lnTo>
                  <a:lnTo>
                    <a:pt x="2597277" y="1122934"/>
                  </a:lnTo>
                  <a:lnTo>
                    <a:pt x="2594737" y="1122286"/>
                  </a:lnTo>
                  <a:lnTo>
                    <a:pt x="2594597" y="1122641"/>
                  </a:lnTo>
                  <a:lnTo>
                    <a:pt x="2594483" y="1122934"/>
                  </a:lnTo>
                  <a:lnTo>
                    <a:pt x="2591943" y="1122934"/>
                  </a:lnTo>
                  <a:lnTo>
                    <a:pt x="2591435" y="1124204"/>
                  </a:lnTo>
                  <a:lnTo>
                    <a:pt x="2590800" y="1122934"/>
                  </a:lnTo>
                  <a:lnTo>
                    <a:pt x="2587904" y="1121943"/>
                  </a:lnTo>
                  <a:lnTo>
                    <a:pt x="2587879" y="1125474"/>
                  </a:lnTo>
                  <a:lnTo>
                    <a:pt x="2581198" y="1123721"/>
                  </a:lnTo>
                  <a:lnTo>
                    <a:pt x="2580856" y="1125080"/>
                  </a:lnTo>
                  <a:lnTo>
                    <a:pt x="2580767" y="1125474"/>
                  </a:lnTo>
                  <a:lnTo>
                    <a:pt x="2579243" y="1124204"/>
                  </a:lnTo>
                  <a:lnTo>
                    <a:pt x="2578163" y="1124204"/>
                  </a:lnTo>
                  <a:lnTo>
                    <a:pt x="2578074" y="1125791"/>
                  </a:lnTo>
                  <a:lnTo>
                    <a:pt x="2577960" y="1128026"/>
                  </a:lnTo>
                  <a:lnTo>
                    <a:pt x="2576144" y="1126807"/>
                  </a:lnTo>
                  <a:lnTo>
                    <a:pt x="2576068" y="1124204"/>
                  </a:lnTo>
                  <a:lnTo>
                    <a:pt x="2578163" y="1124204"/>
                  </a:lnTo>
                  <a:lnTo>
                    <a:pt x="2578227" y="1122934"/>
                  </a:lnTo>
                  <a:lnTo>
                    <a:pt x="2581198" y="1123721"/>
                  </a:lnTo>
                  <a:lnTo>
                    <a:pt x="2581275" y="1123429"/>
                  </a:lnTo>
                  <a:lnTo>
                    <a:pt x="2581402" y="1122934"/>
                  </a:lnTo>
                  <a:lnTo>
                    <a:pt x="2578989" y="1122934"/>
                  </a:lnTo>
                  <a:lnTo>
                    <a:pt x="2576322" y="1121537"/>
                  </a:lnTo>
                  <a:lnTo>
                    <a:pt x="2576449" y="1120406"/>
                  </a:lnTo>
                  <a:lnTo>
                    <a:pt x="2575306" y="1124204"/>
                  </a:lnTo>
                  <a:lnTo>
                    <a:pt x="2569845" y="1125474"/>
                  </a:lnTo>
                  <a:lnTo>
                    <a:pt x="2569857" y="1125791"/>
                  </a:lnTo>
                  <a:lnTo>
                    <a:pt x="2569959" y="1128026"/>
                  </a:lnTo>
                  <a:lnTo>
                    <a:pt x="2567533" y="1126807"/>
                  </a:lnTo>
                  <a:lnTo>
                    <a:pt x="2565273" y="1125474"/>
                  </a:lnTo>
                  <a:lnTo>
                    <a:pt x="2565019" y="1124204"/>
                  </a:lnTo>
                  <a:lnTo>
                    <a:pt x="2564917" y="1123721"/>
                  </a:lnTo>
                  <a:lnTo>
                    <a:pt x="2564854" y="1123429"/>
                  </a:lnTo>
                  <a:lnTo>
                    <a:pt x="2564765" y="1122934"/>
                  </a:lnTo>
                  <a:lnTo>
                    <a:pt x="2562796" y="1125474"/>
                  </a:lnTo>
                  <a:lnTo>
                    <a:pt x="2564536" y="1127747"/>
                  </a:lnTo>
                  <a:lnTo>
                    <a:pt x="2566416" y="1128153"/>
                  </a:lnTo>
                  <a:lnTo>
                    <a:pt x="2564854" y="1128153"/>
                  </a:lnTo>
                  <a:lnTo>
                    <a:pt x="2564536" y="1127747"/>
                  </a:lnTo>
                  <a:lnTo>
                    <a:pt x="2560180" y="1126807"/>
                  </a:lnTo>
                  <a:lnTo>
                    <a:pt x="2560751" y="1126807"/>
                  </a:lnTo>
                  <a:lnTo>
                    <a:pt x="2553843" y="1120406"/>
                  </a:lnTo>
                  <a:lnTo>
                    <a:pt x="2558681" y="1128153"/>
                  </a:lnTo>
                  <a:lnTo>
                    <a:pt x="2564828" y="1128153"/>
                  </a:lnTo>
                  <a:lnTo>
                    <a:pt x="2566378" y="1130554"/>
                  </a:lnTo>
                  <a:lnTo>
                    <a:pt x="2563495" y="1130554"/>
                  </a:lnTo>
                  <a:lnTo>
                    <a:pt x="2558681" y="1128153"/>
                  </a:lnTo>
                  <a:lnTo>
                    <a:pt x="2560193" y="1130554"/>
                  </a:lnTo>
                  <a:lnTo>
                    <a:pt x="2555494" y="1130554"/>
                  </a:lnTo>
                  <a:lnTo>
                    <a:pt x="2553322" y="1128153"/>
                  </a:lnTo>
                  <a:lnTo>
                    <a:pt x="2557754" y="1128153"/>
                  </a:lnTo>
                  <a:lnTo>
                    <a:pt x="2553208" y="1125474"/>
                  </a:lnTo>
                  <a:lnTo>
                    <a:pt x="2549360" y="1126807"/>
                  </a:lnTo>
                  <a:lnTo>
                    <a:pt x="2549525" y="1126807"/>
                  </a:lnTo>
                  <a:lnTo>
                    <a:pt x="2549639" y="1127747"/>
                  </a:lnTo>
                  <a:lnTo>
                    <a:pt x="2549690" y="1128153"/>
                  </a:lnTo>
                  <a:lnTo>
                    <a:pt x="2549817" y="1129093"/>
                  </a:lnTo>
                  <a:lnTo>
                    <a:pt x="2549906" y="1129792"/>
                  </a:lnTo>
                  <a:lnTo>
                    <a:pt x="2549995" y="1130554"/>
                  </a:lnTo>
                  <a:lnTo>
                    <a:pt x="2550058" y="1131036"/>
                  </a:lnTo>
                  <a:lnTo>
                    <a:pt x="2550160" y="1131824"/>
                  </a:lnTo>
                  <a:lnTo>
                    <a:pt x="2545461" y="1130554"/>
                  </a:lnTo>
                  <a:lnTo>
                    <a:pt x="2545461" y="1129792"/>
                  </a:lnTo>
                  <a:lnTo>
                    <a:pt x="2545664" y="1129792"/>
                  </a:lnTo>
                  <a:lnTo>
                    <a:pt x="2547874" y="1130452"/>
                  </a:lnTo>
                  <a:lnTo>
                    <a:pt x="2547874" y="1129284"/>
                  </a:lnTo>
                  <a:lnTo>
                    <a:pt x="2547074" y="1128153"/>
                  </a:lnTo>
                  <a:lnTo>
                    <a:pt x="2545854" y="1128153"/>
                  </a:lnTo>
                  <a:lnTo>
                    <a:pt x="2543937" y="1129284"/>
                  </a:lnTo>
                  <a:lnTo>
                    <a:pt x="2545461" y="1129284"/>
                  </a:lnTo>
                  <a:lnTo>
                    <a:pt x="2545461" y="1129741"/>
                  </a:lnTo>
                  <a:lnTo>
                    <a:pt x="2543937" y="1129284"/>
                  </a:lnTo>
                  <a:lnTo>
                    <a:pt x="2535428" y="1129284"/>
                  </a:lnTo>
                  <a:lnTo>
                    <a:pt x="2530449" y="1128153"/>
                  </a:lnTo>
                  <a:lnTo>
                    <a:pt x="2530068" y="1128153"/>
                  </a:lnTo>
                  <a:lnTo>
                    <a:pt x="2534158" y="1130554"/>
                  </a:lnTo>
                  <a:lnTo>
                    <a:pt x="2529344" y="1128153"/>
                  </a:lnTo>
                  <a:lnTo>
                    <a:pt x="2529027" y="1128153"/>
                  </a:lnTo>
                  <a:lnTo>
                    <a:pt x="2528747" y="1129093"/>
                  </a:lnTo>
                  <a:lnTo>
                    <a:pt x="2528697" y="1129284"/>
                  </a:lnTo>
                  <a:lnTo>
                    <a:pt x="2531237" y="1130554"/>
                  </a:lnTo>
                  <a:lnTo>
                    <a:pt x="2535936" y="1133094"/>
                  </a:lnTo>
                  <a:lnTo>
                    <a:pt x="2543556" y="1134364"/>
                  </a:lnTo>
                  <a:lnTo>
                    <a:pt x="2543683" y="1136904"/>
                  </a:lnTo>
                  <a:lnTo>
                    <a:pt x="2557170" y="1141984"/>
                  </a:lnTo>
                  <a:lnTo>
                    <a:pt x="2570861" y="1144524"/>
                  </a:lnTo>
                  <a:lnTo>
                    <a:pt x="2574417" y="1140714"/>
                  </a:lnTo>
                  <a:lnTo>
                    <a:pt x="2580513" y="1145794"/>
                  </a:lnTo>
                  <a:lnTo>
                    <a:pt x="2584958" y="1143254"/>
                  </a:lnTo>
                  <a:lnTo>
                    <a:pt x="2584450" y="1140714"/>
                  </a:lnTo>
                  <a:lnTo>
                    <a:pt x="2583942" y="1138174"/>
                  </a:lnTo>
                  <a:lnTo>
                    <a:pt x="2585593" y="1141984"/>
                  </a:lnTo>
                  <a:lnTo>
                    <a:pt x="2590165" y="1140714"/>
                  </a:lnTo>
                  <a:lnTo>
                    <a:pt x="2587752" y="1141984"/>
                  </a:lnTo>
                  <a:lnTo>
                    <a:pt x="2591308" y="1144524"/>
                  </a:lnTo>
                  <a:lnTo>
                    <a:pt x="2593213" y="1144524"/>
                  </a:lnTo>
                  <a:lnTo>
                    <a:pt x="2593721" y="1143254"/>
                  </a:lnTo>
                  <a:lnTo>
                    <a:pt x="2595626" y="1143254"/>
                  </a:lnTo>
                  <a:lnTo>
                    <a:pt x="2597277" y="1144524"/>
                  </a:lnTo>
                  <a:lnTo>
                    <a:pt x="2605024" y="1147064"/>
                  </a:lnTo>
                  <a:lnTo>
                    <a:pt x="2605913" y="1144524"/>
                  </a:lnTo>
                  <a:lnTo>
                    <a:pt x="2607246" y="1145006"/>
                  </a:lnTo>
                  <a:lnTo>
                    <a:pt x="2607183" y="1144524"/>
                  </a:lnTo>
                  <a:lnTo>
                    <a:pt x="2607551" y="1145120"/>
                  </a:lnTo>
                  <a:lnTo>
                    <a:pt x="2607272" y="1145120"/>
                  </a:lnTo>
                  <a:lnTo>
                    <a:pt x="2607386" y="1145794"/>
                  </a:lnTo>
                  <a:lnTo>
                    <a:pt x="2608008" y="1145794"/>
                  </a:lnTo>
                  <a:lnTo>
                    <a:pt x="2607564" y="1145120"/>
                  </a:lnTo>
                  <a:lnTo>
                    <a:pt x="2609469" y="1145794"/>
                  </a:lnTo>
                  <a:lnTo>
                    <a:pt x="2608008" y="1145794"/>
                  </a:lnTo>
                  <a:lnTo>
                    <a:pt x="2608834" y="1147064"/>
                  </a:lnTo>
                  <a:lnTo>
                    <a:pt x="2613279" y="1147064"/>
                  </a:lnTo>
                  <a:lnTo>
                    <a:pt x="2616454" y="1148334"/>
                  </a:lnTo>
                  <a:lnTo>
                    <a:pt x="2621407" y="1148334"/>
                  </a:lnTo>
                  <a:lnTo>
                    <a:pt x="2620226" y="1145120"/>
                  </a:lnTo>
                  <a:lnTo>
                    <a:pt x="2620010" y="1144524"/>
                  </a:lnTo>
                  <a:lnTo>
                    <a:pt x="2625344" y="1147064"/>
                  </a:lnTo>
                  <a:lnTo>
                    <a:pt x="2626741" y="1145794"/>
                  </a:lnTo>
                  <a:lnTo>
                    <a:pt x="2626741" y="1147064"/>
                  </a:lnTo>
                  <a:lnTo>
                    <a:pt x="2631821" y="1147064"/>
                  </a:lnTo>
                  <a:lnTo>
                    <a:pt x="2632392" y="1145794"/>
                  </a:lnTo>
                  <a:lnTo>
                    <a:pt x="2632964" y="1144524"/>
                  </a:lnTo>
                  <a:lnTo>
                    <a:pt x="2633599" y="1143254"/>
                  </a:lnTo>
                  <a:lnTo>
                    <a:pt x="2634234" y="1141984"/>
                  </a:lnTo>
                  <a:lnTo>
                    <a:pt x="2637282" y="1147064"/>
                  </a:lnTo>
                  <a:lnTo>
                    <a:pt x="2639822" y="1144524"/>
                  </a:lnTo>
                  <a:lnTo>
                    <a:pt x="2638806" y="1144524"/>
                  </a:lnTo>
                  <a:lnTo>
                    <a:pt x="2640584" y="1143254"/>
                  </a:lnTo>
                  <a:lnTo>
                    <a:pt x="2647950" y="1145794"/>
                  </a:lnTo>
                  <a:lnTo>
                    <a:pt x="2651252" y="1147064"/>
                  </a:lnTo>
                  <a:lnTo>
                    <a:pt x="2664866" y="1144524"/>
                  </a:lnTo>
                  <a:lnTo>
                    <a:pt x="2678773" y="1145794"/>
                  </a:lnTo>
                  <a:lnTo>
                    <a:pt x="2693390" y="1148334"/>
                  </a:lnTo>
                  <a:lnTo>
                    <a:pt x="2709164" y="1149604"/>
                  </a:lnTo>
                  <a:lnTo>
                    <a:pt x="2710053" y="1148334"/>
                  </a:lnTo>
                  <a:lnTo>
                    <a:pt x="2707005" y="1147064"/>
                  </a:lnTo>
                  <a:lnTo>
                    <a:pt x="2707386" y="1145794"/>
                  </a:lnTo>
                  <a:lnTo>
                    <a:pt x="2707716" y="1145603"/>
                  </a:lnTo>
                  <a:lnTo>
                    <a:pt x="2707627" y="1145120"/>
                  </a:lnTo>
                  <a:lnTo>
                    <a:pt x="2707513" y="1144524"/>
                  </a:lnTo>
                  <a:lnTo>
                    <a:pt x="2706243" y="1144524"/>
                  </a:lnTo>
                  <a:lnTo>
                    <a:pt x="2705354" y="1145794"/>
                  </a:lnTo>
                  <a:lnTo>
                    <a:pt x="2703957" y="1145794"/>
                  </a:lnTo>
                  <a:lnTo>
                    <a:pt x="2705481" y="1144524"/>
                  </a:lnTo>
                  <a:lnTo>
                    <a:pt x="2705176" y="1143254"/>
                  </a:lnTo>
                  <a:lnTo>
                    <a:pt x="2704884" y="1141984"/>
                  </a:lnTo>
                  <a:lnTo>
                    <a:pt x="2704592" y="1140714"/>
                  </a:lnTo>
                  <a:lnTo>
                    <a:pt x="2707894" y="1141984"/>
                  </a:lnTo>
                  <a:lnTo>
                    <a:pt x="2707767" y="1143254"/>
                  </a:lnTo>
                  <a:lnTo>
                    <a:pt x="2709291" y="1143254"/>
                  </a:lnTo>
                  <a:lnTo>
                    <a:pt x="2708783" y="1141984"/>
                  </a:lnTo>
                  <a:lnTo>
                    <a:pt x="2710942" y="1143254"/>
                  </a:lnTo>
                  <a:lnTo>
                    <a:pt x="2713228" y="1143254"/>
                  </a:lnTo>
                  <a:lnTo>
                    <a:pt x="2718206" y="1145019"/>
                  </a:lnTo>
                  <a:lnTo>
                    <a:pt x="2719578" y="1144524"/>
                  </a:lnTo>
                  <a:lnTo>
                    <a:pt x="2720759" y="1145032"/>
                  </a:lnTo>
                  <a:lnTo>
                    <a:pt x="2720975" y="1144524"/>
                  </a:lnTo>
                  <a:lnTo>
                    <a:pt x="2721991" y="1141984"/>
                  </a:lnTo>
                  <a:lnTo>
                    <a:pt x="2727579" y="1144524"/>
                  </a:lnTo>
                  <a:lnTo>
                    <a:pt x="2728849" y="1145794"/>
                  </a:lnTo>
                  <a:lnTo>
                    <a:pt x="2729357" y="1148334"/>
                  </a:lnTo>
                  <a:lnTo>
                    <a:pt x="2724912" y="1145794"/>
                  </a:lnTo>
                  <a:lnTo>
                    <a:pt x="2724734" y="1146975"/>
                  </a:lnTo>
                  <a:lnTo>
                    <a:pt x="2724150" y="1145794"/>
                  </a:lnTo>
                  <a:lnTo>
                    <a:pt x="2723515" y="1145794"/>
                  </a:lnTo>
                  <a:lnTo>
                    <a:pt x="2725293" y="1144524"/>
                  </a:lnTo>
                  <a:lnTo>
                    <a:pt x="2722626" y="1145794"/>
                  </a:lnTo>
                  <a:lnTo>
                    <a:pt x="2720987" y="1145120"/>
                  </a:lnTo>
                  <a:lnTo>
                    <a:pt x="2720733" y="1145120"/>
                  </a:lnTo>
                  <a:lnTo>
                    <a:pt x="2720543" y="1145603"/>
                  </a:lnTo>
                  <a:lnTo>
                    <a:pt x="2720467" y="1145794"/>
                  </a:lnTo>
                  <a:lnTo>
                    <a:pt x="2718524" y="1145120"/>
                  </a:lnTo>
                  <a:lnTo>
                    <a:pt x="2717914" y="1145120"/>
                  </a:lnTo>
                  <a:lnTo>
                    <a:pt x="2716022" y="1145794"/>
                  </a:lnTo>
                  <a:lnTo>
                    <a:pt x="2717165" y="1147064"/>
                  </a:lnTo>
                  <a:lnTo>
                    <a:pt x="2715387" y="1148334"/>
                  </a:lnTo>
                  <a:lnTo>
                    <a:pt x="2716530" y="1148334"/>
                  </a:lnTo>
                  <a:lnTo>
                    <a:pt x="2720213" y="1147064"/>
                  </a:lnTo>
                  <a:lnTo>
                    <a:pt x="2720213" y="1148334"/>
                  </a:lnTo>
                  <a:lnTo>
                    <a:pt x="2723769" y="1149604"/>
                  </a:lnTo>
                  <a:lnTo>
                    <a:pt x="2721991" y="1147064"/>
                  </a:lnTo>
                  <a:lnTo>
                    <a:pt x="2721102" y="1145794"/>
                  </a:lnTo>
                  <a:lnTo>
                    <a:pt x="2724721" y="1147051"/>
                  </a:lnTo>
                  <a:lnTo>
                    <a:pt x="2724531" y="1148334"/>
                  </a:lnTo>
                  <a:lnTo>
                    <a:pt x="2727833" y="1150874"/>
                  </a:lnTo>
                  <a:lnTo>
                    <a:pt x="2726944" y="1148334"/>
                  </a:lnTo>
                  <a:lnTo>
                    <a:pt x="2730500" y="1149604"/>
                  </a:lnTo>
                  <a:lnTo>
                    <a:pt x="2730627" y="1148334"/>
                  </a:lnTo>
                  <a:lnTo>
                    <a:pt x="2732151" y="1148334"/>
                  </a:lnTo>
                  <a:lnTo>
                    <a:pt x="2732709" y="1149464"/>
                  </a:lnTo>
                  <a:lnTo>
                    <a:pt x="2734310" y="1148334"/>
                  </a:lnTo>
                  <a:lnTo>
                    <a:pt x="2733929" y="1150874"/>
                  </a:lnTo>
                  <a:lnTo>
                    <a:pt x="2736723" y="1148334"/>
                  </a:lnTo>
                  <a:lnTo>
                    <a:pt x="2737485" y="1150874"/>
                  </a:lnTo>
                  <a:lnTo>
                    <a:pt x="2745867" y="1152144"/>
                  </a:lnTo>
                  <a:lnTo>
                    <a:pt x="2745740" y="1148334"/>
                  </a:lnTo>
                  <a:lnTo>
                    <a:pt x="2754249" y="1150874"/>
                  </a:lnTo>
                  <a:lnTo>
                    <a:pt x="2752598" y="1149604"/>
                  </a:lnTo>
                  <a:lnTo>
                    <a:pt x="2754503" y="1147064"/>
                  </a:lnTo>
                  <a:lnTo>
                    <a:pt x="2756789" y="1148334"/>
                  </a:lnTo>
                  <a:lnTo>
                    <a:pt x="2758948" y="1148334"/>
                  </a:lnTo>
                  <a:lnTo>
                    <a:pt x="2758605" y="1149464"/>
                  </a:lnTo>
                  <a:lnTo>
                    <a:pt x="2758567" y="1149604"/>
                  </a:lnTo>
                  <a:lnTo>
                    <a:pt x="2760726" y="1148334"/>
                  </a:lnTo>
                  <a:lnTo>
                    <a:pt x="2766060" y="1152144"/>
                  </a:lnTo>
                  <a:lnTo>
                    <a:pt x="2768219" y="1149604"/>
                  </a:lnTo>
                  <a:lnTo>
                    <a:pt x="2773934" y="1150874"/>
                  </a:lnTo>
                  <a:lnTo>
                    <a:pt x="2774188" y="1152144"/>
                  </a:lnTo>
                  <a:lnTo>
                    <a:pt x="2775458" y="1150874"/>
                  </a:lnTo>
                  <a:lnTo>
                    <a:pt x="2776982" y="1149604"/>
                  </a:lnTo>
                  <a:lnTo>
                    <a:pt x="2780030" y="1149604"/>
                  </a:lnTo>
                  <a:lnTo>
                    <a:pt x="2780538" y="1152144"/>
                  </a:lnTo>
                  <a:lnTo>
                    <a:pt x="2784729" y="1153414"/>
                  </a:lnTo>
                  <a:lnTo>
                    <a:pt x="2782443" y="1149604"/>
                  </a:lnTo>
                  <a:lnTo>
                    <a:pt x="2780919" y="1147064"/>
                  </a:lnTo>
                  <a:lnTo>
                    <a:pt x="2785364" y="1149604"/>
                  </a:lnTo>
                  <a:lnTo>
                    <a:pt x="2784221" y="1147064"/>
                  </a:lnTo>
                  <a:lnTo>
                    <a:pt x="2781173" y="1145794"/>
                  </a:lnTo>
                  <a:lnTo>
                    <a:pt x="2779776" y="1143254"/>
                  </a:lnTo>
                  <a:lnTo>
                    <a:pt x="2781808" y="1145794"/>
                  </a:lnTo>
                  <a:lnTo>
                    <a:pt x="2785999" y="1145794"/>
                  </a:lnTo>
                  <a:lnTo>
                    <a:pt x="2784348" y="1144524"/>
                  </a:lnTo>
                  <a:lnTo>
                    <a:pt x="2787650" y="1143254"/>
                  </a:lnTo>
                  <a:lnTo>
                    <a:pt x="2786888" y="1144524"/>
                  </a:lnTo>
                  <a:lnTo>
                    <a:pt x="2787523" y="1144524"/>
                  </a:lnTo>
                  <a:lnTo>
                    <a:pt x="2789174" y="1143254"/>
                  </a:lnTo>
                  <a:lnTo>
                    <a:pt x="2791841" y="1143254"/>
                  </a:lnTo>
                  <a:lnTo>
                    <a:pt x="2791714" y="1144524"/>
                  </a:lnTo>
                  <a:lnTo>
                    <a:pt x="2791650" y="1145120"/>
                  </a:lnTo>
                  <a:lnTo>
                    <a:pt x="2791587" y="1145794"/>
                  </a:lnTo>
                  <a:lnTo>
                    <a:pt x="2791460" y="1147064"/>
                  </a:lnTo>
                  <a:lnTo>
                    <a:pt x="2791079" y="1148334"/>
                  </a:lnTo>
                  <a:lnTo>
                    <a:pt x="2792349" y="1145794"/>
                  </a:lnTo>
                  <a:lnTo>
                    <a:pt x="2795905" y="1147064"/>
                  </a:lnTo>
                  <a:lnTo>
                    <a:pt x="2798953" y="1147064"/>
                  </a:lnTo>
                  <a:lnTo>
                    <a:pt x="2798318" y="1148334"/>
                  </a:lnTo>
                  <a:lnTo>
                    <a:pt x="2802382" y="1148334"/>
                  </a:lnTo>
                  <a:lnTo>
                    <a:pt x="2803779" y="1147064"/>
                  </a:lnTo>
                  <a:lnTo>
                    <a:pt x="2805049" y="1147064"/>
                  </a:lnTo>
                  <a:lnTo>
                    <a:pt x="2807208" y="1147064"/>
                  </a:lnTo>
                  <a:lnTo>
                    <a:pt x="2810764" y="1148334"/>
                  </a:lnTo>
                  <a:lnTo>
                    <a:pt x="2810129" y="1150874"/>
                  </a:lnTo>
                  <a:lnTo>
                    <a:pt x="2813050" y="1152144"/>
                  </a:lnTo>
                  <a:lnTo>
                    <a:pt x="2810764" y="1149604"/>
                  </a:lnTo>
                  <a:lnTo>
                    <a:pt x="2811018" y="1149604"/>
                  </a:lnTo>
                  <a:lnTo>
                    <a:pt x="2813685" y="1148334"/>
                  </a:lnTo>
                  <a:lnTo>
                    <a:pt x="2815463" y="1149604"/>
                  </a:lnTo>
                  <a:lnTo>
                    <a:pt x="2818130" y="1152144"/>
                  </a:lnTo>
                  <a:lnTo>
                    <a:pt x="2822067" y="1148334"/>
                  </a:lnTo>
                  <a:lnTo>
                    <a:pt x="2831592" y="1155954"/>
                  </a:lnTo>
                  <a:lnTo>
                    <a:pt x="2834259" y="1150874"/>
                  </a:lnTo>
                  <a:lnTo>
                    <a:pt x="2835783" y="1153414"/>
                  </a:lnTo>
                  <a:lnTo>
                    <a:pt x="2838069" y="1150874"/>
                  </a:lnTo>
                  <a:lnTo>
                    <a:pt x="2840355" y="1148334"/>
                  </a:lnTo>
                  <a:lnTo>
                    <a:pt x="2850515" y="1154684"/>
                  </a:lnTo>
                  <a:lnTo>
                    <a:pt x="2853055" y="1148334"/>
                  </a:lnTo>
                  <a:lnTo>
                    <a:pt x="2858249" y="1150874"/>
                  </a:lnTo>
                  <a:lnTo>
                    <a:pt x="2859659" y="1149604"/>
                  </a:lnTo>
                  <a:lnTo>
                    <a:pt x="2860256" y="1148334"/>
                  </a:lnTo>
                  <a:lnTo>
                    <a:pt x="2860865" y="1147064"/>
                  </a:lnTo>
                  <a:lnTo>
                    <a:pt x="2865501" y="1148334"/>
                  </a:lnTo>
                  <a:lnTo>
                    <a:pt x="2873972" y="1148334"/>
                  </a:lnTo>
                  <a:lnTo>
                    <a:pt x="2892755" y="1149604"/>
                  </a:lnTo>
                  <a:lnTo>
                    <a:pt x="2937129" y="1149604"/>
                  </a:lnTo>
                  <a:lnTo>
                    <a:pt x="2942209" y="1148334"/>
                  </a:lnTo>
                  <a:lnTo>
                    <a:pt x="2946908" y="1148334"/>
                  </a:lnTo>
                  <a:lnTo>
                    <a:pt x="2948178" y="1149604"/>
                  </a:lnTo>
                  <a:lnTo>
                    <a:pt x="2966974" y="1149604"/>
                  </a:lnTo>
                  <a:close/>
                </a:path>
                <a:path w="3108960" h="1905000">
                  <a:moveTo>
                    <a:pt x="2979547" y="1376680"/>
                  </a:moveTo>
                  <a:lnTo>
                    <a:pt x="2978569" y="1375473"/>
                  </a:lnTo>
                  <a:lnTo>
                    <a:pt x="2976664" y="1375473"/>
                  </a:lnTo>
                  <a:lnTo>
                    <a:pt x="2977515" y="1376680"/>
                  </a:lnTo>
                  <a:lnTo>
                    <a:pt x="2979547" y="1376680"/>
                  </a:lnTo>
                  <a:close/>
                </a:path>
                <a:path w="3108960" h="1905000">
                  <a:moveTo>
                    <a:pt x="2983496" y="1374140"/>
                  </a:moveTo>
                  <a:lnTo>
                    <a:pt x="2979293" y="1374140"/>
                  </a:lnTo>
                  <a:lnTo>
                    <a:pt x="2973171" y="1375473"/>
                  </a:lnTo>
                  <a:lnTo>
                    <a:pt x="2976156" y="1375473"/>
                  </a:lnTo>
                  <a:lnTo>
                    <a:pt x="2983496" y="1374140"/>
                  </a:lnTo>
                  <a:close/>
                </a:path>
                <a:path w="3108960" h="1905000">
                  <a:moveTo>
                    <a:pt x="2999740" y="1372971"/>
                  </a:moveTo>
                  <a:lnTo>
                    <a:pt x="2999321" y="1372971"/>
                  </a:lnTo>
                  <a:lnTo>
                    <a:pt x="2999041" y="1373924"/>
                  </a:lnTo>
                  <a:lnTo>
                    <a:pt x="2999740" y="1372971"/>
                  </a:lnTo>
                  <a:close/>
                </a:path>
                <a:path w="3108960" h="1905000">
                  <a:moveTo>
                    <a:pt x="3001911" y="1369618"/>
                  </a:moveTo>
                  <a:lnTo>
                    <a:pt x="2999155" y="1370622"/>
                  </a:lnTo>
                  <a:lnTo>
                    <a:pt x="3000984" y="1371053"/>
                  </a:lnTo>
                  <a:lnTo>
                    <a:pt x="3001911" y="1369618"/>
                  </a:lnTo>
                  <a:close/>
                </a:path>
                <a:path w="3108960" h="1905000">
                  <a:moveTo>
                    <a:pt x="3108833" y="1369060"/>
                  </a:moveTo>
                  <a:lnTo>
                    <a:pt x="3106470" y="1357630"/>
                  </a:lnTo>
                  <a:lnTo>
                    <a:pt x="3100197" y="1327150"/>
                  </a:lnTo>
                  <a:lnTo>
                    <a:pt x="3000375" y="1339850"/>
                  </a:lnTo>
                  <a:lnTo>
                    <a:pt x="2968625" y="1344930"/>
                  </a:lnTo>
                  <a:lnTo>
                    <a:pt x="2942336" y="1347470"/>
                  </a:lnTo>
                  <a:lnTo>
                    <a:pt x="2933954" y="1350010"/>
                  </a:lnTo>
                  <a:lnTo>
                    <a:pt x="2937256" y="1351280"/>
                  </a:lnTo>
                  <a:lnTo>
                    <a:pt x="2929636" y="1353820"/>
                  </a:lnTo>
                  <a:lnTo>
                    <a:pt x="2926842" y="1353820"/>
                  </a:lnTo>
                  <a:lnTo>
                    <a:pt x="2919984" y="1355090"/>
                  </a:lnTo>
                  <a:lnTo>
                    <a:pt x="2920746" y="1353820"/>
                  </a:lnTo>
                  <a:lnTo>
                    <a:pt x="2926969" y="1352550"/>
                  </a:lnTo>
                  <a:lnTo>
                    <a:pt x="2924429" y="1351280"/>
                  </a:lnTo>
                  <a:lnTo>
                    <a:pt x="2926715" y="1350010"/>
                  </a:lnTo>
                  <a:lnTo>
                    <a:pt x="2911310" y="1352550"/>
                  </a:lnTo>
                  <a:lnTo>
                    <a:pt x="2903486" y="1352550"/>
                  </a:lnTo>
                  <a:lnTo>
                    <a:pt x="2896108" y="1355090"/>
                  </a:lnTo>
                  <a:lnTo>
                    <a:pt x="2902331" y="1355090"/>
                  </a:lnTo>
                  <a:lnTo>
                    <a:pt x="2898648" y="1356360"/>
                  </a:lnTo>
                  <a:lnTo>
                    <a:pt x="2893695" y="1356360"/>
                  </a:lnTo>
                  <a:lnTo>
                    <a:pt x="2890647" y="1357630"/>
                  </a:lnTo>
                  <a:lnTo>
                    <a:pt x="2892425" y="1356360"/>
                  </a:lnTo>
                  <a:lnTo>
                    <a:pt x="2889796" y="1354340"/>
                  </a:lnTo>
                  <a:lnTo>
                    <a:pt x="2881084" y="1356360"/>
                  </a:lnTo>
                  <a:lnTo>
                    <a:pt x="2871355" y="1356360"/>
                  </a:lnTo>
                  <a:lnTo>
                    <a:pt x="2862834" y="1357630"/>
                  </a:lnTo>
                  <a:lnTo>
                    <a:pt x="2856344" y="1360170"/>
                  </a:lnTo>
                  <a:lnTo>
                    <a:pt x="2846082" y="1363980"/>
                  </a:lnTo>
                  <a:lnTo>
                    <a:pt x="2834132" y="1367790"/>
                  </a:lnTo>
                  <a:lnTo>
                    <a:pt x="2822232" y="1371714"/>
                  </a:lnTo>
                  <a:lnTo>
                    <a:pt x="2816377" y="1371714"/>
                  </a:lnTo>
                  <a:lnTo>
                    <a:pt x="2820759" y="1370330"/>
                  </a:lnTo>
                  <a:lnTo>
                    <a:pt x="2822029" y="1369060"/>
                  </a:lnTo>
                  <a:lnTo>
                    <a:pt x="2823730" y="1367790"/>
                  </a:lnTo>
                  <a:lnTo>
                    <a:pt x="2822664" y="1367790"/>
                  </a:lnTo>
                  <a:lnTo>
                    <a:pt x="2809456" y="1370330"/>
                  </a:lnTo>
                  <a:lnTo>
                    <a:pt x="2803144" y="1370330"/>
                  </a:lnTo>
                  <a:lnTo>
                    <a:pt x="2804236" y="1371714"/>
                  </a:lnTo>
                  <a:lnTo>
                    <a:pt x="2804071" y="1371714"/>
                  </a:lnTo>
                  <a:lnTo>
                    <a:pt x="2803067" y="1372971"/>
                  </a:lnTo>
                  <a:lnTo>
                    <a:pt x="2799092" y="1372971"/>
                  </a:lnTo>
                  <a:lnTo>
                    <a:pt x="2794508" y="1374140"/>
                  </a:lnTo>
                  <a:lnTo>
                    <a:pt x="2795105" y="1371714"/>
                  </a:lnTo>
                  <a:lnTo>
                    <a:pt x="2788589" y="1371714"/>
                  </a:lnTo>
                  <a:lnTo>
                    <a:pt x="2795778" y="1370330"/>
                  </a:lnTo>
                  <a:lnTo>
                    <a:pt x="2792857" y="1369060"/>
                  </a:lnTo>
                  <a:lnTo>
                    <a:pt x="2789072" y="1371053"/>
                  </a:lnTo>
                  <a:lnTo>
                    <a:pt x="2787700" y="1371714"/>
                  </a:lnTo>
                  <a:lnTo>
                    <a:pt x="2784208" y="1372882"/>
                  </a:lnTo>
                  <a:lnTo>
                    <a:pt x="2784094" y="1371714"/>
                  </a:lnTo>
                  <a:lnTo>
                    <a:pt x="2783992" y="1370622"/>
                  </a:lnTo>
                  <a:lnTo>
                    <a:pt x="2783967" y="1370330"/>
                  </a:lnTo>
                  <a:lnTo>
                    <a:pt x="2775318" y="1371612"/>
                  </a:lnTo>
                  <a:lnTo>
                    <a:pt x="2777998" y="1369060"/>
                  </a:lnTo>
                  <a:lnTo>
                    <a:pt x="2768587" y="1372882"/>
                  </a:lnTo>
                  <a:lnTo>
                    <a:pt x="2766618" y="1371714"/>
                  </a:lnTo>
                  <a:lnTo>
                    <a:pt x="2766022" y="1371714"/>
                  </a:lnTo>
                  <a:lnTo>
                    <a:pt x="2756916" y="1374140"/>
                  </a:lnTo>
                  <a:lnTo>
                    <a:pt x="2762745" y="1375067"/>
                  </a:lnTo>
                  <a:lnTo>
                    <a:pt x="2766428" y="1374140"/>
                  </a:lnTo>
                  <a:lnTo>
                    <a:pt x="2769260" y="1372971"/>
                  </a:lnTo>
                  <a:lnTo>
                    <a:pt x="2769539" y="1372971"/>
                  </a:lnTo>
                  <a:lnTo>
                    <a:pt x="2770225" y="1374140"/>
                  </a:lnTo>
                  <a:lnTo>
                    <a:pt x="2767888" y="1375067"/>
                  </a:lnTo>
                  <a:lnTo>
                    <a:pt x="2766923" y="1375473"/>
                  </a:lnTo>
                  <a:lnTo>
                    <a:pt x="2764891" y="1376680"/>
                  </a:lnTo>
                  <a:lnTo>
                    <a:pt x="2768854" y="1376680"/>
                  </a:lnTo>
                  <a:lnTo>
                    <a:pt x="2759976" y="1377950"/>
                  </a:lnTo>
                  <a:lnTo>
                    <a:pt x="2746464" y="1380490"/>
                  </a:lnTo>
                  <a:lnTo>
                    <a:pt x="2737104" y="1383030"/>
                  </a:lnTo>
                  <a:lnTo>
                    <a:pt x="2745867" y="1381760"/>
                  </a:lnTo>
                  <a:lnTo>
                    <a:pt x="2734437" y="1385570"/>
                  </a:lnTo>
                  <a:lnTo>
                    <a:pt x="2738374" y="1385570"/>
                  </a:lnTo>
                  <a:lnTo>
                    <a:pt x="2727579" y="1386852"/>
                  </a:lnTo>
                  <a:lnTo>
                    <a:pt x="2736342" y="1384300"/>
                  </a:lnTo>
                  <a:lnTo>
                    <a:pt x="2734183" y="1383030"/>
                  </a:lnTo>
                  <a:lnTo>
                    <a:pt x="2728468" y="1384300"/>
                  </a:lnTo>
                  <a:lnTo>
                    <a:pt x="2727325" y="1383030"/>
                  </a:lnTo>
                  <a:lnTo>
                    <a:pt x="2720721" y="1385570"/>
                  </a:lnTo>
                  <a:lnTo>
                    <a:pt x="2718816" y="1385570"/>
                  </a:lnTo>
                  <a:lnTo>
                    <a:pt x="2715260" y="1389380"/>
                  </a:lnTo>
                  <a:lnTo>
                    <a:pt x="2714244" y="1388110"/>
                  </a:lnTo>
                  <a:lnTo>
                    <a:pt x="2713278" y="1386928"/>
                  </a:lnTo>
                  <a:lnTo>
                    <a:pt x="2712936" y="1386928"/>
                  </a:lnTo>
                  <a:lnTo>
                    <a:pt x="2708402" y="1388110"/>
                  </a:lnTo>
                  <a:lnTo>
                    <a:pt x="2709291" y="1386928"/>
                  </a:lnTo>
                  <a:lnTo>
                    <a:pt x="2709113" y="1386928"/>
                  </a:lnTo>
                  <a:lnTo>
                    <a:pt x="2703576" y="1389380"/>
                  </a:lnTo>
                  <a:lnTo>
                    <a:pt x="2699804" y="1388110"/>
                  </a:lnTo>
                  <a:lnTo>
                    <a:pt x="2700540" y="1386928"/>
                  </a:lnTo>
                  <a:lnTo>
                    <a:pt x="2701747" y="1385570"/>
                  </a:lnTo>
                  <a:lnTo>
                    <a:pt x="2699131" y="1384300"/>
                  </a:lnTo>
                  <a:lnTo>
                    <a:pt x="2694432" y="1383030"/>
                  </a:lnTo>
                  <a:lnTo>
                    <a:pt x="2690152" y="1386928"/>
                  </a:lnTo>
                  <a:lnTo>
                    <a:pt x="2686723" y="1386928"/>
                  </a:lnTo>
                  <a:lnTo>
                    <a:pt x="2684551" y="1386928"/>
                  </a:lnTo>
                  <a:lnTo>
                    <a:pt x="2679192" y="1388110"/>
                  </a:lnTo>
                  <a:lnTo>
                    <a:pt x="2673477" y="1388110"/>
                  </a:lnTo>
                  <a:lnTo>
                    <a:pt x="2670556" y="1390650"/>
                  </a:lnTo>
                  <a:lnTo>
                    <a:pt x="2670429" y="1389380"/>
                  </a:lnTo>
                  <a:lnTo>
                    <a:pt x="2665603" y="1391920"/>
                  </a:lnTo>
                  <a:lnTo>
                    <a:pt x="2663317" y="1391920"/>
                  </a:lnTo>
                  <a:lnTo>
                    <a:pt x="2659888" y="1393190"/>
                  </a:lnTo>
                  <a:lnTo>
                    <a:pt x="2651125" y="1397000"/>
                  </a:lnTo>
                  <a:lnTo>
                    <a:pt x="2648458" y="1394460"/>
                  </a:lnTo>
                  <a:lnTo>
                    <a:pt x="2648966" y="1393190"/>
                  </a:lnTo>
                  <a:lnTo>
                    <a:pt x="2642362" y="1394460"/>
                  </a:lnTo>
                  <a:lnTo>
                    <a:pt x="2637663" y="1394460"/>
                  </a:lnTo>
                  <a:lnTo>
                    <a:pt x="2639822" y="1393190"/>
                  </a:lnTo>
                  <a:lnTo>
                    <a:pt x="2629535" y="1393190"/>
                  </a:lnTo>
                  <a:lnTo>
                    <a:pt x="2632583" y="1390650"/>
                  </a:lnTo>
                  <a:lnTo>
                    <a:pt x="2622550" y="1391920"/>
                  </a:lnTo>
                  <a:lnTo>
                    <a:pt x="2622296" y="1393190"/>
                  </a:lnTo>
                  <a:lnTo>
                    <a:pt x="2613660" y="1397000"/>
                  </a:lnTo>
                  <a:lnTo>
                    <a:pt x="2614803" y="1397000"/>
                  </a:lnTo>
                  <a:lnTo>
                    <a:pt x="2614676" y="1399540"/>
                  </a:lnTo>
                  <a:lnTo>
                    <a:pt x="2608072" y="1402080"/>
                  </a:lnTo>
                  <a:lnTo>
                    <a:pt x="2601087" y="1400810"/>
                  </a:lnTo>
                  <a:lnTo>
                    <a:pt x="2599144" y="1400467"/>
                  </a:lnTo>
                  <a:lnTo>
                    <a:pt x="2598420" y="1400810"/>
                  </a:lnTo>
                  <a:lnTo>
                    <a:pt x="2595473" y="1400302"/>
                  </a:lnTo>
                  <a:lnTo>
                    <a:pt x="2596388" y="1400810"/>
                  </a:lnTo>
                  <a:lnTo>
                    <a:pt x="2586990" y="1403350"/>
                  </a:lnTo>
                  <a:lnTo>
                    <a:pt x="2590800" y="1400810"/>
                  </a:lnTo>
                  <a:lnTo>
                    <a:pt x="2591054" y="1399540"/>
                  </a:lnTo>
                  <a:lnTo>
                    <a:pt x="2595473" y="1400302"/>
                  </a:lnTo>
                  <a:lnTo>
                    <a:pt x="2594102" y="1399540"/>
                  </a:lnTo>
                  <a:lnTo>
                    <a:pt x="2599144" y="1400467"/>
                  </a:lnTo>
                  <a:lnTo>
                    <a:pt x="2603627" y="1398270"/>
                  </a:lnTo>
                  <a:lnTo>
                    <a:pt x="2609850" y="1399540"/>
                  </a:lnTo>
                  <a:lnTo>
                    <a:pt x="2609215" y="1398270"/>
                  </a:lnTo>
                  <a:lnTo>
                    <a:pt x="2609532" y="1397215"/>
                  </a:lnTo>
                  <a:lnTo>
                    <a:pt x="2609596" y="1397000"/>
                  </a:lnTo>
                  <a:lnTo>
                    <a:pt x="2613660" y="1397000"/>
                  </a:lnTo>
                  <a:lnTo>
                    <a:pt x="2607818" y="1395730"/>
                  </a:lnTo>
                  <a:lnTo>
                    <a:pt x="2590165" y="1399540"/>
                  </a:lnTo>
                  <a:lnTo>
                    <a:pt x="2586355" y="1399540"/>
                  </a:lnTo>
                  <a:lnTo>
                    <a:pt x="2589276" y="1400810"/>
                  </a:lnTo>
                  <a:lnTo>
                    <a:pt x="2581783" y="1402080"/>
                  </a:lnTo>
                  <a:lnTo>
                    <a:pt x="2581402" y="1403350"/>
                  </a:lnTo>
                  <a:lnTo>
                    <a:pt x="2574925" y="1403350"/>
                  </a:lnTo>
                  <a:lnTo>
                    <a:pt x="2574798" y="1402080"/>
                  </a:lnTo>
                  <a:lnTo>
                    <a:pt x="2571623" y="1399540"/>
                  </a:lnTo>
                  <a:lnTo>
                    <a:pt x="2564003" y="1404620"/>
                  </a:lnTo>
                  <a:lnTo>
                    <a:pt x="2558415" y="1404620"/>
                  </a:lnTo>
                  <a:lnTo>
                    <a:pt x="2559050" y="1403350"/>
                  </a:lnTo>
                  <a:lnTo>
                    <a:pt x="2558161" y="1403350"/>
                  </a:lnTo>
                  <a:lnTo>
                    <a:pt x="2557145" y="1399540"/>
                  </a:lnTo>
                  <a:lnTo>
                    <a:pt x="2553208" y="1402080"/>
                  </a:lnTo>
                  <a:lnTo>
                    <a:pt x="2552446" y="1402080"/>
                  </a:lnTo>
                  <a:lnTo>
                    <a:pt x="2549017" y="1403350"/>
                  </a:lnTo>
                  <a:lnTo>
                    <a:pt x="2546604" y="1404620"/>
                  </a:lnTo>
                  <a:lnTo>
                    <a:pt x="2531872" y="1404620"/>
                  </a:lnTo>
                  <a:lnTo>
                    <a:pt x="2529586" y="1405890"/>
                  </a:lnTo>
                  <a:lnTo>
                    <a:pt x="2526601" y="1405890"/>
                  </a:lnTo>
                  <a:lnTo>
                    <a:pt x="2525357" y="1406486"/>
                  </a:lnTo>
                  <a:lnTo>
                    <a:pt x="2526284" y="1405890"/>
                  </a:lnTo>
                  <a:lnTo>
                    <a:pt x="2526601" y="1405890"/>
                  </a:lnTo>
                  <a:lnTo>
                    <a:pt x="2529078" y="1404620"/>
                  </a:lnTo>
                  <a:lnTo>
                    <a:pt x="2528189" y="1404620"/>
                  </a:lnTo>
                  <a:lnTo>
                    <a:pt x="2528824" y="1403350"/>
                  </a:lnTo>
                  <a:lnTo>
                    <a:pt x="2527808" y="1403350"/>
                  </a:lnTo>
                  <a:lnTo>
                    <a:pt x="2527935" y="1404620"/>
                  </a:lnTo>
                  <a:lnTo>
                    <a:pt x="2527300" y="1404620"/>
                  </a:lnTo>
                  <a:lnTo>
                    <a:pt x="2521293" y="1403350"/>
                  </a:lnTo>
                  <a:lnTo>
                    <a:pt x="2513914" y="1404620"/>
                  </a:lnTo>
                  <a:lnTo>
                    <a:pt x="2499487" y="1404620"/>
                  </a:lnTo>
                  <a:lnTo>
                    <a:pt x="2494915" y="1405890"/>
                  </a:lnTo>
                  <a:lnTo>
                    <a:pt x="2498852" y="1407160"/>
                  </a:lnTo>
                  <a:lnTo>
                    <a:pt x="2497886" y="1408544"/>
                  </a:lnTo>
                  <a:lnTo>
                    <a:pt x="2497632" y="1408544"/>
                  </a:lnTo>
                  <a:lnTo>
                    <a:pt x="2493848" y="1409801"/>
                  </a:lnTo>
                  <a:lnTo>
                    <a:pt x="2493467" y="1409801"/>
                  </a:lnTo>
                  <a:lnTo>
                    <a:pt x="2485517" y="1410970"/>
                  </a:lnTo>
                  <a:lnTo>
                    <a:pt x="2480818" y="1412240"/>
                  </a:lnTo>
                  <a:lnTo>
                    <a:pt x="2478735" y="1409801"/>
                  </a:lnTo>
                  <a:lnTo>
                    <a:pt x="2479700" y="1409801"/>
                  </a:lnTo>
                  <a:lnTo>
                    <a:pt x="2468486" y="1408747"/>
                  </a:lnTo>
                  <a:lnTo>
                    <a:pt x="2469007" y="1409382"/>
                  </a:lnTo>
                  <a:lnTo>
                    <a:pt x="2469261" y="1409801"/>
                  </a:lnTo>
                  <a:lnTo>
                    <a:pt x="2469388" y="1410970"/>
                  </a:lnTo>
                  <a:lnTo>
                    <a:pt x="2467229" y="1412240"/>
                  </a:lnTo>
                  <a:lnTo>
                    <a:pt x="2456611" y="1413637"/>
                  </a:lnTo>
                  <a:lnTo>
                    <a:pt x="2455380" y="1413637"/>
                  </a:lnTo>
                  <a:lnTo>
                    <a:pt x="2461514" y="1410970"/>
                  </a:lnTo>
                  <a:lnTo>
                    <a:pt x="2454694" y="1412240"/>
                  </a:lnTo>
                  <a:lnTo>
                    <a:pt x="2448585" y="1413637"/>
                  </a:lnTo>
                  <a:lnTo>
                    <a:pt x="2448864" y="1413637"/>
                  </a:lnTo>
                  <a:lnTo>
                    <a:pt x="2443594" y="1416100"/>
                  </a:lnTo>
                  <a:lnTo>
                    <a:pt x="2437066" y="1418666"/>
                  </a:lnTo>
                  <a:lnTo>
                    <a:pt x="2431059" y="1418666"/>
                  </a:lnTo>
                  <a:lnTo>
                    <a:pt x="2439149" y="1416100"/>
                  </a:lnTo>
                  <a:lnTo>
                    <a:pt x="2439606" y="1415681"/>
                  </a:lnTo>
                  <a:lnTo>
                    <a:pt x="2441333" y="1413637"/>
                  </a:lnTo>
                  <a:lnTo>
                    <a:pt x="2432380" y="1413637"/>
                  </a:lnTo>
                  <a:lnTo>
                    <a:pt x="2435733" y="1412240"/>
                  </a:lnTo>
                  <a:lnTo>
                    <a:pt x="2435225" y="1412240"/>
                  </a:lnTo>
                  <a:lnTo>
                    <a:pt x="2429891" y="1412240"/>
                  </a:lnTo>
                  <a:lnTo>
                    <a:pt x="2425941" y="1414792"/>
                  </a:lnTo>
                  <a:lnTo>
                    <a:pt x="2420924" y="1413637"/>
                  </a:lnTo>
                  <a:lnTo>
                    <a:pt x="2420124" y="1413637"/>
                  </a:lnTo>
                  <a:lnTo>
                    <a:pt x="2422753" y="1412240"/>
                  </a:lnTo>
                  <a:lnTo>
                    <a:pt x="2421166" y="1412240"/>
                  </a:lnTo>
                  <a:lnTo>
                    <a:pt x="2420124" y="1410970"/>
                  </a:lnTo>
                  <a:lnTo>
                    <a:pt x="2423858" y="1409801"/>
                  </a:lnTo>
                  <a:lnTo>
                    <a:pt x="2424366" y="1409801"/>
                  </a:lnTo>
                  <a:lnTo>
                    <a:pt x="2421839" y="1408544"/>
                  </a:lnTo>
                  <a:lnTo>
                    <a:pt x="2421420" y="1408544"/>
                  </a:lnTo>
                  <a:lnTo>
                    <a:pt x="2415832" y="1411389"/>
                  </a:lnTo>
                  <a:lnTo>
                    <a:pt x="2418334" y="1410970"/>
                  </a:lnTo>
                  <a:lnTo>
                    <a:pt x="2419096" y="1412240"/>
                  </a:lnTo>
                  <a:lnTo>
                    <a:pt x="2415781" y="1414792"/>
                  </a:lnTo>
                  <a:lnTo>
                    <a:pt x="2409393" y="1413637"/>
                  </a:lnTo>
                  <a:lnTo>
                    <a:pt x="2408085" y="1413637"/>
                  </a:lnTo>
                  <a:lnTo>
                    <a:pt x="2402700" y="1414792"/>
                  </a:lnTo>
                  <a:lnTo>
                    <a:pt x="2403678" y="1413637"/>
                  </a:lnTo>
                  <a:lnTo>
                    <a:pt x="2404872" y="1412240"/>
                  </a:lnTo>
                  <a:lnTo>
                    <a:pt x="2408682" y="1412240"/>
                  </a:lnTo>
                  <a:lnTo>
                    <a:pt x="2405253" y="1410970"/>
                  </a:lnTo>
                  <a:lnTo>
                    <a:pt x="2402078" y="1412240"/>
                  </a:lnTo>
                  <a:lnTo>
                    <a:pt x="2397252" y="1413510"/>
                  </a:lnTo>
                  <a:lnTo>
                    <a:pt x="2396744" y="1412240"/>
                  </a:lnTo>
                  <a:lnTo>
                    <a:pt x="2393429" y="1414792"/>
                  </a:lnTo>
                  <a:lnTo>
                    <a:pt x="2390394" y="1412240"/>
                  </a:lnTo>
                  <a:lnTo>
                    <a:pt x="2387473" y="1412240"/>
                  </a:lnTo>
                  <a:lnTo>
                    <a:pt x="2390368" y="1413637"/>
                  </a:lnTo>
                  <a:lnTo>
                    <a:pt x="2392502" y="1414830"/>
                  </a:lnTo>
                  <a:lnTo>
                    <a:pt x="2392248" y="1414830"/>
                  </a:lnTo>
                  <a:lnTo>
                    <a:pt x="2387206" y="1416100"/>
                  </a:lnTo>
                  <a:lnTo>
                    <a:pt x="2383409" y="1417320"/>
                  </a:lnTo>
                  <a:lnTo>
                    <a:pt x="2375027" y="1417320"/>
                  </a:lnTo>
                  <a:lnTo>
                    <a:pt x="2377706" y="1418666"/>
                  </a:lnTo>
                  <a:lnTo>
                    <a:pt x="2377262" y="1418666"/>
                  </a:lnTo>
                  <a:lnTo>
                    <a:pt x="2372309" y="1419872"/>
                  </a:lnTo>
                  <a:lnTo>
                    <a:pt x="2370290" y="1418666"/>
                  </a:lnTo>
                  <a:lnTo>
                    <a:pt x="2368346" y="1417320"/>
                  </a:lnTo>
                  <a:lnTo>
                    <a:pt x="2364105" y="1417320"/>
                  </a:lnTo>
                  <a:lnTo>
                    <a:pt x="2366607" y="1416710"/>
                  </a:lnTo>
                  <a:lnTo>
                    <a:pt x="2362327" y="1417320"/>
                  </a:lnTo>
                  <a:lnTo>
                    <a:pt x="2361819" y="1417421"/>
                  </a:lnTo>
                  <a:lnTo>
                    <a:pt x="2361819" y="1422400"/>
                  </a:lnTo>
                  <a:lnTo>
                    <a:pt x="2351786" y="1423682"/>
                  </a:lnTo>
                  <a:lnTo>
                    <a:pt x="2354199" y="1422400"/>
                  </a:lnTo>
                  <a:lnTo>
                    <a:pt x="2357844" y="1421231"/>
                  </a:lnTo>
                  <a:lnTo>
                    <a:pt x="2358402" y="1421231"/>
                  </a:lnTo>
                  <a:lnTo>
                    <a:pt x="2361819" y="1422400"/>
                  </a:lnTo>
                  <a:lnTo>
                    <a:pt x="2361819" y="1417421"/>
                  </a:lnTo>
                  <a:lnTo>
                    <a:pt x="2355583" y="1418602"/>
                  </a:lnTo>
                  <a:lnTo>
                    <a:pt x="2355418" y="1417320"/>
                  </a:lnTo>
                  <a:lnTo>
                    <a:pt x="2355342" y="1416710"/>
                  </a:lnTo>
                  <a:lnTo>
                    <a:pt x="2355253" y="1416100"/>
                  </a:lnTo>
                  <a:lnTo>
                    <a:pt x="2355151" y="1415262"/>
                  </a:lnTo>
                  <a:lnTo>
                    <a:pt x="2355088" y="1414830"/>
                  </a:lnTo>
                  <a:lnTo>
                    <a:pt x="2353907" y="1415262"/>
                  </a:lnTo>
                  <a:lnTo>
                    <a:pt x="2351849" y="1416100"/>
                  </a:lnTo>
                  <a:lnTo>
                    <a:pt x="2352078" y="1416100"/>
                  </a:lnTo>
                  <a:lnTo>
                    <a:pt x="2353183" y="1417320"/>
                  </a:lnTo>
                  <a:lnTo>
                    <a:pt x="2346566" y="1421231"/>
                  </a:lnTo>
                  <a:lnTo>
                    <a:pt x="2341803" y="1421231"/>
                  </a:lnTo>
                  <a:lnTo>
                    <a:pt x="2336381" y="1419974"/>
                  </a:lnTo>
                  <a:lnTo>
                    <a:pt x="2335352" y="1419974"/>
                  </a:lnTo>
                  <a:lnTo>
                    <a:pt x="2328545" y="1421231"/>
                  </a:lnTo>
                  <a:lnTo>
                    <a:pt x="2329218" y="1421231"/>
                  </a:lnTo>
                  <a:lnTo>
                    <a:pt x="2331339" y="1422400"/>
                  </a:lnTo>
                  <a:lnTo>
                    <a:pt x="2320379" y="1423809"/>
                  </a:lnTo>
                  <a:lnTo>
                    <a:pt x="2320975" y="1423809"/>
                  </a:lnTo>
                  <a:lnTo>
                    <a:pt x="2317115" y="1424940"/>
                  </a:lnTo>
                  <a:lnTo>
                    <a:pt x="2335657" y="1422400"/>
                  </a:lnTo>
                  <a:lnTo>
                    <a:pt x="2335568" y="1422844"/>
                  </a:lnTo>
                  <a:lnTo>
                    <a:pt x="2335492" y="1423200"/>
                  </a:lnTo>
                  <a:lnTo>
                    <a:pt x="2335326" y="1423809"/>
                  </a:lnTo>
                  <a:lnTo>
                    <a:pt x="2334006" y="1426210"/>
                  </a:lnTo>
                  <a:lnTo>
                    <a:pt x="2340140" y="1423809"/>
                  </a:lnTo>
                  <a:lnTo>
                    <a:pt x="2346299" y="1423809"/>
                  </a:lnTo>
                  <a:lnTo>
                    <a:pt x="2347849" y="1422400"/>
                  </a:lnTo>
                  <a:lnTo>
                    <a:pt x="2349131" y="1421231"/>
                  </a:lnTo>
                  <a:lnTo>
                    <a:pt x="2352535" y="1421231"/>
                  </a:lnTo>
                  <a:lnTo>
                    <a:pt x="2352421" y="1422400"/>
                  </a:lnTo>
                  <a:lnTo>
                    <a:pt x="2348903" y="1423809"/>
                  </a:lnTo>
                  <a:lnTo>
                    <a:pt x="2350719" y="1423809"/>
                  </a:lnTo>
                  <a:lnTo>
                    <a:pt x="2351532" y="1423809"/>
                  </a:lnTo>
                  <a:lnTo>
                    <a:pt x="2352040" y="1423809"/>
                  </a:lnTo>
                  <a:lnTo>
                    <a:pt x="2354199" y="1424940"/>
                  </a:lnTo>
                  <a:lnTo>
                    <a:pt x="2363343" y="1422400"/>
                  </a:lnTo>
                  <a:lnTo>
                    <a:pt x="2361438" y="1424940"/>
                  </a:lnTo>
                  <a:lnTo>
                    <a:pt x="2366391" y="1424940"/>
                  </a:lnTo>
                  <a:lnTo>
                    <a:pt x="2372017" y="1422400"/>
                  </a:lnTo>
                  <a:lnTo>
                    <a:pt x="2379611" y="1421231"/>
                  </a:lnTo>
                  <a:lnTo>
                    <a:pt x="2379967" y="1421231"/>
                  </a:lnTo>
                  <a:lnTo>
                    <a:pt x="2383218" y="1419974"/>
                  </a:lnTo>
                  <a:lnTo>
                    <a:pt x="2386571" y="1418666"/>
                  </a:lnTo>
                  <a:lnTo>
                    <a:pt x="2386723" y="1418666"/>
                  </a:lnTo>
                  <a:lnTo>
                    <a:pt x="2387473" y="1417320"/>
                  </a:lnTo>
                  <a:lnTo>
                    <a:pt x="2401697" y="1414830"/>
                  </a:lnTo>
                  <a:lnTo>
                    <a:pt x="2401963" y="1414830"/>
                  </a:lnTo>
                  <a:lnTo>
                    <a:pt x="2402471" y="1416100"/>
                  </a:lnTo>
                  <a:lnTo>
                    <a:pt x="2402281" y="1416100"/>
                  </a:lnTo>
                  <a:lnTo>
                    <a:pt x="2386393" y="1419974"/>
                  </a:lnTo>
                  <a:lnTo>
                    <a:pt x="2386761" y="1419974"/>
                  </a:lnTo>
                  <a:lnTo>
                    <a:pt x="2385187" y="1422400"/>
                  </a:lnTo>
                  <a:lnTo>
                    <a:pt x="2376678" y="1422400"/>
                  </a:lnTo>
                  <a:lnTo>
                    <a:pt x="2377998" y="1423809"/>
                  </a:lnTo>
                  <a:lnTo>
                    <a:pt x="2384831" y="1423809"/>
                  </a:lnTo>
                  <a:lnTo>
                    <a:pt x="2388920" y="1423200"/>
                  </a:lnTo>
                  <a:lnTo>
                    <a:pt x="2390648" y="1422400"/>
                  </a:lnTo>
                  <a:lnTo>
                    <a:pt x="2391346" y="1422844"/>
                  </a:lnTo>
                  <a:lnTo>
                    <a:pt x="2394331" y="1422400"/>
                  </a:lnTo>
                  <a:lnTo>
                    <a:pt x="2398115" y="1423809"/>
                  </a:lnTo>
                  <a:lnTo>
                    <a:pt x="2402548" y="1423809"/>
                  </a:lnTo>
                  <a:lnTo>
                    <a:pt x="2407666" y="1424940"/>
                  </a:lnTo>
                  <a:lnTo>
                    <a:pt x="2411869" y="1421231"/>
                  </a:lnTo>
                  <a:lnTo>
                    <a:pt x="2412225" y="1421231"/>
                  </a:lnTo>
                  <a:lnTo>
                    <a:pt x="2415413" y="1422400"/>
                  </a:lnTo>
                  <a:lnTo>
                    <a:pt x="2413635" y="1424940"/>
                  </a:lnTo>
                  <a:lnTo>
                    <a:pt x="2419223" y="1424940"/>
                  </a:lnTo>
                  <a:lnTo>
                    <a:pt x="2417318" y="1426210"/>
                  </a:lnTo>
                  <a:lnTo>
                    <a:pt x="2415413" y="1426210"/>
                  </a:lnTo>
                  <a:lnTo>
                    <a:pt x="2415794" y="1428750"/>
                  </a:lnTo>
                  <a:lnTo>
                    <a:pt x="2421001" y="1426210"/>
                  </a:lnTo>
                  <a:lnTo>
                    <a:pt x="2424557" y="1424940"/>
                  </a:lnTo>
                  <a:lnTo>
                    <a:pt x="2430145" y="1424940"/>
                  </a:lnTo>
                  <a:lnTo>
                    <a:pt x="2425446" y="1426210"/>
                  </a:lnTo>
                  <a:lnTo>
                    <a:pt x="2430653" y="1426210"/>
                  </a:lnTo>
                  <a:lnTo>
                    <a:pt x="2431923" y="1424940"/>
                  </a:lnTo>
                  <a:lnTo>
                    <a:pt x="2435860" y="1424940"/>
                  </a:lnTo>
                  <a:lnTo>
                    <a:pt x="2436114" y="1424076"/>
                  </a:lnTo>
                  <a:lnTo>
                    <a:pt x="2436190" y="1423809"/>
                  </a:lnTo>
                  <a:lnTo>
                    <a:pt x="2436660" y="1423200"/>
                  </a:lnTo>
                  <a:lnTo>
                    <a:pt x="2437384" y="1422400"/>
                  </a:lnTo>
                  <a:lnTo>
                    <a:pt x="2434793" y="1421231"/>
                  </a:lnTo>
                  <a:lnTo>
                    <a:pt x="2435237" y="1421231"/>
                  </a:lnTo>
                  <a:lnTo>
                    <a:pt x="2443480" y="1422400"/>
                  </a:lnTo>
                  <a:lnTo>
                    <a:pt x="2452420" y="1421231"/>
                  </a:lnTo>
                  <a:lnTo>
                    <a:pt x="2453322" y="1421231"/>
                  </a:lnTo>
                  <a:lnTo>
                    <a:pt x="2458872" y="1423809"/>
                  </a:lnTo>
                  <a:lnTo>
                    <a:pt x="2458389" y="1423809"/>
                  </a:lnTo>
                  <a:lnTo>
                    <a:pt x="2456688" y="1424940"/>
                  </a:lnTo>
                  <a:lnTo>
                    <a:pt x="2450719" y="1426210"/>
                  </a:lnTo>
                  <a:lnTo>
                    <a:pt x="2455926" y="1426210"/>
                  </a:lnTo>
                  <a:lnTo>
                    <a:pt x="2463800" y="1424940"/>
                  </a:lnTo>
                  <a:lnTo>
                    <a:pt x="2465578" y="1422400"/>
                  </a:lnTo>
                  <a:lnTo>
                    <a:pt x="2466975" y="1422400"/>
                  </a:lnTo>
                  <a:lnTo>
                    <a:pt x="2467102" y="1421714"/>
                  </a:lnTo>
                  <a:lnTo>
                    <a:pt x="2467203" y="1421231"/>
                  </a:lnTo>
                  <a:lnTo>
                    <a:pt x="2468600" y="1421231"/>
                  </a:lnTo>
                  <a:lnTo>
                    <a:pt x="2468372" y="1422400"/>
                  </a:lnTo>
                  <a:lnTo>
                    <a:pt x="2468626" y="1422400"/>
                  </a:lnTo>
                  <a:lnTo>
                    <a:pt x="2468511" y="1422844"/>
                  </a:lnTo>
                  <a:lnTo>
                    <a:pt x="2468435" y="1423200"/>
                  </a:lnTo>
                  <a:lnTo>
                    <a:pt x="2468334" y="1423809"/>
                  </a:lnTo>
                  <a:lnTo>
                    <a:pt x="2470277" y="1424940"/>
                  </a:lnTo>
                  <a:lnTo>
                    <a:pt x="2472309" y="1424940"/>
                  </a:lnTo>
                  <a:lnTo>
                    <a:pt x="2477770" y="1422400"/>
                  </a:lnTo>
                  <a:lnTo>
                    <a:pt x="2485263" y="1422400"/>
                  </a:lnTo>
                  <a:lnTo>
                    <a:pt x="2488793" y="1421231"/>
                  </a:lnTo>
                  <a:lnTo>
                    <a:pt x="2481084" y="1421231"/>
                  </a:lnTo>
                  <a:lnTo>
                    <a:pt x="2487625" y="1419974"/>
                  </a:lnTo>
                  <a:lnTo>
                    <a:pt x="2487904" y="1419974"/>
                  </a:lnTo>
                  <a:lnTo>
                    <a:pt x="2491232" y="1418666"/>
                  </a:lnTo>
                  <a:lnTo>
                    <a:pt x="2494661" y="1417320"/>
                  </a:lnTo>
                  <a:lnTo>
                    <a:pt x="2495588" y="1418666"/>
                  </a:lnTo>
                  <a:lnTo>
                    <a:pt x="2495334" y="1418666"/>
                  </a:lnTo>
                  <a:lnTo>
                    <a:pt x="2491486" y="1419974"/>
                  </a:lnTo>
                  <a:lnTo>
                    <a:pt x="2491841" y="1419974"/>
                  </a:lnTo>
                  <a:lnTo>
                    <a:pt x="2492159" y="1420977"/>
                  </a:lnTo>
                  <a:lnTo>
                    <a:pt x="2492235" y="1421231"/>
                  </a:lnTo>
                  <a:lnTo>
                    <a:pt x="2491841" y="1421231"/>
                  </a:lnTo>
                  <a:lnTo>
                    <a:pt x="2487168" y="1422400"/>
                  </a:lnTo>
                  <a:lnTo>
                    <a:pt x="2489200" y="1424940"/>
                  </a:lnTo>
                  <a:lnTo>
                    <a:pt x="2491155" y="1424940"/>
                  </a:lnTo>
                  <a:lnTo>
                    <a:pt x="2494826" y="1419974"/>
                  </a:lnTo>
                  <a:lnTo>
                    <a:pt x="2501544" y="1419974"/>
                  </a:lnTo>
                  <a:lnTo>
                    <a:pt x="2504935" y="1421231"/>
                  </a:lnTo>
                  <a:lnTo>
                    <a:pt x="2504567" y="1421231"/>
                  </a:lnTo>
                  <a:lnTo>
                    <a:pt x="2501074" y="1423809"/>
                  </a:lnTo>
                  <a:lnTo>
                    <a:pt x="2498394" y="1423809"/>
                  </a:lnTo>
                  <a:lnTo>
                    <a:pt x="2493429" y="1424940"/>
                  </a:lnTo>
                  <a:lnTo>
                    <a:pt x="2491155" y="1424940"/>
                  </a:lnTo>
                  <a:lnTo>
                    <a:pt x="2490216" y="1426210"/>
                  </a:lnTo>
                  <a:lnTo>
                    <a:pt x="2489200" y="1424940"/>
                  </a:lnTo>
                  <a:lnTo>
                    <a:pt x="2486025" y="1424940"/>
                  </a:lnTo>
                  <a:lnTo>
                    <a:pt x="2468499" y="1427480"/>
                  </a:lnTo>
                  <a:lnTo>
                    <a:pt x="2484501" y="1428750"/>
                  </a:lnTo>
                  <a:lnTo>
                    <a:pt x="2503398" y="1426210"/>
                  </a:lnTo>
                  <a:lnTo>
                    <a:pt x="2522169" y="1424940"/>
                  </a:lnTo>
                  <a:lnTo>
                    <a:pt x="2540774" y="1422400"/>
                  </a:lnTo>
                  <a:lnTo>
                    <a:pt x="2547658" y="1420977"/>
                  </a:lnTo>
                  <a:lnTo>
                    <a:pt x="2547162" y="1419974"/>
                  </a:lnTo>
                  <a:lnTo>
                    <a:pt x="2546654" y="1419974"/>
                  </a:lnTo>
                  <a:lnTo>
                    <a:pt x="2552141" y="1418666"/>
                  </a:lnTo>
                  <a:lnTo>
                    <a:pt x="2556179" y="1418666"/>
                  </a:lnTo>
                  <a:lnTo>
                    <a:pt x="2552522" y="1419974"/>
                  </a:lnTo>
                  <a:lnTo>
                    <a:pt x="2558821" y="1418666"/>
                  </a:lnTo>
                  <a:lnTo>
                    <a:pt x="2560574" y="1417320"/>
                  </a:lnTo>
                  <a:lnTo>
                    <a:pt x="2560955" y="1417320"/>
                  </a:lnTo>
                  <a:lnTo>
                    <a:pt x="2566225" y="1416100"/>
                  </a:lnTo>
                  <a:lnTo>
                    <a:pt x="2566492" y="1416100"/>
                  </a:lnTo>
                  <a:lnTo>
                    <a:pt x="2568829" y="1417320"/>
                  </a:lnTo>
                  <a:lnTo>
                    <a:pt x="2575941" y="1417320"/>
                  </a:lnTo>
                  <a:lnTo>
                    <a:pt x="2582164" y="1418602"/>
                  </a:lnTo>
                  <a:lnTo>
                    <a:pt x="2578735" y="1417320"/>
                  </a:lnTo>
                  <a:lnTo>
                    <a:pt x="2579713" y="1416100"/>
                  </a:lnTo>
                  <a:lnTo>
                    <a:pt x="2582646" y="1413637"/>
                  </a:lnTo>
                  <a:lnTo>
                    <a:pt x="2584450" y="1412240"/>
                  </a:lnTo>
                  <a:lnTo>
                    <a:pt x="2590292" y="1412240"/>
                  </a:lnTo>
                  <a:lnTo>
                    <a:pt x="2589593" y="1413637"/>
                  </a:lnTo>
                  <a:lnTo>
                    <a:pt x="2602103" y="1413637"/>
                  </a:lnTo>
                  <a:lnTo>
                    <a:pt x="2600909" y="1414830"/>
                  </a:lnTo>
                  <a:lnTo>
                    <a:pt x="2602877" y="1414830"/>
                  </a:lnTo>
                  <a:lnTo>
                    <a:pt x="2596896" y="1417320"/>
                  </a:lnTo>
                  <a:lnTo>
                    <a:pt x="2603766" y="1416100"/>
                  </a:lnTo>
                  <a:lnTo>
                    <a:pt x="2606802" y="1416100"/>
                  </a:lnTo>
                  <a:lnTo>
                    <a:pt x="2599613" y="1418666"/>
                  </a:lnTo>
                  <a:lnTo>
                    <a:pt x="2600337" y="1418666"/>
                  </a:lnTo>
                  <a:lnTo>
                    <a:pt x="2609342" y="1417320"/>
                  </a:lnTo>
                  <a:lnTo>
                    <a:pt x="2613037" y="1416100"/>
                  </a:lnTo>
                  <a:lnTo>
                    <a:pt x="2616860" y="1414830"/>
                  </a:lnTo>
                  <a:lnTo>
                    <a:pt x="2631516" y="1409801"/>
                  </a:lnTo>
                  <a:lnTo>
                    <a:pt x="2631732" y="1409801"/>
                  </a:lnTo>
                  <a:lnTo>
                    <a:pt x="2630805" y="1410970"/>
                  </a:lnTo>
                  <a:lnTo>
                    <a:pt x="2629192" y="1413510"/>
                  </a:lnTo>
                  <a:lnTo>
                    <a:pt x="2635097" y="1412240"/>
                  </a:lnTo>
                  <a:lnTo>
                    <a:pt x="2642146" y="1410970"/>
                  </a:lnTo>
                  <a:lnTo>
                    <a:pt x="2649080" y="1408544"/>
                  </a:lnTo>
                  <a:lnTo>
                    <a:pt x="2654516" y="1408544"/>
                  </a:lnTo>
                  <a:lnTo>
                    <a:pt x="2655354" y="1407985"/>
                  </a:lnTo>
                  <a:lnTo>
                    <a:pt x="2650210" y="1408341"/>
                  </a:lnTo>
                  <a:lnTo>
                    <a:pt x="2656586" y="1407160"/>
                  </a:lnTo>
                  <a:lnTo>
                    <a:pt x="2655354" y="1407985"/>
                  </a:lnTo>
                  <a:lnTo>
                    <a:pt x="2701709" y="1404620"/>
                  </a:lnTo>
                  <a:lnTo>
                    <a:pt x="2718689" y="1404620"/>
                  </a:lnTo>
                  <a:lnTo>
                    <a:pt x="2721521" y="1403350"/>
                  </a:lnTo>
                  <a:lnTo>
                    <a:pt x="2724353" y="1402080"/>
                  </a:lnTo>
                  <a:lnTo>
                    <a:pt x="2727198" y="1400810"/>
                  </a:lnTo>
                  <a:lnTo>
                    <a:pt x="2732278" y="1402080"/>
                  </a:lnTo>
                  <a:lnTo>
                    <a:pt x="2750375" y="1400810"/>
                  </a:lnTo>
                  <a:lnTo>
                    <a:pt x="2785275" y="1395730"/>
                  </a:lnTo>
                  <a:lnTo>
                    <a:pt x="2803525" y="1391920"/>
                  </a:lnTo>
                  <a:lnTo>
                    <a:pt x="2811399" y="1390650"/>
                  </a:lnTo>
                  <a:lnTo>
                    <a:pt x="2806954" y="1393190"/>
                  </a:lnTo>
                  <a:lnTo>
                    <a:pt x="2810002" y="1394460"/>
                  </a:lnTo>
                  <a:lnTo>
                    <a:pt x="2820924" y="1391920"/>
                  </a:lnTo>
                  <a:lnTo>
                    <a:pt x="2829839" y="1390650"/>
                  </a:lnTo>
                  <a:lnTo>
                    <a:pt x="2834271" y="1389380"/>
                  </a:lnTo>
                  <a:lnTo>
                    <a:pt x="2838716" y="1388110"/>
                  </a:lnTo>
                  <a:lnTo>
                    <a:pt x="2843784" y="1386928"/>
                  </a:lnTo>
                  <a:lnTo>
                    <a:pt x="2849499" y="1385570"/>
                  </a:lnTo>
                  <a:lnTo>
                    <a:pt x="2846590" y="1386928"/>
                  </a:lnTo>
                  <a:lnTo>
                    <a:pt x="2841498" y="1390650"/>
                  </a:lnTo>
                  <a:lnTo>
                    <a:pt x="2848229" y="1389380"/>
                  </a:lnTo>
                  <a:lnTo>
                    <a:pt x="2850007" y="1388110"/>
                  </a:lnTo>
                  <a:lnTo>
                    <a:pt x="2851556" y="1386928"/>
                  </a:lnTo>
                  <a:lnTo>
                    <a:pt x="2855671" y="1386928"/>
                  </a:lnTo>
                  <a:lnTo>
                    <a:pt x="2853055" y="1388110"/>
                  </a:lnTo>
                  <a:lnTo>
                    <a:pt x="2856230" y="1389380"/>
                  </a:lnTo>
                  <a:lnTo>
                    <a:pt x="2860662" y="1386928"/>
                  </a:lnTo>
                  <a:lnTo>
                    <a:pt x="2868460" y="1386928"/>
                  </a:lnTo>
                  <a:lnTo>
                    <a:pt x="2891053" y="1381760"/>
                  </a:lnTo>
                  <a:lnTo>
                    <a:pt x="2902051" y="1379220"/>
                  </a:lnTo>
                  <a:lnTo>
                    <a:pt x="2912567" y="1375473"/>
                  </a:lnTo>
                  <a:lnTo>
                    <a:pt x="2917621" y="1375473"/>
                  </a:lnTo>
                  <a:lnTo>
                    <a:pt x="2916212" y="1376680"/>
                  </a:lnTo>
                  <a:lnTo>
                    <a:pt x="2912719" y="1379220"/>
                  </a:lnTo>
                  <a:lnTo>
                    <a:pt x="2903093" y="1379220"/>
                  </a:lnTo>
                  <a:lnTo>
                    <a:pt x="2904871" y="1380490"/>
                  </a:lnTo>
                  <a:lnTo>
                    <a:pt x="2902331" y="1383030"/>
                  </a:lnTo>
                  <a:lnTo>
                    <a:pt x="2907665" y="1380490"/>
                  </a:lnTo>
                  <a:lnTo>
                    <a:pt x="2913761" y="1379220"/>
                  </a:lnTo>
                  <a:lnTo>
                    <a:pt x="2915031" y="1381760"/>
                  </a:lnTo>
                  <a:lnTo>
                    <a:pt x="2921762" y="1380490"/>
                  </a:lnTo>
                  <a:lnTo>
                    <a:pt x="2924683" y="1380490"/>
                  </a:lnTo>
                  <a:lnTo>
                    <a:pt x="2928493" y="1379220"/>
                  </a:lnTo>
                  <a:lnTo>
                    <a:pt x="2926461" y="1377950"/>
                  </a:lnTo>
                  <a:lnTo>
                    <a:pt x="2930144" y="1376680"/>
                  </a:lnTo>
                  <a:lnTo>
                    <a:pt x="2935097" y="1376680"/>
                  </a:lnTo>
                  <a:lnTo>
                    <a:pt x="2942044" y="1375473"/>
                  </a:lnTo>
                  <a:lnTo>
                    <a:pt x="2949702" y="1374140"/>
                  </a:lnTo>
                  <a:lnTo>
                    <a:pt x="2947289" y="1376680"/>
                  </a:lnTo>
                  <a:lnTo>
                    <a:pt x="2960103" y="1375473"/>
                  </a:lnTo>
                  <a:lnTo>
                    <a:pt x="2960408" y="1375473"/>
                  </a:lnTo>
                  <a:lnTo>
                    <a:pt x="2967736" y="1374140"/>
                  </a:lnTo>
                  <a:lnTo>
                    <a:pt x="2974721" y="1374140"/>
                  </a:lnTo>
                  <a:lnTo>
                    <a:pt x="2978010" y="1372971"/>
                  </a:lnTo>
                  <a:lnTo>
                    <a:pt x="2977375" y="1372971"/>
                  </a:lnTo>
                  <a:lnTo>
                    <a:pt x="2989516" y="1371714"/>
                  </a:lnTo>
                  <a:lnTo>
                    <a:pt x="2990608" y="1371714"/>
                  </a:lnTo>
                  <a:lnTo>
                    <a:pt x="2990837" y="1372882"/>
                  </a:lnTo>
                  <a:lnTo>
                    <a:pt x="2993567" y="1372285"/>
                  </a:lnTo>
                  <a:lnTo>
                    <a:pt x="2994583" y="1371714"/>
                  </a:lnTo>
                  <a:lnTo>
                    <a:pt x="2996171" y="1371714"/>
                  </a:lnTo>
                  <a:lnTo>
                    <a:pt x="2999155" y="1370622"/>
                  </a:lnTo>
                  <a:lnTo>
                    <a:pt x="2997962" y="1370330"/>
                  </a:lnTo>
                  <a:lnTo>
                    <a:pt x="2994507" y="1371714"/>
                  </a:lnTo>
                  <a:lnTo>
                    <a:pt x="2992424" y="1371714"/>
                  </a:lnTo>
                  <a:lnTo>
                    <a:pt x="2996438" y="1370330"/>
                  </a:lnTo>
                  <a:lnTo>
                    <a:pt x="3002115" y="1369301"/>
                  </a:lnTo>
                  <a:lnTo>
                    <a:pt x="3002280" y="1369060"/>
                  </a:lnTo>
                  <a:lnTo>
                    <a:pt x="3002254" y="1369275"/>
                  </a:lnTo>
                  <a:lnTo>
                    <a:pt x="3003423" y="1369060"/>
                  </a:lnTo>
                  <a:lnTo>
                    <a:pt x="3002229" y="1369504"/>
                  </a:lnTo>
                  <a:lnTo>
                    <a:pt x="3002254" y="1369301"/>
                  </a:lnTo>
                  <a:lnTo>
                    <a:pt x="3002115" y="1369301"/>
                  </a:lnTo>
                  <a:lnTo>
                    <a:pt x="3001911" y="1369618"/>
                  </a:lnTo>
                  <a:lnTo>
                    <a:pt x="3002229" y="1369618"/>
                  </a:lnTo>
                  <a:lnTo>
                    <a:pt x="3002178" y="1370330"/>
                  </a:lnTo>
                  <a:lnTo>
                    <a:pt x="3002102" y="1371333"/>
                  </a:lnTo>
                  <a:lnTo>
                    <a:pt x="3000984" y="1371053"/>
                  </a:lnTo>
                  <a:lnTo>
                    <a:pt x="2999740" y="1372971"/>
                  </a:lnTo>
                  <a:lnTo>
                    <a:pt x="3001822" y="1372971"/>
                  </a:lnTo>
                  <a:lnTo>
                    <a:pt x="3001911" y="1373924"/>
                  </a:lnTo>
                  <a:lnTo>
                    <a:pt x="3004096" y="1372971"/>
                  </a:lnTo>
                  <a:lnTo>
                    <a:pt x="3005404" y="1372285"/>
                  </a:lnTo>
                  <a:lnTo>
                    <a:pt x="3005188" y="1372285"/>
                  </a:lnTo>
                  <a:lnTo>
                    <a:pt x="3001975" y="1372946"/>
                  </a:lnTo>
                  <a:lnTo>
                    <a:pt x="3002076" y="1371714"/>
                  </a:lnTo>
                  <a:lnTo>
                    <a:pt x="3003753" y="1371714"/>
                  </a:lnTo>
                  <a:lnTo>
                    <a:pt x="3006052" y="1371714"/>
                  </a:lnTo>
                  <a:lnTo>
                    <a:pt x="3006191" y="1371879"/>
                  </a:lnTo>
                  <a:lnTo>
                    <a:pt x="3006509" y="1371714"/>
                  </a:lnTo>
                  <a:lnTo>
                    <a:pt x="3006255" y="1371955"/>
                  </a:lnTo>
                  <a:lnTo>
                    <a:pt x="3007982" y="1371714"/>
                  </a:lnTo>
                  <a:lnTo>
                    <a:pt x="3013392" y="1371714"/>
                  </a:lnTo>
                  <a:lnTo>
                    <a:pt x="3007144" y="1372946"/>
                  </a:lnTo>
                  <a:lnTo>
                    <a:pt x="3006560" y="1372285"/>
                  </a:lnTo>
                  <a:lnTo>
                    <a:pt x="3005836" y="1372285"/>
                  </a:lnTo>
                  <a:lnTo>
                    <a:pt x="3004947" y="1372971"/>
                  </a:lnTo>
                  <a:lnTo>
                    <a:pt x="3007004" y="1372971"/>
                  </a:lnTo>
                  <a:lnTo>
                    <a:pt x="3007182" y="1372971"/>
                  </a:lnTo>
                  <a:lnTo>
                    <a:pt x="3007779" y="1372971"/>
                  </a:lnTo>
                  <a:lnTo>
                    <a:pt x="3001899" y="1374140"/>
                  </a:lnTo>
                  <a:lnTo>
                    <a:pt x="3001911" y="1373924"/>
                  </a:lnTo>
                  <a:lnTo>
                    <a:pt x="3001391" y="1374140"/>
                  </a:lnTo>
                  <a:lnTo>
                    <a:pt x="2990418" y="1374140"/>
                  </a:lnTo>
                  <a:lnTo>
                    <a:pt x="2996768" y="1372971"/>
                  </a:lnTo>
                  <a:lnTo>
                    <a:pt x="2994647" y="1372971"/>
                  </a:lnTo>
                  <a:lnTo>
                    <a:pt x="2995676" y="1372285"/>
                  </a:lnTo>
                  <a:lnTo>
                    <a:pt x="2992983" y="1372895"/>
                  </a:lnTo>
                  <a:lnTo>
                    <a:pt x="2994634" y="1372285"/>
                  </a:lnTo>
                  <a:lnTo>
                    <a:pt x="2995561" y="1372285"/>
                  </a:lnTo>
                  <a:lnTo>
                    <a:pt x="2995726" y="1372247"/>
                  </a:lnTo>
                  <a:lnTo>
                    <a:pt x="2997987" y="1371714"/>
                  </a:lnTo>
                  <a:lnTo>
                    <a:pt x="2996958" y="1371714"/>
                  </a:lnTo>
                  <a:lnTo>
                    <a:pt x="2996374" y="1371815"/>
                  </a:lnTo>
                  <a:lnTo>
                    <a:pt x="2996527" y="1371714"/>
                  </a:lnTo>
                  <a:lnTo>
                    <a:pt x="2996171" y="1371714"/>
                  </a:lnTo>
                  <a:lnTo>
                    <a:pt x="2995511" y="1371968"/>
                  </a:lnTo>
                  <a:lnTo>
                    <a:pt x="2993567" y="1372285"/>
                  </a:lnTo>
                  <a:lnTo>
                    <a:pt x="2992323" y="1372971"/>
                  </a:lnTo>
                  <a:lnTo>
                    <a:pt x="2992120" y="1372971"/>
                  </a:lnTo>
                  <a:lnTo>
                    <a:pt x="2988945" y="1374140"/>
                  </a:lnTo>
                  <a:lnTo>
                    <a:pt x="2984881" y="1374140"/>
                  </a:lnTo>
                  <a:lnTo>
                    <a:pt x="2982607" y="1375473"/>
                  </a:lnTo>
                  <a:lnTo>
                    <a:pt x="2990723" y="1376680"/>
                  </a:lnTo>
                  <a:lnTo>
                    <a:pt x="2986151" y="1376680"/>
                  </a:lnTo>
                  <a:lnTo>
                    <a:pt x="2987929" y="1377950"/>
                  </a:lnTo>
                  <a:lnTo>
                    <a:pt x="2985008" y="1377950"/>
                  </a:lnTo>
                  <a:lnTo>
                    <a:pt x="2983611" y="1379220"/>
                  </a:lnTo>
                  <a:lnTo>
                    <a:pt x="2982468" y="1379220"/>
                  </a:lnTo>
                  <a:lnTo>
                    <a:pt x="2980055" y="1380490"/>
                  </a:lnTo>
                  <a:lnTo>
                    <a:pt x="2978912" y="1379220"/>
                  </a:lnTo>
                  <a:lnTo>
                    <a:pt x="2974213" y="1380490"/>
                  </a:lnTo>
                  <a:lnTo>
                    <a:pt x="2972054" y="1380490"/>
                  </a:lnTo>
                  <a:lnTo>
                    <a:pt x="2971546" y="1380299"/>
                  </a:lnTo>
                  <a:lnTo>
                    <a:pt x="2971546" y="1380490"/>
                  </a:lnTo>
                  <a:lnTo>
                    <a:pt x="2966720" y="1381760"/>
                  </a:lnTo>
                  <a:lnTo>
                    <a:pt x="2964561" y="1380490"/>
                  </a:lnTo>
                  <a:lnTo>
                    <a:pt x="2971546" y="1380490"/>
                  </a:lnTo>
                  <a:lnTo>
                    <a:pt x="2971546" y="1380299"/>
                  </a:lnTo>
                  <a:lnTo>
                    <a:pt x="2968752" y="1379220"/>
                  </a:lnTo>
                  <a:lnTo>
                    <a:pt x="2961894" y="1380490"/>
                  </a:lnTo>
                  <a:lnTo>
                    <a:pt x="2965069" y="1381760"/>
                  </a:lnTo>
                  <a:lnTo>
                    <a:pt x="2964307" y="1383030"/>
                  </a:lnTo>
                  <a:lnTo>
                    <a:pt x="2969768" y="1381760"/>
                  </a:lnTo>
                  <a:lnTo>
                    <a:pt x="2970403" y="1384300"/>
                  </a:lnTo>
                  <a:lnTo>
                    <a:pt x="2972485" y="1386928"/>
                  </a:lnTo>
                  <a:lnTo>
                    <a:pt x="2972181" y="1386928"/>
                  </a:lnTo>
                  <a:lnTo>
                    <a:pt x="2960116" y="1390650"/>
                  </a:lnTo>
                  <a:lnTo>
                    <a:pt x="2955671" y="1390650"/>
                  </a:lnTo>
                  <a:lnTo>
                    <a:pt x="2955760" y="1389380"/>
                  </a:lnTo>
                  <a:lnTo>
                    <a:pt x="2956471" y="1388110"/>
                  </a:lnTo>
                  <a:lnTo>
                    <a:pt x="2953893" y="1388110"/>
                  </a:lnTo>
                  <a:lnTo>
                    <a:pt x="2947212" y="1390650"/>
                  </a:lnTo>
                  <a:lnTo>
                    <a:pt x="2946425" y="1393190"/>
                  </a:lnTo>
                  <a:lnTo>
                    <a:pt x="2946920" y="1395730"/>
                  </a:lnTo>
                  <a:lnTo>
                    <a:pt x="2944114" y="1398270"/>
                  </a:lnTo>
                  <a:lnTo>
                    <a:pt x="2938119" y="1399540"/>
                  </a:lnTo>
                  <a:lnTo>
                    <a:pt x="2935516" y="1402080"/>
                  </a:lnTo>
                  <a:lnTo>
                    <a:pt x="2933369" y="1403350"/>
                  </a:lnTo>
                  <a:lnTo>
                    <a:pt x="2928747" y="1404620"/>
                  </a:lnTo>
                  <a:lnTo>
                    <a:pt x="2928239" y="1403350"/>
                  </a:lnTo>
                  <a:lnTo>
                    <a:pt x="2918460" y="1407160"/>
                  </a:lnTo>
                  <a:lnTo>
                    <a:pt x="2913253" y="1407160"/>
                  </a:lnTo>
                  <a:lnTo>
                    <a:pt x="2913253" y="1404620"/>
                  </a:lnTo>
                  <a:lnTo>
                    <a:pt x="2911602" y="1405890"/>
                  </a:lnTo>
                  <a:lnTo>
                    <a:pt x="2909087" y="1406690"/>
                  </a:lnTo>
                  <a:lnTo>
                    <a:pt x="2911094" y="1407160"/>
                  </a:lnTo>
                  <a:lnTo>
                    <a:pt x="2898013" y="1410970"/>
                  </a:lnTo>
                  <a:lnTo>
                    <a:pt x="2893606" y="1413637"/>
                  </a:lnTo>
                  <a:lnTo>
                    <a:pt x="2894342" y="1413637"/>
                  </a:lnTo>
                  <a:lnTo>
                    <a:pt x="2899194" y="1414830"/>
                  </a:lnTo>
                  <a:lnTo>
                    <a:pt x="2898902" y="1414830"/>
                  </a:lnTo>
                  <a:lnTo>
                    <a:pt x="2896438" y="1415681"/>
                  </a:lnTo>
                  <a:lnTo>
                    <a:pt x="2895282" y="1416100"/>
                  </a:lnTo>
                  <a:lnTo>
                    <a:pt x="2890507" y="1419974"/>
                  </a:lnTo>
                  <a:lnTo>
                    <a:pt x="2890113" y="1419974"/>
                  </a:lnTo>
                  <a:lnTo>
                    <a:pt x="2883827" y="1421231"/>
                  </a:lnTo>
                  <a:lnTo>
                    <a:pt x="2881909" y="1421231"/>
                  </a:lnTo>
                  <a:lnTo>
                    <a:pt x="2880741" y="1422400"/>
                  </a:lnTo>
                  <a:lnTo>
                    <a:pt x="2883281" y="1421714"/>
                  </a:lnTo>
                  <a:lnTo>
                    <a:pt x="2884132" y="1421231"/>
                  </a:lnTo>
                  <a:lnTo>
                    <a:pt x="2885084" y="1421231"/>
                  </a:lnTo>
                  <a:lnTo>
                    <a:pt x="2883281" y="1421714"/>
                  </a:lnTo>
                  <a:lnTo>
                    <a:pt x="2877693" y="1424940"/>
                  </a:lnTo>
                  <a:lnTo>
                    <a:pt x="2883027" y="1424940"/>
                  </a:lnTo>
                  <a:lnTo>
                    <a:pt x="2881249" y="1427480"/>
                  </a:lnTo>
                  <a:lnTo>
                    <a:pt x="2875026" y="1427480"/>
                  </a:lnTo>
                  <a:lnTo>
                    <a:pt x="2877858" y="1428750"/>
                  </a:lnTo>
                  <a:lnTo>
                    <a:pt x="2874632" y="1430070"/>
                  </a:lnTo>
                  <a:lnTo>
                    <a:pt x="2881884" y="1431290"/>
                  </a:lnTo>
                  <a:lnTo>
                    <a:pt x="2870581" y="1435100"/>
                  </a:lnTo>
                  <a:lnTo>
                    <a:pt x="2865247" y="1436370"/>
                  </a:lnTo>
                  <a:lnTo>
                    <a:pt x="2856865" y="1437640"/>
                  </a:lnTo>
                  <a:lnTo>
                    <a:pt x="2850896" y="1438910"/>
                  </a:lnTo>
                  <a:lnTo>
                    <a:pt x="2846324" y="1438910"/>
                  </a:lnTo>
                  <a:lnTo>
                    <a:pt x="2851277" y="1435608"/>
                  </a:lnTo>
                  <a:lnTo>
                    <a:pt x="2845562" y="1436370"/>
                  </a:lnTo>
                  <a:lnTo>
                    <a:pt x="2844800" y="1436370"/>
                  </a:lnTo>
                  <a:lnTo>
                    <a:pt x="2844673" y="1437640"/>
                  </a:lnTo>
                  <a:lnTo>
                    <a:pt x="2844546" y="1438910"/>
                  </a:lnTo>
                  <a:lnTo>
                    <a:pt x="2842158" y="1440243"/>
                  </a:lnTo>
                  <a:lnTo>
                    <a:pt x="2839974" y="1441450"/>
                  </a:lnTo>
                  <a:lnTo>
                    <a:pt x="2838450" y="1441450"/>
                  </a:lnTo>
                  <a:lnTo>
                    <a:pt x="2838450" y="1442720"/>
                  </a:lnTo>
                  <a:lnTo>
                    <a:pt x="2833370" y="1444104"/>
                  </a:lnTo>
                  <a:lnTo>
                    <a:pt x="2836799" y="1442720"/>
                  </a:lnTo>
                  <a:lnTo>
                    <a:pt x="2838450" y="1442720"/>
                  </a:lnTo>
                  <a:lnTo>
                    <a:pt x="2838450" y="1441450"/>
                  </a:lnTo>
                  <a:lnTo>
                    <a:pt x="2834767" y="1441450"/>
                  </a:lnTo>
                  <a:lnTo>
                    <a:pt x="2830703" y="1442720"/>
                  </a:lnTo>
                  <a:lnTo>
                    <a:pt x="2827655" y="1445260"/>
                  </a:lnTo>
                  <a:lnTo>
                    <a:pt x="2822829" y="1446530"/>
                  </a:lnTo>
                  <a:lnTo>
                    <a:pt x="2827020" y="1447800"/>
                  </a:lnTo>
                  <a:lnTo>
                    <a:pt x="2825496" y="1446530"/>
                  </a:lnTo>
                  <a:lnTo>
                    <a:pt x="2829052" y="1445260"/>
                  </a:lnTo>
                  <a:lnTo>
                    <a:pt x="2834208" y="1444332"/>
                  </a:lnTo>
                  <a:lnTo>
                    <a:pt x="2833598" y="1444117"/>
                  </a:lnTo>
                  <a:lnTo>
                    <a:pt x="2835364" y="1444117"/>
                  </a:lnTo>
                  <a:lnTo>
                    <a:pt x="2834208" y="1444332"/>
                  </a:lnTo>
                  <a:lnTo>
                    <a:pt x="2836240" y="1445006"/>
                  </a:lnTo>
                  <a:lnTo>
                    <a:pt x="2836100" y="1444332"/>
                  </a:lnTo>
                  <a:lnTo>
                    <a:pt x="2836049" y="1444117"/>
                  </a:lnTo>
                  <a:lnTo>
                    <a:pt x="2836468" y="1444117"/>
                  </a:lnTo>
                  <a:lnTo>
                    <a:pt x="2840228" y="1442720"/>
                  </a:lnTo>
                  <a:lnTo>
                    <a:pt x="2843022" y="1442720"/>
                  </a:lnTo>
                  <a:lnTo>
                    <a:pt x="2844228" y="1444117"/>
                  </a:lnTo>
                  <a:lnTo>
                    <a:pt x="2846070" y="1445260"/>
                  </a:lnTo>
                  <a:lnTo>
                    <a:pt x="2838323" y="1447800"/>
                  </a:lnTo>
                  <a:lnTo>
                    <a:pt x="2840736" y="1446530"/>
                  </a:lnTo>
                  <a:lnTo>
                    <a:pt x="2836240" y="1445006"/>
                  </a:lnTo>
                  <a:lnTo>
                    <a:pt x="2836291" y="1445260"/>
                  </a:lnTo>
                  <a:lnTo>
                    <a:pt x="2831084" y="1449070"/>
                  </a:lnTo>
                  <a:lnTo>
                    <a:pt x="2822194" y="1447800"/>
                  </a:lnTo>
                  <a:lnTo>
                    <a:pt x="2817114" y="1447800"/>
                  </a:lnTo>
                  <a:lnTo>
                    <a:pt x="2814370" y="1446949"/>
                  </a:lnTo>
                  <a:lnTo>
                    <a:pt x="2806319" y="1447800"/>
                  </a:lnTo>
                  <a:lnTo>
                    <a:pt x="2804909" y="1447215"/>
                  </a:lnTo>
                  <a:lnTo>
                    <a:pt x="2798699" y="1449070"/>
                  </a:lnTo>
                  <a:lnTo>
                    <a:pt x="2796540" y="1447800"/>
                  </a:lnTo>
                  <a:lnTo>
                    <a:pt x="2803017" y="1446530"/>
                  </a:lnTo>
                  <a:lnTo>
                    <a:pt x="2798826" y="1445260"/>
                  </a:lnTo>
                  <a:lnTo>
                    <a:pt x="2792603" y="1446530"/>
                  </a:lnTo>
                  <a:lnTo>
                    <a:pt x="2793746" y="1446530"/>
                  </a:lnTo>
                  <a:lnTo>
                    <a:pt x="2790698" y="1447800"/>
                  </a:lnTo>
                  <a:lnTo>
                    <a:pt x="2782824" y="1450340"/>
                  </a:lnTo>
                  <a:lnTo>
                    <a:pt x="2778633" y="1450340"/>
                  </a:lnTo>
                  <a:lnTo>
                    <a:pt x="2772918" y="1451610"/>
                  </a:lnTo>
                  <a:lnTo>
                    <a:pt x="2779649" y="1454150"/>
                  </a:lnTo>
                  <a:lnTo>
                    <a:pt x="2778125" y="1456690"/>
                  </a:lnTo>
                  <a:lnTo>
                    <a:pt x="2774442" y="1457960"/>
                  </a:lnTo>
                  <a:lnTo>
                    <a:pt x="2767965" y="1457960"/>
                  </a:lnTo>
                  <a:lnTo>
                    <a:pt x="2764790" y="1463040"/>
                  </a:lnTo>
                  <a:lnTo>
                    <a:pt x="2753360" y="1466850"/>
                  </a:lnTo>
                  <a:lnTo>
                    <a:pt x="2750566" y="1470660"/>
                  </a:lnTo>
                  <a:lnTo>
                    <a:pt x="2752344" y="1468120"/>
                  </a:lnTo>
                  <a:lnTo>
                    <a:pt x="2743377" y="1469478"/>
                  </a:lnTo>
                  <a:lnTo>
                    <a:pt x="2737332" y="1469478"/>
                  </a:lnTo>
                  <a:lnTo>
                    <a:pt x="2733713" y="1470660"/>
                  </a:lnTo>
                  <a:lnTo>
                    <a:pt x="2732989" y="1470660"/>
                  </a:lnTo>
                  <a:lnTo>
                    <a:pt x="2732087" y="1471930"/>
                  </a:lnTo>
                  <a:lnTo>
                    <a:pt x="2727706" y="1473200"/>
                  </a:lnTo>
                  <a:lnTo>
                    <a:pt x="2721991" y="1473200"/>
                  </a:lnTo>
                  <a:lnTo>
                    <a:pt x="2723769" y="1470660"/>
                  </a:lnTo>
                  <a:lnTo>
                    <a:pt x="2720213" y="1470660"/>
                  </a:lnTo>
                  <a:lnTo>
                    <a:pt x="2717825" y="1471930"/>
                  </a:lnTo>
                  <a:lnTo>
                    <a:pt x="2718981" y="1473200"/>
                  </a:lnTo>
                  <a:lnTo>
                    <a:pt x="2719832" y="1474470"/>
                  </a:lnTo>
                  <a:lnTo>
                    <a:pt x="2716530" y="1475740"/>
                  </a:lnTo>
                  <a:lnTo>
                    <a:pt x="2716022" y="1475740"/>
                  </a:lnTo>
                  <a:lnTo>
                    <a:pt x="2716657" y="1474470"/>
                  </a:lnTo>
                  <a:lnTo>
                    <a:pt x="2714879" y="1474470"/>
                  </a:lnTo>
                  <a:lnTo>
                    <a:pt x="2709672" y="1475740"/>
                  </a:lnTo>
                  <a:lnTo>
                    <a:pt x="2707894" y="1478280"/>
                  </a:lnTo>
                  <a:lnTo>
                    <a:pt x="2710053" y="1479550"/>
                  </a:lnTo>
                  <a:lnTo>
                    <a:pt x="2697988" y="1479550"/>
                  </a:lnTo>
                  <a:lnTo>
                    <a:pt x="2698318" y="1482090"/>
                  </a:lnTo>
                  <a:lnTo>
                    <a:pt x="2698407" y="1482725"/>
                  </a:lnTo>
                  <a:lnTo>
                    <a:pt x="2698496" y="1483360"/>
                  </a:lnTo>
                  <a:lnTo>
                    <a:pt x="2697988" y="1483360"/>
                  </a:lnTo>
                  <a:lnTo>
                    <a:pt x="2697353" y="1485900"/>
                  </a:lnTo>
                  <a:lnTo>
                    <a:pt x="2687066" y="1487170"/>
                  </a:lnTo>
                  <a:lnTo>
                    <a:pt x="2683510" y="1488440"/>
                  </a:lnTo>
                  <a:lnTo>
                    <a:pt x="2685796" y="1487170"/>
                  </a:lnTo>
                  <a:lnTo>
                    <a:pt x="2686050" y="1485900"/>
                  </a:lnTo>
                  <a:lnTo>
                    <a:pt x="2684018" y="1485900"/>
                  </a:lnTo>
                  <a:lnTo>
                    <a:pt x="2682367" y="1485900"/>
                  </a:lnTo>
                  <a:lnTo>
                    <a:pt x="2675966" y="1487170"/>
                  </a:lnTo>
                  <a:lnTo>
                    <a:pt x="2676283" y="1489798"/>
                  </a:lnTo>
                  <a:lnTo>
                    <a:pt x="2676461" y="1490980"/>
                  </a:lnTo>
                  <a:lnTo>
                    <a:pt x="2669794" y="1493520"/>
                  </a:lnTo>
                  <a:lnTo>
                    <a:pt x="2671508" y="1492250"/>
                  </a:lnTo>
                  <a:lnTo>
                    <a:pt x="2673223" y="1490980"/>
                  </a:lnTo>
                  <a:lnTo>
                    <a:pt x="2667889" y="1492250"/>
                  </a:lnTo>
                  <a:lnTo>
                    <a:pt x="2667381" y="1490980"/>
                  </a:lnTo>
                  <a:lnTo>
                    <a:pt x="2666873" y="1490980"/>
                  </a:lnTo>
                  <a:lnTo>
                    <a:pt x="2656192" y="1494802"/>
                  </a:lnTo>
                  <a:lnTo>
                    <a:pt x="2665603" y="1493520"/>
                  </a:lnTo>
                  <a:lnTo>
                    <a:pt x="2660612" y="1494840"/>
                  </a:lnTo>
                  <a:lnTo>
                    <a:pt x="2656586" y="1496060"/>
                  </a:lnTo>
                  <a:lnTo>
                    <a:pt x="2652649" y="1497330"/>
                  </a:lnTo>
                  <a:lnTo>
                    <a:pt x="2650617" y="1498600"/>
                  </a:lnTo>
                  <a:lnTo>
                    <a:pt x="2647696" y="1499870"/>
                  </a:lnTo>
                  <a:lnTo>
                    <a:pt x="2649004" y="1501330"/>
                  </a:lnTo>
                  <a:lnTo>
                    <a:pt x="2648331" y="1501330"/>
                  </a:lnTo>
                  <a:lnTo>
                    <a:pt x="2641981" y="1503680"/>
                  </a:lnTo>
                  <a:lnTo>
                    <a:pt x="2628519" y="1504950"/>
                  </a:lnTo>
                  <a:lnTo>
                    <a:pt x="2619972" y="1508785"/>
                  </a:lnTo>
                  <a:lnTo>
                    <a:pt x="2599385" y="1516380"/>
                  </a:lnTo>
                  <a:lnTo>
                    <a:pt x="2593136" y="1519110"/>
                  </a:lnTo>
                  <a:lnTo>
                    <a:pt x="2683878" y="1519110"/>
                  </a:lnTo>
                  <a:lnTo>
                    <a:pt x="2684792" y="1518920"/>
                  </a:lnTo>
                  <a:lnTo>
                    <a:pt x="2690660" y="1516380"/>
                  </a:lnTo>
                  <a:lnTo>
                    <a:pt x="2698369" y="1513840"/>
                  </a:lnTo>
                  <a:lnTo>
                    <a:pt x="2700020" y="1515110"/>
                  </a:lnTo>
                  <a:lnTo>
                    <a:pt x="2700591" y="1513840"/>
                  </a:lnTo>
                  <a:lnTo>
                    <a:pt x="2701163" y="1512570"/>
                  </a:lnTo>
                  <a:lnTo>
                    <a:pt x="2702941" y="1511300"/>
                  </a:lnTo>
                  <a:lnTo>
                    <a:pt x="2709367" y="1508785"/>
                  </a:lnTo>
                  <a:lnTo>
                    <a:pt x="2712593" y="1510030"/>
                  </a:lnTo>
                  <a:lnTo>
                    <a:pt x="2716250" y="1508785"/>
                  </a:lnTo>
                  <a:lnTo>
                    <a:pt x="2715704" y="1507490"/>
                  </a:lnTo>
                  <a:lnTo>
                    <a:pt x="2715196" y="1506245"/>
                  </a:lnTo>
                  <a:lnTo>
                    <a:pt x="2719197" y="1504950"/>
                  </a:lnTo>
                  <a:lnTo>
                    <a:pt x="2714498" y="1503680"/>
                  </a:lnTo>
                  <a:lnTo>
                    <a:pt x="2710916" y="1504340"/>
                  </a:lnTo>
                  <a:lnTo>
                    <a:pt x="2708783" y="1504950"/>
                  </a:lnTo>
                  <a:lnTo>
                    <a:pt x="2707513" y="1504950"/>
                  </a:lnTo>
                  <a:lnTo>
                    <a:pt x="2710916" y="1504340"/>
                  </a:lnTo>
                  <a:lnTo>
                    <a:pt x="2717546" y="1502410"/>
                  </a:lnTo>
                  <a:lnTo>
                    <a:pt x="2712466" y="1502410"/>
                  </a:lnTo>
                  <a:lnTo>
                    <a:pt x="2717927" y="1499870"/>
                  </a:lnTo>
                  <a:lnTo>
                    <a:pt x="2719451" y="1499870"/>
                  </a:lnTo>
                  <a:lnTo>
                    <a:pt x="2720975" y="1498600"/>
                  </a:lnTo>
                  <a:lnTo>
                    <a:pt x="2726563" y="1496060"/>
                  </a:lnTo>
                  <a:lnTo>
                    <a:pt x="2728722" y="1498600"/>
                  </a:lnTo>
                  <a:lnTo>
                    <a:pt x="2729357" y="1499870"/>
                  </a:lnTo>
                  <a:lnTo>
                    <a:pt x="2729230" y="1497330"/>
                  </a:lnTo>
                  <a:lnTo>
                    <a:pt x="2737866" y="1496060"/>
                  </a:lnTo>
                  <a:lnTo>
                    <a:pt x="2744089" y="1494840"/>
                  </a:lnTo>
                  <a:lnTo>
                    <a:pt x="2743771" y="1494840"/>
                  </a:lnTo>
                  <a:lnTo>
                    <a:pt x="2752217" y="1493520"/>
                  </a:lnTo>
                  <a:lnTo>
                    <a:pt x="2752293" y="1493367"/>
                  </a:lnTo>
                  <a:lnTo>
                    <a:pt x="2752471" y="1492250"/>
                  </a:lnTo>
                  <a:lnTo>
                    <a:pt x="2752915" y="1492250"/>
                  </a:lnTo>
                  <a:lnTo>
                    <a:pt x="2753614" y="1490980"/>
                  </a:lnTo>
                  <a:lnTo>
                    <a:pt x="2756509" y="1489798"/>
                  </a:lnTo>
                  <a:lnTo>
                    <a:pt x="2759837" y="1488440"/>
                  </a:lnTo>
                  <a:lnTo>
                    <a:pt x="2767965" y="1485900"/>
                  </a:lnTo>
                  <a:lnTo>
                    <a:pt x="2769743" y="1488440"/>
                  </a:lnTo>
                  <a:lnTo>
                    <a:pt x="2777109" y="1488440"/>
                  </a:lnTo>
                  <a:lnTo>
                    <a:pt x="2769870" y="1487170"/>
                  </a:lnTo>
                  <a:lnTo>
                    <a:pt x="2769997" y="1487170"/>
                  </a:lnTo>
                  <a:lnTo>
                    <a:pt x="2772029" y="1485900"/>
                  </a:lnTo>
                  <a:lnTo>
                    <a:pt x="2774061" y="1484630"/>
                  </a:lnTo>
                  <a:lnTo>
                    <a:pt x="2779522" y="1484630"/>
                  </a:lnTo>
                  <a:lnTo>
                    <a:pt x="2786507" y="1483360"/>
                  </a:lnTo>
                  <a:lnTo>
                    <a:pt x="2793403" y="1480820"/>
                  </a:lnTo>
                  <a:lnTo>
                    <a:pt x="2804007" y="1478280"/>
                  </a:lnTo>
                  <a:lnTo>
                    <a:pt x="2813735" y="1475740"/>
                  </a:lnTo>
                  <a:lnTo>
                    <a:pt x="2818003" y="1473200"/>
                  </a:lnTo>
                  <a:lnTo>
                    <a:pt x="2822575" y="1473200"/>
                  </a:lnTo>
                  <a:lnTo>
                    <a:pt x="2829382" y="1469478"/>
                  </a:lnTo>
                  <a:lnTo>
                    <a:pt x="2839783" y="1465580"/>
                  </a:lnTo>
                  <a:lnTo>
                    <a:pt x="2848965" y="1461770"/>
                  </a:lnTo>
                  <a:lnTo>
                    <a:pt x="2852801" y="1457960"/>
                  </a:lnTo>
                  <a:lnTo>
                    <a:pt x="2864853" y="1455420"/>
                  </a:lnTo>
                  <a:lnTo>
                    <a:pt x="2866034" y="1454150"/>
                  </a:lnTo>
                  <a:lnTo>
                    <a:pt x="2866694" y="1451610"/>
                  </a:lnTo>
                  <a:lnTo>
                    <a:pt x="2877185" y="1449070"/>
                  </a:lnTo>
                  <a:lnTo>
                    <a:pt x="2875026" y="1449070"/>
                  </a:lnTo>
                  <a:lnTo>
                    <a:pt x="2878988" y="1447800"/>
                  </a:lnTo>
                  <a:lnTo>
                    <a:pt x="2894863" y="1442720"/>
                  </a:lnTo>
                  <a:lnTo>
                    <a:pt x="2906776" y="1438910"/>
                  </a:lnTo>
                  <a:lnTo>
                    <a:pt x="2950426" y="1424940"/>
                  </a:lnTo>
                  <a:lnTo>
                    <a:pt x="2986252" y="1412240"/>
                  </a:lnTo>
                  <a:lnTo>
                    <a:pt x="2998800" y="1407160"/>
                  </a:lnTo>
                  <a:lnTo>
                    <a:pt x="3005086" y="1404620"/>
                  </a:lnTo>
                  <a:lnTo>
                    <a:pt x="3017647" y="1399540"/>
                  </a:lnTo>
                  <a:lnTo>
                    <a:pt x="3020060" y="1399540"/>
                  </a:lnTo>
                  <a:lnTo>
                    <a:pt x="3027997" y="1397000"/>
                  </a:lnTo>
                  <a:lnTo>
                    <a:pt x="3035655" y="1394460"/>
                  </a:lnTo>
                  <a:lnTo>
                    <a:pt x="3047581" y="1390650"/>
                  </a:lnTo>
                  <a:lnTo>
                    <a:pt x="3051556" y="1389380"/>
                  </a:lnTo>
                  <a:lnTo>
                    <a:pt x="3108833" y="136906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4" name="object 24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019716" y="3147708"/>
              <a:ext cx="1354645" cy="1357694"/>
            </a:xfrm>
            <a:prstGeom prst="rect">
              <a:avLst/>
            </a:prstGeom>
          </p:spPr>
        </p:pic>
        <p:pic>
          <p:nvPicPr>
            <p:cNvPr id="245" name="object 24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213104" y="3189731"/>
              <a:ext cx="518159" cy="391667"/>
            </a:xfrm>
            <a:prstGeom prst="rect">
              <a:avLst/>
            </a:prstGeom>
          </p:spPr>
        </p:pic>
        <p:pic>
          <p:nvPicPr>
            <p:cNvPr id="246" name="object 24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588538" y="3147060"/>
              <a:ext cx="376216" cy="464014"/>
            </a:xfrm>
            <a:prstGeom prst="rect">
              <a:avLst/>
            </a:prstGeom>
          </p:spPr>
        </p:pic>
        <p:pic>
          <p:nvPicPr>
            <p:cNvPr id="247" name="object 24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178052" y="4023359"/>
              <a:ext cx="725423" cy="667512"/>
            </a:xfrm>
            <a:prstGeom prst="rect">
              <a:avLst/>
            </a:prstGeom>
          </p:spPr>
        </p:pic>
        <p:pic>
          <p:nvPicPr>
            <p:cNvPr id="248" name="object 24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824014" y="3986910"/>
              <a:ext cx="101529" cy="925830"/>
            </a:xfrm>
            <a:prstGeom prst="rect">
              <a:avLst/>
            </a:prstGeom>
          </p:spPr>
        </p:pic>
        <p:sp>
          <p:nvSpPr>
            <p:cNvPr id="249" name="object 249"/>
            <p:cNvSpPr/>
            <p:nvPr/>
          </p:nvSpPr>
          <p:spPr>
            <a:xfrm>
              <a:off x="7713726" y="1754885"/>
              <a:ext cx="0" cy="1875789"/>
            </a:xfrm>
            <a:custGeom>
              <a:avLst/>
              <a:gdLst/>
              <a:ahLst/>
              <a:cxnLst/>
              <a:rect l="l" t="t" r="r" b="b"/>
              <a:pathLst>
                <a:path w="0" h="1875789">
                  <a:moveTo>
                    <a:pt x="0" y="0"/>
                  </a:moveTo>
                  <a:lnTo>
                    <a:pt x="0" y="1875408"/>
                  </a:lnTo>
                </a:path>
              </a:pathLst>
            </a:custGeom>
            <a:ln w="19050">
              <a:solidFill>
                <a:srgbClr val="7C7C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/>
            <p:cNvSpPr/>
            <p:nvPr/>
          </p:nvSpPr>
          <p:spPr>
            <a:xfrm>
              <a:off x="7713726" y="4328921"/>
              <a:ext cx="0" cy="1875789"/>
            </a:xfrm>
            <a:custGeom>
              <a:avLst/>
              <a:gdLst/>
              <a:ahLst/>
              <a:cxnLst/>
              <a:rect l="l" t="t" r="r" b="b"/>
              <a:pathLst>
                <a:path w="0" h="1875789">
                  <a:moveTo>
                    <a:pt x="0" y="0"/>
                  </a:moveTo>
                  <a:lnTo>
                    <a:pt x="0" y="1875383"/>
                  </a:lnTo>
                </a:path>
              </a:pathLst>
            </a:custGeom>
            <a:ln w="19050">
              <a:solidFill>
                <a:srgbClr val="7C7C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/>
            <p:cNvSpPr/>
            <p:nvPr/>
          </p:nvSpPr>
          <p:spPr>
            <a:xfrm>
              <a:off x="7687055" y="3756659"/>
              <a:ext cx="147955" cy="445134"/>
            </a:xfrm>
            <a:custGeom>
              <a:avLst/>
              <a:gdLst/>
              <a:ahLst/>
              <a:cxnLst/>
              <a:rect l="l" t="t" r="r" b="b"/>
              <a:pathLst>
                <a:path w="147954" h="445135">
                  <a:moveTo>
                    <a:pt x="65151" y="0"/>
                  </a:moveTo>
                  <a:lnTo>
                    <a:pt x="0" y="0"/>
                  </a:lnTo>
                  <a:lnTo>
                    <a:pt x="82677" y="222504"/>
                  </a:lnTo>
                  <a:lnTo>
                    <a:pt x="0" y="445008"/>
                  </a:lnTo>
                  <a:lnTo>
                    <a:pt x="65151" y="445008"/>
                  </a:lnTo>
                  <a:lnTo>
                    <a:pt x="147828" y="222504"/>
                  </a:lnTo>
                  <a:lnTo>
                    <a:pt x="65151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/>
            <p:cNvSpPr/>
            <p:nvPr/>
          </p:nvSpPr>
          <p:spPr>
            <a:xfrm>
              <a:off x="7607807" y="3823715"/>
              <a:ext cx="116205" cy="311150"/>
            </a:xfrm>
            <a:custGeom>
              <a:avLst/>
              <a:gdLst/>
              <a:ahLst/>
              <a:cxnLst/>
              <a:rect l="l" t="t" r="r" b="b"/>
              <a:pathLst>
                <a:path w="116204" h="311150">
                  <a:moveTo>
                    <a:pt x="57912" y="0"/>
                  </a:moveTo>
                  <a:lnTo>
                    <a:pt x="0" y="0"/>
                  </a:lnTo>
                  <a:lnTo>
                    <a:pt x="57912" y="155447"/>
                  </a:lnTo>
                  <a:lnTo>
                    <a:pt x="0" y="310895"/>
                  </a:lnTo>
                  <a:lnTo>
                    <a:pt x="57912" y="310895"/>
                  </a:lnTo>
                  <a:lnTo>
                    <a:pt x="115823" y="155447"/>
                  </a:lnTo>
                  <a:lnTo>
                    <a:pt x="57912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3" name="object 253"/>
          <p:cNvSpPr txBox="1"/>
          <p:nvPr/>
        </p:nvSpPr>
        <p:spPr>
          <a:xfrm>
            <a:off x="1197863" y="2229992"/>
            <a:ext cx="2584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Arial"/>
                <a:cs typeface="Arial"/>
              </a:rPr>
              <a:t>V2H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54" name="object 254"/>
          <p:cNvGrpSpPr/>
          <p:nvPr/>
        </p:nvGrpSpPr>
        <p:grpSpPr>
          <a:xfrm>
            <a:off x="7968995" y="1994916"/>
            <a:ext cx="3779520" cy="4223385"/>
            <a:chOff x="7968995" y="1994916"/>
            <a:chExt cx="3779520" cy="4223385"/>
          </a:xfrm>
        </p:grpSpPr>
        <p:sp>
          <p:nvSpPr>
            <p:cNvPr id="255" name="object 255"/>
            <p:cNvSpPr/>
            <p:nvPr/>
          </p:nvSpPr>
          <p:spPr>
            <a:xfrm>
              <a:off x="7968995" y="2026666"/>
              <a:ext cx="3779520" cy="4191635"/>
            </a:xfrm>
            <a:custGeom>
              <a:avLst/>
              <a:gdLst/>
              <a:ahLst/>
              <a:cxnLst/>
              <a:rect l="l" t="t" r="r" b="b"/>
              <a:pathLst>
                <a:path w="3779520" h="4191635">
                  <a:moveTo>
                    <a:pt x="0" y="4191254"/>
                  </a:moveTo>
                  <a:lnTo>
                    <a:pt x="3779520" y="4191254"/>
                  </a:lnTo>
                  <a:lnTo>
                    <a:pt x="3779520" y="0"/>
                  </a:lnTo>
                  <a:lnTo>
                    <a:pt x="0" y="0"/>
                  </a:lnTo>
                  <a:lnTo>
                    <a:pt x="0" y="4191254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/>
            <p:cNvSpPr/>
            <p:nvPr/>
          </p:nvSpPr>
          <p:spPr>
            <a:xfrm>
              <a:off x="7968996" y="1994915"/>
              <a:ext cx="3779520" cy="762000"/>
            </a:xfrm>
            <a:custGeom>
              <a:avLst/>
              <a:gdLst/>
              <a:ahLst/>
              <a:cxnLst/>
              <a:rect l="l" t="t" r="r" b="b"/>
              <a:pathLst>
                <a:path w="3779520" h="762000">
                  <a:moveTo>
                    <a:pt x="262509" y="743458"/>
                  </a:moveTo>
                  <a:lnTo>
                    <a:pt x="244094" y="743458"/>
                  </a:lnTo>
                  <a:lnTo>
                    <a:pt x="244094" y="743331"/>
                  </a:lnTo>
                  <a:lnTo>
                    <a:pt x="146431" y="743331"/>
                  </a:lnTo>
                  <a:lnTo>
                    <a:pt x="146431" y="743458"/>
                  </a:lnTo>
                  <a:lnTo>
                    <a:pt x="128016" y="743458"/>
                  </a:lnTo>
                  <a:lnTo>
                    <a:pt x="128016" y="762000"/>
                  </a:lnTo>
                  <a:lnTo>
                    <a:pt x="262509" y="762000"/>
                  </a:lnTo>
                  <a:lnTo>
                    <a:pt x="262509" y="743458"/>
                  </a:lnTo>
                  <a:close/>
                </a:path>
                <a:path w="3779520" h="762000">
                  <a:moveTo>
                    <a:pt x="384556" y="743331"/>
                  </a:moveTo>
                  <a:lnTo>
                    <a:pt x="262509" y="743331"/>
                  </a:lnTo>
                  <a:lnTo>
                    <a:pt x="262509" y="743458"/>
                  </a:lnTo>
                  <a:lnTo>
                    <a:pt x="384556" y="743458"/>
                  </a:lnTo>
                  <a:lnTo>
                    <a:pt x="384556" y="743331"/>
                  </a:lnTo>
                  <a:close/>
                </a:path>
                <a:path w="3779520" h="762000">
                  <a:moveTo>
                    <a:pt x="512826" y="593725"/>
                  </a:moveTo>
                  <a:lnTo>
                    <a:pt x="512775" y="582803"/>
                  </a:lnTo>
                  <a:lnTo>
                    <a:pt x="512572" y="581406"/>
                  </a:lnTo>
                  <a:lnTo>
                    <a:pt x="512064" y="579755"/>
                  </a:lnTo>
                  <a:lnTo>
                    <a:pt x="507238" y="564769"/>
                  </a:lnTo>
                  <a:lnTo>
                    <a:pt x="504952" y="557276"/>
                  </a:lnTo>
                  <a:lnTo>
                    <a:pt x="490372" y="512673"/>
                  </a:lnTo>
                  <a:lnTo>
                    <a:pt x="472846" y="470509"/>
                  </a:lnTo>
                  <a:lnTo>
                    <a:pt x="449605" y="433806"/>
                  </a:lnTo>
                  <a:lnTo>
                    <a:pt x="417880" y="405625"/>
                  </a:lnTo>
                  <a:lnTo>
                    <a:pt x="414502" y="404329"/>
                  </a:lnTo>
                  <a:lnTo>
                    <a:pt x="374904" y="389001"/>
                  </a:lnTo>
                  <a:lnTo>
                    <a:pt x="367639" y="387578"/>
                  </a:lnTo>
                  <a:lnTo>
                    <a:pt x="360324" y="386524"/>
                  </a:lnTo>
                  <a:lnTo>
                    <a:pt x="353860" y="385940"/>
                  </a:lnTo>
                  <a:lnTo>
                    <a:pt x="355079" y="385940"/>
                  </a:lnTo>
                  <a:lnTo>
                    <a:pt x="348843" y="385699"/>
                  </a:lnTo>
                  <a:lnTo>
                    <a:pt x="345567" y="385699"/>
                  </a:lnTo>
                  <a:lnTo>
                    <a:pt x="337731" y="385940"/>
                  </a:lnTo>
                  <a:lnTo>
                    <a:pt x="329196" y="386524"/>
                  </a:lnTo>
                  <a:lnTo>
                    <a:pt x="329450" y="386524"/>
                  </a:lnTo>
                  <a:lnTo>
                    <a:pt x="322072" y="387324"/>
                  </a:lnTo>
                  <a:lnTo>
                    <a:pt x="264388" y="406628"/>
                  </a:lnTo>
                  <a:lnTo>
                    <a:pt x="224256" y="439191"/>
                  </a:lnTo>
                  <a:lnTo>
                    <a:pt x="197535" y="482346"/>
                  </a:lnTo>
                  <a:lnTo>
                    <a:pt x="187833" y="532257"/>
                  </a:lnTo>
                  <a:lnTo>
                    <a:pt x="191643" y="564769"/>
                  </a:lnTo>
                  <a:lnTo>
                    <a:pt x="191706" y="565315"/>
                  </a:lnTo>
                  <a:lnTo>
                    <a:pt x="202768" y="596265"/>
                  </a:lnTo>
                  <a:lnTo>
                    <a:pt x="220421" y="623989"/>
                  </a:lnTo>
                  <a:lnTo>
                    <a:pt x="244094" y="647319"/>
                  </a:lnTo>
                  <a:lnTo>
                    <a:pt x="244094" y="743331"/>
                  </a:lnTo>
                  <a:lnTo>
                    <a:pt x="262509" y="743331"/>
                  </a:lnTo>
                  <a:lnTo>
                    <a:pt x="262509" y="638048"/>
                  </a:lnTo>
                  <a:lnTo>
                    <a:pt x="258699" y="635254"/>
                  </a:lnTo>
                  <a:lnTo>
                    <a:pt x="236639" y="614705"/>
                  </a:lnTo>
                  <a:lnTo>
                    <a:pt x="220179" y="589940"/>
                  </a:lnTo>
                  <a:lnTo>
                    <a:pt x="209867" y="562051"/>
                  </a:lnTo>
                  <a:lnTo>
                    <a:pt x="206260" y="532257"/>
                  </a:lnTo>
                  <a:lnTo>
                    <a:pt x="209994" y="512673"/>
                  </a:lnTo>
                  <a:lnTo>
                    <a:pt x="237299" y="452031"/>
                  </a:lnTo>
                  <a:lnTo>
                    <a:pt x="271602" y="423583"/>
                  </a:lnTo>
                  <a:lnTo>
                    <a:pt x="314452" y="407162"/>
                  </a:lnTo>
                  <a:lnTo>
                    <a:pt x="344779" y="404329"/>
                  </a:lnTo>
                  <a:lnTo>
                    <a:pt x="359968" y="405358"/>
                  </a:lnTo>
                  <a:lnTo>
                    <a:pt x="375031" y="408051"/>
                  </a:lnTo>
                  <a:lnTo>
                    <a:pt x="374904" y="408051"/>
                  </a:lnTo>
                  <a:lnTo>
                    <a:pt x="418426" y="428980"/>
                  </a:lnTo>
                  <a:lnTo>
                    <a:pt x="448627" y="464756"/>
                  </a:lnTo>
                  <a:lnTo>
                    <a:pt x="470052" y="510921"/>
                  </a:lnTo>
                  <a:lnTo>
                    <a:pt x="487299" y="562991"/>
                  </a:lnTo>
                  <a:lnTo>
                    <a:pt x="491363" y="576199"/>
                  </a:lnTo>
                  <a:lnTo>
                    <a:pt x="493522" y="582803"/>
                  </a:lnTo>
                  <a:lnTo>
                    <a:pt x="454914" y="582803"/>
                  </a:lnTo>
                  <a:lnTo>
                    <a:pt x="454914" y="634238"/>
                  </a:lnTo>
                  <a:lnTo>
                    <a:pt x="452297" y="647065"/>
                  </a:lnTo>
                  <a:lnTo>
                    <a:pt x="445198" y="657567"/>
                  </a:lnTo>
                  <a:lnTo>
                    <a:pt x="434657" y="664654"/>
                  </a:lnTo>
                  <a:lnTo>
                    <a:pt x="421767" y="667258"/>
                  </a:lnTo>
                  <a:lnTo>
                    <a:pt x="384556" y="667258"/>
                  </a:lnTo>
                  <a:lnTo>
                    <a:pt x="384556" y="743331"/>
                  </a:lnTo>
                  <a:lnTo>
                    <a:pt x="403098" y="743331"/>
                  </a:lnTo>
                  <a:lnTo>
                    <a:pt x="403098" y="685419"/>
                  </a:lnTo>
                  <a:lnTo>
                    <a:pt x="422021" y="685419"/>
                  </a:lnTo>
                  <a:lnTo>
                    <a:pt x="458292" y="670394"/>
                  </a:lnTo>
                  <a:lnTo>
                    <a:pt x="473290" y="634238"/>
                  </a:lnTo>
                  <a:lnTo>
                    <a:pt x="473329" y="601091"/>
                  </a:lnTo>
                  <a:lnTo>
                    <a:pt x="505587" y="601091"/>
                  </a:lnTo>
                  <a:lnTo>
                    <a:pt x="512826" y="593725"/>
                  </a:lnTo>
                  <a:close/>
                </a:path>
                <a:path w="3779520" h="762000">
                  <a:moveTo>
                    <a:pt x="560832" y="743458"/>
                  </a:moveTo>
                  <a:lnTo>
                    <a:pt x="384556" y="743458"/>
                  </a:lnTo>
                  <a:lnTo>
                    <a:pt x="384556" y="762000"/>
                  </a:lnTo>
                  <a:lnTo>
                    <a:pt x="560832" y="762000"/>
                  </a:lnTo>
                  <a:lnTo>
                    <a:pt x="560832" y="743458"/>
                  </a:lnTo>
                  <a:close/>
                </a:path>
                <a:path w="3779520" h="762000">
                  <a:moveTo>
                    <a:pt x="560832" y="329184"/>
                  </a:moveTo>
                  <a:lnTo>
                    <a:pt x="128016" y="329184"/>
                  </a:lnTo>
                  <a:lnTo>
                    <a:pt x="128016" y="743331"/>
                  </a:lnTo>
                  <a:lnTo>
                    <a:pt x="146431" y="743331"/>
                  </a:lnTo>
                  <a:lnTo>
                    <a:pt x="146431" y="347345"/>
                  </a:lnTo>
                  <a:lnTo>
                    <a:pt x="542417" y="347345"/>
                  </a:lnTo>
                  <a:lnTo>
                    <a:pt x="542417" y="743331"/>
                  </a:lnTo>
                  <a:lnTo>
                    <a:pt x="560832" y="743331"/>
                  </a:lnTo>
                  <a:lnTo>
                    <a:pt x="560832" y="347345"/>
                  </a:lnTo>
                  <a:lnTo>
                    <a:pt x="560832" y="329184"/>
                  </a:lnTo>
                  <a:close/>
                </a:path>
                <a:path w="3779520" h="762000">
                  <a:moveTo>
                    <a:pt x="3779520" y="0"/>
                  </a:moveTo>
                  <a:lnTo>
                    <a:pt x="0" y="0"/>
                  </a:lnTo>
                  <a:lnTo>
                    <a:pt x="0" y="31750"/>
                  </a:lnTo>
                  <a:lnTo>
                    <a:pt x="3779520" y="31750"/>
                  </a:lnTo>
                  <a:lnTo>
                    <a:pt x="3779520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7" name="object 257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8253983" y="2426208"/>
              <a:ext cx="126492" cy="214884"/>
            </a:xfrm>
            <a:prstGeom prst="rect">
              <a:avLst/>
            </a:prstGeom>
          </p:spPr>
        </p:pic>
        <p:pic>
          <p:nvPicPr>
            <p:cNvPr id="258" name="object 258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097011" y="3416808"/>
              <a:ext cx="432816" cy="432815"/>
            </a:xfrm>
            <a:prstGeom prst="rect">
              <a:avLst/>
            </a:prstGeom>
          </p:spPr>
        </p:pic>
      </p:grpSp>
      <p:sp>
        <p:nvSpPr>
          <p:cNvPr id="259" name="object 259"/>
          <p:cNvSpPr txBox="1"/>
          <p:nvPr/>
        </p:nvSpPr>
        <p:spPr>
          <a:xfrm>
            <a:off x="7957184" y="1698193"/>
            <a:ext cx="24752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Arial"/>
                <a:cs typeface="Arial"/>
              </a:rPr>
              <a:t>Main</a:t>
            </a:r>
            <a:r>
              <a:rPr dirty="0" sz="1600" spc="10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scale-</a:t>
            </a:r>
            <a:r>
              <a:rPr dirty="0" sz="1600" b="1">
                <a:latin typeface="Arial"/>
                <a:cs typeface="Arial"/>
              </a:rPr>
              <a:t>up</a:t>
            </a:r>
            <a:r>
              <a:rPr dirty="0" sz="1600" spc="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challenges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0" name="object 260"/>
          <p:cNvSpPr txBox="1"/>
          <p:nvPr/>
        </p:nvSpPr>
        <p:spPr>
          <a:xfrm>
            <a:off x="7968995" y="2116582"/>
            <a:ext cx="3779520" cy="404876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688975" marR="256540">
              <a:lnSpc>
                <a:spcPts val="1510"/>
              </a:lnSpc>
              <a:spcBef>
                <a:spcPts val="295"/>
              </a:spcBef>
            </a:pPr>
            <a:r>
              <a:rPr dirty="0" sz="1400" b="1">
                <a:latin typeface="Arial"/>
                <a:cs typeface="Arial"/>
              </a:rPr>
              <a:t>Stakeholder</a:t>
            </a:r>
            <a:r>
              <a:rPr dirty="0" sz="1400" spc="-6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fear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of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losing</a:t>
            </a:r>
            <a:r>
              <a:rPr dirty="0" sz="1400" spc="-5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control </a:t>
            </a:r>
            <a:r>
              <a:rPr dirty="0" sz="1400" b="1">
                <a:latin typeface="Arial"/>
                <a:cs typeface="Arial"/>
              </a:rPr>
              <a:t>points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central,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dominant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player </a:t>
            </a:r>
            <a:r>
              <a:rPr dirty="0" sz="1400">
                <a:latin typeface="Arial"/>
                <a:cs typeface="Arial"/>
              </a:rPr>
              <a:t>(e.g.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OEMs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see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USP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unique </a:t>
            </a:r>
            <a:r>
              <a:rPr dirty="0" sz="1400">
                <a:latin typeface="Arial"/>
                <a:cs typeface="Arial"/>
              </a:rPr>
              <a:t>charging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experience)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60"/>
              </a:spcBef>
            </a:pPr>
            <a:endParaRPr sz="1400">
              <a:latin typeface="Arial"/>
              <a:cs typeface="Arial"/>
            </a:endParaRPr>
          </a:p>
          <a:p>
            <a:pPr marL="688975" marR="273050">
              <a:lnSpc>
                <a:spcPts val="1510"/>
              </a:lnSpc>
            </a:pPr>
            <a:r>
              <a:rPr dirty="0" sz="1400">
                <a:latin typeface="Arial"/>
                <a:cs typeface="Arial"/>
              </a:rPr>
              <a:t>Relatively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high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transactions</a:t>
            </a:r>
            <a:r>
              <a:rPr dirty="0" sz="1400" spc="-70" b="1">
                <a:latin typeface="Arial"/>
                <a:cs typeface="Arial"/>
              </a:rPr>
              <a:t> </a:t>
            </a:r>
            <a:r>
              <a:rPr dirty="0" sz="1400" spc="-20" b="1">
                <a:latin typeface="Arial"/>
                <a:cs typeface="Arial"/>
              </a:rPr>
              <a:t>costs </a:t>
            </a:r>
            <a:r>
              <a:rPr dirty="0" sz="1400">
                <a:latin typeface="Arial"/>
                <a:cs typeface="Arial"/>
              </a:rPr>
              <a:t>for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clearing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and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billing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(given </a:t>
            </a:r>
            <a:r>
              <a:rPr dirty="0" sz="1400">
                <a:latin typeface="Arial"/>
                <a:cs typeface="Arial"/>
              </a:rPr>
              <a:t>comparatively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low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value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of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single transactions)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30"/>
              </a:spcBef>
            </a:pPr>
            <a:endParaRPr sz="1400">
              <a:latin typeface="Arial"/>
              <a:cs typeface="Arial"/>
            </a:endParaRPr>
          </a:p>
          <a:p>
            <a:pPr marL="688975" marR="57150">
              <a:lnSpc>
                <a:spcPct val="90000"/>
              </a:lnSpc>
            </a:pPr>
            <a:r>
              <a:rPr dirty="0" sz="1400" b="1">
                <a:latin typeface="Arial"/>
                <a:cs typeface="Arial"/>
              </a:rPr>
              <a:t>Different</a:t>
            </a:r>
            <a:r>
              <a:rPr dirty="0" sz="1400" spc="-7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interests</a:t>
            </a:r>
            <a:r>
              <a:rPr dirty="0" sz="1400" spc="-7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and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priorities </a:t>
            </a:r>
            <a:r>
              <a:rPr dirty="0" sz="1400">
                <a:latin typeface="Arial"/>
                <a:cs typeface="Arial"/>
              </a:rPr>
              <a:t>across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parties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(e.g.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CPOs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want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to </a:t>
            </a:r>
            <a:r>
              <a:rPr dirty="0" sz="1400">
                <a:latin typeface="Arial"/>
                <a:cs typeface="Arial"/>
              </a:rPr>
              <a:t>maximize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utilization,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whereas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OEMs </a:t>
            </a:r>
            <a:r>
              <a:rPr dirty="0" sz="1400">
                <a:latin typeface="Arial"/>
                <a:cs typeface="Arial"/>
              </a:rPr>
              <a:t>want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maximize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charging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availability)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>
              <a:latin typeface="Arial"/>
              <a:cs typeface="Arial"/>
            </a:endParaRPr>
          </a:p>
          <a:p>
            <a:pPr marL="132715" marR="123825" indent="362585">
              <a:lnSpc>
                <a:spcPct val="100000"/>
              </a:lnSpc>
            </a:pPr>
            <a:r>
              <a:rPr dirty="0" sz="1400" b="1">
                <a:solidFill>
                  <a:srgbClr val="A21F1F"/>
                </a:solidFill>
                <a:latin typeface="Arial"/>
                <a:cs typeface="Arial"/>
              </a:rPr>
              <a:t>Can</a:t>
            </a:r>
            <a:r>
              <a:rPr dirty="0" sz="1400" spc="-3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A21F1F"/>
                </a:solidFill>
                <a:latin typeface="Arial"/>
                <a:cs typeface="Arial"/>
              </a:rPr>
              <a:t>a</a:t>
            </a:r>
            <a:r>
              <a:rPr dirty="0" sz="1400" spc="-3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A21F1F"/>
                </a:solidFill>
                <a:latin typeface="Arial"/>
                <a:cs typeface="Arial"/>
              </a:rPr>
              <a:t>decentralized</a:t>
            </a:r>
            <a:r>
              <a:rPr dirty="0" sz="1400" spc="-6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A21F1F"/>
                </a:solidFill>
                <a:latin typeface="Arial"/>
                <a:cs typeface="Arial"/>
              </a:rPr>
              <a:t>coordination </a:t>
            </a:r>
            <a:r>
              <a:rPr dirty="0" sz="1400" b="1">
                <a:solidFill>
                  <a:srgbClr val="A21F1F"/>
                </a:solidFill>
                <a:latin typeface="Arial"/>
                <a:cs typeface="Arial"/>
              </a:rPr>
              <a:t>approach</a:t>
            </a:r>
            <a:r>
              <a:rPr dirty="0" sz="1400" spc="-6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A21F1F"/>
                </a:solidFill>
                <a:latin typeface="Arial"/>
                <a:cs typeface="Arial"/>
              </a:rPr>
              <a:t>help</a:t>
            </a:r>
            <a:r>
              <a:rPr dirty="0" sz="1400" spc="-4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A21F1F"/>
                </a:solidFill>
                <a:latin typeface="Arial"/>
                <a:cs typeface="Arial"/>
              </a:rPr>
              <a:t>to</a:t>
            </a:r>
            <a:r>
              <a:rPr dirty="0" sz="1400" spc="-2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A21F1F"/>
                </a:solidFill>
                <a:latin typeface="Arial"/>
                <a:cs typeface="Arial"/>
              </a:rPr>
              <a:t>solve</a:t>
            </a:r>
            <a:r>
              <a:rPr dirty="0" sz="1400" spc="-4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A21F1F"/>
                </a:solidFill>
                <a:latin typeface="Arial"/>
                <a:cs typeface="Arial"/>
              </a:rPr>
              <a:t>these</a:t>
            </a:r>
            <a:r>
              <a:rPr dirty="0" sz="1400" spc="-5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A21F1F"/>
                </a:solidFill>
                <a:latin typeface="Arial"/>
                <a:cs typeface="Arial"/>
              </a:rPr>
              <a:t>challenges?</a:t>
            </a:r>
            <a:endParaRPr sz="1400">
              <a:latin typeface="Arial"/>
              <a:cs typeface="Arial"/>
            </a:endParaRPr>
          </a:p>
        </p:txBody>
      </p:sp>
      <p:sp>
        <p:nvSpPr>
          <p:cNvPr id="261" name="object 261"/>
          <p:cNvSpPr txBox="1"/>
          <p:nvPr/>
        </p:nvSpPr>
        <p:spPr>
          <a:xfrm>
            <a:off x="4221226" y="6351219"/>
            <a:ext cx="134048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latin typeface="Arial"/>
                <a:cs typeface="Arial"/>
              </a:rPr>
              <a:t>Enabling</a:t>
            </a:r>
            <a:r>
              <a:rPr dirty="0" sz="800" spc="-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ecosystem</a:t>
            </a:r>
            <a:r>
              <a:rPr dirty="0" sz="800" spc="-4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partners</a:t>
            </a:r>
            <a:endParaRPr sz="800">
              <a:latin typeface="Arial"/>
              <a:cs typeface="Arial"/>
            </a:endParaRPr>
          </a:p>
        </p:txBody>
      </p:sp>
      <p:sp>
        <p:nvSpPr>
          <p:cNvPr id="262" name="object 262"/>
          <p:cNvSpPr/>
          <p:nvPr/>
        </p:nvSpPr>
        <p:spPr>
          <a:xfrm>
            <a:off x="1796795" y="6355079"/>
            <a:ext cx="144780" cy="143510"/>
          </a:xfrm>
          <a:custGeom>
            <a:avLst/>
            <a:gdLst/>
            <a:ahLst/>
            <a:cxnLst/>
            <a:rect l="l" t="t" r="r" b="b"/>
            <a:pathLst>
              <a:path w="144780" h="143510">
                <a:moveTo>
                  <a:pt x="144780" y="0"/>
                </a:moveTo>
                <a:lnTo>
                  <a:pt x="0" y="0"/>
                </a:lnTo>
                <a:lnTo>
                  <a:pt x="0" y="143256"/>
                </a:lnTo>
                <a:lnTo>
                  <a:pt x="144780" y="143256"/>
                </a:lnTo>
                <a:lnTo>
                  <a:pt x="144780" y="0"/>
                </a:lnTo>
                <a:close/>
              </a:path>
            </a:pathLst>
          </a:custGeom>
          <a:solidFill>
            <a:srgbClr val="DB526A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63" name="object 263"/>
          <p:cNvSpPr/>
          <p:nvPr/>
        </p:nvSpPr>
        <p:spPr>
          <a:xfrm>
            <a:off x="4037076" y="6355079"/>
            <a:ext cx="144780" cy="143510"/>
          </a:xfrm>
          <a:custGeom>
            <a:avLst/>
            <a:gdLst/>
            <a:ahLst/>
            <a:cxnLst/>
            <a:rect l="l" t="t" r="r" b="b"/>
            <a:pathLst>
              <a:path w="144779" h="143510">
                <a:moveTo>
                  <a:pt x="144779" y="0"/>
                </a:moveTo>
                <a:lnTo>
                  <a:pt x="0" y="0"/>
                </a:lnTo>
                <a:lnTo>
                  <a:pt x="0" y="143256"/>
                </a:lnTo>
                <a:lnTo>
                  <a:pt x="144779" y="143256"/>
                </a:lnTo>
                <a:lnTo>
                  <a:pt x="144779" y="0"/>
                </a:lnTo>
                <a:close/>
              </a:path>
            </a:pathLst>
          </a:custGeom>
          <a:solidFill>
            <a:srgbClr val="EA9595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64" name="object 264"/>
          <p:cNvGrpSpPr/>
          <p:nvPr/>
        </p:nvGrpSpPr>
        <p:grpSpPr>
          <a:xfrm>
            <a:off x="8097011" y="4509515"/>
            <a:ext cx="2983230" cy="1184910"/>
            <a:chOff x="8097011" y="4509515"/>
            <a:chExt cx="2983230" cy="1184910"/>
          </a:xfrm>
        </p:grpSpPr>
        <p:sp>
          <p:nvSpPr>
            <p:cNvPr id="265" name="object 265"/>
            <p:cNvSpPr/>
            <p:nvPr/>
          </p:nvSpPr>
          <p:spPr>
            <a:xfrm>
              <a:off x="8097011" y="4509515"/>
              <a:ext cx="433070" cy="433070"/>
            </a:xfrm>
            <a:custGeom>
              <a:avLst/>
              <a:gdLst/>
              <a:ahLst/>
              <a:cxnLst/>
              <a:rect l="l" t="t" r="r" b="b"/>
              <a:pathLst>
                <a:path w="433070" h="433070">
                  <a:moveTo>
                    <a:pt x="432816" y="0"/>
                  </a:moveTo>
                  <a:lnTo>
                    <a:pt x="0" y="0"/>
                  </a:lnTo>
                  <a:lnTo>
                    <a:pt x="0" y="432815"/>
                  </a:lnTo>
                  <a:lnTo>
                    <a:pt x="432816" y="432815"/>
                  </a:lnTo>
                  <a:lnTo>
                    <a:pt x="432816" y="414400"/>
                  </a:lnTo>
                  <a:lnTo>
                    <a:pt x="18415" y="414400"/>
                  </a:lnTo>
                  <a:lnTo>
                    <a:pt x="18415" y="18541"/>
                  </a:lnTo>
                  <a:lnTo>
                    <a:pt x="432816" y="18541"/>
                  </a:lnTo>
                  <a:lnTo>
                    <a:pt x="432816" y="0"/>
                  </a:lnTo>
                  <a:close/>
                </a:path>
                <a:path w="433070" h="433070">
                  <a:moveTo>
                    <a:pt x="130601" y="287781"/>
                  </a:moveTo>
                  <a:lnTo>
                    <a:pt x="102235" y="287781"/>
                  </a:lnTo>
                  <a:lnTo>
                    <a:pt x="133250" y="319567"/>
                  </a:lnTo>
                  <a:lnTo>
                    <a:pt x="150541" y="357447"/>
                  </a:lnTo>
                  <a:lnTo>
                    <a:pt x="150647" y="357679"/>
                  </a:lnTo>
                  <a:lnTo>
                    <a:pt x="150759" y="357949"/>
                  </a:lnTo>
                  <a:lnTo>
                    <a:pt x="158640" y="392902"/>
                  </a:lnTo>
                  <a:lnTo>
                    <a:pt x="160769" y="414273"/>
                  </a:lnTo>
                  <a:lnTo>
                    <a:pt x="160782" y="414400"/>
                  </a:lnTo>
                  <a:lnTo>
                    <a:pt x="179578" y="414400"/>
                  </a:lnTo>
                  <a:lnTo>
                    <a:pt x="178389" y="399857"/>
                  </a:lnTo>
                  <a:lnTo>
                    <a:pt x="169799" y="356869"/>
                  </a:lnTo>
                  <a:lnTo>
                    <a:pt x="143589" y="301688"/>
                  </a:lnTo>
                  <a:lnTo>
                    <a:pt x="130601" y="287781"/>
                  </a:lnTo>
                  <a:close/>
                </a:path>
                <a:path w="433070" h="433070">
                  <a:moveTo>
                    <a:pt x="134969" y="210438"/>
                  </a:moveTo>
                  <a:lnTo>
                    <a:pt x="114935" y="210438"/>
                  </a:lnTo>
                  <a:lnTo>
                    <a:pt x="107499" y="226821"/>
                  </a:lnTo>
                  <a:lnTo>
                    <a:pt x="107442" y="226948"/>
                  </a:lnTo>
                  <a:lnTo>
                    <a:pt x="153463" y="253063"/>
                  </a:lnTo>
                  <a:lnTo>
                    <a:pt x="182925" y="286192"/>
                  </a:lnTo>
                  <a:lnTo>
                    <a:pt x="207518" y="339216"/>
                  </a:lnTo>
                  <a:lnTo>
                    <a:pt x="217287" y="395366"/>
                  </a:lnTo>
                  <a:lnTo>
                    <a:pt x="217932" y="414400"/>
                  </a:lnTo>
                  <a:lnTo>
                    <a:pt x="235966" y="414400"/>
                  </a:lnTo>
                  <a:lnTo>
                    <a:pt x="231148" y="357949"/>
                  </a:lnTo>
                  <a:lnTo>
                    <a:pt x="227033" y="339216"/>
                  </a:lnTo>
                  <a:lnTo>
                    <a:pt x="226949" y="338835"/>
                  </a:lnTo>
                  <a:lnTo>
                    <a:pt x="242581" y="304672"/>
                  </a:lnTo>
                  <a:lnTo>
                    <a:pt x="219075" y="304672"/>
                  </a:lnTo>
                  <a:lnTo>
                    <a:pt x="215733" y="300436"/>
                  </a:lnTo>
                  <a:lnTo>
                    <a:pt x="209391" y="291068"/>
                  </a:lnTo>
                  <a:lnTo>
                    <a:pt x="203287" y="281580"/>
                  </a:lnTo>
                  <a:lnTo>
                    <a:pt x="200660" y="276986"/>
                  </a:lnTo>
                  <a:lnTo>
                    <a:pt x="200660" y="253491"/>
                  </a:lnTo>
                  <a:lnTo>
                    <a:pt x="181864" y="253491"/>
                  </a:lnTo>
                  <a:lnTo>
                    <a:pt x="175319" y="246870"/>
                  </a:lnTo>
                  <a:lnTo>
                    <a:pt x="163988" y="236807"/>
                  </a:lnTo>
                  <a:lnTo>
                    <a:pt x="149181" y="226006"/>
                  </a:lnTo>
                  <a:lnTo>
                    <a:pt x="132207" y="217169"/>
                  </a:lnTo>
                  <a:lnTo>
                    <a:pt x="134969" y="210438"/>
                  </a:lnTo>
                  <a:close/>
                </a:path>
                <a:path w="433070" h="433070">
                  <a:moveTo>
                    <a:pt x="336732" y="262254"/>
                  </a:moveTo>
                  <a:lnTo>
                    <a:pt x="336447" y="262254"/>
                  </a:lnTo>
                  <a:lnTo>
                    <a:pt x="328422" y="266699"/>
                  </a:lnTo>
                  <a:lnTo>
                    <a:pt x="286991" y="301688"/>
                  </a:lnTo>
                  <a:lnTo>
                    <a:pt x="260858" y="356869"/>
                  </a:lnTo>
                  <a:lnTo>
                    <a:pt x="252257" y="399857"/>
                  </a:lnTo>
                  <a:lnTo>
                    <a:pt x="251079" y="414273"/>
                  </a:lnTo>
                  <a:lnTo>
                    <a:pt x="235966" y="414400"/>
                  </a:lnTo>
                  <a:lnTo>
                    <a:pt x="269748" y="414400"/>
                  </a:lnTo>
                  <a:lnTo>
                    <a:pt x="271950" y="392902"/>
                  </a:lnTo>
                  <a:lnTo>
                    <a:pt x="279844" y="357949"/>
                  </a:lnTo>
                  <a:lnTo>
                    <a:pt x="297358" y="319567"/>
                  </a:lnTo>
                  <a:lnTo>
                    <a:pt x="328422" y="287781"/>
                  </a:lnTo>
                  <a:lnTo>
                    <a:pt x="360941" y="287781"/>
                  </a:lnTo>
                  <a:lnTo>
                    <a:pt x="365623" y="279526"/>
                  </a:lnTo>
                  <a:lnTo>
                    <a:pt x="344297" y="279526"/>
                  </a:lnTo>
                  <a:lnTo>
                    <a:pt x="336732" y="262254"/>
                  </a:lnTo>
                  <a:close/>
                </a:path>
                <a:path w="433070" h="433070">
                  <a:moveTo>
                    <a:pt x="432816" y="226948"/>
                  </a:moveTo>
                  <a:lnTo>
                    <a:pt x="414401" y="226948"/>
                  </a:lnTo>
                  <a:lnTo>
                    <a:pt x="414401" y="414400"/>
                  </a:lnTo>
                  <a:lnTo>
                    <a:pt x="432816" y="414400"/>
                  </a:lnTo>
                  <a:lnTo>
                    <a:pt x="432816" y="226948"/>
                  </a:lnTo>
                  <a:close/>
                </a:path>
                <a:path w="433070" h="433070">
                  <a:moveTo>
                    <a:pt x="147320" y="180339"/>
                  </a:moveTo>
                  <a:lnTo>
                    <a:pt x="30099" y="217931"/>
                  </a:lnTo>
                  <a:lnTo>
                    <a:pt x="87884" y="320039"/>
                  </a:lnTo>
                  <a:lnTo>
                    <a:pt x="102235" y="287781"/>
                  </a:lnTo>
                  <a:lnTo>
                    <a:pt x="130601" y="287781"/>
                  </a:lnTo>
                  <a:lnTo>
                    <a:pt x="124809" y="281580"/>
                  </a:lnTo>
                  <a:lnTo>
                    <a:pt x="121751" y="279526"/>
                  </a:lnTo>
                  <a:lnTo>
                    <a:pt x="86360" y="279526"/>
                  </a:lnTo>
                  <a:lnTo>
                    <a:pt x="57150" y="228472"/>
                  </a:lnTo>
                  <a:lnTo>
                    <a:pt x="114935" y="210438"/>
                  </a:lnTo>
                  <a:lnTo>
                    <a:pt x="134969" y="210438"/>
                  </a:lnTo>
                  <a:lnTo>
                    <a:pt x="147320" y="180339"/>
                  </a:lnTo>
                  <a:close/>
                </a:path>
                <a:path w="433070" h="433070">
                  <a:moveTo>
                    <a:pt x="360941" y="287781"/>
                  </a:moveTo>
                  <a:lnTo>
                    <a:pt x="328422" y="287781"/>
                  </a:lnTo>
                  <a:lnTo>
                    <a:pt x="342646" y="320039"/>
                  </a:lnTo>
                  <a:lnTo>
                    <a:pt x="360941" y="287781"/>
                  </a:lnTo>
                  <a:close/>
                </a:path>
                <a:path w="433070" h="433070">
                  <a:moveTo>
                    <a:pt x="239447" y="78104"/>
                  </a:moveTo>
                  <a:lnTo>
                    <a:pt x="217170" y="78104"/>
                  </a:lnTo>
                  <a:lnTo>
                    <a:pt x="250952" y="124713"/>
                  </a:lnTo>
                  <a:lnTo>
                    <a:pt x="233680" y="124713"/>
                  </a:lnTo>
                  <a:lnTo>
                    <a:pt x="233680" y="272287"/>
                  </a:lnTo>
                  <a:lnTo>
                    <a:pt x="228040" y="284045"/>
                  </a:lnTo>
                  <a:lnTo>
                    <a:pt x="223424" y="294433"/>
                  </a:lnTo>
                  <a:lnTo>
                    <a:pt x="219075" y="304672"/>
                  </a:lnTo>
                  <a:lnTo>
                    <a:pt x="242581" y="304672"/>
                  </a:lnTo>
                  <a:lnTo>
                    <a:pt x="252410" y="283192"/>
                  </a:lnTo>
                  <a:lnTo>
                    <a:pt x="277509" y="254126"/>
                  </a:lnTo>
                  <a:lnTo>
                    <a:pt x="252476" y="254126"/>
                  </a:lnTo>
                  <a:lnTo>
                    <a:pt x="252476" y="142874"/>
                  </a:lnTo>
                  <a:lnTo>
                    <a:pt x="287020" y="142874"/>
                  </a:lnTo>
                  <a:lnTo>
                    <a:pt x="239447" y="78104"/>
                  </a:lnTo>
                  <a:close/>
                </a:path>
                <a:path w="433070" h="433070">
                  <a:moveTo>
                    <a:pt x="93980" y="262254"/>
                  </a:moveTo>
                  <a:lnTo>
                    <a:pt x="86360" y="279526"/>
                  </a:lnTo>
                  <a:lnTo>
                    <a:pt x="121751" y="279526"/>
                  </a:lnTo>
                  <a:lnTo>
                    <a:pt x="102235" y="266699"/>
                  </a:lnTo>
                  <a:lnTo>
                    <a:pt x="93980" y="262254"/>
                  </a:lnTo>
                  <a:close/>
                </a:path>
                <a:path w="433070" h="433070">
                  <a:moveTo>
                    <a:pt x="376796" y="210311"/>
                  </a:moveTo>
                  <a:lnTo>
                    <a:pt x="315722" y="210311"/>
                  </a:lnTo>
                  <a:lnTo>
                    <a:pt x="373913" y="228472"/>
                  </a:lnTo>
                  <a:lnTo>
                    <a:pt x="373434" y="228472"/>
                  </a:lnTo>
                  <a:lnTo>
                    <a:pt x="344297" y="279526"/>
                  </a:lnTo>
                  <a:lnTo>
                    <a:pt x="365623" y="279526"/>
                  </a:lnTo>
                  <a:lnTo>
                    <a:pt x="400558" y="217931"/>
                  </a:lnTo>
                  <a:lnTo>
                    <a:pt x="376796" y="210311"/>
                  </a:lnTo>
                  <a:close/>
                </a:path>
                <a:path w="433070" h="433070">
                  <a:moveTo>
                    <a:pt x="283337" y="180339"/>
                  </a:moveTo>
                  <a:lnTo>
                    <a:pt x="298323" y="217169"/>
                  </a:lnTo>
                  <a:lnTo>
                    <a:pt x="289677" y="221408"/>
                  </a:lnTo>
                  <a:lnTo>
                    <a:pt x="277542" y="228980"/>
                  </a:lnTo>
                  <a:lnTo>
                    <a:pt x="264336" y="239887"/>
                  </a:lnTo>
                  <a:lnTo>
                    <a:pt x="252476" y="254126"/>
                  </a:lnTo>
                  <a:lnTo>
                    <a:pt x="277509" y="254126"/>
                  </a:lnTo>
                  <a:lnTo>
                    <a:pt x="280812" y="250301"/>
                  </a:lnTo>
                  <a:lnTo>
                    <a:pt x="303905" y="234626"/>
                  </a:lnTo>
                  <a:lnTo>
                    <a:pt x="313436" y="230631"/>
                  </a:lnTo>
                  <a:lnTo>
                    <a:pt x="323215" y="226821"/>
                  </a:lnTo>
                  <a:lnTo>
                    <a:pt x="315779" y="210438"/>
                  </a:lnTo>
                  <a:lnTo>
                    <a:pt x="315722" y="210311"/>
                  </a:lnTo>
                  <a:lnTo>
                    <a:pt x="376796" y="210311"/>
                  </a:lnTo>
                  <a:lnTo>
                    <a:pt x="283337" y="180339"/>
                  </a:lnTo>
                  <a:close/>
                </a:path>
                <a:path w="433070" h="433070">
                  <a:moveTo>
                    <a:pt x="216408" y="46735"/>
                  </a:moveTo>
                  <a:lnTo>
                    <a:pt x="148082" y="142874"/>
                  </a:lnTo>
                  <a:lnTo>
                    <a:pt x="181864" y="142874"/>
                  </a:lnTo>
                  <a:lnTo>
                    <a:pt x="181864" y="253491"/>
                  </a:lnTo>
                  <a:lnTo>
                    <a:pt x="200660" y="253491"/>
                  </a:lnTo>
                  <a:lnTo>
                    <a:pt x="200660" y="124713"/>
                  </a:lnTo>
                  <a:lnTo>
                    <a:pt x="183388" y="124713"/>
                  </a:lnTo>
                  <a:lnTo>
                    <a:pt x="217170" y="78104"/>
                  </a:lnTo>
                  <a:lnTo>
                    <a:pt x="239447" y="78104"/>
                  </a:lnTo>
                  <a:lnTo>
                    <a:pt x="216408" y="46735"/>
                  </a:lnTo>
                  <a:close/>
                </a:path>
                <a:path w="433070" h="433070">
                  <a:moveTo>
                    <a:pt x="432816" y="210438"/>
                  </a:moveTo>
                  <a:lnTo>
                    <a:pt x="414401" y="210438"/>
                  </a:lnTo>
                  <a:lnTo>
                    <a:pt x="414401" y="226821"/>
                  </a:lnTo>
                  <a:lnTo>
                    <a:pt x="432816" y="226821"/>
                  </a:lnTo>
                  <a:lnTo>
                    <a:pt x="432816" y="210438"/>
                  </a:lnTo>
                  <a:close/>
                </a:path>
                <a:path w="433070" h="433070">
                  <a:moveTo>
                    <a:pt x="432816" y="18541"/>
                  </a:moveTo>
                  <a:lnTo>
                    <a:pt x="414401" y="18541"/>
                  </a:lnTo>
                  <a:lnTo>
                    <a:pt x="414401" y="210311"/>
                  </a:lnTo>
                  <a:lnTo>
                    <a:pt x="432816" y="210311"/>
                  </a:lnTo>
                  <a:lnTo>
                    <a:pt x="432816" y="18541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/>
            <p:cNvSpPr/>
            <p:nvPr/>
          </p:nvSpPr>
          <p:spPr>
            <a:xfrm>
              <a:off x="8901683" y="5279135"/>
              <a:ext cx="1915795" cy="228600"/>
            </a:xfrm>
            <a:custGeom>
              <a:avLst/>
              <a:gdLst/>
              <a:ahLst/>
              <a:cxnLst/>
              <a:rect l="l" t="t" r="r" b="b"/>
              <a:pathLst>
                <a:path w="1915795" h="228600">
                  <a:moveTo>
                    <a:pt x="1915668" y="0"/>
                  </a:moveTo>
                  <a:lnTo>
                    <a:pt x="957834" y="147574"/>
                  </a:lnTo>
                  <a:lnTo>
                    <a:pt x="0" y="0"/>
                  </a:lnTo>
                  <a:lnTo>
                    <a:pt x="0" y="81026"/>
                  </a:lnTo>
                  <a:lnTo>
                    <a:pt x="957834" y="228600"/>
                  </a:lnTo>
                  <a:lnTo>
                    <a:pt x="1915668" y="81026"/>
                  </a:lnTo>
                  <a:lnTo>
                    <a:pt x="1915668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/>
            <p:cNvSpPr/>
            <p:nvPr/>
          </p:nvSpPr>
          <p:spPr>
            <a:xfrm>
              <a:off x="8901683" y="5279135"/>
              <a:ext cx="1915795" cy="228600"/>
            </a:xfrm>
            <a:custGeom>
              <a:avLst/>
              <a:gdLst/>
              <a:ahLst/>
              <a:cxnLst/>
              <a:rect l="l" t="t" r="r" b="b"/>
              <a:pathLst>
                <a:path w="1915795" h="228600">
                  <a:moveTo>
                    <a:pt x="1915668" y="0"/>
                  </a:moveTo>
                  <a:lnTo>
                    <a:pt x="1915668" y="81026"/>
                  </a:lnTo>
                  <a:lnTo>
                    <a:pt x="957834" y="228600"/>
                  </a:lnTo>
                  <a:lnTo>
                    <a:pt x="0" y="81026"/>
                  </a:lnTo>
                  <a:lnTo>
                    <a:pt x="0" y="0"/>
                  </a:lnTo>
                  <a:lnTo>
                    <a:pt x="957834" y="147574"/>
                  </a:lnTo>
                  <a:lnTo>
                    <a:pt x="1915668" y="0"/>
                  </a:lnTo>
                  <a:close/>
                </a:path>
              </a:pathLst>
            </a:custGeom>
            <a:ln w="9525">
              <a:solidFill>
                <a:srgbClr val="DB52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/>
            <p:cNvSpPr/>
            <p:nvPr/>
          </p:nvSpPr>
          <p:spPr>
            <a:xfrm>
              <a:off x="8644127" y="5399531"/>
              <a:ext cx="2430780" cy="289560"/>
            </a:xfrm>
            <a:custGeom>
              <a:avLst/>
              <a:gdLst/>
              <a:ahLst/>
              <a:cxnLst/>
              <a:rect l="l" t="t" r="r" b="b"/>
              <a:pathLst>
                <a:path w="2430779" h="289560">
                  <a:moveTo>
                    <a:pt x="2430779" y="0"/>
                  </a:moveTo>
                  <a:lnTo>
                    <a:pt x="1215389" y="186944"/>
                  </a:lnTo>
                  <a:lnTo>
                    <a:pt x="0" y="0"/>
                  </a:lnTo>
                  <a:lnTo>
                    <a:pt x="0" y="102616"/>
                  </a:lnTo>
                  <a:lnTo>
                    <a:pt x="1215389" y="289560"/>
                  </a:lnTo>
                  <a:lnTo>
                    <a:pt x="2430779" y="102616"/>
                  </a:lnTo>
                  <a:lnTo>
                    <a:pt x="2430779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/>
            <p:cNvSpPr/>
            <p:nvPr/>
          </p:nvSpPr>
          <p:spPr>
            <a:xfrm>
              <a:off x="8644127" y="5399531"/>
              <a:ext cx="2430780" cy="289560"/>
            </a:xfrm>
            <a:custGeom>
              <a:avLst/>
              <a:gdLst/>
              <a:ahLst/>
              <a:cxnLst/>
              <a:rect l="l" t="t" r="r" b="b"/>
              <a:pathLst>
                <a:path w="2430779" h="289560">
                  <a:moveTo>
                    <a:pt x="2430779" y="0"/>
                  </a:moveTo>
                  <a:lnTo>
                    <a:pt x="2430779" y="102616"/>
                  </a:lnTo>
                  <a:lnTo>
                    <a:pt x="1215389" y="289560"/>
                  </a:lnTo>
                  <a:lnTo>
                    <a:pt x="0" y="102616"/>
                  </a:lnTo>
                  <a:lnTo>
                    <a:pt x="0" y="0"/>
                  </a:lnTo>
                  <a:lnTo>
                    <a:pt x="1215389" y="186944"/>
                  </a:lnTo>
                  <a:lnTo>
                    <a:pt x="2430779" y="0"/>
                  </a:lnTo>
                  <a:close/>
                </a:path>
              </a:pathLst>
            </a:custGeom>
            <a:ln w="9525">
              <a:solidFill>
                <a:srgbClr val="A21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0" name="object 270"/>
          <p:cNvSpPr txBox="1"/>
          <p:nvPr/>
        </p:nvSpPr>
        <p:spPr>
          <a:xfrm>
            <a:off x="5238877" y="3766184"/>
            <a:ext cx="511809" cy="286385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R="5080">
              <a:lnSpc>
                <a:spcPts val="969"/>
              </a:lnSpc>
              <a:spcBef>
                <a:spcPts val="225"/>
              </a:spcBef>
            </a:pPr>
            <a:r>
              <a:rPr dirty="0" sz="900" spc="-20" i="1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dirty="0" sz="900" spc="-2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FFFFFF"/>
                </a:solidFill>
                <a:latin typeface="Arial"/>
                <a:cs typeface="Arial"/>
              </a:rPr>
              <a:t>exchange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174" y="6341160"/>
            <a:ext cx="1062355" cy="3003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300"/>
              </a:lnSpc>
              <a:spcBef>
                <a:spcPts val="95"/>
              </a:spcBef>
            </a:pPr>
            <a:r>
              <a:rPr dirty="0" sz="750">
                <a:latin typeface="Arial"/>
                <a:cs typeface="Arial"/>
              </a:rPr>
              <a:t>Digital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Auto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Report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-20">
                <a:latin typeface="Arial"/>
                <a:cs typeface="Arial"/>
              </a:rPr>
              <a:t>2023</a:t>
            </a:r>
            <a:r>
              <a:rPr dirty="0" sz="750" spc="-10">
                <a:latin typeface="Arial"/>
                <a:cs typeface="Arial"/>
              </a:rPr>
              <a:t> Strategy&amp;</a:t>
            </a:r>
            <a:endParaRPr sz="7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8265" rIns="0" bIns="0" rtlCol="0" vert="horz">
            <a:spAutoFit/>
          </a:bodyPr>
          <a:lstStyle/>
          <a:p>
            <a:pPr marL="12700" marR="5080">
              <a:lnSpc>
                <a:spcPts val="3260"/>
              </a:lnSpc>
              <a:spcBef>
                <a:spcPts val="695"/>
              </a:spcBef>
            </a:pPr>
            <a:r>
              <a:rPr dirty="0">
                <a:solidFill>
                  <a:srgbClr val="000000"/>
                </a:solidFill>
              </a:rPr>
              <a:t>Implication</a:t>
            </a:r>
            <a:r>
              <a:rPr dirty="0" spc="-5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for automotive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players: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Holistic </a:t>
            </a:r>
            <a:r>
              <a:rPr dirty="0" spc="-10">
                <a:solidFill>
                  <a:srgbClr val="000000"/>
                </a:solidFill>
              </a:rPr>
              <a:t>ecosystem </a:t>
            </a:r>
            <a:r>
              <a:rPr dirty="0">
                <a:solidFill>
                  <a:srgbClr val="000000"/>
                </a:solidFill>
              </a:rPr>
              <a:t>approach</a:t>
            </a:r>
            <a:r>
              <a:rPr dirty="0" spc="-4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beyond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core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business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is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key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to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future</a:t>
            </a:r>
            <a:r>
              <a:rPr dirty="0" spc="-4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success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78354" y="6500876"/>
            <a:ext cx="1698625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>
                <a:latin typeface="Arial"/>
                <a:cs typeface="Arial"/>
              </a:rPr>
              <a:t>Source:</a:t>
            </a:r>
            <a:r>
              <a:rPr dirty="0" sz="750" spc="-4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Strategy&amp;,</a:t>
            </a:r>
            <a:r>
              <a:rPr dirty="0" sz="750" spc="-25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PwC</a:t>
            </a:r>
            <a:r>
              <a:rPr dirty="0" sz="750" spc="15">
                <a:latin typeface="Arial"/>
                <a:cs typeface="Arial"/>
              </a:rPr>
              <a:t> </a:t>
            </a:r>
            <a:r>
              <a:rPr dirty="0" sz="750" spc="-10">
                <a:latin typeface="Arial"/>
                <a:cs typeface="Arial"/>
              </a:rPr>
              <a:t>Ecosystemizer</a:t>
            </a:r>
            <a:endParaRPr sz="7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72806" y="2132710"/>
            <a:ext cx="1313561" cy="789939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3424428" y="1732788"/>
            <a:ext cx="3991610" cy="2790190"/>
            <a:chOff x="3424428" y="1732788"/>
            <a:chExt cx="3991610" cy="279019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24428" y="2132711"/>
              <a:ext cx="1313688" cy="78993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2500" y="1732788"/>
              <a:ext cx="2653284" cy="2789809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024632" y="5025644"/>
            <a:ext cx="5876925" cy="1245235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1200">
                <a:solidFill>
                  <a:srgbClr val="DB526A"/>
                </a:solidFill>
                <a:latin typeface="Segoe UI Symbol"/>
                <a:cs typeface="Segoe UI Symbol"/>
              </a:rPr>
              <a:t>✔</a:t>
            </a:r>
            <a:r>
              <a:rPr dirty="0" sz="1200" spc="430">
                <a:solidFill>
                  <a:srgbClr val="DB526A"/>
                </a:solidFill>
                <a:latin typeface="Segoe UI Symbol"/>
                <a:cs typeface="Segoe UI Symbol"/>
              </a:rPr>
              <a:t> </a:t>
            </a:r>
            <a:r>
              <a:rPr dirty="0" sz="1200" b="1">
                <a:latin typeface="Arial"/>
                <a:cs typeface="Arial"/>
              </a:rPr>
              <a:t>Be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clear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about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own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ecosystem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role –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whether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orchestrator,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realizer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or</a:t>
            </a:r>
            <a:r>
              <a:rPr dirty="0" sz="1200" spc="-10" b="1">
                <a:latin typeface="Arial"/>
                <a:cs typeface="Arial"/>
              </a:rPr>
              <a:t> enabler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1200">
                <a:solidFill>
                  <a:srgbClr val="DB526A"/>
                </a:solidFill>
                <a:latin typeface="Segoe UI Symbol"/>
                <a:cs typeface="Segoe UI Symbol"/>
              </a:rPr>
              <a:t>✔</a:t>
            </a:r>
            <a:r>
              <a:rPr dirty="0" sz="1200" spc="400">
                <a:solidFill>
                  <a:srgbClr val="DB526A"/>
                </a:solidFill>
                <a:latin typeface="Segoe UI Symbol"/>
                <a:cs typeface="Segoe UI Symbol"/>
              </a:rPr>
              <a:t> </a:t>
            </a:r>
            <a:r>
              <a:rPr dirty="0" sz="1200" b="1">
                <a:latin typeface="Arial"/>
                <a:cs typeface="Arial"/>
              </a:rPr>
              <a:t>Build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offering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portfolio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-50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allocate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resources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accordingly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1200">
                <a:solidFill>
                  <a:srgbClr val="DB526A"/>
                </a:solidFill>
                <a:latin typeface="Segoe UI Symbol"/>
                <a:cs typeface="Segoe UI Symbol"/>
              </a:rPr>
              <a:t>✔</a:t>
            </a:r>
            <a:r>
              <a:rPr dirty="0" sz="1200" spc="415">
                <a:solidFill>
                  <a:srgbClr val="DB526A"/>
                </a:solidFill>
                <a:latin typeface="Segoe UI Symbol"/>
                <a:cs typeface="Segoe UI Symbol"/>
              </a:rPr>
              <a:t> </a:t>
            </a:r>
            <a:r>
              <a:rPr dirty="0" sz="1200">
                <a:latin typeface="Arial"/>
                <a:cs typeface="Arial"/>
              </a:rPr>
              <a:t>Maintain</a:t>
            </a:r>
            <a:r>
              <a:rPr dirty="0" sz="1200" spc="-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holistic and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iterative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approach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selection</a:t>
            </a:r>
            <a:r>
              <a:rPr dirty="0" sz="1200" spc="-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of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suitable</a:t>
            </a:r>
            <a:r>
              <a:rPr dirty="0" sz="1200" spc="-6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offerings</a:t>
            </a:r>
            <a:endParaRPr sz="1200">
              <a:latin typeface="Arial"/>
              <a:cs typeface="Arial"/>
            </a:endParaRPr>
          </a:p>
          <a:p>
            <a:pPr marL="234950" marR="316865" indent="-222885">
              <a:lnSpc>
                <a:spcPct val="100000"/>
              </a:lnSpc>
              <a:spcBef>
                <a:spcPts val="600"/>
              </a:spcBef>
            </a:pPr>
            <a:r>
              <a:rPr dirty="0" sz="1200">
                <a:solidFill>
                  <a:srgbClr val="DB526A"/>
                </a:solidFill>
                <a:latin typeface="Segoe UI Symbol"/>
                <a:cs typeface="Segoe UI Symbol"/>
              </a:rPr>
              <a:t>✔</a:t>
            </a:r>
            <a:r>
              <a:rPr dirty="0" sz="1200" spc="405">
                <a:solidFill>
                  <a:srgbClr val="DB526A"/>
                </a:solidFill>
                <a:latin typeface="Segoe UI Symbol"/>
                <a:cs typeface="Segoe UI Symbol"/>
              </a:rPr>
              <a:t> </a:t>
            </a:r>
            <a:r>
              <a:rPr dirty="0" sz="1200" b="1">
                <a:latin typeface="Arial"/>
                <a:cs typeface="Arial"/>
              </a:rPr>
              <a:t>Actively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manage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portfolio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prioritize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clearly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according</a:t>
            </a:r>
            <a:r>
              <a:rPr dirty="0" sz="1200" spc="-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coherent, </a:t>
            </a:r>
            <a:r>
              <a:rPr dirty="0" sz="1200">
                <a:latin typeface="Arial"/>
                <a:cs typeface="Arial"/>
              </a:rPr>
              <a:t>consistent</a:t>
            </a:r>
            <a:r>
              <a:rPr dirty="0" sz="1200" spc="-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multi-</a:t>
            </a:r>
            <a:r>
              <a:rPr dirty="0" sz="1200">
                <a:latin typeface="Arial"/>
                <a:cs typeface="Arial"/>
              </a:rPr>
              <a:t>layered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ecosystem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logic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160760" y="2004059"/>
            <a:ext cx="589280" cy="497205"/>
          </a:xfrm>
          <a:custGeom>
            <a:avLst/>
            <a:gdLst/>
            <a:ahLst/>
            <a:cxnLst/>
            <a:rect l="l" t="t" r="r" b="b"/>
            <a:pathLst>
              <a:path w="589279" h="497205">
                <a:moveTo>
                  <a:pt x="318008" y="361188"/>
                </a:moveTo>
                <a:lnTo>
                  <a:pt x="316191" y="352323"/>
                </a:lnTo>
                <a:lnTo>
                  <a:pt x="311289" y="345046"/>
                </a:lnTo>
                <a:lnTo>
                  <a:pt x="304012" y="340144"/>
                </a:lnTo>
                <a:lnTo>
                  <a:pt x="295148" y="338328"/>
                </a:lnTo>
                <a:lnTo>
                  <a:pt x="286270" y="340144"/>
                </a:lnTo>
                <a:lnTo>
                  <a:pt x="278993" y="345046"/>
                </a:lnTo>
                <a:lnTo>
                  <a:pt x="274091" y="352323"/>
                </a:lnTo>
                <a:lnTo>
                  <a:pt x="272288" y="361188"/>
                </a:lnTo>
                <a:lnTo>
                  <a:pt x="272288" y="384048"/>
                </a:lnTo>
                <a:lnTo>
                  <a:pt x="274091" y="392925"/>
                </a:lnTo>
                <a:lnTo>
                  <a:pt x="278993" y="400202"/>
                </a:lnTo>
                <a:lnTo>
                  <a:pt x="286270" y="405104"/>
                </a:lnTo>
                <a:lnTo>
                  <a:pt x="295148" y="406908"/>
                </a:lnTo>
                <a:lnTo>
                  <a:pt x="304012" y="405104"/>
                </a:lnTo>
                <a:lnTo>
                  <a:pt x="311289" y="400202"/>
                </a:lnTo>
                <a:lnTo>
                  <a:pt x="316191" y="392925"/>
                </a:lnTo>
                <a:lnTo>
                  <a:pt x="318008" y="384048"/>
                </a:lnTo>
                <a:lnTo>
                  <a:pt x="318008" y="361188"/>
                </a:lnTo>
                <a:close/>
              </a:path>
              <a:path w="589279" h="497205">
                <a:moveTo>
                  <a:pt x="318008" y="181102"/>
                </a:moveTo>
                <a:lnTo>
                  <a:pt x="316191" y="172326"/>
                </a:lnTo>
                <a:lnTo>
                  <a:pt x="311289" y="165138"/>
                </a:lnTo>
                <a:lnTo>
                  <a:pt x="304012" y="160286"/>
                </a:lnTo>
                <a:lnTo>
                  <a:pt x="295148" y="158496"/>
                </a:lnTo>
                <a:lnTo>
                  <a:pt x="286270" y="160286"/>
                </a:lnTo>
                <a:lnTo>
                  <a:pt x="278993" y="165138"/>
                </a:lnTo>
                <a:lnTo>
                  <a:pt x="274091" y="172326"/>
                </a:lnTo>
                <a:lnTo>
                  <a:pt x="272288" y="181102"/>
                </a:lnTo>
                <a:lnTo>
                  <a:pt x="272288" y="294386"/>
                </a:lnTo>
                <a:lnTo>
                  <a:pt x="274091" y="303174"/>
                </a:lnTo>
                <a:lnTo>
                  <a:pt x="278993" y="310362"/>
                </a:lnTo>
                <a:lnTo>
                  <a:pt x="286270" y="315214"/>
                </a:lnTo>
                <a:lnTo>
                  <a:pt x="295148" y="316992"/>
                </a:lnTo>
                <a:lnTo>
                  <a:pt x="304012" y="315214"/>
                </a:lnTo>
                <a:lnTo>
                  <a:pt x="311289" y="310362"/>
                </a:lnTo>
                <a:lnTo>
                  <a:pt x="316191" y="303174"/>
                </a:lnTo>
                <a:lnTo>
                  <a:pt x="318008" y="294386"/>
                </a:lnTo>
                <a:lnTo>
                  <a:pt x="318008" y="181102"/>
                </a:lnTo>
                <a:close/>
              </a:path>
              <a:path w="589279" h="497205">
                <a:moveTo>
                  <a:pt x="588772" y="469646"/>
                </a:moveTo>
                <a:lnTo>
                  <a:pt x="577951" y="451612"/>
                </a:lnTo>
                <a:lnTo>
                  <a:pt x="525272" y="363766"/>
                </a:lnTo>
                <a:lnTo>
                  <a:pt x="525272" y="451612"/>
                </a:lnTo>
                <a:lnTo>
                  <a:pt x="63500" y="451612"/>
                </a:lnTo>
                <a:lnTo>
                  <a:pt x="294386" y="66421"/>
                </a:lnTo>
                <a:lnTo>
                  <a:pt x="525272" y="451612"/>
                </a:lnTo>
                <a:lnTo>
                  <a:pt x="525272" y="363766"/>
                </a:lnTo>
                <a:lnTo>
                  <a:pt x="346964" y="66421"/>
                </a:lnTo>
                <a:lnTo>
                  <a:pt x="313690" y="10922"/>
                </a:lnTo>
                <a:lnTo>
                  <a:pt x="309626" y="4191"/>
                </a:lnTo>
                <a:lnTo>
                  <a:pt x="302260" y="0"/>
                </a:lnTo>
                <a:lnTo>
                  <a:pt x="286385" y="0"/>
                </a:lnTo>
                <a:lnTo>
                  <a:pt x="279146" y="4191"/>
                </a:lnTo>
                <a:lnTo>
                  <a:pt x="275082" y="10922"/>
                </a:lnTo>
                <a:lnTo>
                  <a:pt x="0" y="469646"/>
                </a:lnTo>
                <a:lnTo>
                  <a:pt x="0" y="478282"/>
                </a:lnTo>
                <a:lnTo>
                  <a:pt x="3937" y="485394"/>
                </a:lnTo>
                <a:lnTo>
                  <a:pt x="8001" y="492506"/>
                </a:lnTo>
                <a:lnTo>
                  <a:pt x="15494" y="496824"/>
                </a:lnTo>
                <a:lnTo>
                  <a:pt x="573278" y="496824"/>
                </a:lnTo>
                <a:lnTo>
                  <a:pt x="580771" y="492506"/>
                </a:lnTo>
                <a:lnTo>
                  <a:pt x="584835" y="485394"/>
                </a:lnTo>
                <a:lnTo>
                  <a:pt x="588772" y="478282"/>
                </a:lnTo>
                <a:lnTo>
                  <a:pt x="588772" y="469646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" name="object 11"/>
          <p:cNvGrpSpPr/>
          <p:nvPr/>
        </p:nvGrpSpPr>
        <p:grpSpPr>
          <a:xfrm>
            <a:off x="2711323" y="2038095"/>
            <a:ext cx="384175" cy="435609"/>
            <a:chOff x="2711323" y="2038095"/>
            <a:chExt cx="384175" cy="435609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12720" y="2372867"/>
              <a:ext cx="80772" cy="10058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3304" y="2311907"/>
              <a:ext cx="80772" cy="16154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15412" y="2250947"/>
              <a:ext cx="79248" cy="22250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711323" y="2038095"/>
              <a:ext cx="384175" cy="435609"/>
            </a:xfrm>
            <a:custGeom>
              <a:avLst/>
              <a:gdLst/>
              <a:ahLst/>
              <a:cxnLst/>
              <a:rect l="l" t="t" r="r" b="b"/>
              <a:pathLst>
                <a:path w="384175" h="435610">
                  <a:moveTo>
                    <a:pt x="349758" y="64135"/>
                  </a:moveTo>
                  <a:lnTo>
                    <a:pt x="343687" y="33147"/>
                  </a:lnTo>
                  <a:lnTo>
                    <a:pt x="336804" y="3302"/>
                  </a:lnTo>
                  <a:lnTo>
                    <a:pt x="331470" y="0"/>
                  </a:lnTo>
                  <a:lnTo>
                    <a:pt x="302031" y="6819"/>
                  </a:lnTo>
                  <a:lnTo>
                    <a:pt x="271780" y="12700"/>
                  </a:lnTo>
                  <a:lnTo>
                    <a:pt x="268224" y="17907"/>
                  </a:lnTo>
                  <a:lnTo>
                    <a:pt x="270129" y="28321"/>
                  </a:lnTo>
                  <a:lnTo>
                    <a:pt x="274320" y="31750"/>
                  </a:lnTo>
                  <a:lnTo>
                    <a:pt x="280924" y="31496"/>
                  </a:lnTo>
                  <a:lnTo>
                    <a:pt x="306578" y="26035"/>
                  </a:lnTo>
                  <a:lnTo>
                    <a:pt x="287401" y="53784"/>
                  </a:lnTo>
                  <a:lnTo>
                    <a:pt x="244970" y="106286"/>
                  </a:lnTo>
                  <a:lnTo>
                    <a:pt x="183476" y="166281"/>
                  </a:lnTo>
                  <a:lnTo>
                    <a:pt x="142811" y="198424"/>
                  </a:lnTo>
                  <a:lnTo>
                    <a:pt x="99885" y="227164"/>
                  </a:lnTo>
                  <a:lnTo>
                    <a:pt x="54775" y="252450"/>
                  </a:lnTo>
                  <a:lnTo>
                    <a:pt x="7620" y="274193"/>
                  </a:lnTo>
                  <a:lnTo>
                    <a:pt x="2540" y="276352"/>
                  </a:lnTo>
                  <a:lnTo>
                    <a:pt x="0" y="282194"/>
                  </a:lnTo>
                  <a:lnTo>
                    <a:pt x="3810" y="291338"/>
                  </a:lnTo>
                  <a:lnTo>
                    <a:pt x="7493" y="293624"/>
                  </a:lnTo>
                  <a:lnTo>
                    <a:pt x="11430" y="293624"/>
                  </a:lnTo>
                  <a:lnTo>
                    <a:pt x="63944" y="270395"/>
                  </a:lnTo>
                  <a:lnTo>
                    <a:pt x="110401" y="244322"/>
                  </a:lnTo>
                  <a:lnTo>
                    <a:pt x="154635" y="214706"/>
                  </a:lnTo>
                  <a:lnTo>
                    <a:pt x="196519" y="181597"/>
                  </a:lnTo>
                  <a:lnTo>
                    <a:pt x="235966" y="145034"/>
                  </a:lnTo>
                  <a:lnTo>
                    <a:pt x="282663" y="93052"/>
                  </a:lnTo>
                  <a:lnTo>
                    <a:pt x="323850" y="36576"/>
                  </a:lnTo>
                  <a:lnTo>
                    <a:pt x="329819" y="67056"/>
                  </a:lnTo>
                  <a:lnTo>
                    <a:pt x="334010" y="70485"/>
                  </a:lnTo>
                  <a:lnTo>
                    <a:pt x="340614" y="70358"/>
                  </a:lnTo>
                  <a:lnTo>
                    <a:pt x="346075" y="69342"/>
                  </a:lnTo>
                  <a:lnTo>
                    <a:pt x="349758" y="64135"/>
                  </a:lnTo>
                  <a:close/>
                </a:path>
                <a:path w="384175" h="435610">
                  <a:moveTo>
                    <a:pt x="383921" y="116840"/>
                  </a:moveTo>
                  <a:lnTo>
                    <a:pt x="379476" y="112268"/>
                  </a:lnTo>
                  <a:lnTo>
                    <a:pt x="364109" y="112268"/>
                  </a:lnTo>
                  <a:lnTo>
                    <a:pt x="364109" y="132461"/>
                  </a:lnTo>
                  <a:lnTo>
                    <a:pt x="364109" y="415163"/>
                  </a:lnTo>
                  <a:lnTo>
                    <a:pt x="324485" y="415163"/>
                  </a:lnTo>
                  <a:lnTo>
                    <a:pt x="324485" y="132461"/>
                  </a:lnTo>
                  <a:lnTo>
                    <a:pt x="364109" y="132461"/>
                  </a:lnTo>
                  <a:lnTo>
                    <a:pt x="364109" y="112268"/>
                  </a:lnTo>
                  <a:lnTo>
                    <a:pt x="309118" y="112268"/>
                  </a:lnTo>
                  <a:lnTo>
                    <a:pt x="304673" y="116840"/>
                  </a:lnTo>
                  <a:lnTo>
                    <a:pt x="304673" y="430784"/>
                  </a:lnTo>
                  <a:lnTo>
                    <a:pt x="309118" y="435356"/>
                  </a:lnTo>
                  <a:lnTo>
                    <a:pt x="379476" y="435356"/>
                  </a:lnTo>
                  <a:lnTo>
                    <a:pt x="383921" y="430784"/>
                  </a:lnTo>
                  <a:lnTo>
                    <a:pt x="383921" y="415163"/>
                  </a:lnTo>
                  <a:lnTo>
                    <a:pt x="383921" y="132461"/>
                  </a:lnTo>
                  <a:lnTo>
                    <a:pt x="383921" y="11684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430174" y="2304669"/>
            <a:ext cx="278066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242820" algn="l"/>
                <a:tab pos="2767330" algn="l"/>
              </a:tabLst>
            </a:pPr>
            <a:r>
              <a:rPr dirty="0" sz="1400" b="1">
                <a:latin typeface="Arial"/>
                <a:cs typeface="Arial"/>
              </a:rPr>
              <a:t>On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the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one</a:t>
            </a:r>
            <a:r>
              <a:rPr dirty="0" sz="1400" spc="-20" b="1">
                <a:latin typeface="Arial"/>
                <a:cs typeface="Arial"/>
              </a:rPr>
              <a:t> hand…</a:t>
            </a:r>
            <a:r>
              <a:rPr dirty="0" sz="1400" b="1">
                <a:latin typeface="Arial"/>
                <a:cs typeface="Arial"/>
              </a:rPr>
              <a:t>	</a:t>
            </a:r>
            <a:r>
              <a:rPr dirty="0" u="heavy" sz="1400">
                <a:uFill>
                  <a:solidFill>
                    <a:srgbClr val="A21F1F"/>
                  </a:solidFill>
                </a:uFill>
                <a:latin typeface="Times New Roman"/>
                <a:cs typeface="Times New Roman"/>
              </a:rPr>
              <a:t>	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0174" y="2671953"/>
            <a:ext cx="2754630" cy="1824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93675" marR="5080" indent="-181610">
              <a:lnSpc>
                <a:spcPct val="100000"/>
              </a:lnSpc>
              <a:spcBef>
                <a:spcPts val="100"/>
              </a:spcBef>
              <a:buChar char="•"/>
              <a:tabLst>
                <a:tab pos="193675" algn="l"/>
              </a:tabLst>
            </a:pPr>
            <a:r>
              <a:rPr dirty="0" sz="1200">
                <a:latin typeface="Arial"/>
                <a:cs typeface="Arial"/>
              </a:rPr>
              <a:t>Ecosystems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can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create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lock-in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effects </a:t>
            </a:r>
            <a:r>
              <a:rPr dirty="0" sz="1200">
                <a:latin typeface="Arial"/>
                <a:cs typeface="Arial"/>
              </a:rPr>
              <a:t>based</a:t>
            </a:r>
            <a:r>
              <a:rPr dirty="0" sz="1200" spc="-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on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differentiated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offerings</a:t>
            </a:r>
            <a:endParaRPr sz="1200">
              <a:latin typeface="Arial"/>
              <a:cs typeface="Arial"/>
            </a:endParaRPr>
          </a:p>
          <a:p>
            <a:pPr algn="just" marL="193675" marR="289560" indent="-181610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193675" algn="l"/>
              </a:tabLst>
            </a:pPr>
            <a:r>
              <a:rPr dirty="0" sz="1200" b="1">
                <a:latin typeface="Arial"/>
                <a:cs typeface="Arial"/>
              </a:rPr>
              <a:t>Customer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lifetime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value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can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be </a:t>
            </a:r>
            <a:r>
              <a:rPr dirty="0" sz="1200">
                <a:latin typeface="Arial"/>
                <a:cs typeface="Arial"/>
              </a:rPr>
              <a:t>increased</a:t>
            </a:r>
            <a:r>
              <a:rPr dirty="0" sz="1200" spc="-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through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holistic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journey coverage</a:t>
            </a:r>
            <a:endParaRPr sz="1200">
              <a:latin typeface="Arial"/>
              <a:cs typeface="Arial"/>
            </a:endParaRPr>
          </a:p>
          <a:p>
            <a:pPr marL="193675" marR="27940" indent="-181610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193675" algn="l"/>
              </a:tabLst>
            </a:pPr>
            <a:r>
              <a:rPr dirty="0" sz="1200" b="1">
                <a:latin typeface="Arial"/>
                <a:cs typeface="Arial"/>
              </a:rPr>
              <a:t>Faster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growth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-50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higher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earning </a:t>
            </a:r>
            <a:r>
              <a:rPr dirty="0" sz="1200" b="1">
                <a:latin typeface="Arial"/>
                <a:cs typeface="Arial"/>
              </a:rPr>
              <a:t>potential </a:t>
            </a:r>
            <a:r>
              <a:rPr dirty="0" sz="1200">
                <a:latin typeface="Arial"/>
                <a:cs typeface="Arial"/>
              </a:rPr>
              <a:t>can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be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achieved</a:t>
            </a:r>
            <a:r>
              <a:rPr dirty="0" sz="1200" spc="-50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when </a:t>
            </a:r>
            <a:r>
              <a:rPr dirty="0" sz="1200">
                <a:latin typeface="Arial"/>
                <a:cs typeface="Arial"/>
              </a:rPr>
              <a:t>compared</a:t>
            </a:r>
            <a:r>
              <a:rPr dirty="0" sz="1200" spc="-6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with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traditional</a:t>
            </a:r>
            <a:r>
              <a:rPr dirty="0" sz="1200" spc="-7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approaches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value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creation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987408" y="2304669"/>
            <a:ext cx="1729739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Arial"/>
                <a:cs typeface="Arial"/>
              </a:rPr>
              <a:t>On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the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other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spc="-20" b="1">
                <a:latin typeface="Arial"/>
                <a:cs typeface="Arial"/>
              </a:rPr>
              <a:t>hand…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987408" y="2671953"/>
            <a:ext cx="2595880" cy="1824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3675" indent="-180975">
              <a:lnSpc>
                <a:spcPct val="100000"/>
              </a:lnSpc>
              <a:spcBef>
                <a:spcPts val="100"/>
              </a:spcBef>
              <a:buChar char="•"/>
              <a:tabLst>
                <a:tab pos="193675" algn="l"/>
              </a:tabLst>
            </a:pPr>
            <a:r>
              <a:rPr dirty="0" sz="1200">
                <a:latin typeface="Arial"/>
                <a:cs typeface="Arial"/>
              </a:rPr>
              <a:t>Building</a:t>
            </a:r>
            <a:r>
              <a:rPr dirty="0" sz="1200" spc="-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&amp;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managing</a:t>
            </a:r>
            <a:r>
              <a:rPr dirty="0" sz="1200" spc="-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ecosystems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is</a:t>
            </a:r>
            <a:endParaRPr sz="1200">
              <a:latin typeface="Arial"/>
              <a:cs typeface="Arial"/>
            </a:endParaRPr>
          </a:p>
          <a:p>
            <a:pPr marL="193675">
              <a:lnSpc>
                <a:spcPct val="100000"/>
              </a:lnSpc>
            </a:pPr>
            <a:r>
              <a:rPr dirty="0" sz="1200" spc="-10" b="1">
                <a:latin typeface="Arial"/>
                <a:cs typeface="Arial"/>
              </a:rPr>
              <a:t>complex</a:t>
            </a:r>
            <a:endParaRPr sz="1200">
              <a:latin typeface="Arial"/>
              <a:cs typeface="Arial"/>
            </a:endParaRPr>
          </a:p>
          <a:p>
            <a:pPr marL="193675" marR="5080" indent="-181610">
              <a:lnSpc>
                <a:spcPct val="100000"/>
              </a:lnSpc>
              <a:spcBef>
                <a:spcPts val="600"/>
              </a:spcBef>
              <a:buChar char="•"/>
              <a:tabLst>
                <a:tab pos="193675" algn="l"/>
              </a:tabLst>
            </a:pPr>
            <a:r>
              <a:rPr dirty="0" sz="1200" spc="-10">
                <a:latin typeface="Arial"/>
                <a:cs typeface="Arial"/>
              </a:rPr>
              <a:t>Theoretically,</a:t>
            </a:r>
            <a:r>
              <a:rPr dirty="0" sz="1200" spc="-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unlimited</a:t>
            </a:r>
            <a:r>
              <a:rPr dirty="0" sz="1200" spc="-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number</a:t>
            </a:r>
            <a:r>
              <a:rPr dirty="0" sz="1200" spc="-50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of </a:t>
            </a:r>
            <a:r>
              <a:rPr dirty="0" sz="1200">
                <a:latin typeface="Arial"/>
                <a:cs typeface="Arial"/>
              </a:rPr>
              <a:t>potential</a:t>
            </a:r>
            <a:r>
              <a:rPr dirty="0" sz="1200" spc="-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offerings</a:t>
            </a:r>
            <a:r>
              <a:rPr dirty="0" sz="1200" spc="-50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complicates</a:t>
            </a:r>
            <a:r>
              <a:rPr dirty="0" sz="1200" spc="-65" b="1">
                <a:latin typeface="Arial"/>
                <a:cs typeface="Arial"/>
              </a:rPr>
              <a:t> </a:t>
            </a:r>
            <a:r>
              <a:rPr dirty="0" sz="1200" spc="-25" b="1">
                <a:latin typeface="Arial"/>
                <a:cs typeface="Arial"/>
              </a:rPr>
              <a:t>the </a:t>
            </a:r>
            <a:r>
              <a:rPr dirty="0" sz="1200" b="1">
                <a:latin typeface="Arial"/>
                <a:cs typeface="Arial"/>
              </a:rPr>
              <a:t>selection</a:t>
            </a:r>
            <a:r>
              <a:rPr dirty="0" sz="1200" spc="-6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process</a:t>
            </a:r>
            <a:endParaRPr sz="1200">
              <a:latin typeface="Arial"/>
              <a:cs typeface="Arial"/>
            </a:endParaRPr>
          </a:p>
          <a:p>
            <a:pPr marL="193675" marR="65405" indent="-181610">
              <a:lnSpc>
                <a:spcPct val="100000"/>
              </a:lnSpc>
              <a:spcBef>
                <a:spcPts val="600"/>
              </a:spcBef>
              <a:buChar char="•"/>
              <a:tabLst>
                <a:tab pos="193675" algn="l"/>
              </a:tabLst>
            </a:pPr>
            <a:r>
              <a:rPr dirty="0" sz="1200" spc="-10">
                <a:latin typeface="Arial"/>
                <a:cs typeface="Arial"/>
              </a:rPr>
              <a:t>Product-</a:t>
            </a:r>
            <a:r>
              <a:rPr dirty="0" sz="1200">
                <a:latin typeface="Arial"/>
                <a:cs typeface="Arial"/>
              </a:rPr>
              <a:t>centric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view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carries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risk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of </a:t>
            </a:r>
            <a:r>
              <a:rPr dirty="0" sz="1200" b="1">
                <a:latin typeface="Arial"/>
                <a:cs typeface="Arial"/>
              </a:rPr>
              <a:t>missing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market/customer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spc="-20" b="1">
                <a:latin typeface="Arial"/>
                <a:cs typeface="Arial"/>
              </a:rPr>
              <a:t>needs </a:t>
            </a:r>
            <a:r>
              <a:rPr dirty="0" sz="1200" spc="-10">
                <a:latin typeface="Arial"/>
                <a:cs typeface="Arial"/>
              </a:rPr>
              <a:t>(particularly </a:t>
            </a:r>
            <a:r>
              <a:rPr dirty="0" sz="1200">
                <a:latin typeface="Arial"/>
                <a:cs typeface="Arial"/>
              </a:rPr>
              <a:t>for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more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advanced topics)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011423" y="4628388"/>
            <a:ext cx="5922645" cy="402590"/>
          </a:xfrm>
          <a:custGeom>
            <a:avLst/>
            <a:gdLst/>
            <a:ahLst/>
            <a:cxnLst/>
            <a:rect l="l" t="t" r="r" b="b"/>
            <a:pathLst>
              <a:path w="5922645" h="402589">
                <a:moveTo>
                  <a:pt x="5922264" y="0"/>
                </a:moveTo>
                <a:lnTo>
                  <a:pt x="0" y="0"/>
                </a:lnTo>
                <a:lnTo>
                  <a:pt x="0" y="402336"/>
                </a:lnTo>
                <a:lnTo>
                  <a:pt x="5922264" y="402336"/>
                </a:lnTo>
                <a:lnTo>
                  <a:pt x="5922264" y="0"/>
                </a:lnTo>
                <a:close/>
              </a:path>
            </a:pathLst>
          </a:custGeom>
          <a:solidFill>
            <a:srgbClr val="F0B9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3011423" y="4628388"/>
            <a:ext cx="5922645" cy="402590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marL="535305">
              <a:lnSpc>
                <a:spcPct val="100000"/>
              </a:lnSpc>
              <a:spcBef>
                <a:spcPts val="705"/>
              </a:spcBef>
            </a:pPr>
            <a:r>
              <a:rPr dirty="0" sz="1400" b="1">
                <a:latin typeface="Arial"/>
                <a:cs typeface="Arial"/>
              </a:rPr>
              <a:t>Success</a:t>
            </a:r>
            <a:r>
              <a:rPr dirty="0" sz="1400" spc="-6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factors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93816" y="1441449"/>
            <a:ext cx="14065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Arial"/>
                <a:cs typeface="Arial"/>
              </a:rPr>
              <a:t>Ecosystems…</a:t>
            </a:r>
            <a:endParaRPr sz="1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612626" y="6500876"/>
            <a:ext cx="132080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 spc="-25">
                <a:latin typeface="Arial"/>
                <a:cs typeface="Arial"/>
              </a:rPr>
              <a:t>39</a:t>
            </a:r>
            <a:endParaRPr sz="75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43483" y="2581655"/>
            <a:ext cx="2735580" cy="35560"/>
          </a:xfrm>
          <a:custGeom>
            <a:avLst/>
            <a:gdLst/>
            <a:ahLst/>
            <a:cxnLst/>
            <a:rect l="l" t="t" r="r" b="b"/>
            <a:pathLst>
              <a:path w="2735580" h="35560">
                <a:moveTo>
                  <a:pt x="2735579" y="0"/>
                </a:moveTo>
                <a:lnTo>
                  <a:pt x="0" y="0"/>
                </a:lnTo>
                <a:lnTo>
                  <a:pt x="0" y="35051"/>
                </a:lnTo>
                <a:lnTo>
                  <a:pt x="2735579" y="35051"/>
                </a:lnTo>
                <a:lnTo>
                  <a:pt x="2735579" y="0"/>
                </a:lnTo>
                <a:close/>
              </a:path>
            </a:pathLst>
          </a:custGeom>
          <a:solidFill>
            <a:srgbClr val="A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8999219" y="2581655"/>
            <a:ext cx="2772410" cy="35560"/>
          </a:xfrm>
          <a:custGeom>
            <a:avLst/>
            <a:gdLst/>
            <a:ahLst/>
            <a:cxnLst/>
            <a:rect l="l" t="t" r="r" b="b"/>
            <a:pathLst>
              <a:path w="2772409" h="35560">
                <a:moveTo>
                  <a:pt x="2772155" y="0"/>
                </a:moveTo>
                <a:lnTo>
                  <a:pt x="0" y="0"/>
                </a:lnTo>
                <a:lnTo>
                  <a:pt x="0" y="35051"/>
                </a:lnTo>
                <a:lnTo>
                  <a:pt x="2772155" y="35051"/>
                </a:lnTo>
                <a:lnTo>
                  <a:pt x="2772155" y="0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179064" y="4690871"/>
            <a:ext cx="269875" cy="269875"/>
          </a:xfrm>
          <a:custGeom>
            <a:avLst/>
            <a:gdLst/>
            <a:ahLst/>
            <a:cxnLst/>
            <a:rect l="l" t="t" r="r" b="b"/>
            <a:pathLst>
              <a:path w="269875" h="269875">
                <a:moveTo>
                  <a:pt x="269748" y="0"/>
                </a:moveTo>
                <a:lnTo>
                  <a:pt x="0" y="0"/>
                </a:lnTo>
                <a:lnTo>
                  <a:pt x="0" y="269748"/>
                </a:lnTo>
                <a:lnTo>
                  <a:pt x="269748" y="269748"/>
                </a:lnTo>
                <a:lnTo>
                  <a:pt x="269748" y="258826"/>
                </a:lnTo>
                <a:lnTo>
                  <a:pt x="11684" y="258826"/>
                </a:lnTo>
                <a:lnTo>
                  <a:pt x="11684" y="11684"/>
                </a:lnTo>
                <a:lnTo>
                  <a:pt x="269748" y="11684"/>
                </a:lnTo>
                <a:lnTo>
                  <a:pt x="269748" y="0"/>
                </a:lnTo>
                <a:close/>
              </a:path>
              <a:path w="269875" h="269875">
                <a:moveTo>
                  <a:pt x="269748" y="11684"/>
                </a:moveTo>
                <a:lnTo>
                  <a:pt x="258064" y="11684"/>
                </a:lnTo>
                <a:lnTo>
                  <a:pt x="258064" y="258826"/>
                </a:lnTo>
                <a:lnTo>
                  <a:pt x="269748" y="258826"/>
                </a:lnTo>
                <a:lnTo>
                  <a:pt x="269748" y="11684"/>
                </a:lnTo>
                <a:close/>
              </a:path>
              <a:path w="269875" h="269875">
                <a:moveTo>
                  <a:pt x="183261" y="203454"/>
                </a:moveTo>
                <a:lnTo>
                  <a:pt x="86487" y="203454"/>
                </a:lnTo>
                <a:lnTo>
                  <a:pt x="86487" y="243967"/>
                </a:lnTo>
                <a:lnTo>
                  <a:pt x="183261" y="243967"/>
                </a:lnTo>
                <a:lnTo>
                  <a:pt x="183261" y="233045"/>
                </a:lnTo>
                <a:lnTo>
                  <a:pt x="97409" y="233045"/>
                </a:lnTo>
                <a:lnTo>
                  <a:pt x="97409" y="215138"/>
                </a:lnTo>
                <a:lnTo>
                  <a:pt x="183261" y="215138"/>
                </a:lnTo>
                <a:lnTo>
                  <a:pt x="183261" y="203454"/>
                </a:lnTo>
                <a:close/>
              </a:path>
              <a:path w="269875" h="269875">
                <a:moveTo>
                  <a:pt x="183261" y="215138"/>
                </a:moveTo>
                <a:lnTo>
                  <a:pt x="171577" y="215138"/>
                </a:lnTo>
                <a:lnTo>
                  <a:pt x="171577" y="233045"/>
                </a:lnTo>
                <a:lnTo>
                  <a:pt x="183261" y="233045"/>
                </a:lnTo>
                <a:lnTo>
                  <a:pt x="183261" y="215138"/>
                </a:lnTo>
                <a:close/>
              </a:path>
              <a:path w="269875" h="269875">
                <a:moveTo>
                  <a:pt x="197993" y="32004"/>
                </a:moveTo>
                <a:lnTo>
                  <a:pt x="71755" y="32004"/>
                </a:lnTo>
                <a:lnTo>
                  <a:pt x="71755" y="53848"/>
                </a:lnTo>
                <a:lnTo>
                  <a:pt x="58146" y="58487"/>
                </a:lnTo>
                <a:lnTo>
                  <a:pt x="47275" y="67246"/>
                </a:lnTo>
                <a:lnTo>
                  <a:pt x="40072" y="79244"/>
                </a:lnTo>
                <a:lnTo>
                  <a:pt x="37465" y="93599"/>
                </a:lnTo>
                <a:lnTo>
                  <a:pt x="40352" y="108543"/>
                </a:lnTo>
                <a:lnTo>
                  <a:pt x="48275" y="121046"/>
                </a:lnTo>
                <a:lnTo>
                  <a:pt x="60128" y="129764"/>
                </a:lnTo>
                <a:lnTo>
                  <a:pt x="74803" y="133350"/>
                </a:lnTo>
                <a:lnTo>
                  <a:pt x="82710" y="150014"/>
                </a:lnTo>
                <a:lnTo>
                  <a:pt x="95107" y="163322"/>
                </a:lnTo>
                <a:lnTo>
                  <a:pt x="111003" y="172533"/>
                </a:lnTo>
                <a:lnTo>
                  <a:pt x="129413" y="176911"/>
                </a:lnTo>
                <a:lnTo>
                  <a:pt x="129413" y="203454"/>
                </a:lnTo>
                <a:lnTo>
                  <a:pt x="140335" y="203454"/>
                </a:lnTo>
                <a:lnTo>
                  <a:pt x="140335" y="176911"/>
                </a:lnTo>
                <a:lnTo>
                  <a:pt x="158636" y="172533"/>
                </a:lnTo>
                <a:lnTo>
                  <a:pt x="169587" y="166116"/>
                </a:lnTo>
                <a:lnTo>
                  <a:pt x="134874" y="166116"/>
                </a:lnTo>
                <a:lnTo>
                  <a:pt x="114555" y="161994"/>
                </a:lnTo>
                <a:lnTo>
                  <a:pt x="97964" y="150764"/>
                </a:lnTo>
                <a:lnTo>
                  <a:pt x="86778" y="134129"/>
                </a:lnTo>
                <a:lnTo>
                  <a:pt x="84265" y="121666"/>
                </a:lnTo>
                <a:lnTo>
                  <a:pt x="71755" y="121666"/>
                </a:lnTo>
                <a:lnTo>
                  <a:pt x="62478" y="118227"/>
                </a:lnTo>
                <a:lnTo>
                  <a:pt x="55070" y="111966"/>
                </a:lnTo>
                <a:lnTo>
                  <a:pt x="50163" y="103538"/>
                </a:lnTo>
                <a:lnTo>
                  <a:pt x="48387" y="93599"/>
                </a:lnTo>
                <a:lnTo>
                  <a:pt x="50163" y="84016"/>
                </a:lnTo>
                <a:lnTo>
                  <a:pt x="55070" y="75707"/>
                </a:lnTo>
                <a:lnTo>
                  <a:pt x="62478" y="69328"/>
                </a:lnTo>
                <a:lnTo>
                  <a:pt x="71755" y="65532"/>
                </a:lnTo>
                <a:lnTo>
                  <a:pt x="82677" y="65532"/>
                </a:lnTo>
                <a:lnTo>
                  <a:pt x="82677" y="43687"/>
                </a:lnTo>
                <a:lnTo>
                  <a:pt x="197993" y="43688"/>
                </a:lnTo>
                <a:lnTo>
                  <a:pt x="197993" y="32004"/>
                </a:lnTo>
                <a:close/>
              </a:path>
              <a:path w="269875" h="269875">
                <a:moveTo>
                  <a:pt x="197993" y="43688"/>
                </a:moveTo>
                <a:lnTo>
                  <a:pt x="187071" y="43688"/>
                </a:lnTo>
                <a:lnTo>
                  <a:pt x="187071" y="113792"/>
                </a:lnTo>
                <a:lnTo>
                  <a:pt x="182969" y="134129"/>
                </a:lnTo>
                <a:lnTo>
                  <a:pt x="171783" y="150764"/>
                </a:lnTo>
                <a:lnTo>
                  <a:pt x="155192" y="161994"/>
                </a:lnTo>
                <a:lnTo>
                  <a:pt x="134874" y="166116"/>
                </a:lnTo>
                <a:lnTo>
                  <a:pt x="169587" y="166116"/>
                </a:lnTo>
                <a:lnTo>
                  <a:pt x="174355" y="163322"/>
                </a:lnTo>
                <a:lnTo>
                  <a:pt x="186715" y="150014"/>
                </a:lnTo>
                <a:lnTo>
                  <a:pt x="194945" y="133350"/>
                </a:lnTo>
                <a:lnTo>
                  <a:pt x="209619" y="129764"/>
                </a:lnTo>
                <a:lnTo>
                  <a:pt x="220630" y="121666"/>
                </a:lnTo>
                <a:lnTo>
                  <a:pt x="197993" y="121666"/>
                </a:lnTo>
                <a:lnTo>
                  <a:pt x="197993" y="65532"/>
                </a:lnTo>
                <a:lnTo>
                  <a:pt x="220344" y="65532"/>
                </a:lnTo>
                <a:lnTo>
                  <a:pt x="211601" y="58487"/>
                </a:lnTo>
                <a:lnTo>
                  <a:pt x="197993" y="53848"/>
                </a:lnTo>
                <a:lnTo>
                  <a:pt x="197993" y="43688"/>
                </a:lnTo>
                <a:close/>
              </a:path>
              <a:path w="269875" h="269875">
                <a:moveTo>
                  <a:pt x="82677" y="65532"/>
                </a:moveTo>
                <a:lnTo>
                  <a:pt x="71755" y="65532"/>
                </a:lnTo>
                <a:lnTo>
                  <a:pt x="71755" y="121666"/>
                </a:lnTo>
                <a:lnTo>
                  <a:pt x="84265" y="121666"/>
                </a:lnTo>
                <a:lnTo>
                  <a:pt x="82677" y="113792"/>
                </a:lnTo>
                <a:lnTo>
                  <a:pt x="82677" y="65532"/>
                </a:lnTo>
                <a:close/>
              </a:path>
              <a:path w="269875" h="269875">
                <a:moveTo>
                  <a:pt x="220344" y="65532"/>
                </a:moveTo>
                <a:lnTo>
                  <a:pt x="197993" y="65532"/>
                </a:lnTo>
                <a:lnTo>
                  <a:pt x="207269" y="69328"/>
                </a:lnTo>
                <a:lnTo>
                  <a:pt x="214677" y="75707"/>
                </a:lnTo>
                <a:lnTo>
                  <a:pt x="219584" y="84016"/>
                </a:lnTo>
                <a:lnTo>
                  <a:pt x="221361" y="93599"/>
                </a:lnTo>
                <a:lnTo>
                  <a:pt x="219584" y="103538"/>
                </a:lnTo>
                <a:lnTo>
                  <a:pt x="214677" y="111966"/>
                </a:lnTo>
                <a:lnTo>
                  <a:pt x="207269" y="118227"/>
                </a:lnTo>
                <a:lnTo>
                  <a:pt x="197993" y="121666"/>
                </a:lnTo>
                <a:lnTo>
                  <a:pt x="220630" y="121666"/>
                </a:lnTo>
                <a:lnTo>
                  <a:pt x="221472" y="121046"/>
                </a:lnTo>
                <a:lnTo>
                  <a:pt x="229395" y="108543"/>
                </a:lnTo>
                <a:lnTo>
                  <a:pt x="232283" y="93599"/>
                </a:lnTo>
                <a:lnTo>
                  <a:pt x="229675" y="79244"/>
                </a:lnTo>
                <a:lnTo>
                  <a:pt x="222472" y="67246"/>
                </a:lnTo>
                <a:lnTo>
                  <a:pt x="220344" y="655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7292419" y="2814320"/>
            <a:ext cx="139700" cy="551180"/>
          </a:xfrm>
          <a:prstGeom prst="rect">
            <a:avLst/>
          </a:prstGeom>
        </p:spPr>
        <p:txBody>
          <a:bodyPr wrap="square" lIns="0" tIns="317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 spc="-10" b="1">
                <a:solidFill>
                  <a:srgbClr val="DB526A"/>
                </a:solidFill>
                <a:latin typeface="Arial"/>
                <a:cs typeface="Arial"/>
              </a:rPr>
              <a:t>Recreation</a:t>
            </a:r>
            <a:endParaRPr sz="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051552" y="2737484"/>
            <a:ext cx="4953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600" spc="-10" b="1">
                <a:latin typeface="Arial"/>
                <a:cs typeface="Arial"/>
              </a:rPr>
              <a:t>Personalized</a:t>
            </a:r>
            <a:r>
              <a:rPr dirty="0" sz="600" spc="500" b="1">
                <a:latin typeface="Arial"/>
                <a:cs typeface="Arial"/>
              </a:rPr>
              <a:t> </a:t>
            </a:r>
            <a:r>
              <a:rPr dirty="0" sz="600" spc="-10" b="1">
                <a:latin typeface="Arial"/>
                <a:cs typeface="Arial"/>
              </a:rPr>
              <a:t>pleasure</a:t>
            </a:r>
            <a:endParaRPr sz="6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497828" y="2331465"/>
            <a:ext cx="3733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600" spc="-10" b="1">
                <a:latin typeface="Arial"/>
                <a:cs typeface="Arial"/>
              </a:rPr>
              <a:t>Holistic</a:t>
            </a:r>
            <a:r>
              <a:rPr dirty="0" sz="600" spc="500" b="1">
                <a:latin typeface="Arial"/>
                <a:cs typeface="Arial"/>
              </a:rPr>
              <a:t> </a:t>
            </a:r>
            <a:r>
              <a:rPr dirty="0" sz="600" spc="-10" b="1">
                <a:latin typeface="Arial"/>
                <a:cs typeface="Arial"/>
              </a:rPr>
              <a:t>wellbeing</a:t>
            </a:r>
            <a:endParaRPr sz="6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577966" y="2095246"/>
            <a:ext cx="3238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600" spc="-10" b="1">
                <a:latin typeface="Arial"/>
                <a:cs typeface="Arial"/>
              </a:rPr>
              <a:t>Smart</a:t>
            </a:r>
            <a:r>
              <a:rPr dirty="0" sz="600" spc="500" b="1">
                <a:latin typeface="Arial"/>
                <a:cs typeface="Arial"/>
              </a:rPr>
              <a:t> </a:t>
            </a:r>
            <a:r>
              <a:rPr dirty="0" sz="600" spc="-10" b="1">
                <a:latin typeface="Arial"/>
                <a:cs typeface="Arial"/>
              </a:rPr>
              <a:t>environ-</a:t>
            </a:r>
            <a:r>
              <a:rPr dirty="0" sz="600" spc="-20" b="1">
                <a:latin typeface="Arial"/>
                <a:cs typeface="Arial"/>
              </a:rPr>
              <a:t>ment</a:t>
            </a:r>
            <a:endParaRPr sz="6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723380" y="2748534"/>
            <a:ext cx="3873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600" b="1">
                <a:latin typeface="Arial"/>
                <a:cs typeface="Arial"/>
              </a:rPr>
              <a:t>Rest</a:t>
            </a:r>
            <a:r>
              <a:rPr dirty="0" sz="600" spc="-35" b="1">
                <a:latin typeface="Arial"/>
                <a:cs typeface="Arial"/>
              </a:rPr>
              <a:t> </a:t>
            </a:r>
            <a:r>
              <a:rPr dirty="0" sz="600" spc="-25" b="1">
                <a:latin typeface="Arial"/>
                <a:cs typeface="Arial"/>
              </a:rPr>
              <a:t>and</a:t>
            </a:r>
            <a:r>
              <a:rPr dirty="0" sz="600" spc="500" b="1">
                <a:latin typeface="Arial"/>
                <a:cs typeface="Arial"/>
              </a:rPr>
              <a:t> </a:t>
            </a:r>
            <a:r>
              <a:rPr dirty="0" sz="600" spc="-10" b="1">
                <a:latin typeface="Arial"/>
                <a:cs typeface="Arial"/>
              </a:rPr>
              <a:t>relaxation</a:t>
            </a:r>
            <a:endParaRPr sz="6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507482" y="3796665"/>
            <a:ext cx="805180" cy="280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ts val="645"/>
              </a:lnSpc>
              <a:spcBef>
                <a:spcPts val="100"/>
              </a:spcBef>
            </a:pPr>
            <a:r>
              <a:rPr dirty="0" sz="600" spc="-10" b="1">
                <a:latin typeface="Arial"/>
                <a:cs typeface="Arial"/>
              </a:rPr>
              <a:t>Relation-</a:t>
            </a:r>
            <a:endParaRPr sz="600">
              <a:latin typeface="Arial"/>
              <a:cs typeface="Arial"/>
            </a:endParaRPr>
          </a:p>
          <a:p>
            <a:pPr marL="38100">
              <a:lnSpc>
                <a:spcPts val="645"/>
              </a:lnSpc>
            </a:pPr>
            <a:r>
              <a:rPr dirty="0" baseline="-13888" sz="900" b="1">
                <a:latin typeface="Arial"/>
                <a:cs typeface="Arial"/>
              </a:rPr>
              <a:t>ships</a:t>
            </a:r>
            <a:r>
              <a:rPr dirty="0" baseline="-13888" sz="900" spc="630" b="1">
                <a:latin typeface="Arial"/>
                <a:cs typeface="Arial"/>
              </a:rPr>
              <a:t> </a:t>
            </a:r>
            <a:r>
              <a:rPr dirty="0" sz="600" b="1">
                <a:latin typeface="Arial"/>
                <a:cs typeface="Arial"/>
              </a:rPr>
              <a:t>Believe </a:t>
            </a:r>
            <a:r>
              <a:rPr dirty="0" sz="600" spc="-25" b="1">
                <a:latin typeface="Arial"/>
                <a:cs typeface="Arial"/>
              </a:rPr>
              <a:t>and</a:t>
            </a:r>
            <a:endParaRPr sz="600">
              <a:latin typeface="Arial"/>
              <a:cs typeface="Arial"/>
            </a:endParaRPr>
          </a:p>
          <a:p>
            <a:pPr marL="318770">
              <a:lnSpc>
                <a:spcPct val="100000"/>
              </a:lnSpc>
            </a:pPr>
            <a:r>
              <a:rPr dirty="0" sz="600" spc="-10" b="1">
                <a:latin typeface="Arial"/>
                <a:cs typeface="Arial"/>
              </a:rPr>
              <a:t>mindfulness</a:t>
            </a:r>
            <a:endParaRPr sz="6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975096" y="1998726"/>
            <a:ext cx="4013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600" b="1">
                <a:latin typeface="Arial"/>
                <a:cs typeface="Arial"/>
              </a:rPr>
              <a:t>Green</a:t>
            </a:r>
            <a:r>
              <a:rPr dirty="0" sz="600" spc="-30" b="1">
                <a:latin typeface="Arial"/>
                <a:cs typeface="Arial"/>
              </a:rPr>
              <a:t> </a:t>
            </a:r>
            <a:r>
              <a:rPr dirty="0" sz="600" spc="-25" b="1">
                <a:latin typeface="Arial"/>
                <a:cs typeface="Arial"/>
              </a:rPr>
              <a:t>and</a:t>
            </a:r>
            <a:r>
              <a:rPr dirty="0" sz="600" spc="500" b="1">
                <a:latin typeface="Arial"/>
                <a:cs typeface="Arial"/>
              </a:rPr>
              <a:t> </a:t>
            </a:r>
            <a:r>
              <a:rPr dirty="0" sz="600" spc="-10" b="1">
                <a:latin typeface="Arial"/>
                <a:cs typeface="Arial"/>
              </a:rPr>
              <a:t>seamless</a:t>
            </a:r>
            <a:r>
              <a:rPr dirty="0" sz="600" spc="500" b="1">
                <a:latin typeface="Arial"/>
                <a:cs typeface="Arial"/>
              </a:rPr>
              <a:t> </a:t>
            </a:r>
            <a:r>
              <a:rPr dirty="0" sz="600" spc="-10" b="1">
                <a:latin typeface="Arial"/>
                <a:cs typeface="Arial"/>
              </a:rPr>
              <a:t>mobility</a:t>
            </a:r>
            <a:endParaRPr sz="6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352413" y="3214369"/>
            <a:ext cx="777875" cy="848994"/>
          </a:xfrm>
          <a:prstGeom prst="rect">
            <a:avLst/>
          </a:prstGeom>
        </p:spPr>
        <p:txBody>
          <a:bodyPr wrap="square" lIns="0" tIns="48894" rIns="0" bIns="0" rtlCol="0" vert="horz">
            <a:spAutoFit/>
          </a:bodyPr>
          <a:lstStyle/>
          <a:p>
            <a:pPr marL="396240">
              <a:lnSpc>
                <a:spcPct val="100000"/>
              </a:lnSpc>
              <a:spcBef>
                <a:spcPts val="384"/>
              </a:spcBef>
            </a:pPr>
            <a:r>
              <a:rPr dirty="0" sz="600" b="1">
                <a:latin typeface="Arial"/>
                <a:cs typeface="Arial"/>
              </a:rPr>
              <a:t>New</a:t>
            </a:r>
            <a:r>
              <a:rPr dirty="0" sz="600" spc="-15" b="1">
                <a:latin typeface="Arial"/>
                <a:cs typeface="Arial"/>
              </a:rPr>
              <a:t> </a:t>
            </a:r>
            <a:r>
              <a:rPr dirty="0" sz="600" spc="-20" b="1">
                <a:latin typeface="Arial"/>
                <a:cs typeface="Arial"/>
              </a:rPr>
              <a:t>Work</a:t>
            </a:r>
            <a:endParaRPr sz="600">
              <a:latin typeface="Arial"/>
              <a:cs typeface="Arial"/>
            </a:endParaRPr>
          </a:p>
          <a:p>
            <a:pPr algn="ctr" marL="290830" marR="86360" indent="1905">
              <a:lnSpc>
                <a:spcPct val="100000"/>
              </a:lnSpc>
              <a:spcBef>
                <a:spcPts val="280"/>
              </a:spcBef>
            </a:pPr>
            <a:r>
              <a:rPr dirty="0" sz="600" spc="-10" b="1">
                <a:latin typeface="Arial"/>
                <a:cs typeface="Arial"/>
              </a:rPr>
              <a:t>Personal</a:t>
            </a:r>
            <a:r>
              <a:rPr dirty="0" sz="600" spc="500" b="1">
                <a:latin typeface="Arial"/>
                <a:cs typeface="Arial"/>
              </a:rPr>
              <a:t> </a:t>
            </a:r>
            <a:r>
              <a:rPr dirty="0" sz="600" b="1">
                <a:latin typeface="Arial"/>
                <a:cs typeface="Arial"/>
              </a:rPr>
              <a:t>wealth</a:t>
            </a:r>
            <a:r>
              <a:rPr dirty="0" sz="600" spc="-25" b="1">
                <a:latin typeface="Arial"/>
                <a:cs typeface="Arial"/>
              </a:rPr>
              <a:t> and</a:t>
            </a:r>
            <a:r>
              <a:rPr dirty="0" sz="600" spc="500" b="1">
                <a:latin typeface="Arial"/>
                <a:cs typeface="Arial"/>
              </a:rPr>
              <a:t> </a:t>
            </a:r>
            <a:r>
              <a:rPr dirty="0" sz="600" spc="-10" b="1">
                <a:latin typeface="Arial"/>
                <a:cs typeface="Arial"/>
              </a:rPr>
              <a:t>legal</a:t>
            </a:r>
            <a:endParaRPr sz="600">
              <a:latin typeface="Arial"/>
              <a:cs typeface="Arial"/>
            </a:endParaRPr>
          </a:p>
          <a:p>
            <a:pPr marL="12700" marR="325120">
              <a:lnSpc>
                <a:spcPct val="100000"/>
              </a:lnSpc>
              <a:spcBef>
                <a:spcPts val="160"/>
              </a:spcBef>
            </a:pPr>
            <a:r>
              <a:rPr dirty="0" sz="600" spc="-10" b="1">
                <a:latin typeface="Arial"/>
                <a:cs typeface="Arial"/>
              </a:rPr>
              <a:t>Customized</a:t>
            </a:r>
            <a:r>
              <a:rPr dirty="0" sz="600" spc="500" b="1">
                <a:latin typeface="Arial"/>
                <a:cs typeface="Arial"/>
              </a:rPr>
              <a:t> </a:t>
            </a:r>
            <a:r>
              <a:rPr dirty="0" sz="600" b="1">
                <a:latin typeface="Arial"/>
                <a:cs typeface="Arial"/>
              </a:rPr>
              <a:t>and</a:t>
            </a:r>
            <a:r>
              <a:rPr dirty="0" sz="600" spc="-20" b="1">
                <a:latin typeface="Arial"/>
                <a:cs typeface="Arial"/>
              </a:rPr>
              <a:t> fast</a:t>
            </a:r>
            <a:r>
              <a:rPr dirty="0" sz="600" spc="500" b="1">
                <a:latin typeface="Arial"/>
                <a:cs typeface="Arial"/>
              </a:rPr>
              <a:t> </a:t>
            </a:r>
            <a:r>
              <a:rPr dirty="0" sz="600" spc="-10" b="1">
                <a:latin typeface="Arial"/>
                <a:cs typeface="Arial"/>
              </a:rPr>
              <a:t>demand</a:t>
            </a:r>
            <a:r>
              <a:rPr dirty="0" sz="600" spc="500" b="1">
                <a:latin typeface="Arial"/>
                <a:cs typeface="Arial"/>
              </a:rPr>
              <a:t> </a:t>
            </a:r>
            <a:r>
              <a:rPr dirty="0" sz="600" spc="-10" b="1">
                <a:latin typeface="Arial"/>
                <a:cs typeface="Arial"/>
              </a:rPr>
              <a:t>fulfillment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2874" y="6385205"/>
            <a:ext cx="11289665" cy="2451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35"/>
              </a:lnSpc>
            </a:pPr>
            <a:r>
              <a:rPr dirty="0" sz="750">
                <a:latin typeface="Arial"/>
                <a:cs typeface="Arial"/>
              </a:rPr>
              <a:t>Digital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Auto</a:t>
            </a:r>
            <a:r>
              <a:rPr dirty="0" sz="750" spc="-20">
                <a:latin typeface="Arial"/>
                <a:cs typeface="Arial"/>
              </a:rPr>
              <a:t> </a:t>
            </a:r>
            <a:r>
              <a:rPr dirty="0" sz="750">
                <a:latin typeface="Arial"/>
                <a:cs typeface="Arial"/>
              </a:rPr>
              <a:t>Report</a:t>
            </a:r>
            <a:r>
              <a:rPr dirty="0" sz="750" spc="-5">
                <a:latin typeface="Arial"/>
                <a:cs typeface="Arial"/>
              </a:rPr>
              <a:t> </a:t>
            </a:r>
            <a:r>
              <a:rPr dirty="0" sz="750" spc="-20">
                <a:latin typeface="Arial"/>
                <a:cs typeface="Arial"/>
              </a:rPr>
              <a:t>2023</a:t>
            </a: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0"/>
              </a:spcBef>
              <a:tabLst>
                <a:tab pos="11182350" algn="l"/>
              </a:tabLst>
            </a:pPr>
            <a:r>
              <a:rPr dirty="0" sz="750" spc="-10">
                <a:latin typeface="Arial"/>
                <a:cs typeface="Arial"/>
              </a:rPr>
              <a:t>Strategy&amp;</a:t>
            </a:r>
            <a:r>
              <a:rPr dirty="0" sz="750">
                <a:latin typeface="Arial"/>
                <a:cs typeface="Arial"/>
              </a:rPr>
              <a:t>	</a:t>
            </a:r>
            <a:r>
              <a:rPr dirty="0" sz="750" spc="-25">
                <a:latin typeface="Arial"/>
                <a:cs typeface="Arial"/>
              </a:rPr>
              <a:t>40</a:t>
            </a:r>
            <a:endParaRPr sz="7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2192000" cy="2033270"/>
          </a:xfrm>
          <a:custGeom>
            <a:avLst/>
            <a:gdLst/>
            <a:ahLst/>
            <a:cxnLst/>
            <a:rect l="l" t="t" r="r" b="b"/>
            <a:pathLst>
              <a:path w="12192000" h="2033270">
                <a:moveTo>
                  <a:pt x="12192000" y="0"/>
                </a:moveTo>
                <a:lnTo>
                  <a:pt x="0" y="0"/>
                </a:lnTo>
                <a:lnTo>
                  <a:pt x="0" y="2033015"/>
                </a:lnTo>
                <a:lnTo>
                  <a:pt x="12192000" y="2033015"/>
                </a:lnTo>
                <a:lnTo>
                  <a:pt x="12192000" y="0"/>
                </a:lnTo>
                <a:close/>
              </a:path>
            </a:pathLst>
          </a:custGeom>
          <a:solidFill>
            <a:srgbClr val="3737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786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Network</a:t>
            </a:r>
            <a:r>
              <a:rPr dirty="0" spc="-20"/>
              <a:t> </a:t>
            </a:r>
            <a:r>
              <a:rPr dirty="0" spc="-10"/>
              <a:t>contacts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844270" y="1635251"/>
            <a:ext cx="10375900" cy="797560"/>
            <a:chOff x="844270" y="1635251"/>
            <a:chExt cx="10375900" cy="7975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88324" y="1673351"/>
              <a:ext cx="717803" cy="72085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669274" y="1654301"/>
              <a:ext cx="756285" cy="759460"/>
            </a:xfrm>
            <a:custGeom>
              <a:avLst/>
              <a:gdLst/>
              <a:ahLst/>
              <a:cxnLst/>
              <a:rect l="l" t="t" r="r" b="b"/>
              <a:pathLst>
                <a:path w="756284" h="759460">
                  <a:moveTo>
                    <a:pt x="378205" y="0"/>
                  </a:moveTo>
                  <a:lnTo>
                    <a:pt x="416559" y="2032"/>
                  </a:lnTo>
                  <a:lnTo>
                    <a:pt x="454278" y="7493"/>
                  </a:lnTo>
                  <a:lnTo>
                    <a:pt x="525398" y="29718"/>
                  </a:lnTo>
                  <a:lnTo>
                    <a:pt x="589406" y="64769"/>
                  </a:lnTo>
                  <a:lnTo>
                    <a:pt x="645413" y="111125"/>
                  </a:lnTo>
                  <a:lnTo>
                    <a:pt x="691641" y="167513"/>
                  </a:lnTo>
                  <a:lnTo>
                    <a:pt x="726439" y="231902"/>
                  </a:lnTo>
                  <a:lnTo>
                    <a:pt x="748537" y="303403"/>
                  </a:lnTo>
                  <a:lnTo>
                    <a:pt x="756030" y="379857"/>
                  </a:lnTo>
                  <a:lnTo>
                    <a:pt x="753998" y="418592"/>
                  </a:lnTo>
                  <a:lnTo>
                    <a:pt x="738885" y="492633"/>
                  </a:lnTo>
                  <a:lnTo>
                    <a:pt x="710564" y="560705"/>
                  </a:lnTo>
                  <a:lnTo>
                    <a:pt x="669543" y="620903"/>
                  </a:lnTo>
                  <a:lnTo>
                    <a:pt x="618616" y="672719"/>
                  </a:lnTo>
                  <a:lnTo>
                    <a:pt x="558418" y="713232"/>
                  </a:lnTo>
                  <a:lnTo>
                    <a:pt x="490600" y="742061"/>
                  </a:lnTo>
                  <a:lnTo>
                    <a:pt x="416559" y="757174"/>
                  </a:lnTo>
                  <a:lnTo>
                    <a:pt x="378205" y="759206"/>
                  </a:lnTo>
                  <a:lnTo>
                    <a:pt x="339470" y="757174"/>
                  </a:lnTo>
                  <a:lnTo>
                    <a:pt x="265810" y="742061"/>
                  </a:lnTo>
                  <a:lnTo>
                    <a:pt x="197992" y="713232"/>
                  </a:lnTo>
                  <a:lnTo>
                    <a:pt x="137413" y="672719"/>
                  </a:lnTo>
                  <a:lnTo>
                    <a:pt x="86359" y="620903"/>
                  </a:lnTo>
                  <a:lnTo>
                    <a:pt x="45592" y="560832"/>
                  </a:lnTo>
                  <a:lnTo>
                    <a:pt x="17144" y="492633"/>
                  </a:lnTo>
                  <a:lnTo>
                    <a:pt x="2031" y="418592"/>
                  </a:lnTo>
                  <a:lnTo>
                    <a:pt x="0" y="379476"/>
                  </a:lnTo>
                  <a:lnTo>
                    <a:pt x="2031" y="340995"/>
                  </a:lnTo>
                  <a:lnTo>
                    <a:pt x="17144" y="266954"/>
                  </a:lnTo>
                  <a:lnTo>
                    <a:pt x="45592" y="198882"/>
                  </a:lnTo>
                  <a:lnTo>
                    <a:pt x="86359" y="138430"/>
                  </a:lnTo>
                  <a:lnTo>
                    <a:pt x="137413" y="86868"/>
                  </a:lnTo>
                  <a:lnTo>
                    <a:pt x="197992" y="45974"/>
                  </a:lnTo>
                  <a:lnTo>
                    <a:pt x="265810" y="17145"/>
                  </a:lnTo>
                  <a:lnTo>
                    <a:pt x="339470" y="2032"/>
                  </a:lnTo>
                  <a:lnTo>
                    <a:pt x="378205" y="0"/>
                  </a:lnTo>
                  <a:close/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37603" y="1673351"/>
              <a:ext cx="719327" cy="72085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718553" y="1654301"/>
              <a:ext cx="758190" cy="759460"/>
            </a:xfrm>
            <a:custGeom>
              <a:avLst/>
              <a:gdLst/>
              <a:ahLst/>
              <a:cxnLst/>
              <a:rect l="l" t="t" r="r" b="b"/>
              <a:pathLst>
                <a:path w="758190" h="759460">
                  <a:moveTo>
                    <a:pt x="378968" y="0"/>
                  </a:moveTo>
                  <a:lnTo>
                    <a:pt x="417830" y="2032"/>
                  </a:lnTo>
                  <a:lnTo>
                    <a:pt x="491363" y="17145"/>
                  </a:lnTo>
                  <a:lnTo>
                    <a:pt x="559689" y="45974"/>
                  </a:lnTo>
                  <a:lnTo>
                    <a:pt x="619760" y="86868"/>
                  </a:lnTo>
                  <a:lnTo>
                    <a:pt x="671195" y="138430"/>
                  </a:lnTo>
                  <a:lnTo>
                    <a:pt x="712089" y="198882"/>
                  </a:lnTo>
                  <a:lnTo>
                    <a:pt x="740537" y="266954"/>
                  </a:lnTo>
                  <a:lnTo>
                    <a:pt x="755523" y="340995"/>
                  </a:lnTo>
                  <a:lnTo>
                    <a:pt x="757682" y="379857"/>
                  </a:lnTo>
                  <a:lnTo>
                    <a:pt x="755523" y="418592"/>
                  </a:lnTo>
                  <a:lnTo>
                    <a:pt x="740537" y="492633"/>
                  </a:lnTo>
                  <a:lnTo>
                    <a:pt x="712089" y="560832"/>
                  </a:lnTo>
                  <a:lnTo>
                    <a:pt x="671195" y="620903"/>
                  </a:lnTo>
                  <a:lnTo>
                    <a:pt x="619760" y="672719"/>
                  </a:lnTo>
                  <a:lnTo>
                    <a:pt x="559689" y="713232"/>
                  </a:lnTo>
                  <a:lnTo>
                    <a:pt x="491363" y="742061"/>
                  </a:lnTo>
                  <a:lnTo>
                    <a:pt x="417830" y="757174"/>
                  </a:lnTo>
                  <a:lnTo>
                    <a:pt x="378968" y="759206"/>
                  </a:lnTo>
                  <a:lnTo>
                    <a:pt x="340233" y="757174"/>
                  </a:lnTo>
                  <a:lnTo>
                    <a:pt x="266192" y="742061"/>
                  </a:lnTo>
                  <a:lnTo>
                    <a:pt x="198374" y="713232"/>
                  </a:lnTo>
                  <a:lnTo>
                    <a:pt x="137795" y="672719"/>
                  </a:lnTo>
                  <a:lnTo>
                    <a:pt x="86487" y="620903"/>
                  </a:lnTo>
                  <a:lnTo>
                    <a:pt x="45593" y="560832"/>
                  </a:lnTo>
                  <a:lnTo>
                    <a:pt x="17145" y="492633"/>
                  </a:lnTo>
                  <a:lnTo>
                    <a:pt x="2032" y="418592"/>
                  </a:lnTo>
                  <a:lnTo>
                    <a:pt x="0" y="379476"/>
                  </a:lnTo>
                  <a:lnTo>
                    <a:pt x="2032" y="340995"/>
                  </a:lnTo>
                  <a:lnTo>
                    <a:pt x="17145" y="266954"/>
                  </a:lnTo>
                  <a:lnTo>
                    <a:pt x="45593" y="198882"/>
                  </a:lnTo>
                  <a:lnTo>
                    <a:pt x="86487" y="138303"/>
                  </a:lnTo>
                  <a:lnTo>
                    <a:pt x="137795" y="86868"/>
                  </a:lnTo>
                  <a:lnTo>
                    <a:pt x="198374" y="45974"/>
                  </a:lnTo>
                  <a:lnTo>
                    <a:pt x="266192" y="17145"/>
                  </a:lnTo>
                  <a:lnTo>
                    <a:pt x="340233" y="2032"/>
                  </a:lnTo>
                  <a:lnTo>
                    <a:pt x="378968" y="0"/>
                  </a:lnTo>
                  <a:close/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2395" y="1673351"/>
              <a:ext cx="720852" cy="71932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63320" y="1654301"/>
              <a:ext cx="759460" cy="758190"/>
            </a:xfrm>
            <a:custGeom>
              <a:avLst/>
              <a:gdLst/>
              <a:ahLst/>
              <a:cxnLst/>
              <a:rect l="l" t="t" r="r" b="b"/>
              <a:pathLst>
                <a:path w="759460" h="758189">
                  <a:moveTo>
                    <a:pt x="379831" y="0"/>
                  </a:moveTo>
                  <a:lnTo>
                    <a:pt x="418617" y="2032"/>
                  </a:lnTo>
                  <a:lnTo>
                    <a:pt x="492658" y="17145"/>
                  </a:lnTo>
                  <a:lnTo>
                    <a:pt x="560857" y="45593"/>
                  </a:lnTo>
                  <a:lnTo>
                    <a:pt x="620928" y="86487"/>
                  </a:lnTo>
                  <a:lnTo>
                    <a:pt x="672744" y="137795"/>
                  </a:lnTo>
                  <a:lnTo>
                    <a:pt x="713257" y="198374"/>
                  </a:lnTo>
                  <a:lnTo>
                    <a:pt x="742086" y="266192"/>
                  </a:lnTo>
                  <a:lnTo>
                    <a:pt x="757199" y="340233"/>
                  </a:lnTo>
                  <a:lnTo>
                    <a:pt x="759231" y="378968"/>
                  </a:lnTo>
                  <a:lnTo>
                    <a:pt x="757199" y="417830"/>
                  </a:lnTo>
                  <a:lnTo>
                    <a:pt x="742086" y="491363"/>
                  </a:lnTo>
                  <a:lnTo>
                    <a:pt x="713257" y="559689"/>
                  </a:lnTo>
                  <a:lnTo>
                    <a:pt x="672744" y="619760"/>
                  </a:lnTo>
                  <a:lnTo>
                    <a:pt x="620928" y="671195"/>
                  </a:lnTo>
                  <a:lnTo>
                    <a:pt x="560857" y="712089"/>
                  </a:lnTo>
                  <a:lnTo>
                    <a:pt x="492658" y="740537"/>
                  </a:lnTo>
                  <a:lnTo>
                    <a:pt x="418617" y="755523"/>
                  </a:lnTo>
                  <a:lnTo>
                    <a:pt x="379831" y="757682"/>
                  </a:lnTo>
                  <a:lnTo>
                    <a:pt x="341045" y="755523"/>
                  </a:lnTo>
                  <a:lnTo>
                    <a:pt x="267030" y="740537"/>
                  </a:lnTo>
                  <a:lnTo>
                    <a:pt x="198856" y="712089"/>
                  </a:lnTo>
                  <a:lnTo>
                    <a:pt x="138391" y="671195"/>
                  </a:lnTo>
                  <a:lnTo>
                    <a:pt x="86906" y="619760"/>
                  </a:lnTo>
                  <a:lnTo>
                    <a:pt x="46024" y="559689"/>
                  </a:lnTo>
                  <a:lnTo>
                    <a:pt x="17132" y="491363"/>
                  </a:lnTo>
                  <a:lnTo>
                    <a:pt x="2082" y="417830"/>
                  </a:lnTo>
                  <a:lnTo>
                    <a:pt x="0" y="378714"/>
                  </a:lnTo>
                  <a:lnTo>
                    <a:pt x="2082" y="340233"/>
                  </a:lnTo>
                  <a:lnTo>
                    <a:pt x="17145" y="266192"/>
                  </a:lnTo>
                  <a:lnTo>
                    <a:pt x="45999" y="198374"/>
                  </a:lnTo>
                  <a:lnTo>
                    <a:pt x="86944" y="137795"/>
                  </a:lnTo>
                  <a:lnTo>
                    <a:pt x="138328" y="86487"/>
                  </a:lnTo>
                  <a:lnTo>
                    <a:pt x="198856" y="45593"/>
                  </a:lnTo>
                  <a:lnTo>
                    <a:pt x="267030" y="17145"/>
                  </a:lnTo>
                  <a:lnTo>
                    <a:pt x="341045" y="2032"/>
                  </a:lnTo>
                  <a:lnTo>
                    <a:pt x="379831" y="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34639" y="1673351"/>
              <a:ext cx="720851" cy="72085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815589" y="1654301"/>
              <a:ext cx="759460" cy="759460"/>
            </a:xfrm>
            <a:custGeom>
              <a:avLst/>
              <a:gdLst/>
              <a:ahLst/>
              <a:cxnLst/>
              <a:rect l="l" t="t" r="r" b="b"/>
              <a:pathLst>
                <a:path w="759460" h="759460">
                  <a:moveTo>
                    <a:pt x="379856" y="0"/>
                  </a:moveTo>
                  <a:lnTo>
                    <a:pt x="418591" y="2032"/>
                  </a:lnTo>
                  <a:lnTo>
                    <a:pt x="492633" y="17145"/>
                  </a:lnTo>
                  <a:lnTo>
                    <a:pt x="560832" y="45974"/>
                  </a:lnTo>
                  <a:lnTo>
                    <a:pt x="620903" y="86868"/>
                  </a:lnTo>
                  <a:lnTo>
                    <a:pt x="672719" y="138303"/>
                  </a:lnTo>
                  <a:lnTo>
                    <a:pt x="713232" y="198882"/>
                  </a:lnTo>
                  <a:lnTo>
                    <a:pt x="742060" y="266954"/>
                  </a:lnTo>
                  <a:lnTo>
                    <a:pt x="757174" y="340995"/>
                  </a:lnTo>
                  <a:lnTo>
                    <a:pt x="759206" y="379857"/>
                  </a:lnTo>
                  <a:lnTo>
                    <a:pt x="757174" y="418592"/>
                  </a:lnTo>
                  <a:lnTo>
                    <a:pt x="742060" y="492633"/>
                  </a:lnTo>
                  <a:lnTo>
                    <a:pt x="713232" y="560832"/>
                  </a:lnTo>
                  <a:lnTo>
                    <a:pt x="672719" y="620903"/>
                  </a:lnTo>
                  <a:lnTo>
                    <a:pt x="620903" y="672719"/>
                  </a:lnTo>
                  <a:lnTo>
                    <a:pt x="560832" y="713232"/>
                  </a:lnTo>
                  <a:lnTo>
                    <a:pt x="492633" y="742061"/>
                  </a:lnTo>
                  <a:lnTo>
                    <a:pt x="418591" y="757174"/>
                  </a:lnTo>
                  <a:lnTo>
                    <a:pt x="379856" y="759206"/>
                  </a:lnTo>
                  <a:lnTo>
                    <a:pt x="340995" y="757174"/>
                  </a:lnTo>
                  <a:lnTo>
                    <a:pt x="266953" y="742061"/>
                  </a:lnTo>
                  <a:lnTo>
                    <a:pt x="198881" y="713232"/>
                  </a:lnTo>
                  <a:lnTo>
                    <a:pt x="138302" y="672719"/>
                  </a:lnTo>
                  <a:lnTo>
                    <a:pt x="86867" y="620903"/>
                  </a:lnTo>
                  <a:lnTo>
                    <a:pt x="45973" y="560832"/>
                  </a:lnTo>
                  <a:lnTo>
                    <a:pt x="17144" y="492633"/>
                  </a:lnTo>
                  <a:lnTo>
                    <a:pt x="2031" y="418592"/>
                  </a:lnTo>
                  <a:lnTo>
                    <a:pt x="0" y="379476"/>
                  </a:lnTo>
                  <a:lnTo>
                    <a:pt x="2031" y="340995"/>
                  </a:lnTo>
                  <a:lnTo>
                    <a:pt x="17144" y="266954"/>
                  </a:lnTo>
                  <a:lnTo>
                    <a:pt x="45973" y="198882"/>
                  </a:lnTo>
                  <a:lnTo>
                    <a:pt x="86867" y="138303"/>
                  </a:lnTo>
                  <a:lnTo>
                    <a:pt x="138302" y="86868"/>
                  </a:lnTo>
                  <a:lnTo>
                    <a:pt x="198881" y="45974"/>
                  </a:lnTo>
                  <a:lnTo>
                    <a:pt x="266953" y="17145"/>
                  </a:lnTo>
                  <a:lnTo>
                    <a:pt x="340995" y="2032"/>
                  </a:lnTo>
                  <a:lnTo>
                    <a:pt x="379856" y="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88408" y="1673351"/>
              <a:ext cx="720851" cy="72085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769358" y="1654301"/>
              <a:ext cx="759460" cy="759460"/>
            </a:xfrm>
            <a:custGeom>
              <a:avLst/>
              <a:gdLst/>
              <a:ahLst/>
              <a:cxnLst/>
              <a:rect l="l" t="t" r="r" b="b"/>
              <a:pathLst>
                <a:path w="759460" h="759460">
                  <a:moveTo>
                    <a:pt x="379857" y="0"/>
                  </a:moveTo>
                  <a:lnTo>
                    <a:pt x="418592" y="2032"/>
                  </a:lnTo>
                  <a:lnTo>
                    <a:pt x="492633" y="17145"/>
                  </a:lnTo>
                  <a:lnTo>
                    <a:pt x="560832" y="45974"/>
                  </a:lnTo>
                  <a:lnTo>
                    <a:pt x="620903" y="86868"/>
                  </a:lnTo>
                  <a:lnTo>
                    <a:pt x="672719" y="138303"/>
                  </a:lnTo>
                  <a:lnTo>
                    <a:pt x="713232" y="198882"/>
                  </a:lnTo>
                  <a:lnTo>
                    <a:pt x="742061" y="266954"/>
                  </a:lnTo>
                  <a:lnTo>
                    <a:pt x="757174" y="340995"/>
                  </a:lnTo>
                  <a:lnTo>
                    <a:pt x="759206" y="379857"/>
                  </a:lnTo>
                  <a:lnTo>
                    <a:pt x="757174" y="418592"/>
                  </a:lnTo>
                  <a:lnTo>
                    <a:pt x="742061" y="492633"/>
                  </a:lnTo>
                  <a:lnTo>
                    <a:pt x="713232" y="560832"/>
                  </a:lnTo>
                  <a:lnTo>
                    <a:pt x="672719" y="620903"/>
                  </a:lnTo>
                  <a:lnTo>
                    <a:pt x="620903" y="672719"/>
                  </a:lnTo>
                  <a:lnTo>
                    <a:pt x="560832" y="713232"/>
                  </a:lnTo>
                  <a:lnTo>
                    <a:pt x="492633" y="742061"/>
                  </a:lnTo>
                  <a:lnTo>
                    <a:pt x="418592" y="757174"/>
                  </a:lnTo>
                  <a:lnTo>
                    <a:pt x="379857" y="759206"/>
                  </a:lnTo>
                  <a:lnTo>
                    <a:pt x="340995" y="757174"/>
                  </a:lnTo>
                  <a:lnTo>
                    <a:pt x="266954" y="742061"/>
                  </a:lnTo>
                  <a:lnTo>
                    <a:pt x="198882" y="713232"/>
                  </a:lnTo>
                  <a:lnTo>
                    <a:pt x="138303" y="672719"/>
                  </a:lnTo>
                  <a:lnTo>
                    <a:pt x="86868" y="620903"/>
                  </a:lnTo>
                  <a:lnTo>
                    <a:pt x="45974" y="560832"/>
                  </a:lnTo>
                  <a:lnTo>
                    <a:pt x="17145" y="492633"/>
                  </a:lnTo>
                  <a:lnTo>
                    <a:pt x="2032" y="418592"/>
                  </a:lnTo>
                  <a:lnTo>
                    <a:pt x="0" y="379476"/>
                  </a:lnTo>
                  <a:lnTo>
                    <a:pt x="2032" y="340995"/>
                  </a:lnTo>
                  <a:lnTo>
                    <a:pt x="17145" y="266954"/>
                  </a:lnTo>
                  <a:lnTo>
                    <a:pt x="45974" y="198882"/>
                  </a:lnTo>
                  <a:lnTo>
                    <a:pt x="86868" y="138303"/>
                  </a:lnTo>
                  <a:lnTo>
                    <a:pt x="138303" y="86868"/>
                  </a:lnTo>
                  <a:lnTo>
                    <a:pt x="198882" y="45974"/>
                  </a:lnTo>
                  <a:lnTo>
                    <a:pt x="266954" y="17145"/>
                  </a:lnTo>
                  <a:lnTo>
                    <a:pt x="340995" y="2032"/>
                  </a:lnTo>
                  <a:lnTo>
                    <a:pt x="379857" y="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462260" y="1673351"/>
              <a:ext cx="719327" cy="71932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0443210" y="1654301"/>
              <a:ext cx="758190" cy="758190"/>
            </a:xfrm>
            <a:custGeom>
              <a:avLst/>
              <a:gdLst/>
              <a:ahLst/>
              <a:cxnLst/>
              <a:rect l="l" t="t" r="r" b="b"/>
              <a:pathLst>
                <a:path w="758190" h="758189">
                  <a:moveTo>
                    <a:pt x="378968" y="0"/>
                  </a:moveTo>
                  <a:lnTo>
                    <a:pt x="417830" y="2032"/>
                  </a:lnTo>
                  <a:lnTo>
                    <a:pt x="491363" y="17145"/>
                  </a:lnTo>
                  <a:lnTo>
                    <a:pt x="559689" y="45593"/>
                  </a:lnTo>
                  <a:lnTo>
                    <a:pt x="619760" y="86487"/>
                  </a:lnTo>
                  <a:lnTo>
                    <a:pt x="671195" y="137922"/>
                  </a:lnTo>
                  <a:lnTo>
                    <a:pt x="712089" y="198374"/>
                  </a:lnTo>
                  <a:lnTo>
                    <a:pt x="740537" y="266192"/>
                  </a:lnTo>
                  <a:lnTo>
                    <a:pt x="755523" y="340233"/>
                  </a:lnTo>
                  <a:lnTo>
                    <a:pt x="757682" y="378968"/>
                  </a:lnTo>
                  <a:lnTo>
                    <a:pt x="755523" y="417830"/>
                  </a:lnTo>
                  <a:lnTo>
                    <a:pt x="740537" y="491363"/>
                  </a:lnTo>
                  <a:lnTo>
                    <a:pt x="712089" y="559689"/>
                  </a:lnTo>
                  <a:lnTo>
                    <a:pt x="671195" y="619633"/>
                  </a:lnTo>
                  <a:lnTo>
                    <a:pt x="619633" y="671195"/>
                  </a:lnTo>
                  <a:lnTo>
                    <a:pt x="559689" y="712089"/>
                  </a:lnTo>
                  <a:lnTo>
                    <a:pt x="491363" y="740537"/>
                  </a:lnTo>
                  <a:lnTo>
                    <a:pt x="417830" y="755523"/>
                  </a:lnTo>
                  <a:lnTo>
                    <a:pt x="378968" y="757682"/>
                  </a:lnTo>
                  <a:lnTo>
                    <a:pt x="340233" y="755523"/>
                  </a:lnTo>
                  <a:lnTo>
                    <a:pt x="266192" y="740537"/>
                  </a:lnTo>
                  <a:lnTo>
                    <a:pt x="198374" y="712089"/>
                  </a:lnTo>
                  <a:lnTo>
                    <a:pt x="137922" y="671195"/>
                  </a:lnTo>
                  <a:lnTo>
                    <a:pt x="86487" y="619760"/>
                  </a:lnTo>
                  <a:lnTo>
                    <a:pt x="45593" y="559689"/>
                  </a:lnTo>
                  <a:lnTo>
                    <a:pt x="17145" y="491363"/>
                  </a:lnTo>
                  <a:lnTo>
                    <a:pt x="2032" y="417830"/>
                  </a:lnTo>
                  <a:lnTo>
                    <a:pt x="0" y="378714"/>
                  </a:lnTo>
                  <a:lnTo>
                    <a:pt x="2032" y="340233"/>
                  </a:lnTo>
                  <a:lnTo>
                    <a:pt x="17145" y="266192"/>
                  </a:lnTo>
                  <a:lnTo>
                    <a:pt x="45593" y="198374"/>
                  </a:lnTo>
                  <a:lnTo>
                    <a:pt x="86487" y="137795"/>
                  </a:lnTo>
                  <a:lnTo>
                    <a:pt x="137795" y="86487"/>
                  </a:lnTo>
                  <a:lnTo>
                    <a:pt x="198374" y="45593"/>
                  </a:lnTo>
                  <a:lnTo>
                    <a:pt x="266192" y="17145"/>
                  </a:lnTo>
                  <a:lnTo>
                    <a:pt x="340233" y="2032"/>
                  </a:lnTo>
                  <a:lnTo>
                    <a:pt x="378968" y="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545388" y="2582022"/>
            <a:ext cx="1391285" cy="82867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algn="ctr" marL="3175">
              <a:lnSpc>
                <a:spcPct val="100000"/>
              </a:lnSpc>
              <a:spcBef>
                <a:spcPts val="470"/>
              </a:spcBef>
            </a:pPr>
            <a:r>
              <a:rPr dirty="0" sz="1200" b="1">
                <a:solidFill>
                  <a:srgbClr val="A21F1F"/>
                </a:solidFill>
                <a:latin typeface="Arial"/>
                <a:cs typeface="Arial"/>
              </a:rPr>
              <a:t>Jörg</a:t>
            </a:r>
            <a:r>
              <a:rPr dirty="0" sz="1200" spc="-2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A21F1F"/>
                </a:solidFill>
                <a:latin typeface="Arial"/>
                <a:cs typeface="Arial"/>
              </a:rPr>
              <a:t>Krings</a:t>
            </a:r>
            <a:endParaRPr sz="1200">
              <a:latin typeface="Arial"/>
              <a:cs typeface="Arial"/>
            </a:endParaRPr>
          </a:p>
          <a:p>
            <a:pPr algn="ctr" marL="2540">
              <a:lnSpc>
                <a:spcPct val="100000"/>
              </a:lnSpc>
              <a:spcBef>
                <a:spcPts val="310"/>
              </a:spcBef>
            </a:pPr>
            <a:r>
              <a:rPr dirty="0" sz="1000" spc="-10">
                <a:solidFill>
                  <a:srgbClr val="7E7E7E"/>
                </a:solidFill>
                <a:latin typeface="Arial"/>
                <a:cs typeface="Arial"/>
              </a:rPr>
              <a:t>joerg.krings@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1000" spc="-10">
                <a:solidFill>
                  <a:srgbClr val="7E7E7E"/>
                </a:solidFill>
                <a:latin typeface="Arial"/>
                <a:cs typeface="Arial"/>
              </a:rPr>
              <a:t>strategyand.de.pwc.com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dirty="0" sz="1000" b="1">
                <a:solidFill>
                  <a:srgbClr val="A21F1F"/>
                </a:solidFill>
                <a:latin typeface="Arial"/>
                <a:cs typeface="Arial"/>
              </a:rPr>
              <a:t>Automotive</a:t>
            </a:r>
            <a:r>
              <a:rPr dirty="0" sz="1000" spc="-6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A21F1F"/>
                </a:solidFill>
                <a:latin typeface="Arial"/>
                <a:cs typeface="Arial"/>
              </a:rPr>
              <a:t>Europe</a:t>
            </a:r>
            <a:endParaRPr sz="1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344281" y="2582022"/>
            <a:ext cx="1466850" cy="82867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70"/>
              </a:spcBef>
            </a:pPr>
            <a:r>
              <a:rPr dirty="0" sz="1200" spc="-10" b="1">
                <a:solidFill>
                  <a:srgbClr val="A21F1F"/>
                </a:solidFill>
                <a:latin typeface="Arial"/>
                <a:cs typeface="Arial"/>
              </a:rPr>
              <a:t>Dr.</a:t>
            </a:r>
            <a:r>
              <a:rPr dirty="0" sz="1200" spc="-4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A21F1F"/>
                </a:solidFill>
                <a:latin typeface="Arial"/>
                <a:cs typeface="Arial"/>
              </a:rPr>
              <a:t>Jörn</a:t>
            </a:r>
            <a:r>
              <a:rPr dirty="0" sz="1200" spc="-3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A21F1F"/>
                </a:solidFill>
                <a:latin typeface="Arial"/>
                <a:cs typeface="Arial"/>
              </a:rPr>
              <a:t>Neuhausen</a:t>
            </a:r>
            <a:endParaRPr sz="1200">
              <a:latin typeface="Arial"/>
              <a:cs typeface="Arial"/>
            </a:endParaRPr>
          </a:p>
          <a:p>
            <a:pPr algn="ctr" marL="635">
              <a:lnSpc>
                <a:spcPct val="100000"/>
              </a:lnSpc>
              <a:spcBef>
                <a:spcPts val="310"/>
              </a:spcBef>
            </a:pPr>
            <a:r>
              <a:rPr dirty="0" sz="1000" spc="-10">
                <a:solidFill>
                  <a:srgbClr val="7E7E7E"/>
                </a:solidFill>
                <a:latin typeface="Arial"/>
                <a:cs typeface="Arial"/>
              </a:rPr>
              <a:t>joern.neuhausen@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1000" spc="-10">
                <a:solidFill>
                  <a:srgbClr val="7E7E7E"/>
                </a:solidFill>
                <a:latin typeface="Arial"/>
                <a:cs typeface="Arial"/>
              </a:rPr>
              <a:t>strategyand.de.pwc.com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dirty="0" sz="1000" b="1">
                <a:solidFill>
                  <a:srgbClr val="A21F1F"/>
                </a:solidFill>
                <a:latin typeface="Arial"/>
                <a:cs typeface="Arial"/>
              </a:rPr>
              <a:t>Alternative</a:t>
            </a:r>
            <a:r>
              <a:rPr dirty="0" sz="1000" spc="-6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A21F1F"/>
                </a:solidFill>
                <a:latin typeface="Arial"/>
                <a:cs typeface="Arial"/>
              </a:rPr>
              <a:t>Powertrains</a:t>
            </a:r>
            <a:endParaRPr sz="1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23130" y="2582022"/>
            <a:ext cx="1850389" cy="82867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470"/>
              </a:spcBef>
            </a:pPr>
            <a:r>
              <a:rPr dirty="0" sz="1200" b="1">
                <a:solidFill>
                  <a:srgbClr val="A21F1F"/>
                </a:solidFill>
                <a:latin typeface="Arial"/>
                <a:cs typeface="Arial"/>
              </a:rPr>
              <a:t>Jonas</a:t>
            </a:r>
            <a:r>
              <a:rPr dirty="0" sz="1200" spc="-2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A21F1F"/>
                </a:solidFill>
                <a:latin typeface="Arial"/>
                <a:cs typeface="Arial"/>
              </a:rPr>
              <a:t>Seyfferth</a:t>
            </a:r>
            <a:endParaRPr sz="1200">
              <a:latin typeface="Arial"/>
              <a:cs typeface="Arial"/>
            </a:endParaRPr>
          </a:p>
          <a:p>
            <a:pPr algn="ctr" marL="1905">
              <a:lnSpc>
                <a:spcPct val="100000"/>
              </a:lnSpc>
              <a:spcBef>
                <a:spcPts val="310"/>
              </a:spcBef>
            </a:pPr>
            <a:r>
              <a:rPr dirty="0" sz="1000" spc="-10">
                <a:solidFill>
                  <a:srgbClr val="7E7E7E"/>
                </a:solidFill>
                <a:latin typeface="Arial"/>
                <a:cs typeface="Arial"/>
              </a:rPr>
              <a:t>jonas.seyfferth@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1000" spc="-10">
                <a:solidFill>
                  <a:srgbClr val="7E7E7E"/>
                </a:solidFill>
                <a:latin typeface="Arial"/>
                <a:cs typeface="Arial"/>
              </a:rPr>
              <a:t>strategyand.de.pwc.com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dirty="0" sz="1000" b="1">
                <a:solidFill>
                  <a:srgbClr val="A21F1F"/>
                </a:solidFill>
                <a:latin typeface="Arial"/>
                <a:cs typeface="Arial"/>
              </a:rPr>
              <a:t>Connected</a:t>
            </a:r>
            <a:r>
              <a:rPr dirty="0" sz="1000" spc="-4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A21F1F"/>
                </a:solidFill>
                <a:latin typeface="Arial"/>
                <a:cs typeface="Arial"/>
              </a:rPr>
              <a:t>and</a:t>
            </a:r>
            <a:r>
              <a:rPr dirty="0" sz="1000" spc="-3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A21F1F"/>
                </a:solidFill>
                <a:latin typeface="Arial"/>
                <a:cs typeface="Arial"/>
              </a:rPr>
              <a:t>Smart</a:t>
            </a:r>
            <a:r>
              <a:rPr dirty="0" sz="1000" spc="-3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A21F1F"/>
                </a:solidFill>
                <a:latin typeface="Arial"/>
                <a:cs typeface="Arial"/>
              </a:rPr>
              <a:t>Mobility</a:t>
            </a:r>
            <a:endParaRPr sz="1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198866" y="3989958"/>
            <a:ext cx="9467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Arial"/>
                <a:cs typeface="Arial"/>
              </a:rPr>
              <a:t>Contributors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30174" y="5836107"/>
            <a:ext cx="1060005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latin typeface="Arial"/>
                <a:cs typeface="Arial"/>
              </a:rPr>
              <a:t>©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2023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PwC. All</a:t>
            </a:r>
            <a:r>
              <a:rPr dirty="0" sz="800" spc="-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rights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reserved.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PwC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refers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to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the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PwC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network and/or one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or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more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of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its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member</a:t>
            </a:r>
            <a:r>
              <a:rPr dirty="0" sz="800" spc="-4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firms,</a:t>
            </a:r>
            <a:r>
              <a:rPr dirty="0" sz="800" spc="-5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each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of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which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is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separate</a:t>
            </a:r>
            <a:r>
              <a:rPr dirty="0" sz="800" spc="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legal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entity.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Please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see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  <a:hlinkClick r:id="rId8"/>
              </a:rPr>
              <a:t>www.pwc.com/structure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for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further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details.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Mentions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of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Strategy&amp; refer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to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 spc="-25">
                <a:latin typeface="Arial"/>
                <a:cs typeface="Arial"/>
              </a:rPr>
              <a:t>the</a:t>
            </a:r>
            <a:r>
              <a:rPr dirty="0" sz="800">
                <a:latin typeface="Arial"/>
                <a:cs typeface="Arial"/>
              </a:rPr>
              <a:t> global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team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of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practical</a:t>
            </a:r>
            <a:r>
              <a:rPr dirty="0" sz="800" spc="-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strategists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that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is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integrated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within the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PwC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network</a:t>
            </a:r>
            <a:r>
              <a:rPr dirty="0" sz="800" spc="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of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firms.</a:t>
            </a:r>
            <a:r>
              <a:rPr dirty="0" sz="800" spc="-4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For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more</a:t>
            </a:r>
            <a:r>
              <a:rPr dirty="0" sz="800" spc="-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about</a:t>
            </a:r>
            <a:r>
              <a:rPr dirty="0" sz="800" spc="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Strategy&amp;,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see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  <a:hlinkClick r:id="rId9"/>
              </a:rPr>
              <a:t>www.strategyand.pwc.com.</a:t>
            </a:r>
            <a:r>
              <a:rPr dirty="0" sz="800" spc="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No</a:t>
            </a:r>
            <a:r>
              <a:rPr dirty="0" sz="800" spc="-10">
                <a:latin typeface="Arial"/>
                <a:cs typeface="Arial"/>
              </a:rPr>
              <a:t> reproduction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is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permitted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in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whole</a:t>
            </a:r>
            <a:r>
              <a:rPr dirty="0" sz="800" spc="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or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part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without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written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permission</a:t>
            </a:r>
            <a:r>
              <a:rPr dirty="0" sz="800" spc="-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of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PwC.</a:t>
            </a:r>
            <a:r>
              <a:rPr dirty="0" sz="800" spc="50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Disclaimer:</a:t>
            </a:r>
            <a:r>
              <a:rPr dirty="0" sz="800" spc="-5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This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content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is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for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general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purposes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only,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and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should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not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be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used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as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substitute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for</a:t>
            </a:r>
            <a:r>
              <a:rPr dirty="0" sz="800" spc="-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consultation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with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professional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advisors.</a:t>
            </a:r>
            <a:endParaRPr sz="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476880" y="2582022"/>
            <a:ext cx="1437005" cy="82867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70"/>
              </a:spcBef>
            </a:pPr>
            <a:r>
              <a:rPr dirty="0" sz="1200" spc="-25" b="1">
                <a:solidFill>
                  <a:srgbClr val="A21F1F"/>
                </a:solidFill>
                <a:latin typeface="Arial"/>
                <a:cs typeface="Arial"/>
              </a:rPr>
              <a:t>Dr.</a:t>
            </a:r>
            <a:r>
              <a:rPr dirty="0" sz="1200" spc="-6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A21F1F"/>
                </a:solidFill>
                <a:latin typeface="Arial"/>
                <a:cs typeface="Arial"/>
              </a:rPr>
              <a:t>Andreas</a:t>
            </a:r>
            <a:r>
              <a:rPr dirty="0" sz="1200" spc="-2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A21F1F"/>
                </a:solidFill>
                <a:latin typeface="Arial"/>
                <a:cs typeface="Arial"/>
              </a:rPr>
              <a:t>Gissler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10"/>
              </a:spcBef>
            </a:pPr>
            <a:r>
              <a:rPr dirty="0" sz="1000" spc="-10">
                <a:solidFill>
                  <a:srgbClr val="7E7E7E"/>
                </a:solidFill>
                <a:latin typeface="Arial"/>
                <a:cs typeface="Arial"/>
              </a:rPr>
              <a:t>andreas.gissler@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1000" spc="-10">
                <a:solidFill>
                  <a:srgbClr val="7E7E7E"/>
                </a:solidFill>
                <a:latin typeface="Arial"/>
                <a:cs typeface="Arial"/>
              </a:rPr>
              <a:t>strategyand.de.pwc.com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dirty="0" sz="1000" b="1">
                <a:solidFill>
                  <a:srgbClr val="A21F1F"/>
                </a:solidFill>
                <a:latin typeface="Arial"/>
                <a:cs typeface="Arial"/>
              </a:rPr>
              <a:t>Digital</a:t>
            </a:r>
            <a:r>
              <a:rPr dirty="0" sz="1000" spc="-3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A21F1F"/>
                </a:solidFill>
                <a:latin typeface="Arial"/>
                <a:cs typeface="Arial"/>
              </a:rPr>
              <a:t>Transformation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580635" y="4719077"/>
            <a:ext cx="1122680" cy="82867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475"/>
              </a:spcBef>
            </a:pPr>
            <a:r>
              <a:rPr dirty="0" sz="1200" spc="-10" b="1">
                <a:solidFill>
                  <a:srgbClr val="A21F1F"/>
                </a:solidFill>
                <a:latin typeface="Arial"/>
                <a:cs typeface="Arial"/>
              </a:rPr>
              <a:t>Kentaro</a:t>
            </a:r>
            <a:r>
              <a:rPr dirty="0" sz="1200" spc="-25" b="1">
                <a:solidFill>
                  <a:srgbClr val="A21F1F"/>
                </a:solidFill>
                <a:latin typeface="Arial"/>
                <a:cs typeface="Arial"/>
              </a:rPr>
              <a:t> Abe</a:t>
            </a:r>
            <a:endParaRPr sz="1200">
              <a:latin typeface="Arial"/>
              <a:cs typeface="Arial"/>
            </a:endParaRPr>
          </a:p>
          <a:p>
            <a:pPr algn="ctr" marL="163195" marR="153670">
              <a:lnSpc>
                <a:spcPct val="100000"/>
              </a:lnSpc>
              <a:spcBef>
                <a:spcPts val="305"/>
              </a:spcBef>
            </a:pPr>
            <a:r>
              <a:rPr dirty="0" sz="1000" spc="-10">
                <a:solidFill>
                  <a:srgbClr val="7E7E7E"/>
                </a:solidFill>
                <a:latin typeface="Arial"/>
                <a:cs typeface="Arial"/>
              </a:rPr>
              <a:t>kentaro.abe@ pwc.com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dirty="0" sz="1000" b="1">
                <a:solidFill>
                  <a:srgbClr val="A21F1F"/>
                </a:solidFill>
                <a:latin typeface="Arial"/>
                <a:cs typeface="Arial"/>
              </a:rPr>
              <a:t>Automotive</a:t>
            </a:r>
            <a:r>
              <a:rPr dirty="0" sz="1000" spc="-6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A21F1F"/>
                </a:solidFill>
                <a:latin typeface="Arial"/>
                <a:cs typeface="Arial"/>
              </a:rPr>
              <a:t>Japan</a:t>
            </a:r>
            <a:endParaRPr sz="10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214359" y="4268723"/>
            <a:ext cx="3232785" cy="45720"/>
          </a:xfrm>
          <a:custGeom>
            <a:avLst/>
            <a:gdLst/>
            <a:ahLst/>
            <a:cxnLst/>
            <a:rect l="l" t="t" r="r" b="b"/>
            <a:pathLst>
              <a:path w="3232784" h="45720">
                <a:moveTo>
                  <a:pt x="3232404" y="0"/>
                </a:moveTo>
                <a:lnTo>
                  <a:pt x="0" y="0"/>
                </a:lnTo>
                <a:lnTo>
                  <a:pt x="0" y="45719"/>
                </a:lnTo>
                <a:lnTo>
                  <a:pt x="3232404" y="45719"/>
                </a:lnTo>
                <a:lnTo>
                  <a:pt x="3232404" y="0"/>
                </a:lnTo>
                <a:close/>
              </a:path>
            </a:pathLst>
          </a:custGeom>
          <a:solidFill>
            <a:srgbClr val="A21F1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6" name="object 26"/>
          <p:cNvGrpSpPr/>
          <p:nvPr/>
        </p:nvGrpSpPr>
        <p:grpSpPr>
          <a:xfrm>
            <a:off x="804646" y="3764279"/>
            <a:ext cx="789940" cy="789940"/>
            <a:chOff x="804646" y="3764279"/>
            <a:chExt cx="789940" cy="789940"/>
          </a:xfrm>
        </p:grpSpPr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42772" y="3802379"/>
              <a:ext cx="713232" cy="713232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823696" y="3783329"/>
              <a:ext cx="751840" cy="751840"/>
            </a:xfrm>
            <a:custGeom>
              <a:avLst/>
              <a:gdLst/>
              <a:ahLst/>
              <a:cxnLst/>
              <a:rect l="l" t="t" r="r" b="b"/>
              <a:pathLst>
                <a:path w="751840" h="751839">
                  <a:moveTo>
                    <a:pt x="375869" y="0"/>
                  </a:moveTo>
                  <a:lnTo>
                    <a:pt x="414274" y="2032"/>
                  </a:lnTo>
                  <a:lnTo>
                    <a:pt x="487578" y="16764"/>
                  </a:lnTo>
                  <a:lnTo>
                    <a:pt x="554888" y="45593"/>
                  </a:lnTo>
                  <a:lnTo>
                    <a:pt x="614959" y="85598"/>
                  </a:lnTo>
                  <a:lnTo>
                    <a:pt x="666013" y="136779"/>
                  </a:lnTo>
                  <a:lnTo>
                    <a:pt x="706145" y="196850"/>
                  </a:lnTo>
                  <a:lnTo>
                    <a:pt x="734974" y="264160"/>
                  </a:lnTo>
                  <a:lnTo>
                    <a:pt x="749706" y="337439"/>
                  </a:lnTo>
                  <a:lnTo>
                    <a:pt x="751738" y="375793"/>
                  </a:lnTo>
                  <a:lnTo>
                    <a:pt x="749706" y="414274"/>
                  </a:lnTo>
                  <a:lnTo>
                    <a:pt x="734974" y="487553"/>
                  </a:lnTo>
                  <a:lnTo>
                    <a:pt x="706145" y="554863"/>
                  </a:lnTo>
                  <a:lnTo>
                    <a:pt x="666013" y="615061"/>
                  </a:lnTo>
                  <a:lnTo>
                    <a:pt x="615086" y="665988"/>
                  </a:lnTo>
                  <a:lnTo>
                    <a:pt x="554888" y="706120"/>
                  </a:lnTo>
                  <a:lnTo>
                    <a:pt x="487578" y="734949"/>
                  </a:lnTo>
                  <a:lnTo>
                    <a:pt x="414274" y="749681"/>
                  </a:lnTo>
                  <a:lnTo>
                    <a:pt x="375869" y="751713"/>
                  </a:lnTo>
                  <a:lnTo>
                    <a:pt x="337451" y="749681"/>
                  </a:lnTo>
                  <a:lnTo>
                    <a:pt x="264185" y="734949"/>
                  </a:lnTo>
                  <a:lnTo>
                    <a:pt x="196862" y="706120"/>
                  </a:lnTo>
                  <a:lnTo>
                    <a:pt x="136753" y="665988"/>
                  </a:lnTo>
                  <a:lnTo>
                    <a:pt x="85674" y="614934"/>
                  </a:lnTo>
                  <a:lnTo>
                    <a:pt x="45593" y="554863"/>
                  </a:lnTo>
                  <a:lnTo>
                    <a:pt x="16751" y="487553"/>
                  </a:lnTo>
                  <a:lnTo>
                    <a:pt x="2082" y="414274"/>
                  </a:lnTo>
                  <a:lnTo>
                    <a:pt x="0" y="375666"/>
                  </a:lnTo>
                  <a:lnTo>
                    <a:pt x="2082" y="337439"/>
                  </a:lnTo>
                  <a:lnTo>
                    <a:pt x="16751" y="264160"/>
                  </a:lnTo>
                  <a:lnTo>
                    <a:pt x="45593" y="196850"/>
                  </a:lnTo>
                  <a:lnTo>
                    <a:pt x="85636" y="136779"/>
                  </a:lnTo>
                  <a:lnTo>
                    <a:pt x="136817" y="85598"/>
                  </a:lnTo>
                  <a:lnTo>
                    <a:pt x="196862" y="45593"/>
                  </a:lnTo>
                  <a:lnTo>
                    <a:pt x="264185" y="16764"/>
                  </a:lnTo>
                  <a:lnTo>
                    <a:pt x="337451" y="2032"/>
                  </a:lnTo>
                  <a:lnTo>
                    <a:pt x="375869" y="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669747" y="4719077"/>
            <a:ext cx="1031875" cy="82867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75"/>
              </a:spcBef>
            </a:pPr>
            <a:r>
              <a:rPr dirty="0" sz="1200" b="1">
                <a:solidFill>
                  <a:srgbClr val="A21F1F"/>
                </a:solidFill>
                <a:latin typeface="Arial"/>
                <a:cs typeface="Arial"/>
              </a:rPr>
              <a:t>Akshay</a:t>
            </a:r>
            <a:r>
              <a:rPr dirty="0" sz="1200" spc="-3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A21F1F"/>
                </a:solidFill>
                <a:latin typeface="Arial"/>
                <a:cs typeface="Arial"/>
              </a:rPr>
              <a:t>Singh</a:t>
            </a:r>
            <a:endParaRPr sz="1200">
              <a:latin typeface="Arial"/>
              <a:cs typeface="Arial"/>
            </a:endParaRPr>
          </a:p>
          <a:p>
            <a:pPr algn="ctr" marL="83820" marR="74295">
              <a:lnSpc>
                <a:spcPct val="100000"/>
              </a:lnSpc>
              <a:spcBef>
                <a:spcPts val="305"/>
              </a:spcBef>
            </a:pPr>
            <a:r>
              <a:rPr dirty="0" sz="1000" spc="-10">
                <a:solidFill>
                  <a:srgbClr val="7E7E7E"/>
                </a:solidFill>
                <a:latin typeface="Arial"/>
                <a:cs typeface="Arial"/>
              </a:rPr>
              <a:t>akshay.singh@ pwc.com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dirty="0" sz="1000" b="1">
                <a:solidFill>
                  <a:srgbClr val="A21F1F"/>
                </a:solidFill>
                <a:latin typeface="Arial"/>
                <a:cs typeface="Arial"/>
              </a:rPr>
              <a:t>Automotive</a:t>
            </a:r>
            <a:r>
              <a:rPr dirty="0" sz="1000" spc="-7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000" spc="-25" b="1">
                <a:solidFill>
                  <a:srgbClr val="A21F1F"/>
                </a:solidFill>
                <a:latin typeface="Arial"/>
                <a:cs typeface="Arial"/>
              </a:rPr>
              <a:t>US</a:t>
            </a:r>
            <a:endParaRPr sz="10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468117" y="4719077"/>
            <a:ext cx="1384935" cy="82867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algn="ctr" marL="4445">
              <a:lnSpc>
                <a:spcPct val="100000"/>
              </a:lnSpc>
              <a:spcBef>
                <a:spcPts val="475"/>
              </a:spcBef>
            </a:pPr>
            <a:r>
              <a:rPr dirty="0" sz="1200" b="1">
                <a:solidFill>
                  <a:srgbClr val="A21F1F"/>
                </a:solidFill>
                <a:latin typeface="Arial"/>
                <a:cs typeface="Arial"/>
              </a:rPr>
              <a:t>Steven</a:t>
            </a:r>
            <a:r>
              <a:rPr dirty="0" sz="1200" spc="-4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A21F1F"/>
                </a:solidFill>
                <a:latin typeface="Arial"/>
                <a:cs typeface="Arial"/>
              </a:rPr>
              <a:t>Jiang</a:t>
            </a:r>
            <a:endParaRPr sz="1200">
              <a:latin typeface="Arial"/>
              <a:cs typeface="Arial"/>
            </a:endParaRPr>
          </a:p>
          <a:p>
            <a:pPr algn="ctr" marL="12700" marR="5080" indent="3175">
              <a:lnSpc>
                <a:spcPct val="100000"/>
              </a:lnSpc>
              <a:spcBef>
                <a:spcPts val="305"/>
              </a:spcBef>
            </a:pPr>
            <a:r>
              <a:rPr dirty="0" sz="1000" spc="-10">
                <a:solidFill>
                  <a:srgbClr val="7E7E7E"/>
                </a:solidFill>
                <a:latin typeface="Arial"/>
                <a:cs typeface="Arial"/>
              </a:rPr>
              <a:t>steven.jiang@ strategyand.cn.pwc.com</a:t>
            </a:r>
            <a:endParaRPr sz="1000">
              <a:latin typeface="Arial"/>
              <a:cs typeface="Arial"/>
            </a:endParaRPr>
          </a:p>
          <a:p>
            <a:pPr algn="ctr" marL="1905">
              <a:lnSpc>
                <a:spcPct val="100000"/>
              </a:lnSpc>
              <a:spcBef>
                <a:spcPts val="600"/>
              </a:spcBef>
            </a:pPr>
            <a:r>
              <a:rPr dirty="0" sz="1000" b="1">
                <a:solidFill>
                  <a:srgbClr val="A21F1F"/>
                </a:solidFill>
                <a:latin typeface="Arial"/>
                <a:cs typeface="Arial"/>
              </a:rPr>
              <a:t>Automotive</a:t>
            </a:r>
            <a:r>
              <a:rPr dirty="0" sz="1000" spc="-6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A21F1F"/>
                </a:solidFill>
                <a:latin typeface="Arial"/>
                <a:cs typeface="Arial"/>
              </a:rPr>
              <a:t>China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767583" y="3764279"/>
            <a:ext cx="789940" cy="789940"/>
            <a:chOff x="2767583" y="3764279"/>
            <a:chExt cx="789940" cy="789940"/>
          </a:xfrm>
        </p:grpSpPr>
        <p:pic>
          <p:nvPicPr>
            <p:cNvPr id="32" name="object 3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05683" y="3802379"/>
              <a:ext cx="713232" cy="713232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2786633" y="3783329"/>
              <a:ext cx="751840" cy="751840"/>
            </a:xfrm>
            <a:custGeom>
              <a:avLst/>
              <a:gdLst/>
              <a:ahLst/>
              <a:cxnLst/>
              <a:rect l="l" t="t" r="r" b="b"/>
              <a:pathLst>
                <a:path w="751839" h="751839">
                  <a:moveTo>
                    <a:pt x="375793" y="0"/>
                  </a:moveTo>
                  <a:lnTo>
                    <a:pt x="414274" y="2032"/>
                  </a:lnTo>
                  <a:lnTo>
                    <a:pt x="487553" y="16764"/>
                  </a:lnTo>
                  <a:lnTo>
                    <a:pt x="554863" y="45593"/>
                  </a:lnTo>
                  <a:lnTo>
                    <a:pt x="614934" y="85598"/>
                  </a:lnTo>
                  <a:lnTo>
                    <a:pt x="665988" y="136779"/>
                  </a:lnTo>
                  <a:lnTo>
                    <a:pt x="706120" y="196850"/>
                  </a:lnTo>
                  <a:lnTo>
                    <a:pt x="734949" y="264160"/>
                  </a:lnTo>
                  <a:lnTo>
                    <a:pt x="749681" y="337439"/>
                  </a:lnTo>
                  <a:lnTo>
                    <a:pt x="751713" y="375793"/>
                  </a:lnTo>
                  <a:lnTo>
                    <a:pt x="749681" y="414274"/>
                  </a:lnTo>
                  <a:lnTo>
                    <a:pt x="734949" y="487553"/>
                  </a:lnTo>
                  <a:lnTo>
                    <a:pt x="706120" y="554863"/>
                  </a:lnTo>
                  <a:lnTo>
                    <a:pt x="665988" y="615061"/>
                  </a:lnTo>
                  <a:lnTo>
                    <a:pt x="615061" y="665988"/>
                  </a:lnTo>
                  <a:lnTo>
                    <a:pt x="554863" y="706120"/>
                  </a:lnTo>
                  <a:lnTo>
                    <a:pt x="487553" y="734949"/>
                  </a:lnTo>
                  <a:lnTo>
                    <a:pt x="414274" y="749681"/>
                  </a:lnTo>
                  <a:lnTo>
                    <a:pt x="375793" y="751713"/>
                  </a:lnTo>
                  <a:lnTo>
                    <a:pt x="337439" y="749681"/>
                  </a:lnTo>
                  <a:lnTo>
                    <a:pt x="264160" y="734949"/>
                  </a:lnTo>
                  <a:lnTo>
                    <a:pt x="196850" y="706120"/>
                  </a:lnTo>
                  <a:lnTo>
                    <a:pt x="136779" y="665988"/>
                  </a:lnTo>
                  <a:lnTo>
                    <a:pt x="85598" y="614934"/>
                  </a:lnTo>
                  <a:lnTo>
                    <a:pt x="45593" y="554863"/>
                  </a:lnTo>
                  <a:lnTo>
                    <a:pt x="16764" y="487553"/>
                  </a:lnTo>
                  <a:lnTo>
                    <a:pt x="2032" y="414274"/>
                  </a:lnTo>
                  <a:lnTo>
                    <a:pt x="0" y="375666"/>
                  </a:lnTo>
                  <a:lnTo>
                    <a:pt x="2032" y="337439"/>
                  </a:lnTo>
                  <a:lnTo>
                    <a:pt x="16764" y="264160"/>
                  </a:lnTo>
                  <a:lnTo>
                    <a:pt x="45593" y="196850"/>
                  </a:lnTo>
                  <a:lnTo>
                    <a:pt x="85598" y="136779"/>
                  </a:lnTo>
                  <a:lnTo>
                    <a:pt x="136779" y="85598"/>
                  </a:lnTo>
                  <a:lnTo>
                    <a:pt x="196850" y="45593"/>
                  </a:lnTo>
                  <a:lnTo>
                    <a:pt x="264160" y="16764"/>
                  </a:lnTo>
                  <a:lnTo>
                    <a:pt x="337439" y="2032"/>
                  </a:lnTo>
                  <a:lnTo>
                    <a:pt x="375793" y="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" name="object 34"/>
          <p:cNvGrpSpPr/>
          <p:nvPr/>
        </p:nvGrpSpPr>
        <p:grpSpPr>
          <a:xfrm>
            <a:off x="4747259" y="3764279"/>
            <a:ext cx="789940" cy="789940"/>
            <a:chOff x="4747259" y="3764279"/>
            <a:chExt cx="789940" cy="789940"/>
          </a:xfrm>
        </p:grpSpPr>
        <p:pic>
          <p:nvPicPr>
            <p:cNvPr id="35" name="object 3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785359" y="3802379"/>
              <a:ext cx="713231" cy="713232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4766309" y="3783329"/>
              <a:ext cx="751840" cy="751840"/>
            </a:xfrm>
            <a:custGeom>
              <a:avLst/>
              <a:gdLst/>
              <a:ahLst/>
              <a:cxnLst/>
              <a:rect l="l" t="t" r="r" b="b"/>
              <a:pathLst>
                <a:path w="751839" h="751839">
                  <a:moveTo>
                    <a:pt x="375792" y="0"/>
                  </a:moveTo>
                  <a:lnTo>
                    <a:pt x="414273" y="2032"/>
                  </a:lnTo>
                  <a:lnTo>
                    <a:pt x="487552" y="16764"/>
                  </a:lnTo>
                  <a:lnTo>
                    <a:pt x="554862" y="45593"/>
                  </a:lnTo>
                  <a:lnTo>
                    <a:pt x="614933" y="85598"/>
                  </a:lnTo>
                  <a:lnTo>
                    <a:pt x="665987" y="136779"/>
                  </a:lnTo>
                  <a:lnTo>
                    <a:pt x="706119" y="196850"/>
                  </a:lnTo>
                  <a:lnTo>
                    <a:pt x="734948" y="264160"/>
                  </a:lnTo>
                  <a:lnTo>
                    <a:pt x="749680" y="337439"/>
                  </a:lnTo>
                  <a:lnTo>
                    <a:pt x="751712" y="375793"/>
                  </a:lnTo>
                  <a:lnTo>
                    <a:pt x="749680" y="414274"/>
                  </a:lnTo>
                  <a:lnTo>
                    <a:pt x="734948" y="487553"/>
                  </a:lnTo>
                  <a:lnTo>
                    <a:pt x="706119" y="554863"/>
                  </a:lnTo>
                  <a:lnTo>
                    <a:pt x="665987" y="615061"/>
                  </a:lnTo>
                  <a:lnTo>
                    <a:pt x="615060" y="665988"/>
                  </a:lnTo>
                  <a:lnTo>
                    <a:pt x="554862" y="706120"/>
                  </a:lnTo>
                  <a:lnTo>
                    <a:pt x="487552" y="734949"/>
                  </a:lnTo>
                  <a:lnTo>
                    <a:pt x="414273" y="749681"/>
                  </a:lnTo>
                  <a:lnTo>
                    <a:pt x="375792" y="751713"/>
                  </a:lnTo>
                  <a:lnTo>
                    <a:pt x="337438" y="749681"/>
                  </a:lnTo>
                  <a:lnTo>
                    <a:pt x="264159" y="734949"/>
                  </a:lnTo>
                  <a:lnTo>
                    <a:pt x="196849" y="706120"/>
                  </a:lnTo>
                  <a:lnTo>
                    <a:pt x="136778" y="665988"/>
                  </a:lnTo>
                  <a:lnTo>
                    <a:pt x="85597" y="614934"/>
                  </a:lnTo>
                  <a:lnTo>
                    <a:pt x="45592" y="554863"/>
                  </a:lnTo>
                  <a:lnTo>
                    <a:pt x="16763" y="487553"/>
                  </a:lnTo>
                  <a:lnTo>
                    <a:pt x="2031" y="414274"/>
                  </a:lnTo>
                  <a:lnTo>
                    <a:pt x="0" y="375666"/>
                  </a:lnTo>
                  <a:lnTo>
                    <a:pt x="2031" y="337439"/>
                  </a:lnTo>
                  <a:lnTo>
                    <a:pt x="16763" y="264160"/>
                  </a:lnTo>
                  <a:lnTo>
                    <a:pt x="45592" y="196850"/>
                  </a:lnTo>
                  <a:lnTo>
                    <a:pt x="85597" y="136779"/>
                  </a:lnTo>
                  <a:lnTo>
                    <a:pt x="136778" y="85598"/>
                  </a:lnTo>
                  <a:lnTo>
                    <a:pt x="196849" y="45593"/>
                  </a:lnTo>
                  <a:lnTo>
                    <a:pt x="264159" y="16764"/>
                  </a:lnTo>
                  <a:lnTo>
                    <a:pt x="337438" y="2032"/>
                  </a:lnTo>
                  <a:lnTo>
                    <a:pt x="375792" y="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8202294" y="4444745"/>
            <a:ext cx="1439545" cy="1061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1700"/>
              </a:lnSpc>
              <a:spcBef>
                <a:spcPts val="100"/>
              </a:spcBef>
            </a:pPr>
            <a:r>
              <a:rPr dirty="0" sz="1200" b="1">
                <a:solidFill>
                  <a:srgbClr val="A21F1F"/>
                </a:solidFill>
                <a:latin typeface="Arial"/>
                <a:cs typeface="Arial"/>
              </a:rPr>
              <a:t>Steven</a:t>
            </a:r>
            <a:r>
              <a:rPr dirty="0" sz="1200" spc="-3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A21F1F"/>
                </a:solidFill>
                <a:latin typeface="Arial"/>
                <a:cs typeface="Arial"/>
              </a:rPr>
              <a:t>van</a:t>
            </a:r>
            <a:r>
              <a:rPr dirty="0" sz="1200" spc="-6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A21F1F"/>
                </a:solidFill>
                <a:latin typeface="Arial"/>
                <a:cs typeface="Arial"/>
              </a:rPr>
              <a:t>Arsdale </a:t>
            </a:r>
            <a:r>
              <a:rPr dirty="0" sz="1200" b="1">
                <a:solidFill>
                  <a:srgbClr val="A21F1F"/>
                </a:solidFill>
                <a:latin typeface="Arial"/>
                <a:cs typeface="Arial"/>
              </a:rPr>
              <a:t>Sebastian</a:t>
            </a:r>
            <a:r>
              <a:rPr dirty="0" sz="1200" spc="-5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200" spc="-20" b="1">
                <a:solidFill>
                  <a:srgbClr val="A21F1F"/>
                </a:solidFill>
                <a:latin typeface="Arial"/>
                <a:cs typeface="Arial"/>
              </a:rPr>
              <a:t>Hauk </a:t>
            </a:r>
            <a:r>
              <a:rPr dirty="0" sz="1200" b="1">
                <a:solidFill>
                  <a:srgbClr val="A21F1F"/>
                </a:solidFill>
                <a:latin typeface="Arial"/>
                <a:cs typeface="Arial"/>
              </a:rPr>
              <a:t>Carl</a:t>
            </a:r>
            <a:r>
              <a:rPr dirty="0" sz="1200" spc="-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A21F1F"/>
                </a:solidFill>
                <a:latin typeface="Arial"/>
                <a:cs typeface="Arial"/>
              </a:rPr>
              <a:t>Heselschwerdt Tobias</a:t>
            </a:r>
            <a:r>
              <a:rPr dirty="0" sz="1200" spc="-7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200" spc="-20" b="1">
                <a:solidFill>
                  <a:srgbClr val="A21F1F"/>
                </a:solidFill>
                <a:latin typeface="Arial"/>
                <a:cs typeface="Arial"/>
              </a:rPr>
              <a:t>Karl</a:t>
            </a:r>
            <a:endParaRPr sz="12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011282" y="4444745"/>
            <a:ext cx="1551305" cy="1061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17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A21F1F"/>
                </a:solidFill>
                <a:latin typeface="Arial"/>
                <a:cs typeface="Arial"/>
              </a:rPr>
              <a:t>Tobias</a:t>
            </a:r>
            <a:r>
              <a:rPr dirty="0" sz="1200" spc="-7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A21F1F"/>
                </a:solidFill>
                <a:latin typeface="Arial"/>
                <a:cs typeface="Arial"/>
              </a:rPr>
              <a:t>Killmeier Tobias</a:t>
            </a:r>
            <a:r>
              <a:rPr dirty="0" sz="1200" spc="-7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A21F1F"/>
                </a:solidFill>
                <a:latin typeface="Arial"/>
                <a:cs typeface="Arial"/>
              </a:rPr>
              <a:t>Seemann </a:t>
            </a:r>
            <a:r>
              <a:rPr dirty="0" sz="1200" b="1">
                <a:solidFill>
                  <a:srgbClr val="A21F1F"/>
                </a:solidFill>
                <a:latin typeface="Arial"/>
                <a:cs typeface="Arial"/>
              </a:rPr>
              <a:t>Patrick</a:t>
            </a:r>
            <a:r>
              <a:rPr dirty="0" sz="1200" spc="-4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A21F1F"/>
                </a:solidFill>
                <a:latin typeface="Arial"/>
                <a:cs typeface="Arial"/>
              </a:rPr>
              <a:t>Schwenke </a:t>
            </a:r>
            <a:r>
              <a:rPr dirty="0" sz="1200" b="1">
                <a:solidFill>
                  <a:srgbClr val="A21F1F"/>
                </a:solidFill>
                <a:latin typeface="Arial"/>
                <a:cs typeface="Arial"/>
              </a:rPr>
              <a:t>Malien</a:t>
            </a:r>
            <a:r>
              <a:rPr dirty="0" sz="1200" spc="-3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A21F1F"/>
                </a:solidFill>
                <a:latin typeface="Arial"/>
                <a:cs typeface="Arial"/>
              </a:rPr>
              <a:t>Zehnpfenning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459473" y="4719077"/>
            <a:ext cx="1221740" cy="82867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75"/>
              </a:spcBef>
            </a:pPr>
            <a:r>
              <a:rPr dirty="0" sz="1200" b="1">
                <a:solidFill>
                  <a:srgbClr val="A21F1F"/>
                </a:solidFill>
                <a:latin typeface="Arial"/>
                <a:cs typeface="Arial"/>
              </a:rPr>
              <a:t>Milos</a:t>
            </a:r>
            <a:r>
              <a:rPr dirty="0" sz="1200" spc="-3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A21F1F"/>
                </a:solidFill>
                <a:latin typeface="Arial"/>
                <a:cs typeface="Arial"/>
              </a:rPr>
              <a:t>Bartosek</a:t>
            </a:r>
            <a:endParaRPr sz="1200">
              <a:latin typeface="Arial"/>
              <a:cs typeface="Arial"/>
            </a:endParaRPr>
          </a:p>
          <a:p>
            <a:pPr algn="ctr" marL="137160" marR="127635">
              <a:lnSpc>
                <a:spcPct val="100000"/>
              </a:lnSpc>
              <a:spcBef>
                <a:spcPts val="305"/>
              </a:spcBef>
            </a:pPr>
            <a:r>
              <a:rPr dirty="0" sz="1000" spc="-10">
                <a:solidFill>
                  <a:srgbClr val="7E7E7E"/>
                </a:solidFill>
                <a:latin typeface="Arial"/>
                <a:cs typeface="Arial"/>
              </a:rPr>
              <a:t>milos.bartosek@ pwc.com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dirty="0" sz="1000" b="1">
                <a:solidFill>
                  <a:srgbClr val="A21F1F"/>
                </a:solidFill>
                <a:latin typeface="Arial"/>
                <a:cs typeface="Arial"/>
              </a:rPr>
              <a:t>Infrastructure</a:t>
            </a:r>
            <a:r>
              <a:rPr dirty="0" sz="1000" spc="-5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000" spc="-20" b="1">
                <a:solidFill>
                  <a:srgbClr val="A21F1F"/>
                </a:solidFill>
                <a:latin typeface="Arial"/>
                <a:cs typeface="Arial"/>
              </a:rPr>
              <a:t>Deals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673595" y="3764279"/>
            <a:ext cx="797560" cy="797560"/>
            <a:chOff x="6673595" y="3764279"/>
            <a:chExt cx="797560" cy="797560"/>
          </a:xfrm>
        </p:grpSpPr>
        <p:pic>
          <p:nvPicPr>
            <p:cNvPr id="41" name="object 4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711695" y="3802379"/>
              <a:ext cx="720851" cy="720851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6692645" y="3783329"/>
              <a:ext cx="759460" cy="759460"/>
            </a:xfrm>
            <a:custGeom>
              <a:avLst/>
              <a:gdLst/>
              <a:ahLst/>
              <a:cxnLst/>
              <a:rect l="l" t="t" r="r" b="b"/>
              <a:pathLst>
                <a:path w="759459" h="759460">
                  <a:moveTo>
                    <a:pt x="379856" y="0"/>
                  </a:moveTo>
                  <a:lnTo>
                    <a:pt x="418591" y="2032"/>
                  </a:lnTo>
                  <a:lnTo>
                    <a:pt x="492632" y="17145"/>
                  </a:lnTo>
                  <a:lnTo>
                    <a:pt x="560831" y="45974"/>
                  </a:lnTo>
                  <a:lnTo>
                    <a:pt x="620902" y="86868"/>
                  </a:lnTo>
                  <a:lnTo>
                    <a:pt x="672718" y="138303"/>
                  </a:lnTo>
                  <a:lnTo>
                    <a:pt x="713231" y="198882"/>
                  </a:lnTo>
                  <a:lnTo>
                    <a:pt x="742060" y="266954"/>
                  </a:lnTo>
                  <a:lnTo>
                    <a:pt x="757173" y="340995"/>
                  </a:lnTo>
                  <a:lnTo>
                    <a:pt x="759205" y="379857"/>
                  </a:lnTo>
                  <a:lnTo>
                    <a:pt x="757173" y="418592"/>
                  </a:lnTo>
                  <a:lnTo>
                    <a:pt x="742060" y="492633"/>
                  </a:lnTo>
                  <a:lnTo>
                    <a:pt x="713231" y="560832"/>
                  </a:lnTo>
                  <a:lnTo>
                    <a:pt x="672718" y="620903"/>
                  </a:lnTo>
                  <a:lnTo>
                    <a:pt x="620902" y="672719"/>
                  </a:lnTo>
                  <a:lnTo>
                    <a:pt x="560831" y="713232"/>
                  </a:lnTo>
                  <a:lnTo>
                    <a:pt x="492632" y="742061"/>
                  </a:lnTo>
                  <a:lnTo>
                    <a:pt x="418591" y="757174"/>
                  </a:lnTo>
                  <a:lnTo>
                    <a:pt x="379856" y="759206"/>
                  </a:lnTo>
                  <a:lnTo>
                    <a:pt x="340994" y="757174"/>
                  </a:lnTo>
                  <a:lnTo>
                    <a:pt x="266953" y="742061"/>
                  </a:lnTo>
                  <a:lnTo>
                    <a:pt x="198881" y="713232"/>
                  </a:lnTo>
                  <a:lnTo>
                    <a:pt x="138302" y="672719"/>
                  </a:lnTo>
                  <a:lnTo>
                    <a:pt x="86867" y="620903"/>
                  </a:lnTo>
                  <a:lnTo>
                    <a:pt x="45973" y="560832"/>
                  </a:lnTo>
                  <a:lnTo>
                    <a:pt x="17144" y="492633"/>
                  </a:lnTo>
                  <a:lnTo>
                    <a:pt x="2031" y="418592"/>
                  </a:lnTo>
                  <a:lnTo>
                    <a:pt x="0" y="379476"/>
                  </a:lnTo>
                  <a:lnTo>
                    <a:pt x="2031" y="340995"/>
                  </a:lnTo>
                  <a:lnTo>
                    <a:pt x="17144" y="266954"/>
                  </a:lnTo>
                  <a:lnTo>
                    <a:pt x="45973" y="198882"/>
                  </a:lnTo>
                  <a:lnTo>
                    <a:pt x="86867" y="138303"/>
                  </a:lnTo>
                  <a:lnTo>
                    <a:pt x="138302" y="86868"/>
                  </a:lnTo>
                  <a:lnTo>
                    <a:pt x="198881" y="45974"/>
                  </a:lnTo>
                  <a:lnTo>
                    <a:pt x="266953" y="17145"/>
                  </a:lnTo>
                  <a:lnTo>
                    <a:pt x="340994" y="2032"/>
                  </a:lnTo>
                  <a:lnTo>
                    <a:pt x="379856" y="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10258170" y="2582022"/>
            <a:ext cx="1129030" cy="82867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470"/>
              </a:spcBef>
            </a:pPr>
            <a:r>
              <a:rPr dirty="0" sz="1200" b="1">
                <a:solidFill>
                  <a:srgbClr val="A21F1F"/>
                </a:solidFill>
                <a:latin typeface="Arial"/>
                <a:cs typeface="Arial"/>
              </a:rPr>
              <a:t>Thilo</a:t>
            </a:r>
            <a:r>
              <a:rPr dirty="0" sz="1200" spc="-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A21F1F"/>
                </a:solidFill>
                <a:latin typeface="Arial"/>
                <a:cs typeface="Arial"/>
              </a:rPr>
              <a:t>Bühnen</a:t>
            </a:r>
            <a:endParaRPr sz="1200">
              <a:latin typeface="Arial"/>
              <a:cs typeface="Arial"/>
            </a:endParaRPr>
          </a:p>
          <a:p>
            <a:pPr algn="ctr" marL="635">
              <a:lnSpc>
                <a:spcPct val="100000"/>
              </a:lnSpc>
              <a:spcBef>
                <a:spcPts val="310"/>
              </a:spcBef>
            </a:pPr>
            <a:r>
              <a:rPr dirty="0" sz="1000" spc="-10">
                <a:solidFill>
                  <a:srgbClr val="7E7E7E"/>
                </a:solidFill>
                <a:latin typeface="Arial"/>
                <a:cs typeface="Arial"/>
              </a:rPr>
              <a:t>thilo.buehnen@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1000" spc="-10">
                <a:solidFill>
                  <a:srgbClr val="7E7E7E"/>
                </a:solidFill>
                <a:latin typeface="Arial"/>
                <a:cs typeface="Arial"/>
              </a:rPr>
              <a:t>pwc.ch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dirty="0" sz="1000" b="1">
                <a:solidFill>
                  <a:srgbClr val="A21F1F"/>
                </a:solidFill>
                <a:latin typeface="Arial"/>
                <a:cs typeface="Arial"/>
              </a:rPr>
              <a:t>Mobility</a:t>
            </a:r>
            <a:r>
              <a:rPr dirty="0" sz="1000" spc="-5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A21F1F"/>
                </a:solidFill>
                <a:latin typeface="Arial"/>
                <a:cs typeface="Arial"/>
              </a:rPr>
              <a:t>Venturing</a:t>
            </a:r>
            <a:endParaRPr sz="10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412484" y="2582022"/>
            <a:ext cx="1391285" cy="82867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algn="ctr" marL="4445">
              <a:lnSpc>
                <a:spcPct val="100000"/>
              </a:lnSpc>
              <a:spcBef>
                <a:spcPts val="470"/>
              </a:spcBef>
            </a:pPr>
            <a:r>
              <a:rPr dirty="0" sz="1200" b="1">
                <a:solidFill>
                  <a:srgbClr val="A21F1F"/>
                </a:solidFill>
                <a:latin typeface="Arial"/>
                <a:cs typeface="Arial"/>
              </a:rPr>
              <a:t>Hartmut</a:t>
            </a:r>
            <a:r>
              <a:rPr dirty="0" sz="1200" spc="-15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A21F1F"/>
                </a:solidFill>
                <a:latin typeface="Arial"/>
                <a:cs typeface="Arial"/>
              </a:rPr>
              <a:t>Güthner</a:t>
            </a:r>
            <a:endParaRPr sz="1200">
              <a:latin typeface="Arial"/>
              <a:cs typeface="Arial"/>
            </a:endParaRPr>
          </a:p>
          <a:p>
            <a:pPr algn="ctr" marL="5080">
              <a:lnSpc>
                <a:spcPct val="100000"/>
              </a:lnSpc>
              <a:spcBef>
                <a:spcPts val="310"/>
              </a:spcBef>
            </a:pPr>
            <a:r>
              <a:rPr dirty="0" sz="1000" spc="-10">
                <a:solidFill>
                  <a:srgbClr val="7E7E7E"/>
                </a:solidFill>
                <a:latin typeface="Arial"/>
                <a:cs typeface="Arial"/>
              </a:rPr>
              <a:t>hartmut.guethner@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1000" spc="-10">
                <a:solidFill>
                  <a:srgbClr val="7E7E7E"/>
                </a:solidFill>
                <a:latin typeface="Arial"/>
                <a:cs typeface="Arial"/>
              </a:rPr>
              <a:t>strategyand.de.pwc.com</a:t>
            </a:r>
            <a:endParaRPr sz="1000">
              <a:latin typeface="Arial"/>
              <a:cs typeface="Arial"/>
            </a:endParaRPr>
          </a:p>
          <a:p>
            <a:pPr algn="ctr" marL="3175">
              <a:lnSpc>
                <a:spcPct val="100000"/>
              </a:lnSpc>
              <a:spcBef>
                <a:spcPts val="600"/>
              </a:spcBef>
            </a:pPr>
            <a:r>
              <a:rPr dirty="0" sz="1000" b="1">
                <a:solidFill>
                  <a:srgbClr val="A21F1F"/>
                </a:solidFill>
                <a:latin typeface="Arial"/>
                <a:cs typeface="Arial"/>
              </a:rPr>
              <a:t>Automated</a:t>
            </a:r>
            <a:r>
              <a:rPr dirty="0" sz="1000" spc="-60" b="1">
                <a:solidFill>
                  <a:srgbClr val="A21F1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A21F1F"/>
                </a:solidFill>
                <a:latin typeface="Arial"/>
                <a:cs typeface="Arial"/>
              </a:rPr>
              <a:t>Driving</a:t>
            </a:r>
            <a:endParaRPr sz="100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306324" y="6313932"/>
            <a:ext cx="11572240" cy="426720"/>
          </a:xfrm>
          <a:custGeom>
            <a:avLst/>
            <a:gdLst/>
            <a:ahLst/>
            <a:cxnLst/>
            <a:rect l="l" t="t" r="r" b="b"/>
            <a:pathLst>
              <a:path w="11572240" h="426720">
                <a:moveTo>
                  <a:pt x="11571732" y="0"/>
                </a:moveTo>
                <a:lnTo>
                  <a:pt x="0" y="0"/>
                </a:lnTo>
                <a:lnTo>
                  <a:pt x="0" y="426720"/>
                </a:lnTo>
                <a:lnTo>
                  <a:pt x="11571732" y="426720"/>
                </a:lnTo>
                <a:lnTo>
                  <a:pt x="1157173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Strategy&amp;</dc:creator>
  <dc:title>Digital Auto Report 2023 | Strategy&amp;</dc:title>
  <dcterms:created xsi:type="dcterms:W3CDTF">2026-05-24T14:37:23Z</dcterms:created>
  <dcterms:modified xsi:type="dcterms:W3CDTF">2026-05-24T14:37:23Z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2023-03-02T00:00:00Z</vt:filetime>
  </property>
  <property fmtid="{D5CDD505-2E9C-101B-9397-08002B2CF9AE}" pid="3" name="LastSaved">
    <vt:filetime>2026-05-24T00:00:00Z</vt:filetime>
  </property>
</Properties>
</file>